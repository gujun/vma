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15" r:id="rId2"/>
    <p:sldId id="266" r:id="rId3"/>
    <p:sldId id="316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19" r:id="rId17"/>
    <p:sldId id="317" r:id="rId18"/>
    <p:sldId id="324" r:id="rId19"/>
    <p:sldId id="327" r:id="rId20"/>
  </p:sldIdLst>
  <p:sldSz cx="9144000" cy="6858000" type="screen4x3"/>
  <p:notesSz cx="6877050" cy="10002838"/>
  <p:defaultTextStyle>
    <a:defPPr>
      <a:defRPr lang="en-US"/>
    </a:defPPr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7">
          <p15:clr>
            <a:srgbClr val="A4A3A4"/>
          </p15:clr>
        </p15:guide>
        <p15:guide id="2" orient="horz" pos="936">
          <p15:clr>
            <a:srgbClr val="A4A3A4"/>
          </p15:clr>
        </p15:guide>
        <p15:guide id="3" orient="horz" pos="4020">
          <p15:clr>
            <a:srgbClr val="A4A3A4"/>
          </p15:clr>
        </p15:guide>
        <p15:guide id="4" orient="horz" pos="391">
          <p15:clr>
            <a:srgbClr val="A4A3A4"/>
          </p15:clr>
        </p15:guide>
        <p15:guide id="5" orient="horz" pos="640">
          <p15:clr>
            <a:srgbClr val="A4A3A4"/>
          </p15:clr>
        </p15:guide>
        <p15:guide id="6" pos="2880">
          <p15:clr>
            <a:srgbClr val="A4A3A4"/>
          </p15:clr>
        </p15:guide>
        <p15:guide id="7" pos="249">
          <p15:clr>
            <a:srgbClr val="A4A3A4"/>
          </p15:clr>
        </p15:guide>
        <p15:guide id="8" pos="55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1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96"/>
    <a:srgbClr val="3399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7E5F81B-B57D-4800-8E8F-8E96741CC982}" styleName="Mettler Toledo &gt; Green Table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512FF0-2B18-46AF-9A1B-3A70A708474B}" styleName="Mettler Toledo &gt; Green Tab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68059" autoAdjust="0"/>
  </p:normalViewPr>
  <p:slideViewPr>
    <p:cSldViewPr snapToGrid="0" snapToObjects="1" showGuides="1">
      <p:cViewPr varScale="1">
        <p:scale>
          <a:sx n="46" d="100"/>
          <a:sy n="46" d="100"/>
        </p:scale>
        <p:origin x="1517" y="43"/>
      </p:cViewPr>
      <p:guideLst>
        <p:guide orient="horz" pos="2477"/>
        <p:guide orient="horz" pos="936"/>
        <p:guide orient="horz" pos="4020"/>
        <p:guide orient="horz" pos="391"/>
        <p:guide orient="horz" pos="640"/>
        <p:guide pos="2880"/>
        <p:guide pos="249"/>
        <p:guide pos="5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0" d="100"/>
          <a:sy n="90" d="100"/>
        </p:scale>
        <p:origin x="-3726" y="-126"/>
      </p:cViewPr>
      <p:guideLst>
        <p:guide orient="horz" pos="3151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574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4997450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25033" y="4751348"/>
            <a:ext cx="5018567" cy="4501277"/>
          </a:xfrm>
          <a:prstGeom prst="rect">
            <a:avLst/>
          </a:prstGeom>
        </p:spPr>
        <p:txBody>
          <a:bodyPr vert="horz" lIns="96451" tIns="48225" rIns="96451" bIns="48225" rtlCol="0">
            <a:normAutofit/>
          </a:bodyPr>
          <a:lstStyle/>
          <a:p>
            <a:pPr lvl="0"/>
            <a:r>
              <a:rPr lang="en-US" dirty="0" err="1" smtClean="0"/>
              <a:t>Textmasterformate</a:t>
            </a:r>
            <a:r>
              <a:rPr lang="en-US" dirty="0" smtClean="0"/>
              <a:t> </a:t>
            </a:r>
            <a:r>
              <a:rPr lang="en-US" dirty="0" err="1" smtClean="0"/>
              <a:t>durch</a:t>
            </a:r>
            <a:r>
              <a:rPr lang="en-US" dirty="0" smtClean="0"/>
              <a:t> </a:t>
            </a:r>
            <a:r>
              <a:rPr lang="en-US" dirty="0" err="1" smtClean="0"/>
              <a:t>Klicken</a:t>
            </a:r>
            <a:r>
              <a:rPr lang="en-US" dirty="0" smtClean="0"/>
              <a:t> </a:t>
            </a:r>
            <a:r>
              <a:rPr lang="en-US" dirty="0" err="1" smtClean="0"/>
              <a:t>bearbeiten</a:t>
            </a:r>
            <a:endParaRPr lang="en-US" dirty="0" smtClean="0"/>
          </a:p>
          <a:p>
            <a:pPr lvl="1"/>
            <a:r>
              <a:rPr lang="en-US" dirty="0" err="1" smtClean="0"/>
              <a:t>Zweite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  <a:p>
            <a:pPr lvl="2"/>
            <a:r>
              <a:rPr lang="en-US" dirty="0" err="1" smtClean="0"/>
              <a:t>Dritte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  <a:p>
            <a:pPr lvl="3"/>
            <a:r>
              <a:rPr lang="en-US" dirty="0" err="1" smtClean="0"/>
              <a:t>Vierte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 smtClean="0"/>
          </a:p>
          <a:p>
            <a:pPr lvl="4"/>
            <a:r>
              <a:rPr lang="en-US" dirty="0" err="1" smtClean="0"/>
              <a:t>Fünfte</a:t>
            </a:r>
            <a:r>
              <a:rPr lang="en-US" dirty="0" smtClean="0"/>
              <a:t> </a:t>
            </a:r>
            <a:r>
              <a:rPr lang="en-US" dirty="0" err="1" smtClean="0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5255180" y="9412732"/>
            <a:ext cx="692953" cy="500142"/>
          </a:xfrm>
          <a:prstGeom prst="rect">
            <a:avLst/>
          </a:prstGeom>
        </p:spPr>
        <p:txBody>
          <a:bodyPr/>
          <a:lstStyle/>
          <a:p>
            <a:fld id="{B37E420F-8DC5-4183-89F9-42805A72DA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7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88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is getting knowledge structure from others, but writing is forming your own knowledge structure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0940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some tools to make your writing more of structure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Donald E. Knuth create a famous typesetting software TEX just because he had no good tools to write his paper.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Wang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XiaoBo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create a Chinese input and layout software for his novel writing and publish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72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If perfect pdf</a:t>
            </a:r>
            <a:r>
              <a:rPr lang="en-US" altLang="zh-CN" baseline="0" dirty="0" smtClean="0"/>
              <a:t> format is needed, Latex is the preference, otherwise Markdown is good option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6358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Markdown</a:t>
            </a:r>
            <a:r>
              <a:rPr lang="en-US" altLang="zh-CN" baseline="0" dirty="0" smtClean="0"/>
              <a:t> practice in </a:t>
            </a:r>
            <a:r>
              <a:rPr lang="en-US" altLang="zh-CN" dirty="0" smtClean="0"/>
              <a:t>Vs code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5094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latex</a:t>
            </a:r>
            <a:r>
              <a:rPr lang="en-US" altLang="zh-CN" baseline="0" dirty="0" smtClean="0"/>
              <a:t> practice in </a:t>
            </a:r>
            <a:r>
              <a:rPr lang="en-US" altLang="zh-CN" baseline="0" dirty="0" err="1" smtClean="0"/>
              <a:t>Tex</a:t>
            </a:r>
            <a:r>
              <a:rPr lang="en-US" altLang="zh-CN" baseline="0" dirty="0" smtClean="0"/>
              <a:t> Studio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8331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latex</a:t>
            </a:r>
            <a:r>
              <a:rPr lang="en-US" altLang="zh-CN" baseline="0" dirty="0" smtClean="0"/>
              <a:t> practice in vs code</a:t>
            </a:r>
          </a:p>
        </p:txBody>
      </p:sp>
    </p:spTree>
    <p:extLst>
      <p:ext uri="{BB962C8B-B14F-4D97-AF65-F5344CB8AC3E}">
        <p14:creationId xmlns:p14="http://schemas.microsoft.com/office/powerpoint/2010/main" val="4163496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Draw image</a:t>
            </a:r>
            <a:r>
              <a:rPr lang="en-US" altLang="zh-CN" baseline="0" dirty="0" smtClean="0"/>
              <a:t> in PowerPoint</a:t>
            </a:r>
          </a:p>
        </p:txBody>
      </p:sp>
    </p:spTree>
    <p:extLst>
      <p:ext uri="{BB962C8B-B14F-4D97-AF65-F5344CB8AC3E}">
        <p14:creationId xmlns:p14="http://schemas.microsoft.com/office/powerpoint/2010/main" val="3090038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Draw image</a:t>
            </a:r>
            <a:r>
              <a:rPr lang="en-US" altLang="zh-CN" baseline="0" dirty="0" smtClean="0"/>
              <a:t> in </a:t>
            </a:r>
            <a:r>
              <a:rPr lang="en-US" altLang="zh-CN" baseline="0" dirty="0" err="1" smtClean="0"/>
              <a:t>Xmind</a:t>
            </a:r>
            <a:endParaRPr lang="en-US" altLang="zh-CN" baseline="0" dirty="0" smtClean="0"/>
          </a:p>
        </p:txBody>
      </p:sp>
    </p:spTree>
    <p:extLst>
      <p:ext uri="{BB962C8B-B14F-4D97-AF65-F5344CB8AC3E}">
        <p14:creationId xmlns:p14="http://schemas.microsoft.com/office/powerpoint/2010/main" val="615524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Draw image</a:t>
            </a:r>
            <a:r>
              <a:rPr lang="en-US" altLang="zh-CN" baseline="0" dirty="0" smtClean="0"/>
              <a:t> in </a:t>
            </a:r>
            <a:r>
              <a:rPr lang="en-US" altLang="zh-CN" baseline="0" dirty="0" err="1" smtClean="0"/>
              <a:t>DrawIO</a:t>
            </a:r>
            <a:endParaRPr lang="en-US" altLang="zh-CN" baseline="0" dirty="0" smtClean="0"/>
          </a:p>
        </p:txBody>
      </p:sp>
    </p:spTree>
    <p:extLst>
      <p:ext uri="{BB962C8B-B14F-4D97-AF65-F5344CB8AC3E}">
        <p14:creationId xmlns:p14="http://schemas.microsoft.com/office/powerpoint/2010/main" val="1666407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Write image</a:t>
            </a:r>
            <a:r>
              <a:rPr lang="en-US" altLang="zh-CN" baseline="0" dirty="0" smtClean="0"/>
              <a:t> in </a:t>
            </a:r>
            <a:r>
              <a:rPr lang="en-US" altLang="zh-CN" baseline="0" dirty="0" err="1" smtClean="0"/>
              <a:t>Graphiz</a:t>
            </a:r>
            <a:endParaRPr lang="en-US" altLang="zh-CN" baseline="0" dirty="0" smtClean="0"/>
          </a:p>
        </p:txBody>
      </p:sp>
    </p:spTree>
    <p:extLst>
      <p:ext uri="{BB962C8B-B14F-4D97-AF65-F5344CB8AC3E}">
        <p14:creationId xmlns:p14="http://schemas.microsoft.com/office/powerpoint/2010/main" val="3552585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Write image</a:t>
            </a:r>
            <a:r>
              <a:rPr lang="en-US" altLang="zh-CN" baseline="0" dirty="0" smtClean="0"/>
              <a:t> in </a:t>
            </a:r>
            <a:r>
              <a:rPr lang="en-US" altLang="zh-CN" baseline="0" dirty="0" err="1" smtClean="0"/>
              <a:t>Plantuml</a:t>
            </a:r>
            <a:endParaRPr lang="en-US" altLang="zh-CN" baseline="0" dirty="0" smtClean="0"/>
          </a:p>
        </p:txBody>
      </p:sp>
    </p:spTree>
    <p:extLst>
      <p:ext uri="{BB962C8B-B14F-4D97-AF65-F5344CB8AC3E}">
        <p14:creationId xmlns:p14="http://schemas.microsoft.com/office/powerpoint/2010/main" val="691871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Write</a:t>
            </a:r>
            <a:r>
              <a:rPr lang="en-US" altLang="zh-CN" baseline="0" dirty="0" smtClean="0"/>
              <a:t> formula in </a:t>
            </a:r>
            <a:r>
              <a:rPr lang="en-US" altLang="zh-CN" baseline="0" dirty="0" err="1" smtClean="0"/>
              <a:t>kalex</a:t>
            </a:r>
            <a:endParaRPr lang="en-US" altLang="zh-CN" baseline="0" dirty="0" smtClean="0"/>
          </a:p>
        </p:txBody>
      </p:sp>
    </p:spTree>
    <p:extLst>
      <p:ext uri="{BB962C8B-B14F-4D97-AF65-F5344CB8AC3E}">
        <p14:creationId xmlns:p14="http://schemas.microsoft.com/office/powerpoint/2010/main" val="1810736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40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CSS3 / HTML5 – Media / Animation / Font Icon</a:t>
            </a:r>
          </a:p>
          <a:p>
            <a:r>
              <a:rPr lang="en-US" altLang="zh-CN" baseline="0" dirty="0" smtClean="0"/>
              <a:t>	ES6 – module / class / closure – function as data</a:t>
            </a:r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Web front end </a:t>
            </a:r>
            <a:r>
              <a:rPr lang="en-US" altLang="zh-CN" baseline="0" smtClean="0"/>
              <a:t>in detail later</a:t>
            </a:r>
          </a:p>
          <a:p>
            <a:r>
              <a:rPr lang="en-US" altLang="zh-CN" baseline="0" dirty="0" smtClean="0"/>
              <a:t>Web back end in concrete in this slice</a:t>
            </a:r>
          </a:p>
          <a:p>
            <a:endParaRPr lang="en-US" altLang="zh-CN" baseline="0" dirty="0" smtClean="0"/>
          </a:p>
          <a:p>
            <a:r>
              <a:rPr lang="en-US" altLang="zh-CN" dirty="0" smtClean="0"/>
              <a:t>Network</a:t>
            </a:r>
            <a:r>
              <a:rPr lang="en-US" altLang="zh-CN" baseline="0" dirty="0" smtClean="0"/>
              <a:t> stack -  Driver  </a:t>
            </a:r>
            <a:r>
              <a:rPr lang="en-US" altLang="zh-CN" baseline="0" dirty="0" err="1" smtClean="0"/>
              <a:t>tcp</a:t>
            </a:r>
            <a:r>
              <a:rPr lang="en-US" altLang="zh-CN" baseline="0" dirty="0" smtClean="0"/>
              <a:t>/</a:t>
            </a:r>
            <a:r>
              <a:rPr lang="en-US" altLang="zh-CN" baseline="0" dirty="0" err="1" smtClean="0"/>
              <a:t>ip</a:t>
            </a:r>
            <a:r>
              <a:rPr lang="en-US" altLang="zh-CN" baseline="0" dirty="0" smtClean="0"/>
              <a:t>   http/(https)</a:t>
            </a:r>
          </a:p>
          <a:p>
            <a:r>
              <a:rPr lang="en-US" altLang="zh-CN" baseline="0" dirty="0" smtClean="0"/>
              <a:t>	web server  -  one session as for CPU load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7220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2411760" y="0"/>
            <a:ext cx="6732240" cy="2636838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241176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lIns="0" tIns="0" rIns="72000" bIns="0" anchor="ctr"/>
          <a:lstStyle/>
          <a:p>
            <a:pPr algn="ctr"/>
            <a:endParaRPr lang="en-US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2699792" y="2852936"/>
            <a:ext cx="6200120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add title…</a:t>
            </a:r>
            <a:endParaRPr lang="en-US" dirty="0"/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395289" y="1988840"/>
            <a:ext cx="1966312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place,</a:t>
            </a:r>
            <a:br>
              <a:rPr lang="en-US" dirty="0" smtClean="0"/>
            </a:br>
            <a:r>
              <a:rPr lang="en-US" dirty="0" smtClean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9792" y="3400223"/>
            <a:ext cx="6200121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 smtClean="0"/>
              <a:t>Click to add subtitle (optional)…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321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08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434856" y="0"/>
            <a:ext cx="6709144" cy="2635199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 smtClean="0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241176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lIns="0" tIns="0" rIns="72000" bIns="0" anchor="ctr"/>
          <a:lstStyle/>
          <a:p>
            <a:pPr algn="ctr"/>
            <a:endParaRPr lang="en-US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2699792" y="2852936"/>
            <a:ext cx="6192688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add title…</a:t>
            </a:r>
            <a:endParaRPr lang="en-US" dirty="0"/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395289" y="1988840"/>
            <a:ext cx="1966312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place,</a:t>
            </a:r>
            <a:br>
              <a:rPr lang="en-US" dirty="0" smtClean="0"/>
            </a:br>
            <a:r>
              <a:rPr lang="en-US" dirty="0" smtClean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9792" y="3400222"/>
            <a:ext cx="619268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 smtClean="0"/>
              <a:t>Click to add subtitle (optional)…</a:t>
            </a:r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2411760" y="0"/>
            <a:ext cx="164184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4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4108560" y="0"/>
            <a:ext cx="164184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15" hasCustomPrompt="1"/>
          </p:nvPr>
        </p:nvSpPr>
        <p:spPr>
          <a:xfrm>
            <a:off x="5805360" y="0"/>
            <a:ext cx="164184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16" hasCustomPrompt="1"/>
          </p:nvPr>
        </p:nvSpPr>
        <p:spPr>
          <a:xfrm>
            <a:off x="7502160" y="0"/>
            <a:ext cx="164184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321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21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411760" y="0"/>
            <a:ext cx="4277040" cy="26369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 smtClean="0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241176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lIns="0" tIns="0" rIns="72000" bIns="0" anchor="ctr"/>
          <a:lstStyle/>
          <a:p>
            <a:pPr algn="ctr"/>
            <a:endParaRPr lang="en-US">
              <a:solidFill>
                <a:srgbClr val="6BD2FF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2433600" y="2642400"/>
            <a:ext cx="6710400" cy="4215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 smtClean="0">
              <a:solidFill>
                <a:schemeClr val="bg1"/>
              </a:solidFill>
            </a:endParaRPr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6588224" y="0"/>
            <a:ext cx="2555775" cy="2636912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2699792" y="2836800"/>
            <a:ext cx="6192688" cy="613822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add title…</a:t>
            </a:r>
            <a:endParaRPr lang="en-US" dirty="0"/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395289" y="1988840"/>
            <a:ext cx="1966312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place,</a:t>
            </a:r>
            <a:br>
              <a:rPr lang="en-US" dirty="0" smtClean="0"/>
            </a:br>
            <a:r>
              <a:rPr lang="en-US" dirty="0" smtClean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9792" y="3400223"/>
            <a:ext cx="619268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 smtClean="0"/>
              <a:t>Click to add subtitle (optional)…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321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46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0" y="0"/>
            <a:ext cx="4572000" cy="623731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  <a:gs pos="70000">
                <a:schemeClr val="bg2"/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lIns="0" tIns="0" rIns="72000" bIns="0" anchor="ctr"/>
          <a:lstStyle/>
          <a:p>
            <a:pPr algn="ctr"/>
            <a:endParaRPr lang="de-DE">
              <a:solidFill>
                <a:srgbClr val="6BD2FF"/>
              </a:solidFill>
            </a:endParaRPr>
          </a:p>
        </p:txBody>
      </p:sp>
      <p:sp>
        <p:nvSpPr>
          <p:cNvPr id="3" name="Body1"/>
          <p:cNvSpPr>
            <a:spLocks noGrp="1"/>
          </p:cNvSpPr>
          <p:nvPr>
            <p:ph type="body" idx="1" hasCustomPrompt="1"/>
          </p:nvPr>
        </p:nvSpPr>
        <p:spPr>
          <a:xfrm>
            <a:off x="4716016" y="3212976"/>
            <a:ext cx="4032697" cy="3168773"/>
          </a:xfrm>
        </p:spPr>
        <p:txBody>
          <a:bodyPr anchor="t"/>
          <a:lstStyle>
            <a:lvl1pPr marL="216000" indent="-21600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chapter topic…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395287" y="1484313"/>
            <a:ext cx="4032251" cy="1584637"/>
          </a:xfrm>
        </p:spPr>
        <p:txBody>
          <a:bodyPr/>
          <a:lstStyle>
            <a:lvl1pPr algn="r">
              <a:defRPr baseline="0"/>
            </a:lvl1pPr>
          </a:lstStyle>
          <a:p>
            <a:r>
              <a:rPr lang="en-US" noProof="0" dirty="0" smtClean="0"/>
              <a:t>Click to add chapter name…</a:t>
            </a:r>
            <a:endParaRPr lang="en-US" noProof="0" dirty="0"/>
          </a:p>
        </p:txBody>
      </p:sp>
      <p:cxnSp>
        <p:nvCxnSpPr>
          <p:cNvPr id="10" name="Gerade Verbindung 9"/>
          <p:cNvCxnSpPr/>
          <p:nvPr userDrawn="1"/>
        </p:nvCxnSpPr>
        <p:spPr bwMode="gray">
          <a:xfrm>
            <a:off x="4716000" y="2898000"/>
            <a:ext cx="4032693" cy="8175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ildplatzhalter 7"/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2924175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</a:t>
            </a:r>
            <a:r>
              <a:rPr lang="en-US" dirty="0" err="1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add</a:t>
            </a:r>
            <a:r>
              <a:rPr lang="en-US" dirty="0" smtClean="0"/>
              <a:t> </a:t>
            </a:r>
            <a:r>
              <a:rPr lang="en-US" dirty="0" err="1" smtClean="0"/>
              <a:t>picture</a:t>
            </a:r>
            <a:r>
              <a:rPr lang="en-US" dirty="0" smtClean="0"/>
              <a:t>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395288" y="1016000"/>
            <a:ext cx="8353425" cy="536575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41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395536" y="188640"/>
            <a:ext cx="6912464" cy="5733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6000"/>
            <a:ext cx="8353176" cy="324768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395288" y="1485900"/>
            <a:ext cx="8353426" cy="489585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8748000" y="327719"/>
            <a:ext cx="396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1"/>
          </p:nvPr>
        </p:nvSpPr>
        <p:spPr>
          <a:xfrm>
            <a:off x="395536" y="6645600"/>
            <a:ext cx="8352927" cy="151200"/>
          </a:xfrm>
        </p:spPr>
        <p:txBody>
          <a:bodyPr/>
          <a:lstStyle/>
          <a:p>
            <a:r>
              <a:rPr lang="en-US" dirty="0" smtClean="0"/>
              <a:t>For internal use - Confidential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ull Page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536" y="1015999"/>
            <a:ext cx="8352928" cy="324769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 hasCustomPrompt="1"/>
          </p:nvPr>
        </p:nvSpPr>
        <p:spPr>
          <a:xfrm>
            <a:off x="395288" y="1485900"/>
            <a:ext cx="8353425" cy="4463380"/>
          </a:xfrm>
          <a:noFill/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icon to insert chart or table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 hasCustomPrompt="1"/>
          </p:nvPr>
        </p:nvSpPr>
        <p:spPr>
          <a:xfrm>
            <a:off x="395288" y="6093296"/>
            <a:ext cx="8353425" cy="288032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Add chart/table description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2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57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ag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6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176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08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orizontal Large 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395536" y="188641"/>
            <a:ext cx="6914902" cy="57398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7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395288" y="1484783"/>
            <a:ext cx="8353425" cy="230425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3" hasCustomPrompt="1"/>
          </p:nvPr>
        </p:nvSpPr>
        <p:spPr>
          <a:xfrm>
            <a:off x="395288" y="3932238"/>
            <a:ext cx="8353425" cy="2449512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Select icon below to add table or image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4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7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7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288" y="1485900"/>
            <a:ext cx="4032696" cy="489585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716016" y="1485900"/>
            <a:ext cx="4032697" cy="489585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And Right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6000"/>
            <a:ext cx="8353176" cy="324768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536" y="1485900"/>
            <a:ext cx="4032448" cy="489585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4" hasCustomPrompt="1"/>
          </p:nvPr>
        </p:nvSpPr>
        <p:spPr>
          <a:xfrm>
            <a:off x="4716015" y="1485900"/>
            <a:ext cx="4032698" cy="489585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5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1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426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288" y="1485900"/>
            <a:ext cx="5472856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1" hasCustomPrompt="1"/>
          </p:nvPr>
        </p:nvSpPr>
        <p:spPr>
          <a:xfrm>
            <a:off x="6156176" y="1485900"/>
            <a:ext cx="2592538" cy="230314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224" name="Picture Placeholder 223"/>
          <p:cNvSpPr>
            <a:spLocks noGrp="1"/>
          </p:cNvSpPr>
          <p:nvPr>
            <p:ph type="pic" sz="quarter" idx="102" hasCustomPrompt="1"/>
          </p:nvPr>
        </p:nvSpPr>
        <p:spPr>
          <a:xfrm>
            <a:off x="6156176" y="4077072"/>
            <a:ext cx="2592537" cy="2304678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3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89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288" y="1485900"/>
            <a:ext cx="4025050" cy="2303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716015" y="1485900"/>
            <a:ext cx="403269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395288" y="4077072"/>
            <a:ext cx="4032695" cy="2304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21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288" y="1485900"/>
            <a:ext cx="2592536" cy="4895850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72000" b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3275856" y="1485900"/>
            <a:ext cx="2592144" cy="4893469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72000" b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6156176" y="1485900"/>
            <a:ext cx="2592538" cy="4895850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72000" b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5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82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hree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426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288" y="3140968"/>
            <a:ext cx="2587201" cy="324085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3275855" y="3140968"/>
            <a:ext cx="2592289" cy="324085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6156176" y="3140968"/>
            <a:ext cx="2592537" cy="324085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395288" y="1485900"/>
            <a:ext cx="2592536" cy="1439044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3275856" y="1485900"/>
            <a:ext cx="2595206" cy="1439044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6155652" y="1485900"/>
            <a:ext cx="2593061" cy="1428694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9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6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288" y="1484784"/>
            <a:ext cx="1872456" cy="4896544"/>
          </a:xfrm>
          <a:solidFill>
            <a:schemeClr val="accent4">
              <a:lumMod val="20000"/>
              <a:lumOff val="80000"/>
            </a:schemeClr>
          </a:solidFill>
        </p:spPr>
        <p:txBody>
          <a:bodyPr lIns="36000" r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2555776" y="1484784"/>
            <a:ext cx="1872208" cy="4896544"/>
          </a:xfrm>
          <a:solidFill>
            <a:schemeClr val="accent4">
              <a:lumMod val="20000"/>
              <a:lumOff val="80000"/>
            </a:schemeClr>
          </a:solidFill>
        </p:spPr>
        <p:txBody>
          <a:bodyPr lIns="36000" r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4716016" y="1485900"/>
            <a:ext cx="1872208" cy="489542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36000" r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/>
          </p:nvPr>
        </p:nvSpPr>
        <p:spPr>
          <a:xfrm>
            <a:off x="6876255" y="1485900"/>
            <a:ext cx="1872458" cy="4895850"/>
          </a:xfrm>
          <a:solidFill>
            <a:schemeClr val="accent4">
              <a:lumMod val="20000"/>
              <a:lumOff val="80000"/>
            </a:schemeClr>
          </a:solidFill>
        </p:spPr>
        <p:txBody>
          <a:bodyPr lIns="36000" rIns="36000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5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1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our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8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395536" y="3140968"/>
            <a:ext cx="1872208" cy="3240782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2555776" y="3140968"/>
            <a:ext cx="1872208" cy="324036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4716016" y="3147550"/>
            <a:ext cx="1863614" cy="323420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/>
          </p:nvPr>
        </p:nvSpPr>
        <p:spPr>
          <a:xfrm>
            <a:off x="6876256" y="3140968"/>
            <a:ext cx="1872457" cy="3240360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395288" y="1484784"/>
            <a:ext cx="1872456" cy="1440160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2555776" y="1484784"/>
            <a:ext cx="1862724" cy="1437010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4716016" y="1485900"/>
            <a:ext cx="1872208" cy="1439044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09" hasCustomPrompt="1"/>
          </p:nvPr>
        </p:nvSpPr>
        <p:spPr>
          <a:xfrm>
            <a:off x="6876255" y="1485900"/>
            <a:ext cx="1872458" cy="1439044"/>
          </a:xfrm>
          <a:noFill/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Click icon to add image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0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96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10" name="Subline"/>
          <p:cNvSpPr>
            <a:spLocks noGrp="1"/>
          </p:cNvSpPr>
          <p:nvPr>
            <p:ph type="title" idx="99" hasCustomPrompt="1"/>
          </p:nvPr>
        </p:nvSpPr>
        <p:spPr>
          <a:xfrm>
            <a:off x="395287" y="1015999"/>
            <a:ext cx="8353425" cy="32476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smtClean="0"/>
              <a:t>Click to add slide summary/conclusion</a:t>
            </a:r>
          </a:p>
        </p:txBody>
      </p:sp>
      <p:sp>
        <p:nvSpPr>
          <p:cNvPr id="8" name="Body1"/>
          <p:cNvSpPr>
            <a:spLocks noGrp="1"/>
          </p:cNvSpPr>
          <p:nvPr>
            <p:ph sz="quarter" idx="2" hasCustomPrompt="1"/>
          </p:nvPr>
        </p:nvSpPr>
        <p:spPr>
          <a:xfrm>
            <a:off x="395536" y="2060576"/>
            <a:ext cx="4032448" cy="1728464"/>
          </a:xfrm>
          <a:solidFill>
            <a:schemeClr val="accent3">
              <a:lumMod val="20000"/>
              <a:lumOff val="80000"/>
            </a:schemeClr>
          </a:solidFill>
        </p:spPr>
        <p:txBody>
          <a:bodyPr lIns="72000" tIns="36000" rIns="72000" bIns="36000"/>
          <a:lstStyle>
            <a:lvl1pPr>
              <a:defRPr sz="1600"/>
            </a:lvl1pPr>
            <a:lvl2pPr>
              <a:defRPr sz="1600" baseline="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add text…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  <a:endParaRPr lang="en-US" dirty="0"/>
          </a:p>
        </p:txBody>
      </p:sp>
      <p:sp>
        <p:nvSpPr>
          <p:cNvPr id="14" name="Body2"/>
          <p:cNvSpPr>
            <a:spLocks noGrp="1"/>
          </p:cNvSpPr>
          <p:nvPr>
            <p:ph sz="quarter" idx="4" hasCustomPrompt="1"/>
          </p:nvPr>
        </p:nvSpPr>
        <p:spPr>
          <a:xfrm>
            <a:off x="4716017" y="2060848"/>
            <a:ext cx="4032696" cy="1728192"/>
          </a:xfrm>
          <a:solidFill>
            <a:schemeClr val="accent3">
              <a:lumMod val="20000"/>
              <a:lumOff val="80000"/>
            </a:schemeClr>
          </a:solidFill>
        </p:spPr>
        <p:txBody>
          <a:bodyPr lIns="72000" tIns="36000" rIns="72000" bIns="36000"/>
          <a:lstStyle>
            <a:lvl1pPr>
              <a:defRPr sz="1600" baseline="0"/>
            </a:lvl1pPr>
            <a:lvl2pPr>
              <a:defRPr sz="1600" baseline="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  <a:endParaRPr lang="en-US" dirty="0"/>
          </a:p>
        </p:txBody>
      </p:sp>
      <p:sp>
        <p:nvSpPr>
          <p:cNvPr id="17" name="Body3"/>
          <p:cNvSpPr>
            <a:spLocks noGrp="1"/>
          </p:cNvSpPr>
          <p:nvPr>
            <p:ph sz="quarter" idx="6" hasCustomPrompt="1"/>
          </p:nvPr>
        </p:nvSpPr>
        <p:spPr>
          <a:xfrm>
            <a:off x="395288" y="4653136"/>
            <a:ext cx="4032696" cy="1728614"/>
          </a:xfrm>
          <a:solidFill>
            <a:schemeClr val="accent3">
              <a:lumMod val="20000"/>
              <a:lumOff val="80000"/>
            </a:schemeClr>
          </a:solidFill>
        </p:spPr>
        <p:txBody>
          <a:bodyPr lIns="72000" tIns="36000" rIns="72000" bIns="36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add text…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  <a:endParaRPr lang="en-US" dirty="0"/>
          </a:p>
        </p:txBody>
      </p:sp>
      <p:sp>
        <p:nvSpPr>
          <p:cNvPr id="18" name="Body4"/>
          <p:cNvSpPr>
            <a:spLocks noGrp="1"/>
          </p:cNvSpPr>
          <p:nvPr>
            <p:ph sz="quarter" idx="8" hasCustomPrompt="1"/>
          </p:nvPr>
        </p:nvSpPr>
        <p:spPr>
          <a:xfrm>
            <a:off x="4716016" y="4653136"/>
            <a:ext cx="4032697" cy="1728614"/>
          </a:xfrm>
          <a:solidFill>
            <a:schemeClr val="accent3">
              <a:lumMod val="20000"/>
              <a:lumOff val="80000"/>
            </a:schemeClr>
          </a:solidFill>
        </p:spPr>
        <p:txBody>
          <a:bodyPr lIns="72000" tIns="36000" rIns="72000" bIns="36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add text…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  <a:endParaRPr lang="en-US" dirty="0"/>
          </a:p>
        </p:txBody>
      </p:sp>
      <p:sp>
        <p:nvSpPr>
          <p:cNvPr id="5" name="TitelBalken2"/>
          <p:cNvSpPr>
            <a:spLocks noGrp="1"/>
          </p:cNvSpPr>
          <p:nvPr>
            <p:ph type="body" sz="quarter" idx="3"/>
          </p:nvPr>
        </p:nvSpPr>
        <p:spPr>
          <a:xfrm>
            <a:off x="4716015" y="1485900"/>
            <a:ext cx="4032697" cy="572294"/>
          </a:xfrm>
          <a:solidFill>
            <a:schemeClr val="bg2"/>
          </a:solidFill>
        </p:spPr>
        <p:txBody>
          <a:bodyPr lIns="72000" tIns="36000" rIns="72000" bIns="36000" anchor="t"/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5" name="TitelBalken3"/>
          <p:cNvSpPr>
            <a:spLocks noGrp="1"/>
          </p:cNvSpPr>
          <p:nvPr>
            <p:ph type="body" idx="5"/>
          </p:nvPr>
        </p:nvSpPr>
        <p:spPr>
          <a:xfrm>
            <a:off x="395288" y="4077072"/>
            <a:ext cx="4032696" cy="576064"/>
          </a:xfrm>
          <a:solidFill>
            <a:schemeClr val="tx1"/>
          </a:solidFill>
        </p:spPr>
        <p:txBody>
          <a:bodyPr lIns="72000" tIns="36000" rIns="72000" bIns="36000" anchor="t"/>
          <a:lstStyle>
            <a:lvl1pPr marL="0" indent="0">
              <a:buNone/>
              <a:defRPr sz="1600" b="0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6" name="TitelBalken4"/>
          <p:cNvSpPr>
            <a:spLocks noGrp="1"/>
          </p:cNvSpPr>
          <p:nvPr>
            <p:ph type="body" sz="quarter" idx="7"/>
          </p:nvPr>
        </p:nvSpPr>
        <p:spPr>
          <a:xfrm>
            <a:off x="4716016" y="4077072"/>
            <a:ext cx="4032698" cy="576064"/>
          </a:xfrm>
          <a:solidFill>
            <a:schemeClr val="accent6"/>
          </a:solidFill>
        </p:spPr>
        <p:txBody>
          <a:bodyPr lIns="72000" tIns="36000" rIns="72000" bIns="36000" anchor="t"/>
          <a:lstStyle>
            <a:lvl1pPr marL="0" indent="0">
              <a:buNone/>
              <a:defRPr sz="1600" b="0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3" name="TitelBalken1"/>
          <p:cNvSpPr>
            <a:spLocks noGrp="1"/>
          </p:cNvSpPr>
          <p:nvPr>
            <p:ph type="body" idx="1"/>
          </p:nvPr>
        </p:nvSpPr>
        <p:spPr>
          <a:xfrm>
            <a:off x="395288" y="1484784"/>
            <a:ext cx="4032696" cy="573410"/>
          </a:xfrm>
          <a:solidFill>
            <a:schemeClr val="accent1"/>
          </a:solidFill>
        </p:spPr>
        <p:txBody>
          <a:bodyPr lIns="72000" tIns="36000" rIns="72000" bIns="36000" anchor="t"/>
          <a:lstStyle>
            <a:lvl1pPr marL="0" indent="0">
              <a:buNone/>
              <a:defRPr sz="1600" b="0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02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3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395288" y="404581"/>
            <a:ext cx="8353425" cy="597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noProof="0" dirty="0" smtClean="0">
                <a:solidFill>
                  <a:schemeClr val="accent4"/>
                </a:solidFill>
              </a:rPr>
              <a:t>End master</a:t>
            </a:r>
            <a:endParaRPr lang="en-US" sz="7200" noProof="0" dirty="0" smtClean="0">
              <a:solidFill>
                <a:schemeClr val="tx1"/>
              </a:solidFill>
            </a:endParaRPr>
          </a:p>
          <a:p>
            <a:pPr algn="ctr"/>
            <a:r>
              <a:rPr lang="en-US" sz="7200" noProof="0" dirty="0" smtClean="0">
                <a:solidFill>
                  <a:schemeClr val="tx1"/>
                </a:solidFill>
              </a:rPr>
              <a:t>Delete all layouts</a:t>
            </a:r>
            <a:r>
              <a:rPr lang="en-US" sz="7200" baseline="0" noProof="0" dirty="0" smtClean="0">
                <a:solidFill>
                  <a:schemeClr val="tx1"/>
                </a:solidFill>
              </a:rPr>
              <a:t> after this layout!</a:t>
            </a:r>
            <a:endParaRPr lang="en-US" sz="7200" noProof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980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2"/>
          <p:cNvSpPr>
            <a:spLocks noChangeArrowheads="1"/>
          </p:cNvSpPr>
          <p:nvPr/>
        </p:nvSpPr>
        <p:spPr bwMode="gray">
          <a:xfrm>
            <a:off x="0" y="0"/>
            <a:ext cx="9144000" cy="76491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465880" y="486214"/>
            <a:ext cx="1211262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536" y="188641"/>
            <a:ext cx="6912768" cy="57398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/>
          <a:p>
            <a:r>
              <a:rPr lang="en-US" dirty="0" smtClean="0"/>
              <a:t>Click to add topic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485900"/>
            <a:ext cx="8353424" cy="4895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Level 2</a:t>
            </a:r>
          </a:p>
          <a:p>
            <a:pPr lvl="2"/>
            <a:r>
              <a:rPr lang="en-US" dirty="0" smtClean="0"/>
              <a:t>Level 3</a:t>
            </a:r>
          </a:p>
          <a:p>
            <a:pPr lvl="3"/>
            <a:r>
              <a:rPr lang="en-US" dirty="0" smtClean="0"/>
              <a:t>Level 4</a:t>
            </a:r>
          </a:p>
          <a:p>
            <a:pPr lvl="4"/>
            <a:r>
              <a:rPr lang="en-US" dirty="0" smtClean="0"/>
              <a:t>Level 5</a:t>
            </a:r>
          </a:p>
          <a:p>
            <a:pPr lvl="5"/>
            <a:r>
              <a:rPr lang="en-US" dirty="0" smtClean="0"/>
              <a:t>Level 6</a:t>
            </a:r>
          </a:p>
          <a:p>
            <a:pPr lvl="6"/>
            <a:r>
              <a:rPr lang="en-US" dirty="0" smtClean="0"/>
              <a:t>Level 7</a:t>
            </a:r>
          </a:p>
          <a:p>
            <a:pPr lvl="7"/>
            <a:r>
              <a:rPr lang="en-US" dirty="0" smtClean="0"/>
              <a:t>Level 8</a:t>
            </a:r>
          </a:p>
          <a:p>
            <a:pPr lvl="8"/>
            <a:r>
              <a:rPr lang="en-US" dirty="0" smtClean="0"/>
              <a:t>Level 9</a:t>
            </a:r>
            <a:endParaRPr lang="en-US" dirty="0"/>
          </a:p>
        </p:txBody>
      </p:sp>
      <p:cxnSp>
        <p:nvCxnSpPr>
          <p:cNvPr id="8" name="Gerade Verbindung 7"/>
          <p:cNvCxnSpPr/>
          <p:nvPr/>
        </p:nvCxnSpPr>
        <p:spPr bwMode="gray">
          <a:xfrm flipV="1">
            <a:off x="8748580" y="466862"/>
            <a:ext cx="0" cy="2889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8748000" y="327719"/>
            <a:ext cx="396000" cy="432000"/>
          </a:xfrm>
          <a:prstGeom prst="rect">
            <a:avLst/>
          </a:prstGeom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95287" y="6645600"/>
            <a:ext cx="835342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For internal use - Confidential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1" r:id="rId2"/>
    <p:sldLayoutId id="2147483682" r:id="rId3"/>
    <p:sldLayoutId id="2147483663" r:id="rId4"/>
    <p:sldLayoutId id="2147483679" r:id="rId5"/>
    <p:sldLayoutId id="2147483662" r:id="rId6"/>
    <p:sldLayoutId id="2147483684" r:id="rId7"/>
    <p:sldLayoutId id="2147483666" r:id="rId8"/>
    <p:sldLayoutId id="2147483680" r:id="rId9"/>
    <p:sldLayoutId id="2147483673" r:id="rId10"/>
    <p:sldLayoutId id="2147483664" r:id="rId11"/>
    <p:sldLayoutId id="2147483675" r:id="rId12"/>
    <p:sldLayoutId id="2147483677" r:id="rId13"/>
    <p:sldLayoutId id="2147483678" r:id="rId14"/>
    <p:sldLayoutId id="2147483669" r:id="rId15"/>
    <p:sldLayoutId id="2147483683" r:id="rId16"/>
    <p:sldLayoutId id="2147483672" r:id="rId17"/>
    <p:sldLayoutId id="2147483674" r:id="rId18"/>
    <p:sldLayoutId id="2147483665" r:id="rId19"/>
    <p:sldLayoutId id="2147483676" r:id="rId2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9388" indent="-179388" algn="l" defTabSz="914400" rtl="0" eaLnBrk="1" latinLnBrk="0" hangingPunct="1">
        <a:spcBef>
          <a:spcPts val="40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4150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3" indent="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73150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614488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Tools For Writing Tech Doc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POLC</a:t>
            </a:r>
          </a:p>
          <a:p>
            <a:r>
              <a:rPr lang="en-US" dirty="0" smtClean="0"/>
              <a:t>2020-11/Gu Jun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699792" y="3444024"/>
            <a:ext cx="6200121" cy="964882"/>
          </a:xfrm>
        </p:spPr>
        <p:txBody>
          <a:bodyPr/>
          <a:lstStyle/>
          <a:p>
            <a:r>
              <a:rPr lang="en-US" dirty="0" smtClean="0"/>
              <a:t>Introduction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96257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395288" y="1485900"/>
            <a:ext cx="10081400" cy="491500"/>
            <a:chOff x="539175" y="3154768"/>
            <a:chExt cx="10081400" cy="531132"/>
          </a:xfrm>
        </p:grpSpPr>
        <p:sp>
          <p:nvSpPr>
            <p:cNvPr id="4" name="Gleichschenkliges Dreieck 3"/>
            <p:cNvSpPr/>
            <p:nvPr/>
          </p:nvSpPr>
          <p:spPr>
            <a:xfrm rot="16200000">
              <a:off x="9371418" y="3273380"/>
              <a:ext cx="311087" cy="2160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539175" y="3154768"/>
              <a:ext cx="8396287" cy="53113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b="1" dirty="0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9684445" y="3176891"/>
              <a:ext cx="936130" cy="4320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36000" bIns="0" rtlCol="0" anchor="ctr"/>
            <a:lstStyle/>
            <a:p>
              <a:r>
                <a:rPr lang="en-US" sz="800" dirty="0" smtClean="0">
                  <a:solidFill>
                    <a:schemeClr val="tx1"/>
                  </a:solidFill>
                </a:rPr>
                <a:t>To shift Highlight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C</a:t>
              </a:r>
              <a:r>
                <a:rPr lang="en-US" sz="800" dirty="0" smtClean="0">
                  <a:solidFill>
                    <a:schemeClr val="tx1"/>
                  </a:solidFill>
                </a:rPr>
                <a:t>lick the arrow, press shift key and move top or bottom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36239959"/>
              </p:ext>
            </p:extLst>
          </p:nvPr>
        </p:nvGraphicFramePr>
        <p:xfrm>
          <a:off x="357187" y="1477762"/>
          <a:ext cx="8429625" cy="4536000"/>
        </p:xfrm>
        <a:graphic>
          <a:graphicData uri="http://schemas.openxmlformats.org/drawingml/2006/table">
            <a:tbl>
              <a:tblPr firstRow="1" firstCol="1" bandRow="1">
                <a:solidFill>
                  <a:srgbClr val="FFFFFF">
                    <a:alpha val="20000"/>
                  </a:srgbClr>
                </a:solidFill>
              </a:tblPr>
              <a:tblGrid>
                <a:gridCol w="50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noProof="0" dirty="0" smtClean="0"/>
                        <a:t>Something about writing Tech Doc</a:t>
                      </a:r>
                      <a:endParaRPr lang="en-US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noProof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baseline="0" noProof="0" dirty="0" smtClean="0"/>
                        <a:t>Text Tools</a:t>
                      </a:r>
                      <a:endParaRPr lang="en-US" altLang="zh-CN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noProof="0" dirty="0" smtClean="0"/>
                        <a:t>Image</a:t>
                      </a:r>
                      <a:r>
                        <a:rPr lang="en-US" altLang="zh-CN" b="1" baseline="0" noProof="0" dirty="0" smtClean="0"/>
                        <a:t> Tools</a:t>
                      </a:r>
                      <a:endParaRPr lang="en-US" altLang="zh-CN" b="1" noProof="0" dirty="0" smtClean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baseline="0" noProof="0" dirty="0" smtClean="0"/>
                        <a:t>Text2Image Tools</a:t>
                      </a:r>
                      <a:endParaRPr lang="en-US" altLang="zh-CN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noProof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 noProof="0" dirty="0" smtClean="0"/>
                        <a:t>Q &amp; A</a:t>
                      </a:r>
                      <a:endParaRPr lang="en-US" altLang="zh-CN" b="1" noProof="0" dirty="0" smtClean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noProof="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noProof="0" dirty="0" smtClean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noProof="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noProof="0" dirty="0" smtClean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noProof="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noProof="0" dirty="0" smtClean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noProof="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noProof="0" dirty="0" smtClean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12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Something about writing Tech Doc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dirty="0" smtClean="0"/>
              <a:t>I need Tech docs for our work, but I hate writing them.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40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Something about writing Tech Doc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dirty="0" smtClean="0"/>
              <a:t>It is easy to read, but harder to write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28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Something about writing Tech Doc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chemeClr val="tx1"/>
                </a:solidFill>
              </a:rPr>
              <a:t>Boring writing leads to boring reading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10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Markdown or Latex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38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Markdown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53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Latex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68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Latex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53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Image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PowerPoint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86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Image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err="1" smtClean="0">
                <a:solidFill>
                  <a:schemeClr val="tx1"/>
                </a:solidFill>
              </a:rPr>
              <a:t>Xmind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58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Image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err="1" smtClean="0">
                <a:solidFill>
                  <a:schemeClr val="tx1"/>
                </a:solidFill>
              </a:rPr>
              <a:t>DrawIO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99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Text2Image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err="1" smtClean="0">
                <a:solidFill>
                  <a:schemeClr val="tx1"/>
                </a:solidFill>
              </a:rPr>
              <a:t>Graphiz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10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Text2Image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err="1" smtClean="0">
                <a:solidFill>
                  <a:schemeClr val="tx1"/>
                </a:solidFill>
              </a:rPr>
              <a:t>PlantUML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61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Text2Image Tools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b="0" dirty="0" err="1" smtClean="0">
                <a:solidFill>
                  <a:schemeClr val="tx1"/>
                </a:solidFill>
              </a:rPr>
              <a:t>kalex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55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Web Service Functions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830035"/>
            <a:ext cx="8212183" cy="5803060"/>
          </a:xfrm>
        </p:spPr>
      </p:pic>
    </p:spTree>
    <p:extLst>
      <p:ext uri="{BB962C8B-B14F-4D97-AF65-F5344CB8AC3E}">
        <p14:creationId xmlns:p14="http://schemas.microsoft.com/office/powerpoint/2010/main" val="423210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Web Service Technical solution 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1637"/>
            <a:ext cx="9144000" cy="582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8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Low Coupling &amp; Hi </a:t>
            </a:r>
            <a:r>
              <a:rPr lang="en-US" altLang="zh-CN" b="1" dirty="0" smtClean="0"/>
              <a:t>Cohesion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r>
              <a:rPr lang="en-US" altLang="zh-CN" sz="1600" dirty="0" smtClean="0"/>
              <a:t>Custom Event as </a:t>
            </a:r>
            <a:r>
              <a:rPr lang="en-US" altLang="zh-CN" sz="1600" dirty="0"/>
              <a:t>B</a:t>
            </a:r>
            <a:r>
              <a:rPr lang="en-US" altLang="zh-CN" sz="1600" dirty="0" smtClean="0"/>
              <a:t>ata Bus</a:t>
            </a:r>
            <a:br>
              <a:rPr lang="en-US" altLang="zh-CN" sz="1600" dirty="0" smtClean="0"/>
            </a:br>
            <a:endParaRPr lang="zh-CN" altLang="en-US" sz="16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5" y="2292156"/>
            <a:ext cx="9097055" cy="287422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4054" y="144008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Event Type indicate the specific service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564054" y="1809413"/>
            <a:ext cx="27430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Event detail of JSON format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691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End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1"/>
          </p:nvPr>
        </p:nvSpPr>
        <p:spPr/>
        <p:txBody>
          <a:bodyPr/>
          <a:lstStyle/>
          <a:p>
            <a:r>
              <a:rPr lang="en-US" smtClean="0"/>
              <a:t>For internal use - Confidential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39693" y="2305484"/>
            <a:ext cx="39421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Questions</a:t>
            </a:r>
            <a:r>
              <a:rPr lang="zh-CN" altLang="en-US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？</a:t>
            </a:r>
            <a:endParaRPr lang="en-US" altLang="zh-CN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598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final Mar 22">
  <a:themeElements>
    <a:clrScheme name="METTLER TOLEDO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56A410"/>
      </a:accent1>
      <a:accent2>
        <a:srgbClr val="004696"/>
      </a:accent2>
      <a:accent3>
        <a:srgbClr val="3399FF"/>
      </a:accent3>
      <a:accent4>
        <a:srgbClr val="97CBFF"/>
      </a:accent4>
      <a:accent5>
        <a:srgbClr val="BEF38E"/>
      </a:accent5>
      <a:accent6>
        <a:srgbClr val="E69400"/>
      </a:accent6>
      <a:hlink>
        <a:srgbClr val="004696"/>
      </a:hlink>
      <a:folHlink>
        <a:srgbClr val="97CBFF"/>
      </a:folHlink>
    </a:clrScheme>
    <a:fontScheme name="Arial-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ttler-Toledo-Master">
      <a: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100000"/>
                <a:shade val="50000"/>
                <a:satMod val="130000"/>
              </a:schemeClr>
            </a:gs>
            <a:gs pos="80000">
              <a:schemeClr val="phClr">
                <a:tint val="100000"/>
                <a:shade val="90000"/>
                <a:alpha val="100000"/>
                <a:satMod val="130000"/>
              </a:schemeClr>
            </a:gs>
            <a:gs pos="100000">
              <a:schemeClr val="phClr">
                <a:tint val="100000"/>
                <a:shade val="100000"/>
                <a:alpha val="100000"/>
                <a:satMod val="13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>
              <a:satMod val="150000"/>
            </a:schemeClr>
          </a:solidFill>
          <a:prstDash val="solid"/>
        </a:ln>
        <a:ln w="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5" dist="25400" dir="5400000" algn="bl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txDef>
      <a:spPr>
        <a:noFill/>
      </a:spPr>
      <a:bodyPr wrap="square" lIns="0" tIns="0" rIns="0" bIns="0" rtlCol="0">
        <a:spAutoFit/>
      </a:bodyPr>
      <a:lstStyle>
        <a:defPPr marL="144000" indent="-144000">
          <a:spcBef>
            <a:spcPts val="400"/>
          </a:spcBef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600" dirty="0" err="1" smtClean="0"/>
        </a:defPPr>
      </a:lstStyle>
    </a:txDef>
  </a:objectDefaults>
  <a:extraClrSchemeLst/>
  <a:custClrLst>
    <a:custClr name="MT Green">
      <a:srgbClr val="60B612"/>
    </a:custClr>
    <a:custClr name="MT Blue">
      <a:srgbClr val="004696"/>
    </a:custClr>
    <a:custClr name="MT Cyan">
      <a:srgbClr val="3399FF"/>
    </a:custClr>
  </a:custClrLst>
</a:theme>
</file>

<file path=ppt/theme/theme2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444</Words>
  <Application>Microsoft Office PowerPoint</Application>
  <PresentationFormat>On-screen Show (4:3)</PresentationFormat>
  <Paragraphs>114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微软雅黑</vt:lpstr>
      <vt:lpstr>Arial</vt:lpstr>
      <vt:lpstr>Wingdings</vt:lpstr>
      <vt:lpstr>blank final Mar 22</vt:lpstr>
      <vt:lpstr>Tools For Writing Tech Doc</vt:lpstr>
      <vt:lpstr>Agenda</vt:lpstr>
      <vt:lpstr>Something about writing Tech Doc</vt:lpstr>
      <vt:lpstr>Something about writing Tech Doc</vt:lpstr>
      <vt:lpstr>Something about writing Tech Doc</vt:lpstr>
      <vt:lpstr>Text Tools</vt:lpstr>
      <vt:lpstr>Text Tools</vt:lpstr>
      <vt:lpstr>Text Tools</vt:lpstr>
      <vt:lpstr>Text Tools</vt:lpstr>
      <vt:lpstr>Image Tools</vt:lpstr>
      <vt:lpstr>Image Tools</vt:lpstr>
      <vt:lpstr>Image Tools</vt:lpstr>
      <vt:lpstr>Text2Image Tools</vt:lpstr>
      <vt:lpstr>Text2Image Tools</vt:lpstr>
      <vt:lpstr>Text2Image Tools</vt:lpstr>
      <vt:lpstr>Web Service Functions</vt:lpstr>
      <vt:lpstr>Web Service Technical solution </vt:lpstr>
      <vt:lpstr>Low Coupling &amp; Hi Cohesion</vt:lpstr>
      <vt:lpstr>The End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2019-06-17T01:06:38Z</dcterms:created>
  <dcterms:modified xsi:type="dcterms:W3CDTF">2020-10-22T07:14:26Z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615ef3-aa90-4fa2-9d66-c4f70f9fc413_Enabled">
    <vt:lpwstr>true</vt:lpwstr>
  </property>
  <property fmtid="{D5CDD505-2E9C-101B-9397-08002B2CF9AE}" pid="3" name="MSIP_Label_af615ef3-aa90-4fa2-9d66-c4f70f9fc413_SetDate">
    <vt:lpwstr>2020-10-22T06:08:43Z</vt:lpwstr>
  </property>
  <property fmtid="{D5CDD505-2E9C-101B-9397-08002B2CF9AE}" pid="4" name="MSIP_Label_af615ef3-aa90-4fa2-9d66-c4f70f9fc413_Method">
    <vt:lpwstr>Standard</vt:lpwstr>
  </property>
  <property fmtid="{D5CDD505-2E9C-101B-9397-08002B2CF9AE}" pid="5" name="MSIP_Label_af615ef3-aa90-4fa2-9d66-c4f70f9fc413_Name">
    <vt:lpwstr>Confidential</vt:lpwstr>
  </property>
  <property fmtid="{D5CDD505-2E9C-101B-9397-08002B2CF9AE}" pid="6" name="MSIP_Label_af615ef3-aa90-4fa2-9d66-c4f70f9fc413_SiteId">
    <vt:lpwstr>fb4c0aee-6cd2-482f-a1a5-717e7c02496b</vt:lpwstr>
  </property>
  <property fmtid="{D5CDD505-2E9C-101B-9397-08002B2CF9AE}" pid="7" name="MSIP_Label_af615ef3-aa90-4fa2-9d66-c4f70f9fc413_ActionId">
    <vt:lpwstr>286c4233-e919-44b0-b84d-61126ac1e290</vt:lpwstr>
  </property>
  <property fmtid="{D5CDD505-2E9C-101B-9397-08002B2CF9AE}" pid="8" name="MSIP_Label_af615ef3-aa90-4fa2-9d66-c4f70f9fc413_ContentBits">
    <vt:lpwstr>0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1" visible="true"/>
        <mso:separator idQ="doc:sep2" visible="true"/>
        <mso:control idQ="mso:FileProperties" visible="true"/>
        <mso:control idQ="mso:GridSettings" visible="true"/>
        <mso:control idQ="mso:HeaderFooterInsert" visible="true"/>
        <mso:separator idQ="doc:sep3" visible="true"/>
        <mso:control idQ="mso:SlideNewGallery" visible="true"/>
        <mso:control idQ="mso:SlideLayoutGallery" visible="true"/>
        <mso:separator idQ="doc:sep6" visible="true"/>
        <mso:control idQ="mso:OutlineDemote" visible="true"/>
        <mso:control idQ="mso:OutlinePromote" visible="true"/>
        <mso:separator idQ="doc:sep4" visible="true"/>
        <mso:separator idQ="doc:sep5" visible="true"/>
      </mso:documentControls>
    </mso:qat>
  </mso:ribbon>
</mso:customUI>
</file>