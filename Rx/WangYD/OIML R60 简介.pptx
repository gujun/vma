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Default Extension="gif" ContentType="image/gif"/>
  <Default Extension="xlsx" ContentType="application/vnd.openxmlformats-officedocument.spreadsheetml.shee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charts/chart1.xml" ContentType="application/vnd.openxmlformats-officedocument.drawingml.chart+xml"/>
  <Override PartName="/ppt/notesSlides/notesSlide25.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6.xml" ContentType="application/vnd.openxmlformats-officedocument.presentationml.notesSlide+xml"/>
  <Override PartName="/ppt/charts/chart2.xml" ContentType="application/vnd.openxmlformats-officedocument.drawingml.chart+xml"/>
  <Override PartName="/ppt/notesSlides/notesSlide27.xml" ContentType="application/vnd.openxmlformats-officedocument.presentationml.notesSlide+xml"/>
  <Override PartName="/ppt/charts/chart3.xml" ContentType="application/vnd.openxmlformats-officedocument.drawingml.chart+xml"/>
  <Override PartName="/ppt/drawings/drawing1.xml" ContentType="application/vnd.openxmlformats-officedocument.drawingml.chartshapes+xml"/>
  <Override PartName="/ppt/notesSlides/notesSlide28.xml" ContentType="application/vnd.openxmlformats-officedocument.presentationml.notesSlide+xml"/>
  <Override PartName="/ppt/charts/chart4.xml" ContentType="application/vnd.openxmlformats-officedocument.drawingml.chart+xml"/>
  <Override PartName="/ppt/drawings/drawing2.xml" ContentType="application/vnd.openxmlformats-officedocument.drawingml.chartshapes+xml"/>
  <Override PartName="/ppt/notesSlides/notesSlide29.xml" ContentType="application/vnd.openxmlformats-officedocument.presentationml.notesSlide+xml"/>
  <Override PartName="/ppt/charts/chart5.xml" ContentType="application/vnd.openxmlformats-officedocument.drawingml.chart+xml"/>
  <Override PartName="/ppt/drawings/drawing3.xml" ContentType="application/vnd.openxmlformats-officedocument.drawingml.chartshapes+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charts/chart6.xml" ContentType="application/vnd.openxmlformats-officedocument.drawingml.chart+xml"/>
  <Override PartName="/ppt/charts/chart7.xml" ContentType="application/vnd.openxmlformats-officedocument.drawingml.chart+xml"/>
  <Override PartName="/ppt/drawings/drawing4.xml" ContentType="application/vnd.openxmlformats-officedocument.drawingml.chartshapes+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4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microsoft.com/office/2006/relationships/ui/userCustomization" Target="userCustomization/customUI.xml"/><Relationship Id="rId1" Type="http://schemas.openxmlformats.org/officeDocument/2006/relationships/officeDocument" Target="ppt/presentation.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removePersonalInfoOnSave="1" saveSubsetFonts="1">
  <p:sldMasterIdLst>
    <p:sldMasterId id="2147483660" r:id="rId1"/>
  </p:sldMasterIdLst>
  <p:notesMasterIdLst>
    <p:notesMasterId r:id="rId89"/>
  </p:notesMasterIdLst>
  <p:handoutMasterIdLst>
    <p:handoutMasterId r:id="rId90"/>
  </p:handoutMasterIdLst>
  <p:sldIdLst>
    <p:sldId id="315" r:id="rId2"/>
    <p:sldId id="266" r:id="rId3"/>
    <p:sldId id="321" r:id="rId4"/>
    <p:sldId id="322" r:id="rId5"/>
    <p:sldId id="367" r:id="rId6"/>
    <p:sldId id="388" r:id="rId7"/>
    <p:sldId id="325" r:id="rId8"/>
    <p:sldId id="326" r:id="rId9"/>
    <p:sldId id="327" r:id="rId10"/>
    <p:sldId id="328" r:id="rId11"/>
    <p:sldId id="329" r:id="rId12"/>
    <p:sldId id="330" r:id="rId13"/>
    <p:sldId id="382" r:id="rId14"/>
    <p:sldId id="333" r:id="rId15"/>
    <p:sldId id="319" r:id="rId16"/>
    <p:sldId id="370" r:id="rId17"/>
    <p:sldId id="389" r:id="rId18"/>
    <p:sldId id="371" r:id="rId19"/>
    <p:sldId id="331" r:id="rId20"/>
    <p:sldId id="332" r:id="rId21"/>
    <p:sldId id="323" r:id="rId22"/>
    <p:sldId id="324" r:id="rId23"/>
    <p:sldId id="398" r:id="rId24"/>
    <p:sldId id="368" r:id="rId25"/>
    <p:sldId id="318" r:id="rId26"/>
    <p:sldId id="334" r:id="rId27"/>
    <p:sldId id="369" r:id="rId28"/>
    <p:sldId id="381" r:id="rId29"/>
    <p:sldId id="385" r:id="rId30"/>
    <p:sldId id="386" r:id="rId31"/>
    <p:sldId id="390" r:id="rId32"/>
    <p:sldId id="395" r:id="rId33"/>
    <p:sldId id="372" r:id="rId34"/>
    <p:sldId id="336" r:id="rId35"/>
    <p:sldId id="379" r:id="rId36"/>
    <p:sldId id="380" r:id="rId37"/>
    <p:sldId id="341" r:id="rId38"/>
    <p:sldId id="387" r:id="rId39"/>
    <p:sldId id="384" r:id="rId40"/>
    <p:sldId id="337" r:id="rId41"/>
    <p:sldId id="338" r:id="rId42"/>
    <p:sldId id="403" r:id="rId43"/>
    <p:sldId id="401" r:id="rId44"/>
    <p:sldId id="399" r:id="rId45"/>
    <p:sldId id="402" r:id="rId46"/>
    <p:sldId id="400" r:id="rId47"/>
    <p:sldId id="404" r:id="rId48"/>
    <p:sldId id="339" r:id="rId49"/>
    <p:sldId id="340" r:id="rId50"/>
    <p:sldId id="343" r:id="rId51"/>
    <p:sldId id="342" r:id="rId52"/>
    <p:sldId id="344" r:id="rId53"/>
    <p:sldId id="383" r:id="rId54"/>
    <p:sldId id="345" r:id="rId55"/>
    <p:sldId id="366" r:id="rId56"/>
    <p:sldId id="391" r:id="rId57"/>
    <p:sldId id="346" r:id="rId58"/>
    <p:sldId id="347" r:id="rId59"/>
    <p:sldId id="350" r:id="rId60"/>
    <p:sldId id="348" r:id="rId61"/>
    <p:sldId id="351" r:id="rId62"/>
    <p:sldId id="352" r:id="rId63"/>
    <p:sldId id="353" r:id="rId64"/>
    <p:sldId id="396" r:id="rId65"/>
    <p:sldId id="349" r:id="rId66"/>
    <p:sldId id="377" r:id="rId67"/>
    <p:sldId id="376" r:id="rId68"/>
    <p:sldId id="354" r:id="rId69"/>
    <p:sldId id="356" r:id="rId70"/>
    <p:sldId id="357" r:id="rId71"/>
    <p:sldId id="392" r:id="rId72"/>
    <p:sldId id="358" r:id="rId73"/>
    <p:sldId id="359" r:id="rId74"/>
    <p:sldId id="355" r:id="rId75"/>
    <p:sldId id="373" r:id="rId76"/>
    <p:sldId id="361" r:id="rId77"/>
    <p:sldId id="362" r:id="rId78"/>
    <p:sldId id="378" r:id="rId79"/>
    <p:sldId id="363" r:id="rId80"/>
    <p:sldId id="397" r:id="rId81"/>
    <p:sldId id="364" r:id="rId82"/>
    <p:sldId id="374" r:id="rId83"/>
    <p:sldId id="375" r:id="rId84"/>
    <p:sldId id="365" r:id="rId85"/>
    <p:sldId id="393" r:id="rId86"/>
    <p:sldId id="394" r:id="rId87"/>
    <p:sldId id="310" r:id="rId88"/>
  </p:sldIdLst>
  <p:sldSz cx="9144000" cy="6858000" type="screen4x3"/>
  <p:notesSz cx="6805613" cy="9939338"/>
  <p:defaultTextStyle>
    <a:defPPr>
      <a:defRPr lang="en-US"/>
    </a:defPPr>
    <a:lvl1pPr marL="0" algn="l" defTabSz="914400" rtl="0" eaLnBrk="1" latinLnBrk="0" hangingPunct="1">
      <a:defRPr sz="1400" kern="1200">
        <a:solidFill>
          <a:schemeClr val="tx1"/>
        </a:solidFill>
        <a:latin typeface="+mn-lt"/>
        <a:ea typeface="+mn-ea"/>
        <a:cs typeface="+mn-cs"/>
      </a:defRPr>
    </a:lvl1pPr>
    <a:lvl2pPr marL="457200" algn="l" defTabSz="914400" rtl="0" eaLnBrk="1" latinLnBrk="0" hangingPunct="1">
      <a:defRPr sz="1400" kern="1200">
        <a:solidFill>
          <a:schemeClr val="tx1"/>
        </a:solidFill>
        <a:latin typeface="+mn-lt"/>
        <a:ea typeface="+mn-ea"/>
        <a:cs typeface="+mn-cs"/>
      </a:defRPr>
    </a:lvl2pPr>
    <a:lvl3pPr marL="914400" algn="l" defTabSz="914400" rtl="0" eaLnBrk="1" latinLnBrk="0" hangingPunct="1">
      <a:defRPr sz="1400" kern="1200">
        <a:solidFill>
          <a:schemeClr val="tx1"/>
        </a:solidFill>
        <a:latin typeface="+mn-lt"/>
        <a:ea typeface="+mn-ea"/>
        <a:cs typeface="+mn-cs"/>
      </a:defRPr>
    </a:lvl3pPr>
    <a:lvl4pPr marL="1371600" algn="l" defTabSz="914400" rtl="0" eaLnBrk="1" latinLnBrk="0" hangingPunct="1">
      <a:defRPr sz="1400" kern="1200">
        <a:solidFill>
          <a:schemeClr val="tx1"/>
        </a:solidFill>
        <a:latin typeface="+mn-lt"/>
        <a:ea typeface="+mn-ea"/>
        <a:cs typeface="+mn-cs"/>
      </a:defRPr>
    </a:lvl4pPr>
    <a:lvl5pPr marL="1828800" algn="l" defTabSz="914400" rtl="0" eaLnBrk="1" latinLnBrk="0" hangingPunct="1">
      <a:defRPr sz="1400" kern="1200">
        <a:solidFill>
          <a:schemeClr val="tx1"/>
        </a:solidFill>
        <a:latin typeface="+mn-lt"/>
        <a:ea typeface="+mn-ea"/>
        <a:cs typeface="+mn-cs"/>
      </a:defRPr>
    </a:lvl5pPr>
    <a:lvl6pPr marL="2286000" algn="l" defTabSz="914400" rtl="0" eaLnBrk="1" latinLnBrk="0" hangingPunct="1">
      <a:defRPr sz="1400" kern="1200">
        <a:solidFill>
          <a:schemeClr val="tx1"/>
        </a:solidFill>
        <a:latin typeface="+mn-lt"/>
        <a:ea typeface="+mn-ea"/>
        <a:cs typeface="+mn-cs"/>
      </a:defRPr>
    </a:lvl6pPr>
    <a:lvl7pPr marL="2743200" algn="l" defTabSz="914400" rtl="0" eaLnBrk="1" latinLnBrk="0" hangingPunct="1">
      <a:defRPr sz="1400" kern="1200">
        <a:solidFill>
          <a:schemeClr val="tx1"/>
        </a:solidFill>
        <a:latin typeface="+mn-lt"/>
        <a:ea typeface="+mn-ea"/>
        <a:cs typeface="+mn-cs"/>
      </a:defRPr>
    </a:lvl7pPr>
    <a:lvl8pPr marL="3200400" algn="l" defTabSz="914400" rtl="0" eaLnBrk="1" latinLnBrk="0" hangingPunct="1">
      <a:defRPr sz="1400" kern="1200">
        <a:solidFill>
          <a:schemeClr val="tx1"/>
        </a:solidFill>
        <a:latin typeface="+mn-lt"/>
        <a:ea typeface="+mn-ea"/>
        <a:cs typeface="+mn-cs"/>
      </a:defRPr>
    </a:lvl8pPr>
    <a:lvl9pPr marL="3657600" algn="l" defTabSz="914400" rtl="0" eaLnBrk="1" latinLnBrk="0" hangingPunct="1">
      <a:defRPr sz="14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9900"/>
    <a:srgbClr val="3399FF"/>
    <a:srgbClr val="000104"/>
    <a:srgbClr val="004696"/>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F7E5F81B-B57D-4800-8E8F-8E96741CC982}" styleName="Mettler Toledo &gt; Green Table">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C512FF0-2B18-46AF-9A1B-3A70A708474B}" styleName="Mettler Toledo &gt; Green Tab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tcStyle>
    </a:band1H>
    <a:band2H>
      <a:tcStyle>
        <a:tcBdr/>
      </a:tcStyle>
    </a:band2H>
    <a:band1V>
      <a:tcStyle>
        <a:tcBdr/>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2833802-FEF1-4C79-8D5D-14CF1EAF98D9}" styleName="浅色样式 2 - 强调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FABFCF23-3B69-468F-B69F-88F6DE6A72F2}" styleName="中度样式 1 - 强调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366" autoAdjust="0"/>
    <p:restoredTop sz="89871" autoAdjust="0"/>
  </p:normalViewPr>
  <p:slideViewPr>
    <p:cSldViewPr snapToGrid="0" snapToObjects="1" showGuides="1">
      <p:cViewPr>
        <p:scale>
          <a:sx n="70" d="100"/>
          <a:sy n="70" d="100"/>
        </p:scale>
        <p:origin x="-1506" y="-24"/>
      </p:cViewPr>
      <p:guideLst>
        <p:guide orient="horz" pos="2477"/>
        <p:guide orient="horz" pos="936"/>
        <p:guide orient="horz" pos="4020"/>
        <p:guide orient="horz" pos="391"/>
        <p:guide orient="horz" pos="640"/>
        <p:guide pos="2880"/>
        <p:guide pos="249"/>
        <p:guide pos="5511"/>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notesViewPr>
    <p:cSldViewPr snapToGrid="0" snapToObjects="1" showGuides="1">
      <p:cViewPr varScale="1">
        <p:scale>
          <a:sx n="47" d="100"/>
          <a:sy n="47" d="100"/>
        </p:scale>
        <p:origin x="-2940" y="-90"/>
      </p:cViewPr>
      <p:guideLst>
        <p:guide orient="horz" pos="3131"/>
        <p:guide pos="2144"/>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slide" Target="slides/slide75.xml"/><Relationship Id="rId84" Type="http://schemas.openxmlformats.org/officeDocument/2006/relationships/slide" Target="slides/slide83.xml"/><Relationship Id="rId89" Type="http://schemas.openxmlformats.org/officeDocument/2006/relationships/notesMaster" Target="notesMasters/notesMaster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slide" Target="slides/slide86.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90" Type="http://schemas.openxmlformats.org/officeDocument/2006/relationships/handoutMaster" Target="handoutMasters/handoutMaster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
<Relationships xmlns="http://schemas.openxmlformats.org/package/2006/relationships"><Relationship Id="rId2" Type="http://schemas.openxmlformats.org/officeDocument/2006/relationships/chartUserShapes" Target="../drawings/drawing1.xml"/><Relationship Id="rId1" Type="http://schemas.openxmlformats.org/officeDocument/2006/relationships/package" Target="../embeddings/Microsoft_Excel_Worksheet3.xlsx"/></Relationships>
</file>

<file path=ppt/charts/_rels/chart4.xml.rels><?xml version="1.0" encoding="UTF-8" standalone="yes"?>
<Relationships xmlns="http://schemas.openxmlformats.org/package/2006/relationships"><Relationship Id="rId2" Type="http://schemas.openxmlformats.org/officeDocument/2006/relationships/chartUserShapes" Target="../drawings/drawing2.xml"/><Relationship Id="rId1" Type="http://schemas.openxmlformats.org/officeDocument/2006/relationships/package" Target="../embeddings/Microsoft_Excel_Worksheet4.xlsx"/></Relationships>
</file>

<file path=ppt/charts/_rels/chart5.xml.rels><?xml version="1.0" encoding="UTF-8" standalone="yes"?>
<Relationships xmlns="http://schemas.openxmlformats.org/package/2006/relationships"><Relationship Id="rId2" Type="http://schemas.openxmlformats.org/officeDocument/2006/relationships/chartUserShapes" Target="../drawings/drawing3.xml"/><Relationship Id="rId1" Type="http://schemas.openxmlformats.org/officeDocument/2006/relationships/package" Target="../embeddings/Microsoft_Excel_Work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
<Relationships xmlns="http://schemas.openxmlformats.org/package/2006/relationships"><Relationship Id="rId2" Type="http://schemas.openxmlformats.org/officeDocument/2006/relationships/chartUserShapes" Target="../drawings/drawing4.xml"/><Relationship Id="rId1" Type="http://schemas.openxmlformats.org/officeDocument/2006/relationships/package" Target="../embeddings/Microsoft_Excel_Worksheet7.xlsx"/></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sz="1600"/>
            </a:pPr>
            <a:r>
              <a:rPr lang="en-US" altLang="en-US" sz="1600" dirty="0" smtClean="0"/>
              <a:t>Class C, </a:t>
            </a:r>
            <a:r>
              <a:rPr lang="en-US" altLang="en-US" sz="1600" dirty="0" err="1" smtClean="0"/>
              <a:t>n</a:t>
            </a:r>
            <a:r>
              <a:rPr lang="en-US" altLang="en-US" sz="1600" baseline="-25000" dirty="0" err="1" smtClean="0"/>
              <a:t>LC</a:t>
            </a:r>
            <a:r>
              <a:rPr lang="en-US" altLang="en-US" sz="1600" dirty="0" smtClean="0"/>
              <a:t> = 10000, </a:t>
            </a:r>
            <a:r>
              <a:rPr lang="en-US" altLang="en-US" sz="1600" dirty="0" err="1" smtClean="0"/>
              <a:t>p</a:t>
            </a:r>
            <a:r>
              <a:rPr lang="en-US" altLang="en-US" sz="1600" baseline="-25000" dirty="0" err="1" smtClean="0"/>
              <a:t>LC</a:t>
            </a:r>
            <a:r>
              <a:rPr lang="en-US" altLang="en-US" sz="1600" baseline="0" dirty="0" smtClean="0"/>
              <a:t>(0.7)</a:t>
            </a:r>
            <a:r>
              <a:rPr lang="en-US" altLang="en-US" sz="1600" baseline="-25000" dirty="0" smtClean="0"/>
              <a:t> </a:t>
            </a:r>
            <a:r>
              <a:rPr lang="zh-CN" altLang="en-US" sz="1600" baseline="0" dirty="0" smtClean="0"/>
              <a:t>*</a:t>
            </a:r>
            <a:r>
              <a:rPr lang="zh-CN" altLang="en-US" sz="1600" baseline="-25000" dirty="0" smtClean="0"/>
              <a:t> </a:t>
            </a:r>
            <a:r>
              <a:rPr lang="en-US" altLang="en-US" sz="1600" dirty="0" err="1" smtClean="0"/>
              <a:t>mpe</a:t>
            </a:r>
            <a:endParaRPr lang="en-US" altLang="en-US" sz="1600" dirty="0"/>
          </a:p>
        </c:rich>
      </c:tx>
      <c:layout>
        <c:manualLayout>
          <c:xMode val="edge"/>
          <c:yMode val="edge"/>
          <c:x val="0.21680757575757578"/>
          <c:y val="5.1030465949820789E-2"/>
        </c:manualLayout>
      </c:layout>
      <c:overlay val="0"/>
    </c:title>
    <c:autoTitleDeleted val="0"/>
    <c:plotArea>
      <c:layout>
        <c:manualLayout>
          <c:layoutTarget val="inner"/>
          <c:xMode val="edge"/>
          <c:yMode val="edge"/>
          <c:x val="9.8940909090909093E-2"/>
          <c:y val="4.965649606299212E-2"/>
          <c:w val="0.85130946969696975"/>
          <c:h val="0.8825310039370079"/>
        </c:manualLayout>
      </c:layout>
      <c:scatterChart>
        <c:scatterStyle val="lineMarker"/>
        <c:varyColors val="0"/>
        <c:ser>
          <c:idx val="0"/>
          <c:order val="0"/>
          <c:tx>
            <c:strRef>
              <c:f>Sheet1!$B$1</c:f>
              <c:strCache>
                <c:ptCount val="1"/>
                <c:pt idx="0">
                  <c:v>pLCmpe</c:v>
                </c:pt>
              </c:strCache>
            </c:strRef>
          </c:tx>
          <c:spPr>
            <a:ln w="0" cap="flat" cmpd="sng" algn="ctr">
              <a:solidFill>
                <a:schemeClr val="dk1"/>
              </a:solidFill>
              <a:prstDash val="solid"/>
            </a:ln>
            <a:effectLst/>
          </c:spPr>
          <c:marker>
            <c:symbol val="none"/>
          </c:marker>
          <c:xVal>
            <c:numRef>
              <c:f>Sheet1!$A$2:$A$16</c:f>
              <c:numCache>
                <c:formatCode>General</c:formatCode>
                <c:ptCount val="15"/>
                <c:pt idx="0">
                  <c:v>10000</c:v>
                </c:pt>
                <c:pt idx="1">
                  <c:v>2000</c:v>
                </c:pt>
                <c:pt idx="2">
                  <c:v>2000</c:v>
                </c:pt>
                <c:pt idx="3">
                  <c:v>500</c:v>
                </c:pt>
                <c:pt idx="4">
                  <c:v>500</c:v>
                </c:pt>
                <c:pt idx="5">
                  <c:v>0</c:v>
                </c:pt>
                <c:pt idx="6">
                  <c:v>0</c:v>
                </c:pt>
                <c:pt idx="7">
                  <c:v>0</c:v>
                </c:pt>
                <c:pt idx="8">
                  <c:v>500</c:v>
                </c:pt>
                <c:pt idx="9">
                  <c:v>500</c:v>
                </c:pt>
                <c:pt idx="10">
                  <c:v>2000</c:v>
                </c:pt>
                <c:pt idx="11">
                  <c:v>2000</c:v>
                </c:pt>
                <c:pt idx="12">
                  <c:v>10000</c:v>
                </c:pt>
              </c:numCache>
            </c:numRef>
          </c:xVal>
          <c:yVal>
            <c:numRef>
              <c:f>Sheet1!$B$2:$B$16</c:f>
              <c:numCache>
                <c:formatCode>General</c:formatCode>
                <c:ptCount val="15"/>
                <c:pt idx="0">
                  <c:v>1.05</c:v>
                </c:pt>
                <c:pt idx="1">
                  <c:v>1.05</c:v>
                </c:pt>
                <c:pt idx="2">
                  <c:v>0.7</c:v>
                </c:pt>
                <c:pt idx="3">
                  <c:v>0.7</c:v>
                </c:pt>
                <c:pt idx="4">
                  <c:v>0.35</c:v>
                </c:pt>
                <c:pt idx="5">
                  <c:v>0.35</c:v>
                </c:pt>
                <c:pt idx="7">
                  <c:v>-0.35</c:v>
                </c:pt>
                <c:pt idx="8">
                  <c:v>-0.35</c:v>
                </c:pt>
                <c:pt idx="9">
                  <c:v>-0.7</c:v>
                </c:pt>
                <c:pt idx="10">
                  <c:v>-0.7</c:v>
                </c:pt>
                <c:pt idx="11">
                  <c:v>-1.05</c:v>
                </c:pt>
                <c:pt idx="12">
                  <c:v>-1.05</c:v>
                </c:pt>
              </c:numCache>
            </c:numRef>
          </c:yVal>
          <c:smooth val="0"/>
        </c:ser>
        <c:dLbls>
          <c:showLegendKey val="0"/>
          <c:showVal val="0"/>
          <c:showCatName val="0"/>
          <c:showSerName val="0"/>
          <c:showPercent val="0"/>
          <c:showBubbleSize val="0"/>
        </c:dLbls>
        <c:axId val="186070144"/>
        <c:axId val="186109952"/>
      </c:scatterChart>
      <c:valAx>
        <c:axId val="186070144"/>
        <c:scaling>
          <c:orientation val="minMax"/>
          <c:max val="10000"/>
          <c:min val="0"/>
        </c:scaling>
        <c:delete val="0"/>
        <c:axPos val="b"/>
        <c:title>
          <c:tx>
            <c:rich>
              <a:bodyPr/>
              <a:lstStyle/>
              <a:p>
                <a:pPr>
                  <a:defRPr sz="1600"/>
                </a:pPr>
                <a:r>
                  <a:rPr lang="en-US" altLang="zh-CN" sz="1600" dirty="0" smtClean="0"/>
                  <a:t>Load (v)</a:t>
                </a:r>
                <a:endParaRPr lang="zh-CN" altLang="en-US" sz="1600" dirty="0"/>
              </a:p>
            </c:rich>
          </c:tx>
          <c:layout/>
          <c:overlay val="0"/>
        </c:title>
        <c:numFmt formatCode="General" sourceLinked="1"/>
        <c:majorTickMark val="out"/>
        <c:minorTickMark val="none"/>
        <c:tickLblPos val="nextTo"/>
        <c:txPr>
          <a:bodyPr/>
          <a:lstStyle/>
          <a:p>
            <a:pPr>
              <a:defRPr sz="1600"/>
            </a:pPr>
            <a:endParaRPr lang="zh-CN"/>
          </a:p>
        </c:txPr>
        <c:crossAx val="186109952"/>
        <c:crosses val="autoZero"/>
        <c:crossBetween val="midCat"/>
      </c:valAx>
      <c:valAx>
        <c:axId val="186109952"/>
        <c:scaling>
          <c:orientation val="minMax"/>
        </c:scaling>
        <c:delete val="0"/>
        <c:axPos val="l"/>
        <c:title>
          <c:tx>
            <c:rich>
              <a:bodyPr rot="-5400000" vert="horz"/>
              <a:lstStyle/>
              <a:p>
                <a:pPr>
                  <a:defRPr sz="1600"/>
                </a:pPr>
                <a:r>
                  <a:rPr lang="en-US" altLang="zh-CN" sz="1600" dirty="0" err="1" smtClean="0"/>
                  <a:t>mpe</a:t>
                </a:r>
                <a:r>
                  <a:rPr lang="en-US" altLang="zh-CN" sz="1600" dirty="0" smtClean="0"/>
                  <a:t> (v)</a:t>
                </a:r>
              </a:p>
            </c:rich>
          </c:tx>
          <c:layout/>
          <c:overlay val="0"/>
        </c:title>
        <c:numFmt formatCode="General" sourceLinked="1"/>
        <c:majorTickMark val="out"/>
        <c:minorTickMark val="none"/>
        <c:tickLblPos val="nextTo"/>
        <c:txPr>
          <a:bodyPr/>
          <a:lstStyle/>
          <a:p>
            <a:pPr>
              <a:defRPr sz="1600"/>
            </a:pPr>
            <a:endParaRPr lang="zh-CN"/>
          </a:p>
        </c:txPr>
        <c:crossAx val="186070144"/>
        <c:crosses val="autoZero"/>
        <c:crossBetween val="midCat"/>
      </c:valAx>
    </c:plotArea>
    <c:plotVisOnly val="1"/>
    <c:dispBlanksAs val="gap"/>
    <c:showDLblsOverMax val="0"/>
  </c:chart>
  <c:txPr>
    <a:bodyPr/>
    <a:lstStyle/>
    <a:p>
      <a:pPr>
        <a:defRPr sz="1800"/>
      </a:pPr>
      <a:endParaRPr lang="zh-CN"/>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sz="1600"/>
            </a:pPr>
            <a:r>
              <a:rPr lang="en-US" altLang="en-US" sz="1600" dirty="0" smtClean="0"/>
              <a:t>Class C, </a:t>
            </a:r>
            <a:r>
              <a:rPr lang="en-US" altLang="en-US" sz="1600" dirty="0" err="1" smtClean="0"/>
              <a:t>n</a:t>
            </a:r>
            <a:r>
              <a:rPr lang="en-US" altLang="en-US" sz="1600" baseline="-25000" dirty="0" err="1" smtClean="0"/>
              <a:t>LC</a:t>
            </a:r>
            <a:r>
              <a:rPr lang="en-US" altLang="en-US" sz="1600" dirty="0" smtClean="0"/>
              <a:t> = 10000, </a:t>
            </a:r>
            <a:r>
              <a:rPr lang="en-US" altLang="en-US" sz="1600" dirty="0" err="1" smtClean="0"/>
              <a:t>p</a:t>
            </a:r>
            <a:r>
              <a:rPr lang="en-US" altLang="en-US" sz="1600" baseline="-25000" dirty="0" err="1" smtClean="0"/>
              <a:t>LC</a:t>
            </a:r>
            <a:r>
              <a:rPr lang="en-US" altLang="en-US" sz="1600" baseline="0" dirty="0" smtClean="0"/>
              <a:t>(0.7)</a:t>
            </a:r>
            <a:r>
              <a:rPr lang="en-US" altLang="en-US" sz="1600" baseline="-25000" dirty="0" smtClean="0"/>
              <a:t> </a:t>
            </a:r>
            <a:r>
              <a:rPr lang="zh-CN" altLang="en-US" sz="1600" baseline="0" dirty="0" smtClean="0"/>
              <a:t>*</a:t>
            </a:r>
            <a:r>
              <a:rPr lang="zh-CN" altLang="en-US" sz="1600" baseline="-25000" dirty="0" smtClean="0"/>
              <a:t> </a:t>
            </a:r>
            <a:r>
              <a:rPr lang="en-US" altLang="en-US" sz="1600" dirty="0" err="1" smtClean="0"/>
              <a:t>mpe</a:t>
            </a:r>
            <a:endParaRPr lang="en-US" altLang="en-US" sz="1600" dirty="0"/>
          </a:p>
        </c:rich>
      </c:tx>
      <c:layout>
        <c:manualLayout>
          <c:xMode val="edge"/>
          <c:yMode val="edge"/>
          <c:x val="0.21680757575757578"/>
          <c:y val="5.1030465949820789E-2"/>
        </c:manualLayout>
      </c:layout>
      <c:overlay val="0"/>
    </c:title>
    <c:autoTitleDeleted val="0"/>
    <c:plotArea>
      <c:layout>
        <c:manualLayout>
          <c:layoutTarget val="inner"/>
          <c:xMode val="edge"/>
          <c:yMode val="edge"/>
          <c:x val="9.8940909090909093E-2"/>
          <c:y val="6.9571460573476698E-2"/>
          <c:w val="0.7182160353535354"/>
          <c:h val="0.68622715053763439"/>
        </c:manualLayout>
      </c:layout>
      <c:scatterChart>
        <c:scatterStyle val="lineMarker"/>
        <c:varyColors val="0"/>
        <c:ser>
          <c:idx val="0"/>
          <c:order val="0"/>
          <c:tx>
            <c:strRef>
              <c:f>Sheet1!$B$1</c:f>
              <c:strCache>
                <c:ptCount val="1"/>
                <c:pt idx="0">
                  <c:v>pLCmpe</c:v>
                </c:pt>
              </c:strCache>
            </c:strRef>
          </c:tx>
          <c:spPr>
            <a:ln w="0" cap="flat" cmpd="sng" algn="ctr">
              <a:solidFill>
                <a:schemeClr val="dk1"/>
              </a:solidFill>
              <a:prstDash val="solid"/>
            </a:ln>
            <a:effectLst/>
          </c:spPr>
          <c:marker>
            <c:symbol val="none"/>
          </c:marker>
          <c:xVal>
            <c:numRef>
              <c:f>Sheet1!$A$2:$A$30</c:f>
              <c:numCache>
                <c:formatCode>General</c:formatCode>
                <c:ptCount val="29"/>
                <c:pt idx="0">
                  <c:v>10000</c:v>
                </c:pt>
                <c:pt idx="1">
                  <c:v>9000</c:v>
                </c:pt>
                <c:pt idx="2">
                  <c:v>8000</c:v>
                </c:pt>
                <c:pt idx="3">
                  <c:v>7000</c:v>
                </c:pt>
                <c:pt idx="4">
                  <c:v>6000</c:v>
                </c:pt>
                <c:pt idx="5">
                  <c:v>5000</c:v>
                </c:pt>
                <c:pt idx="6">
                  <c:v>4000</c:v>
                </c:pt>
                <c:pt idx="7">
                  <c:v>3000</c:v>
                </c:pt>
                <c:pt idx="8">
                  <c:v>2000</c:v>
                </c:pt>
                <c:pt idx="9">
                  <c:v>2000</c:v>
                </c:pt>
                <c:pt idx="10">
                  <c:v>1000</c:v>
                </c:pt>
                <c:pt idx="11">
                  <c:v>500</c:v>
                </c:pt>
                <c:pt idx="12">
                  <c:v>500</c:v>
                </c:pt>
                <c:pt idx="13">
                  <c:v>0</c:v>
                </c:pt>
                <c:pt idx="14">
                  <c:v>0</c:v>
                </c:pt>
                <c:pt idx="15">
                  <c:v>0</c:v>
                </c:pt>
                <c:pt idx="16">
                  <c:v>500</c:v>
                </c:pt>
                <c:pt idx="17">
                  <c:v>500</c:v>
                </c:pt>
                <c:pt idx="18">
                  <c:v>1000</c:v>
                </c:pt>
                <c:pt idx="19">
                  <c:v>2000</c:v>
                </c:pt>
                <c:pt idx="20">
                  <c:v>2000</c:v>
                </c:pt>
                <c:pt idx="21">
                  <c:v>3000</c:v>
                </c:pt>
                <c:pt idx="22">
                  <c:v>4000</c:v>
                </c:pt>
                <c:pt idx="23">
                  <c:v>5000</c:v>
                </c:pt>
                <c:pt idx="24">
                  <c:v>6000</c:v>
                </c:pt>
                <c:pt idx="25">
                  <c:v>7000</c:v>
                </c:pt>
                <c:pt idx="26">
                  <c:v>8000</c:v>
                </c:pt>
                <c:pt idx="27">
                  <c:v>9000</c:v>
                </c:pt>
                <c:pt idx="28">
                  <c:v>10000</c:v>
                </c:pt>
              </c:numCache>
            </c:numRef>
          </c:xVal>
          <c:yVal>
            <c:numRef>
              <c:f>Sheet1!$B$2:$B$30</c:f>
              <c:numCache>
                <c:formatCode>General</c:formatCode>
                <c:ptCount val="29"/>
                <c:pt idx="0">
                  <c:v>1.05</c:v>
                </c:pt>
                <c:pt idx="1">
                  <c:v>1.05</c:v>
                </c:pt>
                <c:pt idx="2">
                  <c:v>1.05</c:v>
                </c:pt>
                <c:pt idx="3">
                  <c:v>1.05</c:v>
                </c:pt>
                <c:pt idx="4">
                  <c:v>1.05</c:v>
                </c:pt>
                <c:pt idx="5">
                  <c:v>1.05</c:v>
                </c:pt>
                <c:pt idx="6">
                  <c:v>1.05</c:v>
                </c:pt>
                <c:pt idx="7">
                  <c:v>1.05</c:v>
                </c:pt>
                <c:pt idx="8">
                  <c:v>1.05</c:v>
                </c:pt>
                <c:pt idx="9">
                  <c:v>0.7</c:v>
                </c:pt>
                <c:pt idx="10">
                  <c:v>0.7</c:v>
                </c:pt>
                <c:pt idx="11">
                  <c:v>0.7</c:v>
                </c:pt>
                <c:pt idx="12">
                  <c:v>0.35</c:v>
                </c:pt>
                <c:pt idx="13">
                  <c:v>0.35</c:v>
                </c:pt>
                <c:pt idx="15">
                  <c:v>-0.35</c:v>
                </c:pt>
                <c:pt idx="16">
                  <c:v>-0.35</c:v>
                </c:pt>
                <c:pt idx="17">
                  <c:v>-0.7</c:v>
                </c:pt>
                <c:pt idx="18">
                  <c:v>-0.7</c:v>
                </c:pt>
                <c:pt idx="19">
                  <c:v>-0.7</c:v>
                </c:pt>
                <c:pt idx="20">
                  <c:v>-1.05</c:v>
                </c:pt>
                <c:pt idx="21">
                  <c:v>-1.05</c:v>
                </c:pt>
                <c:pt idx="22">
                  <c:v>-1.05</c:v>
                </c:pt>
                <c:pt idx="23">
                  <c:v>-1.05</c:v>
                </c:pt>
                <c:pt idx="24">
                  <c:v>-1.05</c:v>
                </c:pt>
                <c:pt idx="25">
                  <c:v>-1.05</c:v>
                </c:pt>
                <c:pt idx="26">
                  <c:v>-1.05</c:v>
                </c:pt>
                <c:pt idx="27">
                  <c:v>-1.05</c:v>
                </c:pt>
                <c:pt idx="28">
                  <c:v>-1.05</c:v>
                </c:pt>
              </c:numCache>
            </c:numRef>
          </c:yVal>
          <c:smooth val="0"/>
        </c:ser>
        <c:ser>
          <c:idx val="1"/>
          <c:order val="1"/>
          <c:tx>
            <c:strRef>
              <c:f>Sheet1!$C$1</c:f>
              <c:strCache>
                <c:ptCount val="1"/>
                <c:pt idx="0">
                  <c:v>Error-L</c:v>
                </c:pt>
              </c:strCache>
            </c:strRef>
          </c:tx>
          <c:spPr>
            <a:ln w="28575"/>
          </c:spPr>
          <c:marker>
            <c:symbol val="none"/>
          </c:marker>
          <c:xVal>
            <c:numRef>
              <c:f>Sheet1!$A$2:$A$30</c:f>
              <c:numCache>
                <c:formatCode>General</c:formatCode>
                <c:ptCount val="29"/>
                <c:pt idx="0">
                  <c:v>10000</c:v>
                </c:pt>
                <c:pt idx="1">
                  <c:v>9000</c:v>
                </c:pt>
                <c:pt idx="2">
                  <c:v>8000</c:v>
                </c:pt>
                <c:pt idx="3">
                  <c:v>7000</c:v>
                </c:pt>
                <c:pt idx="4">
                  <c:v>6000</c:v>
                </c:pt>
                <c:pt idx="5">
                  <c:v>5000</c:v>
                </c:pt>
                <c:pt idx="6">
                  <c:v>4000</c:v>
                </c:pt>
                <c:pt idx="7">
                  <c:v>3000</c:v>
                </c:pt>
                <c:pt idx="8">
                  <c:v>2000</c:v>
                </c:pt>
                <c:pt idx="9">
                  <c:v>2000</c:v>
                </c:pt>
                <c:pt idx="10">
                  <c:v>1000</c:v>
                </c:pt>
                <c:pt idx="11">
                  <c:v>500</c:v>
                </c:pt>
                <c:pt idx="12">
                  <c:v>500</c:v>
                </c:pt>
                <c:pt idx="13">
                  <c:v>0</c:v>
                </c:pt>
                <c:pt idx="14">
                  <c:v>0</c:v>
                </c:pt>
                <c:pt idx="15">
                  <c:v>0</c:v>
                </c:pt>
                <c:pt idx="16">
                  <c:v>500</c:v>
                </c:pt>
                <c:pt idx="17">
                  <c:v>500</c:v>
                </c:pt>
                <c:pt idx="18">
                  <c:v>1000</c:v>
                </c:pt>
                <c:pt idx="19">
                  <c:v>2000</c:v>
                </c:pt>
                <c:pt idx="20">
                  <c:v>2000</c:v>
                </c:pt>
                <c:pt idx="21">
                  <c:v>3000</c:v>
                </c:pt>
                <c:pt idx="22">
                  <c:v>4000</c:v>
                </c:pt>
                <c:pt idx="23">
                  <c:v>5000</c:v>
                </c:pt>
                <c:pt idx="24">
                  <c:v>6000</c:v>
                </c:pt>
                <c:pt idx="25">
                  <c:v>7000</c:v>
                </c:pt>
                <c:pt idx="26">
                  <c:v>8000</c:v>
                </c:pt>
                <c:pt idx="27">
                  <c:v>9000</c:v>
                </c:pt>
                <c:pt idx="28">
                  <c:v>10000</c:v>
                </c:pt>
              </c:numCache>
            </c:numRef>
          </c:xVal>
          <c:yVal>
            <c:numRef>
              <c:f>Sheet1!$C$2:$C$30</c:f>
              <c:numCache>
                <c:formatCode>General</c:formatCode>
                <c:ptCount val="29"/>
                <c:pt idx="0">
                  <c:v>0</c:v>
                </c:pt>
                <c:pt idx="1">
                  <c:v>0.17</c:v>
                </c:pt>
                <c:pt idx="2">
                  <c:v>0.33</c:v>
                </c:pt>
                <c:pt idx="3">
                  <c:v>0.45</c:v>
                </c:pt>
                <c:pt idx="4">
                  <c:v>0.55000000000000004</c:v>
                </c:pt>
                <c:pt idx="5">
                  <c:v>0.6</c:v>
                </c:pt>
                <c:pt idx="6">
                  <c:v>0.57999999999999996</c:v>
                </c:pt>
                <c:pt idx="7">
                  <c:v>0.5</c:v>
                </c:pt>
                <c:pt idx="8">
                  <c:v>0.37</c:v>
                </c:pt>
                <c:pt idx="9">
                  <c:v>0.37</c:v>
                </c:pt>
                <c:pt idx="10">
                  <c:v>0.22</c:v>
                </c:pt>
                <c:pt idx="11">
                  <c:v>0.13</c:v>
                </c:pt>
                <c:pt idx="12">
                  <c:v>0.13</c:v>
                </c:pt>
                <c:pt idx="13">
                  <c:v>0</c:v>
                </c:pt>
                <c:pt idx="15">
                  <c:v>0</c:v>
                </c:pt>
                <c:pt idx="16">
                  <c:v>-0.13</c:v>
                </c:pt>
                <c:pt idx="17">
                  <c:v>-0.13</c:v>
                </c:pt>
                <c:pt idx="18">
                  <c:v>-0.22</c:v>
                </c:pt>
                <c:pt idx="19">
                  <c:v>-0.37</c:v>
                </c:pt>
                <c:pt idx="20">
                  <c:v>-0.37</c:v>
                </c:pt>
                <c:pt idx="21">
                  <c:v>-0.5</c:v>
                </c:pt>
                <c:pt idx="22">
                  <c:v>-0.57999999999999996</c:v>
                </c:pt>
                <c:pt idx="23">
                  <c:v>-0.6</c:v>
                </c:pt>
                <c:pt idx="24">
                  <c:v>-0.55000000000000004</c:v>
                </c:pt>
                <c:pt idx="25">
                  <c:v>-0.45</c:v>
                </c:pt>
                <c:pt idx="26">
                  <c:v>-0.33</c:v>
                </c:pt>
                <c:pt idx="27">
                  <c:v>-0.17</c:v>
                </c:pt>
                <c:pt idx="28">
                  <c:v>0</c:v>
                </c:pt>
              </c:numCache>
            </c:numRef>
          </c:yVal>
          <c:smooth val="0"/>
        </c:ser>
        <c:ser>
          <c:idx val="2"/>
          <c:order val="2"/>
          <c:tx>
            <c:strRef>
              <c:f>Sheet1!$D$1</c:f>
              <c:strCache>
                <c:ptCount val="1"/>
                <c:pt idx="0">
                  <c:v>Erroe - T1</c:v>
                </c:pt>
              </c:strCache>
            </c:strRef>
          </c:tx>
          <c:spPr>
            <a:ln w="19050">
              <a:solidFill>
                <a:schemeClr val="accent2">
                  <a:satMod val="150000"/>
                </a:schemeClr>
              </a:solidFill>
              <a:prstDash val="dash"/>
            </a:ln>
          </c:spPr>
          <c:marker>
            <c:symbol val="none"/>
          </c:marker>
          <c:xVal>
            <c:numRef>
              <c:f>Sheet1!$A$2:$A$30</c:f>
              <c:numCache>
                <c:formatCode>General</c:formatCode>
                <c:ptCount val="29"/>
                <c:pt idx="0">
                  <c:v>10000</c:v>
                </c:pt>
                <c:pt idx="1">
                  <c:v>9000</c:v>
                </c:pt>
                <c:pt idx="2">
                  <c:v>8000</c:v>
                </c:pt>
                <c:pt idx="3">
                  <c:v>7000</c:v>
                </c:pt>
                <c:pt idx="4">
                  <c:v>6000</c:v>
                </c:pt>
                <c:pt idx="5">
                  <c:v>5000</c:v>
                </c:pt>
                <c:pt idx="6">
                  <c:v>4000</c:v>
                </c:pt>
                <c:pt idx="7">
                  <c:v>3000</c:v>
                </c:pt>
                <c:pt idx="8">
                  <c:v>2000</c:v>
                </c:pt>
                <c:pt idx="9">
                  <c:v>2000</c:v>
                </c:pt>
                <c:pt idx="10">
                  <c:v>1000</c:v>
                </c:pt>
                <c:pt idx="11">
                  <c:v>500</c:v>
                </c:pt>
                <c:pt idx="12">
                  <c:v>500</c:v>
                </c:pt>
                <c:pt idx="13">
                  <c:v>0</c:v>
                </c:pt>
                <c:pt idx="14">
                  <c:v>0</c:v>
                </c:pt>
                <c:pt idx="15">
                  <c:v>0</c:v>
                </c:pt>
                <c:pt idx="16">
                  <c:v>500</c:v>
                </c:pt>
                <c:pt idx="17">
                  <c:v>500</c:v>
                </c:pt>
                <c:pt idx="18">
                  <c:v>1000</c:v>
                </c:pt>
                <c:pt idx="19">
                  <c:v>2000</c:v>
                </c:pt>
                <c:pt idx="20">
                  <c:v>2000</c:v>
                </c:pt>
                <c:pt idx="21">
                  <c:v>3000</c:v>
                </c:pt>
                <c:pt idx="22">
                  <c:v>4000</c:v>
                </c:pt>
                <c:pt idx="23">
                  <c:v>5000</c:v>
                </c:pt>
                <c:pt idx="24">
                  <c:v>6000</c:v>
                </c:pt>
                <c:pt idx="25">
                  <c:v>7000</c:v>
                </c:pt>
                <c:pt idx="26">
                  <c:v>8000</c:v>
                </c:pt>
                <c:pt idx="27">
                  <c:v>9000</c:v>
                </c:pt>
                <c:pt idx="28">
                  <c:v>10000</c:v>
                </c:pt>
              </c:numCache>
            </c:numRef>
          </c:xVal>
          <c:yVal>
            <c:numRef>
              <c:f>Sheet1!$D$2:$D$30</c:f>
              <c:numCache>
                <c:formatCode>General</c:formatCode>
                <c:ptCount val="29"/>
                <c:pt idx="0">
                  <c:v>0.8</c:v>
                </c:pt>
                <c:pt idx="1">
                  <c:v>0.89</c:v>
                </c:pt>
                <c:pt idx="2">
                  <c:v>0.97</c:v>
                </c:pt>
                <c:pt idx="3">
                  <c:v>1.01</c:v>
                </c:pt>
                <c:pt idx="4">
                  <c:v>1.03</c:v>
                </c:pt>
                <c:pt idx="5">
                  <c:v>1</c:v>
                </c:pt>
                <c:pt idx="6">
                  <c:v>0.89999999999999991</c:v>
                </c:pt>
                <c:pt idx="7">
                  <c:v>0.74</c:v>
                </c:pt>
                <c:pt idx="8">
                  <c:v>0.53</c:v>
                </c:pt>
                <c:pt idx="9">
                  <c:v>0.53</c:v>
                </c:pt>
                <c:pt idx="10">
                  <c:v>0.3</c:v>
                </c:pt>
                <c:pt idx="11">
                  <c:v>0.17</c:v>
                </c:pt>
                <c:pt idx="12">
                  <c:v>0.17</c:v>
                </c:pt>
                <c:pt idx="13">
                  <c:v>0</c:v>
                </c:pt>
                <c:pt idx="14">
                  <c:v>0</c:v>
                </c:pt>
                <c:pt idx="15">
                  <c:v>0</c:v>
                </c:pt>
                <c:pt idx="16">
                  <c:v>-0.09</c:v>
                </c:pt>
                <c:pt idx="17">
                  <c:v>-0.09</c:v>
                </c:pt>
                <c:pt idx="18">
                  <c:v>-0.14000000000000001</c:v>
                </c:pt>
                <c:pt idx="19">
                  <c:v>-0.21</c:v>
                </c:pt>
                <c:pt idx="20">
                  <c:v>-0.21</c:v>
                </c:pt>
                <c:pt idx="21">
                  <c:v>-0.26</c:v>
                </c:pt>
                <c:pt idx="22">
                  <c:v>-0.25999999999999995</c:v>
                </c:pt>
                <c:pt idx="23">
                  <c:v>-0.19999999999999996</c:v>
                </c:pt>
                <c:pt idx="24">
                  <c:v>-7.0000000000000062E-2</c:v>
                </c:pt>
                <c:pt idx="25">
                  <c:v>0.11000000000000004</c:v>
                </c:pt>
                <c:pt idx="26">
                  <c:v>0.31</c:v>
                </c:pt>
                <c:pt idx="27">
                  <c:v>0.54999999999999993</c:v>
                </c:pt>
                <c:pt idx="28">
                  <c:v>0.8</c:v>
                </c:pt>
              </c:numCache>
            </c:numRef>
          </c:yVal>
          <c:smooth val="0"/>
        </c:ser>
        <c:ser>
          <c:idx val="3"/>
          <c:order val="3"/>
          <c:tx>
            <c:strRef>
              <c:f>Sheet1!$E$1</c:f>
              <c:strCache>
                <c:ptCount val="1"/>
                <c:pt idx="0">
                  <c:v>Error - T2</c:v>
                </c:pt>
              </c:strCache>
            </c:strRef>
          </c:tx>
          <c:spPr>
            <a:ln w="19050">
              <a:solidFill>
                <a:schemeClr val="accent2">
                  <a:satMod val="150000"/>
                </a:schemeClr>
              </a:solidFill>
              <a:prstDash val="dash"/>
            </a:ln>
          </c:spPr>
          <c:marker>
            <c:symbol val="none"/>
          </c:marker>
          <c:xVal>
            <c:numRef>
              <c:f>Sheet1!$A$2:$A$30</c:f>
              <c:numCache>
                <c:formatCode>General</c:formatCode>
                <c:ptCount val="29"/>
                <c:pt idx="0">
                  <c:v>10000</c:v>
                </c:pt>
                <c:pt idx="1">
                  <c:v>9000</c:v>
                </c:pt>
                <c:pt idx="2">
                  <c:v>8000</c:v>
                </c:pt>
                <c:pt idx="3">
                  <c:v>7000</c:v>
                </c:pt>
                <c:pt idx="4">
                  <c:v>6000</c:v>
                </c:pt>
                <c:pt idx="5">
                  <c:v>5000</c:v>
                </c:pt>
                <c:pt idx="6">
                  <c:v>4000</c:v>
                </c:pt>
                <c:pt idx="7">
                  <c:v>3000</c:v>
                </c:pt>
                <c:pt idx="8">
                  <c:v>2000</c:v>
                </c:pt>
                <c:pt idx="9">
                  <c:v>2000</c:v>
                </c:pt>
                <c:pt idx="10">
                  <c:v>1000</c:v>
                </c:pt>
                <c:pt idx="11">
                  <c:v>500</c:v>
                </c:pt>
                <c:pt idx="12">
                  <c:v>500</c:v>
                </c:pt>
                <c:pt idx="13">
                  <c:v>0</c:v>
                </c:pt>
                <c:pt idx="14">
                  <c:v>0</c:v>
                </c:pt>
                <c:pt idx="15">
                  <c:v>0</c:v>
                </c:pt>
                <c:pt idx="16">
                  <c:v>500</c:v>
                </c:pt>
                <c:pt idx="17">
                  <c:v>500</c:v>
                </c:pt>
                <c:pt idx="18">
                  <c:v>1000</c:v>
                </c:pt>
                <c:pt idx="19">
                  <c:v>2000</c:v>
                </c:pt>
                <c:pt idx="20">
                  <c:v>2000</c:v>
                </c:pt>
                <c:pt idx="21">
                  <c:v>3000</c:v>
                </c:pt>
                <c:pt idx="22">
                  <c:v>4000</c:v>
                </c:pt>
                <c:pt idx="23">
                  <c:v>5000</c:v>
                </c:pt>
                <c:pt idx="24">
                  <c:v>6000</c:v>
                </c:pt>
                <c:pt idx="25">
                  <c:v>7000</c:v>
                </c:pt>
                <c:pt idx="26">
                  <c:v>8000</c:v>
                </c:pt>
                <c:pt idx="27">
                  <c:v>9000</c:v>
                </c:pt>
                <c:pt idx="28">
                  <c:v>10000</c:v>
                </c:pt>
              </c:numCache>
            </c:numRef>
          </c:xVal>
          <c:yVal>
            <c:numRef>
              <c:f>Sheet1!$E$2:$E$30</c:f>
              <c:numCache>
                <c:formatCode>General</c:formatCode>
                <c:ptCount val="29"/>
                <c:pt idx="0">
                  <c:v>-0.8</c:v>
                </c:pt>
                <c:pt idx="1">
                  <c:v>-0.54999999999999993</c:v>
                </c:pt>
                <c:pt idx="2">
                  <c:v>-0.31</c:v>
                </c:pt>
                <c:pt idx="3">
                  <c:v>-0.11000000000000004</c:v>
                </c:pt>
                <c:pt idx="4">
                  <c:v>7.0000000000000062E-2</c:v>
                </c:pt>
                <c:pt idx="5">
                  <c:v>0.19999999999999996</c:v>
                </c:pt>
                <c:pt idx="6">
                  <c:v>0.25999999999999995</c:v>
                </c:pt>
                <c:pt idx="7">
                  <c:v>0.26</c:v>
                </c:pt>
                <c:pt idx="8">
                  <c:v>0.21</c:v>
                </c:pt>
                <c:pt idx="9">
                  <c:v>0.21</c:v>
                </c:pt>
                <c:pt idx="10">
                  <c:v>0.14000000000000001</c:v>
                </c:pt>
                <c:pt idx="11">
                  <c:v>0.09</c:v>
                </c:pt>
                <c:pt idx="12">
                  <c:v>0.09</c:v>
                </c:pt>
                <c:pt idx="13">
                  <c:v>0</c:v>
                </c:pt>
                <c:pt idx="14">
                  <c:v>0</c:v>
                </c:pt>
                <c:pt idx="15">
                  <c:v>0</c:v>
                </c:pt>
                <c:pt idx="16">
                  <c:v>-0.17</c:v>
                </c:pt>
                <c:pt idx="17">
                  <c:v>-0.17</c:v>
                </c:pt>
                <c:pt idx="18">
                  <c:v>-0.3</c:v>
                </c:pt>
                <c:pt idx="19">
                  <c:v>-0.53</c:v>
                </c:pt>
                <c:pt idx="20">
                  <c:v>-0.53</c:v>
                </c:pt>
                <c:pt idx="21">
                  <c:v>-0.74</c:v>
                </c:pt>
                <c:pt idx="22">
                  <c:v>-0.89999999999999991</c:v>
                </c:pt>
                <c:pt idx="23">
                  <c:v>-1</c:v>
                </c:pt>
                <c:pt idx="24">
                  <c:v>-1.03</c:v>
                </c:pt>
                <c:pt idx="25">
                  <c:v>-1.01</c:v>
                </c:pt>
                <c:pt idx="26">
                  <c:v>-0.97</c:v>
                </c:pt>
                <c:pt idx="27">
                  <c:v>-0.89</c:v>
                </c:pt>
                <c:pt idx="28">
                  <c:v>-0.8</c:v>
                </c:pt>
              </c:numCache>
            </c:numRef>
          </c:yVal>
          <c:smooth val="0"/>
        </c:ser>
        <c:dLbls>
          <c:showLegendKey val="0"/>
          <c:showVal val="0"/>
          <c:showCatName val="0"/>
          <c:showSerName val="0"/>
          <c:showPercent val="0"/>
          <c:showBubbleSize val="0"/>
        </c:dLbls>
        <c:axId val="189356288"/>
        <c:axId val="189358464"/>
      </c:scatterChart>
      <c:valAx>
        <c:axId val="189356288"/>
        <c:scaling>
          <c:orientation val="minMax"/>
          <c:max val="10000"/>
          <c:min val="0"/>
        </c:scaling>
        <c:delete val="0"/>
        <c:axPos val="b"/>
        <c:title>
          <c:tx>
            <c:rich>
              <a:bodyPr/>
              <a:lstStyle/>
              <a:p>
                <a:pPr>
                  <a:defRPr/>
                </a:pPr>
                <a:r>
                  <a:rPr lang="en-US" altLang="zh-CN" dirty="0" smtClean="0"/>
                  <a:t>Load (v)</a:t>
                </a:r>
                <a:endParaRPr lang="zh-CN" altLang="en-US" dirty="0"/>
              </a:p>
            </c:rich>
          </c:tx>
          <c:layout>
            <c:manualLayout>
              <c:xMode val="edge"/>
              <c:yMode val="edge"/>
              <c:x val="0.47489002525252527"/>
              <c:y val="0.70458893369175624"/>
            </c:manualLayout>
          </c:layout>
          <c:overlay val="0"/>
        </c:title>
        <c:numFmt formatCode="General" sourceLinked="1"/>
        <c:majorTickMark val="out"/>
        <c:minorTickMark val="none"/>
        <c:tickLblPos val="nextTo"/>
        <c:crossAx val="189358464"/>
        <c:crosses val="autoZero"/>
        <c:crossBetween val="midCat"/>
      </c:valAx>
      <c:valAx>
        <c:axId val="189358464"/>
        <c:scaling>
          <c:orientation val="minMax"/>
        </c:scaling>
        <c:delete val="0"/>
        <c:axPos val="l"/>
        <c:title>
          <c:tx>
            <c:rich>
              <a:bodyPr rot="-5400000" vert="horz"/>
              <a:lstStyle/>
              <a:p>
                <a:pPr>
                  <a:defRPr/>
                </a:pPr>
                <a:r>
                  <a:rPr lang="en-US" altLang="zh-CN" dirty="0" err="1" smtClean="0"/>
                  <a:t>mpe</a:t>
                </a:r>
                <a:r>
                  <a:rPr lang="en-US" altLang="zh-CN" dirty="0" smtClean="0"/>
                  <a:t> (v)</a:t>
                </a:r>
              </a:p>
            </c:rich>
          </c:tx>
          <c:layout/>
          <c:overlay val="0"/>
        </c:title>
        <c:numFmt formatCode="General" sourceLinked="1"/>
        <c:majorTickMark val="out"/>
        <c:minorTickMark val="none"/>
        <c:tickLblPos val="nextTo"/>
        <c:crossAx val="189356288"/>
        <c:crosses val="autoZero"/>
        <c:crossBetween val="midCat"/>
      </c:valAx>
    </c:plotArea>
    <c:legend>
      <c:legendPos val="b"/>
      <c:layout>
        <c:manualLayout>
          <c:xMode val="edge"/>
          <c:yMode val="edge"/>
          <c:x val="0.1555070707070707"/>
          <c:y val="0.88076993727598563"/>
          <c:w val="0.78519797979797978"/>
          <c:h val="7.3710349462365585E-2"/>
        </c:manualLayout>
      </c:layout>
      <c:overlay val="0"/>
    </c:legend>
    <c:plotVisOnly val="1"/>
    <c:dispBlanksAs val="gap"/>
    <c:showDLblsOverMax val="0"/>
  </c:chart>
  <c:txPr>
    <a:bodyPr/>
    <a:lstStyle/>
    <a:p>
      <a:pPr>
        <a:defRPr sz="1800"/>
      </a:pPr>
      <a:endParaRPr lang="zh-CN"/>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2.4042582260209812E-2"/>
          <c:y val="4.7736245954692558E-2"/>
          <c:w val="0.92461129259890429"/>
          <c:h val="0.86107392293973339"/>
        </c:manualLayout>
      </c:layout>
      <c:scatterChart>
        <c:scatterStyle val="lineMarker"/>
        <c:varyColors val="0"/>
        <c:ser>
          <c:idx val="5"/>
          <c:order val="0"/>
          <c:tx>
            <c:strRef>
              <c:f>Sheet1!$G$1</c:f>
              <c:strCache>
                <c:ptCount val="1"/>
                <c:pt idx="0">
                  <c:v>x - gross</c:v>
                </c:pt>
              </c:strCache>
            </c:strRef>
          </c:tx>
          <c:spPr>
            <a:ln w="22225">
              <a:solidFill>
                <a:schemeClr val="tx1"/>
              </a:solidFill>
              <a:prstDash val="dash"/>
            </a:ln>
          </c:spPr>
          <c:marker>
            <c:symbol val="none"/>
          </c:marker>
          <c:xVal>
            <c:numRef>
              <c:f>Sheet1!$A$2:$A$20</c:f>
              <c:numCache>
                <c:formatCode>General</c:formatCode>
                <c:ptCount val="19"/>
                <c:pt idx="0">
                  <c:v>15</c:v>
                </c:pt>
                <c:pt idx="1">
                  <c:v>12.5</c:v>
                </c:pt>
                <c:pt idx="2">
                  <c:v>10</c:v>
                </c:pt>
                <c:pt idx="3">
                  <c:v>10</c:v>
                </c:pt>
                <c:pt idx="4">
                  <c:v>7.5</c:v>
                </c:pt>
                <c:pt idx="5">
                  <c:v>5</c:v>
                </c:pt>
                <c:pt idx="6">
                  <c:v>2.5</c:v>
                </c:pt>
                <c:pt idx="7">
                  <c:v>2.5</c:v>
                </c:pt>
                <c:pt idx="8">
                  <c:v>0</c:v>
                </c:pt>
                <c:pt idx="9">
                  <c:v>0</c:v>
                </c:pt>
                <c:pt idx="10">
                  <c:v>0</c:v>
                </c:pt>
                <c:pt idx="11">
                  <c:v>2.5</c:v>
                </c:pt>
                <c:pt idx="12">
                  <c:v>2.5</c:v>
                </c:pt>
                <c:pt idx="13">
                  <c:v>5</c:v>
                </c:pt>
                <c:pt idx="14">
                  <c:v>7.5</c:v>
                </c:pt>
                <c:pt idx="15">
                  <c:v>10</c:v>
                </c:pt>
                <c:pt idx="16">
                  <c:v>10</c:v>
                </c:pt>
                <c:pt idx="17">
                  <c:v>12.5</c:v>
                </c:pt>
                <c:pt idx="18">
                  <c:v>15</c:v>
                </c:pt>
              </c:numCache>
            </c:numRef>
          </c:xVal>
          <c:yVal>
            <c:numRef>
              <c:f>Sheet1!$G$2:$G$20</c:f>
              <c:numCache>
                <c:formatCode>General</c:formatCode>
                <c:ptCount val="19"/>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numCache>
            </c:numRef>
          </c:yVal>
          <c:smooth val="0"/>
        </c:ser>
        <c:ser>
          <c:idx val="4"/>
          <c:order val="1"/>
          <c:tx>
            <c:strRef>
              <c:f>Sheet1!$F$1</c:f>
              <c:strCache>
                <c:ptCount val="1"/>
                <c:pt idx="0">
                  <c:v>y - gross</c:v>
                </c:pt>
              </c:strCache>
            </c:strRef>
          </c:tx>
          <c:spPr>
            <a:ln>
              <a:solidFill>
                <a:schemeClr val="tx1"/>
              </a:solidFill>
              <a:prstDash val="dash"/>
            </a:ln>
          </c:spPr>
          <c:marker>
            <c:symbol val="none"/>
          </c:marker>
          <c:xVal>
            <c:numRef>
              <c:f>Sheet1!$A$2:$A$20</c:f>
              <c:numCache>
                <c:formatCode>General</c:formatCode>
                <c:ptCount val="19"/>
                <c:pt idx="0">
                  <c:v>15</c:v>
                </c:pt>
                <c:pt idx="1">
                  <c:v>12.5</c:v>
                </c:pt>
                <c:pt idx="2">
                  <c:v>10</c:v>
                </c:pt>
                <c:pt idx="3">
                  <c:v>10</c:v>
                </c:pt>
                <c:pt idx="4">
                  <c:v>7.5</c:v>
                </c:pt>
                <c:pt idx="5">
                  <c:v>5</c:v>
                </c:pt>
                <c:pt idx="6">
                  <c:v>2.5</c:v>
                </c:pt>
                <c:pt idx="7">
                  <c:v>2.5</c:v>
                </c:pt>
                <c:pt idx="8">
                  <c:v>0</c:v>
                </c:pt>
                <c:pt idx="9">
                  <c:v>0</c:v>
                </c:pt>
                <c:pt idx="10">
                  <c:v>0</c:v>
                </c:pt>
                <c:pt idx="11">
                  <c:v>2.5</c:v>
                </c:pt>
                <c:pt idx="12">
                  <c:v>2.5</c:v>
                </c:pt>
                <c:pt idx="13">
                  <c:v>5</c:v>
                </c:pt>
                <c:pt idx="14">
                  <c:v>7.5</c:v>
                </c:pt>
                <c:pt idx="15">
                  <c:v>10</c:v>
                </c:pt>
                <c:pt idx="16">
                  <c:v>10</c:v>
                </c:pt>
                <c:pt idx="17">
                  <c:v>12.5</c:v>
                </c:pt>
                <c:pt idx="18">
                  <c:v>15</c:v>
                </c:pt>
              </c:numCache>
            </c:numRef>
          </c:xVal>
          <c:yVal>
            <c:numRef>
              <c:f>Sheet1!$F$2:$F$20</c:f>
              <c:numCache>
                <c:formatCode>General</c:formatCode>
                <c:ptCount val="19"/>
                <c:pt idx="0">
                  <c:v>#N/A</c:v>
                </c:pt>
                <c:pt idx="1">
                  <c:v>#N/A</c:v>
                </c:pt>
                <c:pt idx="2">
                  <c:v>#N/A</c:v>
                </c:pt>
                <c:pt idx="3">
                  <c:v>#N/A</c:v>
                </c:pt>
                <c:pt idx="4">
                  <c:v>#N/A</c:v>
                </c:pt>
                <c:pt idx="5">
                  <c:v>#N/A</c:v>
                </c:pt>
                <c:pt idx="6">
                  <c:v>#N/A</c:v>
                </c:pt>
                <c:pt idx="7">
                  <c:v>#N/A</c:v>
                </c:pt>
                <c:pt idx="8">
                  <c:v>10</c:v>
                </c:pt>
                <c:pt idx="9">
                  <c:v>0</c:v>
                </c:pt>
                <c:pt idx="10">
                  <c:v>-10</c:v>
                </c:pt>
                <c:pt idx="11">
                  <c:v>#N/A</c:v>
                </c:pt>
                <c:pt idx="12">
                  <c:v>#N/A</c:v>
                </c:pt>
                <c:pt idx="13">
                  <c:v>#N/A</c:v>
                </c:pt>
                <c:pt idx="14">
                  <c:v>#N/A</c:v>
                </c:pt>
                <c:pt idx="15">
                  <c:v>#N/A</c:v>
                </c:pt>
                <c:pt idx="16">
                  <c:v>#N/A</c:v>
                </c:pt>
                <c:pt idx="17">
                  <c:v>#N/A</c:v>
                </c:pt>
                <c:pt idx="18">
                  <c:v>#N/A</c:v>
                </c:pt>
              </c:numCache>
            </c:numRef>
          </c:yVal>
          <c:smooth val="0"/>
        </c:ser>
        <c:ser>
          <c:idx val="3"/>
          <c:order val="2"/>
          <c:tx>
            <c:strRef>
              <c:f>Sheet1!$E$1</c:f>
              <c:strCache>
                <c:ptCount val="1"/>
                <c:pt idx="0">
                  <c:v>mpe-gross</c:v>
                </c:pt>
              </c:strCache>
            </c:strRef>
          </c:tx>
          <c:spPr>
            <a:ln w="28575">
              <a:solidFill>
                <a:schemeClr val="accent4">
                  <a:lumMod val="50000"/>
                </a:schemeClr>
              </a:solidFill>
              <a:prstDash val="dash"/>
            </a:ln>
          </c:spPr>
          <c:marker>
            <c:symbol val="none"/>
          </c:marker>
          <c:xVal>
            <c:numRef>
              <c:f>Sheet1!$A$2:$A$20</c:f>
              <c:numCache>
                <c:formatCode>General</c:formatCode>
                <c:ptCount val="19"/>
                <c:pt idx="0">
                  <c:v>15</c:v>
                </c:pt>
                <c:pt idx="1">
                  <c:v>12.5</c:v>
                </c:pt>
                <c:pt idx="2">
                  <c:v>10</c:v>
                </c:pt>
                <c:pt idx="3">
                  <c:v>10</c:v>
                </c:pt>
                <c:pt idx="4">
                  <c:v>7.5</c:v>
                </c:pt>
                <c:pt idx="5">
                  <c:v>5</c:v>
                </c:pt>
                <c:pt idx="6">
                  <c:v>2.5</c:v>
                </c:pt>
                <c:pt idx="7">
                  <c:v>2.5</c:v>
                </c:pt>
                <c:pt idx="8">
                  <c:v>0</c:v>
                </c:pt>
                <c:pt idx="9">
                  <c:v>0</c:v>
                </c:pt>
                <c:pt idx="10">
                  <c:v>0</c:v>
                </c:pt>
                <c:pt idx="11">
                  <c:v>2.5</c:v>
                </c:pt>
                <c:pt idx="12">
                  <c:v>2.5</c:v>
                </c:pt>
                <c:pt idx="13">
                  <c:v>5</c:v>
                </c:pt>
                <c:pt idx="14">
                  <c:v>7.5</c:v>
                </c:pt>
                <c:pt idx="15">
                  <c:v>10</c:v>
                </c:pt>
                <c:pt idx="16">
                  <c:v>10</c:v>
                </c:pt>
                <c:pt idx="17">
                  <c:v>12.5</c:v>
                </c:pt>
                <c:pt idx="18">
                  <c:v>15</c:v>
                </c:pt>
              </c:numCache>
            </c:numRef>
          </c:xVal>
          <c:yVal>
            <c:numRef>
              <c:f>Sheet1!$E$2:$E$20</c:f>
              <c:numCache>
                <c:formatCode>General</c:formatCode>
                <c:ptCount val="19"/>
                <c:pt idx="0">
                  <c:v>7.5</c:v>
                </c:pt>
                <c:pt idx="1">
                  <c:v>7.5</c:v>
                </c:pt>
                <c:pt idx="2">
                  <c:v>7.5</c:v>
                </c:pt>
                <c:pt idx="3">
                  <c:v>5</c:v>
                </c:pt>
                <c:pt idx="4">
                  <c:v>5</c:v>
                </c:pt>
                <c:pt idx="5">
                  <c:v>5</c:v>
                </c:pt>
                <c:pt idx="6">
                  <c:v>5</c:v>
                </c:pt>
                <c:pt idx="7">
                  <c:v>2.5</c:v>
                </c:pt>
                <c:pt idx="8">
                  <c:v>2.5</c:v>
                </c:pt>
                <c:pt idx="10">
                  <c:v>-2.5</c:v>
                </c:pt>
                <c:pt idx="11">
                  <c:v>-2.5</c:v>
                </c:pt>
                <c:pt idx="12">
                  <c:v>-5</c:v>
                </c:pt>
                <c:pt idx="13">
                  <c:v>-5</c:v>
                </c:pt>
                <c:pt idx="14">
                  <c:v>-5</c:v>
                </c:pt>
                <c:pt idx="15">
                  <c:v>-5</c:v>
                </c:pt>
                <c:pt idx="16">
                  <c:v>-7.5</c:v>
                </c:pt>
                <c:pt idx="17">
                  <c:v>-7.5</c:v>
                </c:pt>
                <c:pt idx="18">
                  <c:v>-7.5</c:v>
                </c:pt>
              </c:numCache>
            </c:numRef>
          </c:yVal>
          <c:smooth val="0"/>
        </c:ser>
        <c:ser>
          <c:idx val="0"/>
          <c:order val="3"/>
          <c:tx>
            <c:strRef>
              <c:f>Sheet1!$B$1</c:f>
              <c:strCache>
                <c:ptCount val="1"/>
                <c:pt idx="0">
                  <c:v>Error(gross)</c:v>
                </c:pt>
              </c:strCache>
            </c:strRef>
          </c:tx>
          <c:spPr>
            <a:ln w="19050">
              <a:solidFill>
                <a:schemeClr val="tx1"/>
              </a:solidFill>
            </a:ln>
          </c:spPr>
          <c:marker>
            <c:symbol val="none"/>
          </c:marker>
          <c:dPt>
            <c:idx val="4"/>
            <c:marker>
              <c:symbol val="circle"/>
              <c:size val="10"/>
              <c:spPr>
                <a:solidFill>
                  <a:schemeClr val="tx1"/>
                </a:solidFill>
              </c:spPr>
            </c:marker>
            <c:bubble3D val="0"/>
          </c:dPt>
          <c:dPt>
            <c:idx val="14"/>
            <c:marker>
              <c:symbol val="circle"/>
              <c:size val="10"/>
              <c:spPr>
                <a:solidFill>
                  <a:schemeClr val="tx1"/>
                </a:solidFill>
              </c:spPr>
            </c:marker>
            <c:bubble3D val="0"/>
          </c:dPt>
          <c:xVal>
            <c:numRef>
              <c:f>Sheet1!$A$2:$A$20</c:f>
              <c:numCache>
                <c:formatCode>General</c:formatCode>
                <c:ptCount val="19"/>
                <c:pt idx="0">
                  <c:v>15</c:v>
                </c:pt>
                <c:pt idx="1">
                  <c:v>12.5</c:v>
                </c:pt>
                <c:pt idx="2">
                  <c:v>10</c:v>
                </c:pt>
                <c:pt idx="3">
                  <c:v>10</c:v>
                </c:pt>
                <c:pt idx="4">
                  <c:v>7.5</c:v>
                </c:pt>
                <c:pt idx="5">
                  <c:v>5</c:v>
                </c:pt>
                <c:pt idx="6">
                  <c:v>2.5</c:v>
                </c:pt>
                <c:pt idx="7">
                  <c:v>2.5</c:v>
                </c:pt>
                <c:pt idx="8">
                  <c:v>0</c:v>
                </c:pt>
                <c:pt idx="9">
                  <c:v>0</c:v>
                </c:pt>
                <c:pt idx="10">
                  <c:v>0</c:v>
                </c:pt>
                <c:pt idx="11">
                  <c:v>2.5</c:v>
                </c:pt>
                <c:pt idx="12">
                  <c:v>2.5</c:v>
                </c:pt>
                <c:pt idx="13">
                  <c:v>5</c:v>
                </c:pt>
                <c:pt idx="14">
                  <c:v>7.5</c:v>
                </c:pt>
                <c:pt idx="15">
                  <c:v>10</c:v>
                </c:pt>
                <c:pt idx="16">
                  <c:v>10</c:v>
                </c:pt>
                <c:pt idx="17">
                  <c:v>12.5</c:v>
                </c:pt>
                <c:pt idx="18">
                  <c:v>15</c:v>
                </c:pt>
              </c:numCache>
            </c:numRef>
          </c:xVal>
          <c:yVal>
            <c:numRef>
              <c:f>Sheet1!$B$2:$B$20</c:f>
              <c:numCache>
                <c:formatCode>General</c:formatCode>
                <c:ptCount val="19"/>
                <c:pt idx="0">
                  <c:v>0</c:v>
                </c:pt>
                <c:pt idx="1">
                  <c:v>1.2</c:v>
                </c:pt>
                <c:pt idx="2">
                  <c:v>2.15</c:v>
                </c:pt>
                <c:pt idx="3">
                  <c:v>2.15</c:v>
                </c:pt>
                <c:pt idx="4">
                  <c:v>2.5</c:v>
                </c:pt>
                <c:pt idx="5">
                  <c:v>2.15</c:v>
                </c:pt>
                <c:pt idx="6">
                  <c:v>1.2</c:v>
                </c:pt>
                <c:pt idx="7">
                  <c:v>1.2</c:v>
                </c:pt>
                <c:pt idx="8">
                  <c:v>0</c:v>
                </c:pt>
                <c:pt idx="10">
                  <c:v>0</c:v>
                </c:pt>
                <c:pt idx="11">
                  <c:v>-1.2</c:v>
                </c:pt>
                <c:pt idx="12">
                  <c:v>-1.2</c:v>
                </c:pt>
                <c:pt idx="13">
                  <c:v>-2.15</c:v>
                </c:pt>
                <c:pt idx="14">
                  <c:v>-2.5</c:v>
                </c:pt>
                <c:pt idx="15">
                  <c:v>-2.15</c:v>
                </c:pt>
                <c:pt idx="16">
                  <c:v>-2.15</c:v>
                </c:pt>
                <c:pt idx="17">
                  <c:v>-1.2</c:v>
                </c:pt>
                <c:pt idx="18">
                  <c:v>0</c:v>
                </c:pt>
              </c:numCache>
            </c:numRef>
          </c:yVal>
          <c:smooth val="1"/>
        </c:ser>
        <c:dLbls>
          <c:showLegendKey val="0"/>
          <c:showVal val="0"/>
          <c:showCatName val="0"/>
          <c:showSerName val="0"/>
          <c:showPercent val="0"/>
          <c:showBubbleSize val="0"/>
        </c:dLbls>
        <c:axId val="189443072"/>
        <c:axId val="189453056"/>
      </c:scatterChart>
      <c:valAx>
        <c:axId val="189443072"/>
        <c:scaling>
          <c:orientation val="minMax"/>
          <c:max val="15"/>
          <c:min val="0"/>
        </c:scaling>
        <c:delete val="0"/>
        <c:axPos val="b"/>
        <c:numFmt formatCode="General" sourceLinked="1"/>
        <c:majorTickMark val="out"/>
        <c:minorTickMark val="none"/>
        <c:tickLblPos val="low"/>
        <c:spPr>
          <a:ln w="19050"/>
        </c:spPr>
        <c:txPr>
          <a:bodyPr/>
          <a:lstStyle/>
          <a:p>
            <a:pPr>
              <a:defRPr sz="1600"/>
            </a:pPr>
            <a:endParaRPr lang="zh-CN"/>
          </a:p>
        </c:txPr>
        <c:crossAx val="189453056"/>
        <c:crossesAt val="0"/>
        <c:crossBetween val="midCat"/>
        <c:majorUnit val="2.5"/>
        <c:minorUnit val="2.5"/>
      </c:valAx>
      <c:valAx>
        <c:axId val="189453056"/>
        <c:scaling>
          <c:orientation val="minMax"/>
          <c:max val="10"/>
          <c:min val="-10"/>
        </c:scaling>
        <c:delete val="0"/>
        <c:axPos val="l"/>
        <c:numFmt formatCode="General" sourceLinked="1"/>
        <c:majorTickMark val="out"/>
        <c:minorTickMark val="none"/>
        <c:tickLblPos val="nextTo"/>
        <c:spPr>
          <a:ln w="15875"/>
        </c:spPr>
        <c:txPr>
          <a:bodyPr/>
          <a:lstStyle/>
          <a:p>
            <a:pPr>
              <a:defRPr sz="1600"/>
            </a:pPr>
            <a:endParaRPr lang="zh-CN"/>
          </a:p>
        </c:txPr>
        <c:crossAx val="189443072"/>
        <c:crossesAt val="0"/>
        <c:crossBetween val="midCat"/>
        <c:majorUnit val="5"/>
        <c:minorUnit val="5"/>
      </c:valAx>
    </c:plotArea>
    <c:legend>
      <c:legendPos val="r"/>
      <c:legendEntry>
        <c:idx val="0"/>
        <c:delete val="1"/>
      </c:legendEntry>
      <c:legendEntry>
        <c:idx val="1"/>
        <c:delete val="1"/>
      </c:legendEntry>
      <c:layout>
        <c:manualLayout>
          <c:xMode val="edge"/>
          <c:yMode val="edge"/>
          <c:x val="0.18442706262417835"/>
          <c:y val="1.9814814814814738E-4"/>
          <c:w val="0.44209593139197989"/>
          <c:h val="0.17224861643133352"/>
        </c:manualLayout>
      </c:layout>
      <c:overlay val="0"/>
      <c:txPr>
        <a:bodyPr/>
        <a:lstStyle/>
        <a:p>
          <a:pPr>
            <a:defRPr sz="1600"/>
          </a:pPr>
          <a:endParaRPr lang="zh-CN"/>
        </a:p>
      </c:txPr>
    </c:legend>
    <c:plotVisOnly val="1"/>
    <c:dispBlanksAs val="gap"/>
    <c:showDLblsOverMax val="0"/>
  </c:chart>
  <c:txPr>
    <a:bodyPr/>
    <a:lstStyle/>
    <a:p>
      <a:pPr>
        <a:defRPr sz="1800"/>
      </a:pPr>
      <a:endParaRPr lang="zh-CN"/>
    </a:p>
  </c:txPr>
  <c:externalData r:id="rId1">
    <c:autoUpdate val="0"/>
  </c:externalData>
  <c:userShapes r:id="rId2"/>
</c:chartSpace>
</file>

<file path=ppt/charts/chart4.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2.4042582260209812E-2"/>
          <c:y val="4.7736245954692558E-2"/>
          <c:w val="0.92461129259890429"/>
          <c:h val="0.86107392293973339"/>
        </c:manualLayout>
      </c:layout>
      <c:scatterChart>
        <c:scatterStyle val="lineMarker"/>
        <c:varyColors val="0"/>
        <c:ser>
          <c:idx val="4"/>
          <c:order val="0"/>
          <c:tx>
            <c:strRef>
              <c:f>Sheet1!$F$1</c:f>
              <c:strCache>
                <c:ptCount val="1"/>
                <c:pt idx="0">
                  <c:v>y - gross</c:v>
                </c:pt>
              </c:strCache>
            </c:strRef>
          </c:tx>
          <c:spPr>
            <a:ln>
              <a:solidFill>
                <a:schemeClr val="tx1"/>
              </a:solidFill>
              <a:prstDash val="dash"/>
            </a:ln>
          </c:spPr>
          <c:marker>
            <c:symbol val="none"/>
          </c:marker>
          <c:xVal>
            <c:numRef>
              <c:f>Sheet1!$A$2:$A$20</c:f>
              <c:numCache>
                <c:formatCode>General</c:formatCode>
                <c:ptCount val="19"/>
                <c:pt idx="0">
                  <c:v>15</c:v>
                </c:pt>
                <c:pt idx="1">
                  <c:v>12.5</c:v>
                </c:pt>
                <c:pt idx="2">
                  <c:v>10</c:v>
                </c:pt>
                <c:pt idx="3">
                  <c:v>10</c:v>
                </c:pt>
                <c:pt idx="4">
                  <c:v>7.5</c:v>
                </c:pt>
                <c:pt idx="5">
                  <c:v>5</c:v>
                </c:pt>
                <c:pt idx="6">
                  <c:v>2.5</c:v>
                </c:pt>
                <c:pt idx="7">
                  <c:v>2.5</c:v>
                </c:pt>
                <c:pt idx="8">
                  <c:v>0</c:v>
                </c:pt>
                <c:pt idx="9">
                  <c:v>0</c:v>
                </c:pt>
                <c:pt idx="10">
                  <c:v>0</c:v>
                </c:pt>
                <c:pt idx="11">
                  <c:v>2.5</c:v>
                </c:pt>
                <c:pt idx="12">
                  <c:v>2.5</c:v>
                </c:pt>
                <c:pt idx="13">
                  <c:v>5</c:v>
                </c:pt>
                <c:pt idx="14">
                  <c:v>7.5</c:v>
                </c:pt>
                <c:pt idx="15">
                  <c:v>10</c:v>
                </c:pt>
                <c:pt idx="16">
                  <c:v>10</c:v>
                </c:pt>
                <c:pt idx="17">
                  <c:v>12.5</c:v>
                </c:pt>
                <c:pt idx="18">
                  <c:v>15</c:v>
                </c:pt>
              </c:numCache>
            </c:numRef>
          </c:xVal>
          <c:yVal>
            <c:numRef>
              <c:f>Sheet1!$F$2:$F$20</c:f>
              <c:numCache>
                <c:formatCode>General</c:formatCode>
                <c:ptCount val="19"/>
                <c:pt idx="0">
                  <c:v>#N/A</c:v>
                </c:pt>
                <c:pt idx="1">
                  <c:v>#N/A</c:v>
                </c:pt>
                <c:pt idx="2">
                  <c:v>#N/A</c:v>
                </c:pt>
                <c:pt idx="3">
                  <c:v>#N/A</c:v>
                </c:pt>
                <c:pt idx="4">
                  <c:v>#N/A</c:v>
                </c:pt>
                <c:pt idx="5">
                  <c:v>#N/A</c:v>
                </c:pt>
                <c:pt idx="6">
                  <c:v>#N/A</c:v>
                </c:pt>
                <c:pt idx="7">
                  <c:v>#N/A</c:v>
                </c:pt>
                <c:pt idx="8">
                  <c:v>10</c:v>
                </c:pt>
                <c:pt idx="9">
                  <c:v>0</c:v>
                </c:pt>
                <c:pt idx="10">
                  <c:v>-10</c:v>
                </c:pt>
                <c:pt idx="11">
                  <c:v>#N/A</c:v>
                </c:pt>
                <c:pt idx="12">
                  <c:v>#N/A</c:v>
                </c:pt>
                <c:pt idx="13">
                  <c:v>#N/A</c:v>
                </c:pt>
                <c:pt idx="14">
                  <c:v>#N/A</c:v>
                </c:pt>
                <c:pt idx="15">
                  <c:v>#N/A</c:v>
                </c:pt>
                <c:pt idx="16">
                  <c:v>#N/A</c:v>
                </c:pt>
                <c:pt idx="17">
                  <c:v>#N/A</c:v>
                </c:pt>
                <c:pt idx="18">
                  <c:v>#N/A</c:v>
                </c:pt>
              </c:numCache>
            </c:numRef>
          </c:yVal>
          <c:smooth val="0"/>
        </c:ser>
        <c:ser>
          <c:idx val="3"/>
          <c:order val="1"/>
          <c:tx>
            <c:strRef>
              <c:f>Sheet1!$E$1</c:f>
              <c:strCache>
                <c:ptCount val="1"/>
                <c:pt idx="0">
                  <c:v>mpe-gross</c:v>
                </c:pt>
              </c:strCache>
            </c:strRef>
          </c:tx>
          <c:spPr>
            <a:ln w="28575">
              <a:solidFill>
                <a:schemeClr val="accent4">
                  <a:lumMod val="50000"/>
                </a:schemeClr>
              </a:solidFill>
              <a:prstDash val="dash"/>
            </a:ln>
          </c:spPr>
          <c:marker>
            <c:symbol val="none"/>
          </c:marker>
          <c:xVal>
            <c:numRef>
              <c:f>Sheet1!$A$2:$A$20</c:f>
              <c:numCache>
                <c:formatCode>General</c:formatCode>
                <c:ptCount val="19"/>
                <c:pt idx="0">
                  <c:v>15</c:v>
                </c:pt>
                <c:pt idx="1">
                  <c:v>12.5</c:v>
                </c:pt>
                <c:pt idx="2">
                  <c:v>10</c:v>
                </c:pt>
                <c:pt idx="3">
                  <c:v>10</c:v>
                </c:pt>
                <c:pt idx="4">
                  <c:v>7.5</c:v>
                </c:pt>
                <c:pt idx="5">
                  <c:v>5</c:v>
                </c:pt>
                <c:pt idx="6">
                  <c:v>2.5</c:v>
                </c:pt>
                <c:pt idx="7">
                  <c:v>2.5</c:v>
                </c:pt>
                <c:pt idx="8">
                  <c:v>0</c:v>
                </c:pt>
                <c:pt idx="9">
                  <c:v>0</c:v>
                </c:pt>
                <c:pt idx="10">
                  <c:v>0</c:v>
                </c:pt>
                <c:pt idx="11">
                  <c:v>2.5</c:v>
                </c:pt>
                <c:pt idx="12">
                  <c:v>2.5</c:v>
                </c:pt>
                <c:pt idx="13">
                  <c:v>5</c:v>
                </c:pt>
                <c:pt idx="14">
                  <c:v>7.5</c:v>
                </c:pt>
                <c:pt idx="15">
                  <c:v>10</c:v>
                </c:pt>
                <c:pt idx="16">
                  <c:v>10</c:v>
                </c:pt>
                <c:pt idx="17">
                  <c:v>12.5</c:v>
                </c:pt>
                <c:pt idx="18">
                  <c:v>15</c:v>
                </c:pt>
              </c:numCache>
            </c:numRef>
          </c:xVal>
          <c:yVal>
            <c:numRef>
              <c:f>Sheet1!$E$2:$E$20</c:f>
              <c:numCache>
                <c:formatCode>General</c:formatCode>
                <c:ptCount val="19"/>
                <c:pt idx="0">
                  <c:v>7.5</c:v>
                </c:pt>
                <c:pt idx="1">
                  <c:v>7.5</c:v>
                </c:pt>
                <c:pt idx="2">
                  <c:v>7.5</c:v>
                </c:pt>
                <c:pt idx="3">
                  <c:v>5</c:v>
                </c:pt>
                <c:pt idx="4">
                  <c:v>5</c:v>
                </c:pt>
                <c:pt idx="5">
                  <c:v>5</c:v>
                </c:pt>
                <c:pt idx="6">
                  <c:v>5</c:v>
                </c:pt>
                <c:pt idx="7">
                  <c:v>2.5</c:v>
                </c:pt>
                <c:pt idx="8">
                  <c:v>2.5</c:v>
                </c:pt>
                <c:pt idx="10">
                  <c:v>-2.5</c:v>
                </c:pt>
                <c:pt idx="11">
                  <c:v>-2.5</c:v>
                </c:pt>
                <c:pt idx="12">
                  <c:v>-5</c:v>
                </c:pt>
                <c:pt idx="13">
                  <c:v>-5</c:v>
                </c:pt>
                <c:pt idx="14">
                  <c:v>-5</c:v>
                </c:pt>
                <c:pt idx="15">
                  <c:v>-5</c:v>
                </c:pt>
                <c:pt idx="16">
                  <c:v>-7.5</c:v>
                </c:pt>
                <c:pt idx="17">
                  <c:v>-7.5</c:v>
                </c:pt>
                <c:pt idx="18">
                  <c:v>-7.5</c:v>
                </c:pt>
              </c:numCache>
            </c:numRef>
          </c:yVal>
          <c:smooth val="0"/>
        </c:ser>
        <c:ser>
          <c:idx val="0"/>
          <c:order val="2"/>
          <c:tx>
            <c:strRef>
              <c:f>Sheet1!$B$1</c:f>
              <c:strCache>
                <c:ptCount val="1"/>
                <c:pt idx="0">
                  <c:v>Error(gross)</c:v>
                </c:pt>
              </c:strCache>
            </c:strRef>
          </c:tx>
          <c:spPr>
            <a:ln w="34925">
              <a:solidFill>
                <a:schemeClr val="tx1"/>
              </a:solidFill>
            </a:ln>
          </c:spPr>
          <c:marker>
            <c:symbol val="none"/>
          </c:marker>
          <c:xVal>
            <c:numRef>
              <c:f>Sheet1!$A$2:$A$20</c:f>
              <c:numCache>
                <c:formatCode>General</c:formatCode>
                <c:ptCount val="19"/>
                <c:pt idx="0">
                  <c:v>15</c:v>
                </c:pt>
                <c:pt idx="1">
                  <c:v>12.5</c:v>
                </c:pt>
                <c:pt idx="2">
                  <c:v>10</c:v>
                </c:pt>
                <c:pt idx="3">
                  <c:v>10</c:v>
                </c:pt>
                <c:pt idx="4">
                  <c:v>7.5</c:v>
                </c:pt>
                <c:pt idx="5">
                  <c:v>5</c:v>
                </c:pt>
                <c:pt idx="6">
                  <c:v>2.5</c:v>
                </c:pt>
                <c:pt idx="7">
                  <c:v>2.5</c:v>
                </c:pt>
                <c:pt idx="8">
                  <c:v>0</c:v>
                </c:pt>
                <c:pt idx="9">
                  <c:v>0</c:v>
                </c:pt>
                <c:pt idx="10">
                  <c:v>0</c:v>
                </c:pt>
                <c:pt idx="11">
                  <c:v>2.5</c:v>
                </c:pt>
                <c:pt idx="12">
                  <c:v>2.5</c:v>
                </c:pt>
                <c:pt idx="13">
                  <c:v>5</c:v>
                </c:pt>
                <c:pt idx="14">
                  <c:v>7.5</c:v>
                </c:pt>
                <c:pt idx="15">
                  <c:v>10</c:v>
                </c:pt>
                <c:pt idx="16">
                  <c:v>10</c:v>
                </c:pt>
                <c:pt idx="17">
                  <c:v>12.5</c:v>
                </c:pt>
                <c:pt idx="18">
                  <c:v>15</c:v>
                </c:pt>
              </c:numCache>
            </c:numRef>
          </c:xVal>
          <c:yVal>
            <c:numRef>
              <c:f>Sheet1!$B$2:$B$20</c:f>
              <c:numCache>
                <c:formatCode>General</c:formatCode>
                <c:ptCount val="19"/>
                <c:pt idx="0">
                  <c:v>0</c:v>
                </c:pt>
                <c:pt idx="1">
                  <c:v>1.2</c:v>
                </c:pt>
                <c:pt idx="2">
                  <c:v>2.15</c:v>
                </c:pt>
                <c:pt idx="3">
                  <c:v>2.15</c:v>
                </c:pt>
                <c:pt idx="4">
                  <c:v>2.5</c:v>
                </c:pt>
                <c:pt idx="14">
                  <c:v>-2.5</c:v>
                </c:pt>
                <c:pt idx="15">
                  <c:v>-2.15</c:v>
                </c:pt>
                <c:pt idx="16">
                  <c:v>-2.15</c:v>
                </c:pt>
                <c:pt idx="17">
                  <c:v>-1.2</c:v>
                </c:pt>
                <c:pt idx="18">
                  <c:v>0</c:v>
                </c:pt>
              </c:numCache>
            </c:numRef>
          </c:yVal>
          <c:smooth val="1"/>
        </c:ser>
        <c:dLbls>
          <c:showLegendKey val="0"/>
          <c:showVal val="0"/>
          <c:showCatName val="0"/>
          <c:showSerName val="0"/>
          <c:showPercent val="0"/>
          <c:showBubbleSize val="0"/>
        </c:dLbls>
        <c:axId val="189312000"/>
        <c:axId val="189317888"/>
      </c:scatterChart>
      <c:valAx>
        <c:axId val="189312000"/>
        <c:scaling>
          <c:orientation val="minMax"/>
          <c:max val="15"/>
          <c:min val="0"/>
        </c:scaling>
        <c:delete val="0"/>
        <c:axPos val="b"/>
        <c:numFmt formatCode="General" sourceLinked="1"/>
        <c:majorTickMark val="out"/>
        <c:minorTickMark val="none"/>
        <c:tickLblPos val="low"/>
        <c:spPr>
          <a:ln w="19050"/>
        </c:spPr>
        <c:txPr>
          <a:bodyPr/>
          <a:lstStyle/>
          <a:p>
            <a:pPr>
              <a:defRPr sz="1600"/>
            </a:pPr>
            <a:endParaRPr lang="zh-CN"/>
          </a:p>
        </c:txPr>
        <c:crossAx val="189317888"/>
        <c:crossesAt val="0"/>
        <c:crossBetween val="midCat"/>
        <c:majorUnit val="2.5"/>
        <c:minorUnit val="2.5"/>
      </c:valAx>
      <c:valAx>
        <c:axId val="189317888"/>
        <c:scaling>
          <c:orientation val="minMax"/>
          <c:max val="10"/>
          <c:min val="-10"/>
        </c:scaling>
        <c:delete val="0"/>
        <c:axPos val="l"/>
        <c:numFmt formatCode="General" sourceLinked="1"/>
        <c:majorTickMark val="out"/>
        <c:minorTickMark val="none"/>
        <c:tickLblPos val="nextTo"/>
        <c:spPr>
          <a:ln w="15875"/>
        </c:spPr>
        <c:txPr>
          <a:bodyPr/>
          <a:lstStyle/>
          <a:p>
            <a:pPr>
              <a:defRPr sz="1600"/>
            </a:pPr>
            <a:endParaRPr lang="zh-CN"/>
          </a:p>
        </c:txPr>
        <c:crossAx val="189312000"/>
        <c:crossesAt val="7.5"/>
        <c:crossBetween val="midCat"/>
        <c:majorUnit val="5"/>
        <c:minorUnit val="5"/>
      </c:valAx>
    </c:plotArea>
    <c:legend>
      <c:legendPos val="r"/>
      <c:layout>
        <c:manualLayout>
          <c:xMode val="edge"/>
          <c:yMode val="edge"/>
          <c:x val="1.4806255739850232E-2"/>
          <c:y val="2.3716554869142929E-2"/>
          <c:w val="0.44209593139197989"/>
          <c:h val="0.17224861643133352"/>
        </c:manualLayout>
      </c:layout>
      <c:overlay val="0"/>
      <c:txPr>
        <a:bodyPr/>
        <a:lstStyle/>
        <a:p>
          <a:pPr>
            <a:defRPr sz="1600"/>
          </a:pPr>
          <a:endParaRPr lang="zh-CN"/>
        </a:p>
      </c:txPr>
    </c:legend>
    <c:plotVisOnly val="1"/>
    <c:dispBlanksAs val="gap"/>
    <c:showDLblsOverMax val="0"/>
  </c:chart>
  <c:txPr>
    <a:bodyPr/>
    <a:lstStyle/>
    <a:p>
      <a:pPr>
        <a:defRPr sz="1800"/>
      </a:pPr>
      <a:endParaRPr lang="zh-CN"/>
    </a:p>
  </c:txPr>
  <c:externalData r:id="rId1">
    <c:autoUpdate val="0"/>
  </c:externalData>
  <c:userShapes r:id="rId2"/>
</c:chartSpace>
</file>

<file path=ppt/charts/chart5.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2.4042582260209812E-2"/>
          <c:y val="4.7736245954692558E-2"/>
          <c:w val="0.92461129259890429"/>
          <c:h val="0.86107392293973339"/>
        </c:manualLayout>
      </c:layout>
      <c:scatterChart>
        <c:scatterStyle val="lineMarker"/>
        <c:varyColors val="0"/>
        <c:ser>
          <c:idx val="1"/>
          <c:order val="0"/>
          <c:tx>
            <c:strRef>
              <c:f>Sheet1!$C$1</c:f>
              <c:strCache>
                <c:ptCount val="1"/>
                <c:pt idx="0">
                  <c:v>mpe-net</c:v>
                </c:pt>
              </c:strCache>
            </c:strRef>
          </c:tx>
          <c:spPr>
            <a:ln w="31750">
              <a:solidFill>
                <a:srgbClr val="60B612"/>
              </a:solidFill>
              <a:prstDash val="solid"/>
            </a:ln>
          </c:spPr>
          <c:marker>
            <c:symbol val="none"/>
          </c:marker>
          <c:xVal>
            <c:numRef>
              <c:f>Sheet1!$A$2:$A$20</c:f>
              <c:numCache>
                <c:formatCode>General</c:formatCode>
                <c:ptCount val="19"/>
                <c:pt idx="0">
                  <c:v>7.5</c:v>
                </c:pt>
                <c:pt idx="1">
                  <c:v>5</c:v>
                </c:pt>
                <c:pt idx="2">
                  <c:v>2.5</c:v>
                </c:pt>
                <c:pt idx="3">
                  <c:v>2.5</c:v>
                </c:pt>
                <c:pt idx="4">
                  <c:v>0</c:v>
                </c:pt>
                <c:pt idx="5">
                  <c:v>-2.5</c:v>
                </c:pt>
                <c:pt idx="6">
                  <c:v>-5</c:v>
                </c:pt>
                <c:pt idx="7">
                  <c:v>-5</c:v>
                </c:pt>
                <c:pt idx="8">
                  <c:v>-7.5</c:v>
                </c:pt>
                <c:pt idx="9">
                  <c:v>-7.5</c:v>
                </c:pt>
                <c:pt idx="10">
                  <c:v>-7.5</c:v>
                </c:pt>
                <c:pt idx="11">
                  <c:v>-5</c:v>
                </c:pt>
                <c:pt idx="12">
                  <c:v>-5</c:v>
                </c:pt>
                <c:pt idx="13">
                  <c:v>-2.5</c:v>
                </c:pt>
                <c:pt idx="14">
                  <c:v>0</c:v>
                </c:pt>
                <c:pt idx="15">
                  <c:v>2.5</c:v>
                </c:pt>
                <c:pt idx="16">
                  <c:v>2.5</c:v>
                </c:pt>
                <c:pt idx="17">
                  <c:v>5</c:v>
                </c:pt>
                <c:pt idx="18">
                  <c:v>7.5</c:v>
                </c:pt>
              </c:numCache>
            </c:numRef>
          </c:xVal>
          <c:yVal>
            <c:numRef>
              <c:f>Sheet1!$C$2:$C$20</c:f>
              <c:numCache>
                <c:formatCode>General</c:formatCode>
                <c:ptCount val="19"/>
                <c:pt idx="0">
                  <c:v>7.5</c:v>
                </c:pt>
                <c:pt idx="1">
                  <c:v>7.5</c:v>
                </c:pt>
                <c:pt idx="2">
                  <c:v>7.5</c:v>
                </c:pt>
                <c:pt idx="3">
                  <c:v>5</c:v>
                </c:pt>
                <c:pt idx="4">
                  <c:v>5</c:v>
                </c:pt>
                <c:pt idx="14">
                  <c:v>0</c:v>
                </c:pt>
                <c:pt idx="15">
                  <c:v>0</c:v>
                </c:pt>
                <c:pt idx="16">
                  <c:v>-2.5</c:v>
                </c:pt>
                <c:pt idx="17">
                  <c:v>-2.5</c:v>
                </c:pt>
                <c:pt idx="18">
                  <c:v>-2.5</c:v>
                </c:pt>
              </c:numCache>
            </c:numRef>
          </c:yVal>
          <c:smooth val="0"/>
        </c:ser>
        <c:ser>
          <c:idx val="0"/>
          <c:order val="1"/>
          <c:tx>
            <c:strRef>
              <c:f>Sheet1!$B$1</c:f>
              <c:strCache>
                <c:ptCount val="1"/>
                <c:pt idx="0">
                  <c:v>Error(net)</c:v>
                </c:pt>
              </c:strCache>
            </c:strRef>
          </c:tx>
          <c:spPr>
            <a:ln w="34925">
              <a:solidFill>
                <a:srgbClr val="60B612"/>
              </a:solidFill>
            </a:ln>
          </c:spPr>
          <c:marker>
            <c:symbol val="none"/>
          </c:marker>
          <c:xVal>
            <c:numRef>
              <c:f>Sheet1!$A$2:$A$20</c:f>
              <c:numCache>
                <c:formatCode>General</c:formatCode>
                <c:ptCount val="19"/>
                <c:pt idx="0">
                  <c:v>7.5</c:v>
                </c:pt>
                <c:pt idx="1">
                  <c:v>5</c:v>
                </c:pt>
                <c:pt idx="2">
                  <c:v>2.5</c:v>
                </c:pt>
                <c:pt idx="3">
                  <c:v>2.5</c:v>
                </c:pt>
                <c:pt idx="4">
                  <c:v>0</c:v>
                </c:pt>
                <c:pt idx="5">
                  <c:v>-2.5</c:v>
                </c:pt>
                <c:pt idx="6">
                  <c:v>-5</c:v>
                </c:pt>
                <c:pt idx="7">
                  <c:v>-5</c:v>
                </c:pt>
                <c:pt idx="8">
                  <c:v>-7.5</c:v>
                </c:pt>
                <c:pt idx="9">
                  <c:v>-7.5</c:v>
                </c:pt>
                <c:pt idx="10">
                  <c:v>-7.5</c:v>
                </c:pt>
                <c:pt idx="11">
                  <c:v>-5</c:v>
                </c:pt>
                <c:pt idx="12">
                  <c:v>-5</c:v>
                </c:pt>
                <c:pt idx="13">
                  <c:v>-2.5</c:v>
                </c:pt>
                <c:pt idx="14">
                  <c:v>0</c:v>
                </c:pt>
                <c:pt idx="15">
                  <c:v>2.5</c:v>
                </c:pt>
                <c:pt idx="16">
                  <c:v>2.5</c:v>
                </c:pt>
                <c:pt idx="17">
                  <c:v>5</c:v>
                </c:pt>
                <c:pt idx="18">
                  <c:v>7.5</c:v>
                </c:pt>
              </c:numCache>
            </c:numRef>
          </c:xVal>
          <c:yVal>
            <c:numRef>
              <c:f>Sheet1!$B$2:$B$20</c:f>
              <c:numCache>
                <c:formatCode>General</c:formatCode>
                <c:ptCount val="19"/>
                <c:pt idx="0">
                  <c:v>0</c:v>
                </c:pt>
                <c:pt idx="1">
                  <c:v>1.2</c:v>
                </c:pt>
                <c:pt idx="2">
                  <c:v>2.15</c:v>
                </c:pt>
                <c:pt idx="3">
                  <c:v>2.15</c:v>
                </c:pt>
                <c:pt idx="4">
                  <c:v>2.5</c:v>
                </c:pt>
                <c:pt idx="14">
                  <c:v>-2.5</c:v>
                </c:pt>
                <c:pt idx="16">
                  <c:v>-2.15</c:v>
                </c:pt>
                <c:pt idx="17">
                  <c:v>-1.2</c:v>
                </c:pt>
                <c:pt idx="18">
                  <c:v>0</c:v>
                </c:pt>
              </c:numCache>
            </c:numRef>
          </c:yVal>
          <c:smooth val="1"/>
        </c:ser>
        <c:ser>
          <c:idx val="2"/>
          <c:order val="2"/>
          <c:tx>
            <c:strRef>
              <c:f>Sheet1!$D$1</c:f>
              <c:strCache>
                <c:ptCount val="1"/>
                <c:pt idx="0">
                  <c:v>fail error(net)</c:v>
                </c:pt>
              </c:strCache>
            </c:strRef>
          </c:tx>
          <c:spPr>
            <a:ln w="38100">
              <a:solidFill>
                <a:srgbClr val="FF0000"/>
              </a:solidFill>
              <a:prstDash val="solid"/>
            </a:ln>
          </c:spPr>
          <c:marker>
            <c:symbol val="none"/>
          </c:marker>
          <c:xVal>
            <c:numRef>
              <c:f>Sheet1!$A$2:$A$20</c:f>
              <c:numCache>
                <c:formatCode>General</c:formatCode>
                <c:ptCount val="19"/>
                <c:pt idx="0">
                  <c:v>7.5</c:v>
                </c:pt>
                <c:pt idx="1">
                  <c:v>5</c:v>
                </c:pt>
                <c:pt idx="2">
                  <c:v>2.5</c:v>
                </c:pt>
                <c:pt idx="3">
                  <c:v>2.5</c:v>
                </c:pt>
                <c:pt idx="4">
                  <c:v>0</c:v>
                </c:pt>
                <c:pt idx="5">
                  <c:v>-2.5</c:v>
                </c:pt>
                <c:pt idx="6">
                  <c:v>-5</c:v>
                </c:pt>
                <c:pt idx="7">
                  <c:v>-5</c:v>
                </c:pt>
                <c:pt idx="8">
                  <c:v>-7.5</c:v>
                </c:pt>
                <c:pt idx="9">
                  <c:v>-7.5</c:v>
                </c:pt>
                <c:pt idx="10">
                  <c:v>-7.5</c:v>
                </c:pt>
                <c:pt idx="11">
                  <c:v>-5</c:v>
                </c:pt>
                <c:pt idx="12">
                  <c:v>-5</c:v>
                </c:pt>
                <c:pt idx="13">
                  <c:v>-2.5</c:v>
                </c:pt>
                <c:pt idx="14">
                  <c:v>0</c:v>
                </c:pt>
                <c:pt idx="15">
                  <c:v>2.5</c:v>
                </c:pt>
                <c:pt idx="16">
                  <c:v>2.5</c:v>
                </c:pt>
                <c:pt idx="17">
                  <c:v>5</c:v>
                </c:pt>
                <c:pt idx="18">
                  <c:v>7.5</c:v>
                </c:pt>
              </c:numCache>
            </c:numRef>
          </c:xVal>
          <c:yVal>
            <c:numRef>
              <c:f>Sheet1!$D$2:$D$20</c:f>
              <c:numCache>
                <c:formatCode>General</c:formatCode>
                <c:ptCount val="19"/>
                <c:pt idx="14">
                  <c:v>-2.5</c:v>
                </c:pt>
                <c:pt idx="15">
                  <c:v>-2.15</c:v>
                </c:pt>
                <c:pt idx="16">
                  <c:v>-2.15</c:v>
                </c:pt>
              </c:numCache>
            </c:numRef>
          </c:yVal>
          <c:smooth val="0"/>
        </c:ser>
        <c:ser>
          <c:idx val="3"/>
          <c:order val="3"/>
          <c:tx>
            <c:strRef>
              <c:f>Sheet1!$E$1</c:f>
              <c:strCache>
                <c:ptCount val="1"/>
                <c:pt idx="0">
                  <c:v>mpe-gross</c:v>
                </c:pt>
              </c:strCache>
            </c:strRef>
          </c:tx>
          <c:spPr>
            <a:ln w="28575">
              <a:solidFill>
                <a:schemeClr val="accent4">
                  <a:lumMod val="50000"/>
                </a:schemeClr>
              </a:solidFill>
              <a:prstDash val="dash"/>
            </a:ln>
          </c:spPr>
          <c:marker>
            <c:symbol val="none"/>
          </c:marker>
          <c:xVal>
            <c:numRef>
              <c:f>Sheet1!$A$2:$A$20</c:f>
              <c:numCache>
                <c:formatCode>General</c:formatCode>
                <c:ptCount val="19"/>
                <c:pt idx="0">
                  <c:v>7.5</c:v>
                </c:pt>
                <c:pt idx="1">
                  <c:v>5</c:v>
                </c:pt>
                <c:pt idx="2">
                  <c:v>2.5</c:v>
                </c:pt>
                <c:pt idx="3">
                  <c:v>2.5</c:v>
                </c:pt>
                <c:pt idx="4">
                  <c:v>0</c:v>
                </c:pt>
                <c:pt idx="5">
                  <c:v>-2.5</c:v>
                </c:pt>
                <c:pt idx="6">
                  <c:v>-5</c:v>
                </c:pt>
                <c:pt idx="7">
                  <c:v>-5</c:v>
                </c:pt>
                <c:pt idx="8">
                  <c:v>-7.5</c:v>
                </c:pt>
                <c:pt idx="9">
                  <c:v>-7.5</c:v>
                </c:pt>
                <c:pt idx="10">
                  <c:v>-7.5</c:v>
                </c:pt>
                <c:pt idx="11">
                  <c:v>-5</c:v>
                </c:pt>
                <c:pt idx="12">
                  <c:v>-5</c:v>
                </c:pt>
                <c:pt idx="13">
                  <c:v>-2.5</c:v>
                </c:pt>
                <c:pt idx="14">
                  <c:v>0</c:v>
                </c:pt>
                <c:pt idx="15">
                  <c:v>2.5</c:v>
                </c:pt>
                <c:pt idx="16">
                  <c:v>2.5</c:v>
                </c:pt>
                <c:pt idx="17">
                  <c:v>5</c:v>
                </c:pt>
                <c:pt idx="18">
                  <c:v>7.5</c:v>
                </c:pt>
              </c:numCache>
            </c:numRef>
          </c:xVal>
          <c:yVal>
            <c:numRef>
              <c:f>Sheet1!$E$2:$E$20</c:f>
              <c:numCache>
                <c:formatCode>General</c:formatCode>
                <c:ptCount val="19"/>
                <c:pt idx="0">
                  <c:v>7.5</c:v>
                </c:pt>
                <c:pt idx="1">
                  <c:v>7.5</c:v>
                </c:pt>
                <c:pt idx="2">
                  <c:v>7.5</c:v>
                </c:pt>
                <c:pt idx="3">
                  <c:v>5</c:v>
                </c:pt>
                <c:pt idx="4">
                  <c:v>5</c:v>
                </c:pt>
                <c:pt idx="5">
                  <c:v>5</c:v>
                </c:pt>
                <c:pt idx="6">
                  <c:v>5</c:v>
                </c:pt>
                <c:pt idx="7">
                  <c:v>2.5</c:v>
                </c:pt>
                <c:pt idx="8">
                  <c:v>2.5</c:v>
                </c:pt>
                <c:pt idx="10">
                  <c:v>-2.5</c:v>
                </c:pt>
                <c:pt idx="11">
                  <c:v>-2.5</c:v>
                </c:pt>
                <c:pt idx="12">
                  <c:v>-5</c:v>
                </c:pt>
                <c:pt idx="13">
                  <c:v>-5</c:v>
                </c:pt>
                <c:pt idx="14">
                  <c:v>-5</c:v>
                </c:pt>
                <c:pt idx="15">
                  <c:v>-5</c:v>
                </c:pt>
                <c:pt idx="16">
                  <c:v>-7.5</c:v>
                </c:pt>
                <c:pt idx="17">
                  <c:v>-7.5</c:v>
                </c:pt>
                <c:pt idx="18">
                  <c:v>-7.5</c:v>
                </c:pt>
              </c:numCache>
            </c:numRef>
          </c:yVal>
          <c:smooth val="0"/>
        </c:ser>
        <c:ser>
          <c:idx val="4"/>
          <c:order val="4"/>
          <c:tx>
            <c:strRef>
              <c:f>Sheet1!$F$1</c:f>
              <c:strCache>
                <c:ptCount val="1"/>
                <c:pt idx="0">
                  <c:v>gross zero</c:v>
                </c:pt>
              </c:strCache>
            </c:strRef>
          </c:tx>
          <c:spPr>
            <a:ln>
              <a:solidFill>
                <a:schemeClr val="tx1"/>
              </a:solidFill>
              <a:prstDash val="lgDash"/>
            </a:ln>
          </c:spPr>
          <c:marker>
            <c:symbol val="none"/>
          </c:marker>
          <c:xVal>
            <c:numRef>
              <c:f>Sheet1!$A$2:$A$20</c:f>
              <c:numCache>
                <c:formatCode>General</c:formatCode>
                <c:ptCount val="19"/>
                <c:pt idx="0">
                  <c:v>7.5</c:v>
                </c:pt>
                <c:pt idx="1">
                  <c:v>5</c:v>
                </c:pt>
                <c:pt idx="2">
                  <c:v>2.5</c:v>
                </c:pt>
                <c:pt idx="3">
                  <c:v>2.5</c:v>
                </c:pt>
                <c:pt idx="4">
                  <c:v>0</c:v>
                </c:pt>
                <c:pt idx="5">
                  <c:v>-2.5</c:v>
                </c:pt>
                <c:pt idx="6">
                  <c:v>-5</c:v>
                </c:pt>
                <c:pt idx="7">
                  <c:v>-5</c:v>
                </c:pt>
                <c:pt idx="8">
                  <c:v>-7.5</c:v>
                </c:pt>
                <c:pt idx="9">
                  <c:v>-7.5</c:v>
                </c:pt>
                <c:pt idx="10">
                  <c:v>-7.5</c:v>
                </c:pt>
                <c:pt idx="11">
                  <c:v>-5</c:v>
                </c:pt>
                <c:pt idx="12">
                  <c:v>-5</c:v>
                </c:pt>
                <c:pt idx="13">
                  <c:v>-2.5</c:v>
                </c:pt>
                <c:pt idx="14">
                  <c:v>0</c:v>
                </c:pt>
                <c:pt idx="15">
                  <c:v>2.5</c:v>
                </c:pt>
                <c:pt idx="16">
                  <c:v>2.5</c:v>
                </c:pt>
                <c:pt idx="17">
                  <c:v>5</c:v>
                </c:pt>
                <c:pt idx="18">
                  <c:v>7.5</c:v>
                </c:pt>
              </c:numCache>
            </c:numRef>
          </c:xVal>
          <c:yVal>
            <c:numRef>
              <c:f>Sheet1!$F$2:$F$20</c:f>
              <c:numCache>
                <c:formatCode>General</c:formatCode>
                <c:ptCount val="19"/>
                <c:pt idx="0">
                  <c:v>#N/A</c:v>
                </c:pt>
                <c:pt idx="1">
                  <c:v>#N/A</c:v>
                </c:pt>
                <c:pt idx="2">
                  <c:v>#N/A</c:v>
                </c:pt>
                <c:pt idx="3">
                  <c:v>#N/A</c:v>
                </c:pt>
                <c:pt idx="4">
                  <c:v>#N/A</c:v>
                </c:pt>
                <c:pt idx="5">
                  <c:v>#N/A</c:v>
                </c:pt>
                <c:pt idx="6">
                  <c:v>#N/A</c:v>
                </c:pt>
                <c:pt idx="7">
                  <c:v>#N/A</c:v>
                </c:pt>
                <c:pt idx="8">
                  <c:v>10</c:v>
                </c:pt>
                <c:pt idx="9">
                  <c:v>0</c:v>
                </c:pt>
                <c:pt idx="10">
                  <c:v>-10</c:v>
                </c:pt>
                <c:pt idx="11">
                  <c:v>#N/A</c:v>
                </c:pt>
                <c:pt idx="12">
                  <c:v>#N/A</c:v>
                </c:pt>
                <c:pt idx="13">
                  <c:v>#N/A</c:v>
                </c:pt>
                <c:pt idx="14">
                  <c:v>#N/A</c:v>
                </c:pt>
                <c:pt idx="15">
                  <c:v>#N/A</c:v>
                </c:pt>
                <c:pt idx="16">
                  <c:v>#N/A</c:v>
                </c:pt>
                <c:pt idx="17">
                  <c:v>#N/A</c:v>
                </c:pt>
                <c:pt idx="18">
                  <c:v>#N/A</c:v>
                </c:pt>
              </c:numCache>
            </c:numRef>
          </c:yVal>
          <c:smooth val="0"/>
        </c:ser>
        <c:ser>
          <c:idx val="5"/>
          <c:order val="5"/>
          <c:tx>
            <c:strRef>
              <c:f>Sheet1!$H$1</c:f>
              <c:strCache>
                <c:ptCount val="1"/>
                <c:pt idx="0">
                  <c:v>X-gross</c:v>
                </c:pt>
              </c:strCache>
            </c:strRef>
          </c:tx>
          <c:spPr>
            <a:ln>
              <a:solidFill>
                <a:schemeClr val="tx1"/>
              </a:solidFill>
              <a:prstDash val="lgDash"/>
            </a:ln>
          </c:spPr>
          <c:marker>
            <c:symbol val="none"/>
          </c:marker>
          <c:xVal>
            <c:numRef>
              <c:f>Sheet1!$A$2:$A$10</c:f>
              <c:numCache>
                <c:formatCode>General</c:formatCode>
                <c:ptCount val="9"/>
                <c:pt idx="0">
                  <c:v>7.5</c:v>
                </c:pt>
                <c:pt idx="1">
                  <c:v>5</c:v>
                </c:pt>
                <c:pt idx="2">
                  <c:v>2.5</c:v>
                </c:pt>
                <c:pt idx="3">
                  <c:v>2.5</c:v>
                </c:pt>
                <c:pt idx="4">
                  <c:v>0</c:v>
                </c:pt>
                <c:pt idx="5">
                  <c:v>-2.5</c:v>
                </c:pt>
                <c:pt idx="6">
                  <c:v>-5</c:v>
                </c:pt>
                <c:pt idx="7">
                  <c:v>-5</c:v>
                </c:pt>
                <c:pt idx="8">
                  <c:v>-7.5</c:v>
                </c:pt>
              </c:numCache>
            </c:numRef>
          </c:xVal>
          <c:yVal>
            <c:numRef>
              <c:f>Sheet1!$H$2:$H$10</c:f>
              <c:numCache>
                <c:formatCode>General</c:formatCode>
                <c:ptCount val="9"/>
                <c:pt idx="0">
                  <c:v>0</c:v>
                </c:pt>
                <c:pt idx="1">
                  <c:v>#N/A</c:v>
                </c:pt>
                <c:pt idx="2">
                  <c:v>#N/A</c:v>
                </c:pt>
                <c:pt idx="3">
                  <c:v>#N/A</c:v>
                </c:pt>
                <c:pt idx="4">
                  <c:v>#N/A</c:v>
                </c:pt>
                <c:pt idx="5">
                  <c:v>#N/A</c:v>
                </c:pt>
                <c:pt idx="6">
                  <c:v>#N/A</c:v>
                </c:pt>
                <c:pt idx="7">
                  <c:v>#N/A</c:v>
                </c:pt>
                <c:pt idx="8">
                  <c:v>0</c:v>
                </c:pt>
              </c:numCache>
            </c:numRef>
          </c:yVal>
          <c:smooth val="0"/>
        </c:ser>
        <c:dLbls>
          <c:showLegendKey val="0"/>
          <c:showVal val="0"/>
          <c:showCatName val="0"/>
          <c:showSerName val="0"/>
          <c:showPercent val="0"/>
          <c:showBubbleSize val="0"/>
        </c:dLbls>
        <c:axId val="231493632"/>
        <c:axId val="231495168"/>
      </c:scatterChart>
      <c:valAx>
        <c:axId val="231493632"/>
        <c:scaling>
          <c:orientation val="minMax"/>
          <c:max val="7.5"/>
          <c:min val="-7.5"/>
        </c:scaling>
        <c:delete val="0"/>
        <c:axPos val="b"/>
        <c:numFmt formatCode="General" sourceLinked="1"/>
        <c:majorTickMark val="out"/>
        <c:minorTickMark val="none"/>
        <c:tickLblPos val="low"/>
        <c:spPr>
          <a:ln w="19050"/>
        </c:spPr>
        <c:txPr>
          <a:bodyPr/>
          <a:lstStyle/>
          <a:p>
            <a:pPr>
              <a:defRPr sz="1600"/>
            </a:pPr>
            <a:endParaRPr lang="zh-CN"/>
          </a:p>
        </c:txPr>
        <c:crossAx val="231495168"/>
        <c:crossesAt val="2.5"/>
        <c:crossBetween val="midCat"/>
        <c:majorUnit val="2.5"/>
        <c:minorUnit val="2.5"/>
      </c:valAx>
      <c:valAx>
        <c:axId val="231495168"/>
        <c:scaling>
          <c:orientation val="minMax"/>
          <c:max val="10"/>
          <c:min val="-10"/>
        </c:scaling>
        <c:delete val="0"/>
        <c:axPos val="l"/>
        <c:numFmt formatCode="General" sourceLinked="1"/>
        <c:majorTickMark val="out"/>
        <c:minorTickMark val="none"/>
        <c:tickLblPos val="nextTo"/>
        <c:spPr>
          <a:ln w="15875"/>
        </c:spPr>
        <c:txPr>
          <a:bodyPr/>
          <a:lstStyle/>
          <a:p>
            <a:pPr>
              <a:defRPr sz="1600"/>
            </a:pPr>
            <a:endParaRPr lang="zh-CN"/>
          </a:p>
        </c:txPr>
        <c:crossAx val="231493632"/>
        <c:crossesAt val="0"/>
        <c:crossBetween val="midCat"/>
        <c:majorUnit val="5"/>
        <c:minorUnit val="5"/>
      </c:valAx>
    </c:plotArea>
    <c:legend>
      <c:legendPos val="r"/>
      <c:layout>
        <c:manualLayout>
          <c:xMode val="edge"/>
          <c:yMode val="edge"/>
          <c:x val="8.483319436182056E-2"/>
          <c:y val="1.6879208825842356E-3"/>
          <c:w val="0.20089203169408215"/>
          <c:h val="0.20700653031330285"/>
        </c:manualLayout>
      </c:layout>
      <c:overlay val="0"/>
      <c:txPr>
        <a:bodyPr/>
        <a:lstStyle/>
        <a:p>
          <a:pPr>
            <a:defRPr sz="1600"/>
          </a:pPr>
          <a:endParaRPr lang="zh-CN"/>
        </a:p>
      </c:txPr>
    </c:legend>
    <c:plotVisOnly val="1"/>
    <c:dispBlanksAs val="gap"/>
    <c:showDLblsOverMax val="0"/>
  </c:chart>
  <c:txPr>
    <a:bodyPr/>
    <a:lstStyle/>
    <a:p>
      <a:pPr>
        <a:defRPr sz="1800"/>
      </a:pPr>
      <a:endParaRPr lang="zh-CN"/>
    </a:p>
  </c:txPr>
  <c:externalData r:id="rId1">
    <c:autoUpdate val="0"/>
  </c:externalData>
  <c:userShapes r:id="rId2"/>
</c:chartSpace>
</file>

<file path=ppt/charts/chart6.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a:pPr>
            <a:r>
              <a:rPr lang="en-US" altLang="zh-CN" dirty="0" smtClean="0"/>
              <a:t>MDLO</a:t>
            </a:r>
            <a:r>
              <a:rPr lang="zh-CN" altLang="en-US" dirty="0" smtClean="0"/>
              <a:t>，</a:t>
            </a:r>
            <a:r>
              <a:rPr lang="en-US" altLang="zh-CN" dirty="0" smtClean="0"/>
              <a:t>DL=0</a:t>
            </a:r>
            <a:endParaRPr lang="zh-CN" altLang="en-US" dirty="0"/>
          </a:p>
        </c:rich>
      </c:tx>
      <c:layout/>
      <c:overlay val="1"/>
    </c:title>
    <c:autoTitleDeleted val="0"/>
    <c:plotArea>
      <c:layout>
        <c:manualLayout>
          <c:layoutTarget val="inner"/>
          <c:xMode val="edge"/>
          <c:yMode val="edge"/>
          <c:x val="0.11226281435459107"/>
          <c:y val="3.6154293942829131E-2"/>
          <c:w val="0.75242729778504025"/>
          <c:h val="0.75883472737114088"/>
        </c:manualLayout>
      </c:layout>
      <c:scatterChart>
        <c:scatterStyle val="lineMarker"/>
        <c:varyColors val="0"/>
        <c:ser>
          <c:idx val="0"/>
          <c:order val="0"/>
          <c:tx>
            <c:strRef>
              <c:f>Sheet1!$B$1</c:f>
              <c:strCache>
                <c:ptCount val="1"/>
                <c:pt idx="0">
                  <c:v>mpe</c:v>
                </c:pt>
              </c:strCache>
            </c:strRef>
          </c:tx>
          <c:spPr>
            <a:ln w="25400">
              <a:solidFill>
                <a:schemeClr val="tx1"/>
              </a:solidFill>
              <a:prstDash val="lgDash"/>
            </a:ln>
          </c:spPr>
          <c:marker>
            <c:symbol val="none"/>
          </c:marker>
          <c:xVal>
            <c:numRef>
              <c:f>Sheet1!$A$2:$A$16</c:f>
              <c:numCache>
                <c:formatCode>General</c:formatCode>
                <c:ptCount val="15"/>
                <c:pt idx="0">
                  <c:v>6000</c:v>
                </c:pt>
                <c:pt idx="1">
                  <c:v>2000</c:v>
                </c:pt>
                <c:pt idx="2">
                  <c:v>2000</c:v>
                </c:pt>
                <c:pt idx="3">
                  <c:v>1000</c:v>
                </c:pt>
                <c:pt idx="4">
                  <c:v>500</c:v>
                </c:pt>
                <c:pt idx="5">
                  <c:v>500</c:v>
                </c:pt>
                <c:pt idx="6">
                  <c:v>0</c:v>
                </c:pt>
                <c:pt idx="8">
                  <c:v>0</c:v>
                </c:pt>
                <c:pt idx="9">
                  <c:v>500</c:v>
                </c:pt>
                <c:pt idx="10">
                  <c:v>500</c:v>
                </c:pt>
                <c:pt idx="11">
                  <c:v>1000</c:v>
                </c:pt>
                <c:pt idx="12">
                  <c:v>2000</c:v>
                </c:pt>
                <c:pt idx="13">
                  <c:v>2000</c:v>
                </c:pt>
                <c:pt idx="14">
                  <c:v>6000</c:v>
                </c:pt>
              </c:numCache>
            </c:numRef>
          </c:xVal>
          <c:yVal>
            <c:numRef>
              <c:f>Sheet1!$B$2:$B$16</c:f>
              <c:numCache>
                <c:formatCode>General</c:formatCode>
                <c:ptCount val="15"/>
                <c:pt idx="0">
                  <c:v>1.05</c:v>
                </c:pt>
                <c:pt idx="1">
                  <c:v>1.05</c:v>
                </c:pt>
                <c:pt idx="2">
                  <c:v>0.7</c:v>
                </c:pt>
                <c:pt idx="3">
                  <c:v>0.7</c:v>
                </c:pt>
                <c:pt idx="4">
                  <c:v>0.7</c:v>
                </c:pt>
                <c:pt idx="5">
                  <c:v>0.35</c:v>
                </c:pt>
                <c:pt idx="6">
                  <c:v>0.35</c:v>
                </c:pt>
                <c:pt idx="8">
                  <c:v>-0.35</c:v>
                </c:pt>
                <c:pt idx="9">
                  <c:v>-0.35</c:v>
                </c:pt>
                <c:pt idx="10">
                  <c:v>-0.7</c:v>
                </c:pt>
                <c:pt idx="11">
                  <c:v>-0.7</c:v>
                </c:pt>
                <c:pt idx="12">
                  <c:v>-0.7</c:v>
                </c:pt>
                <c:pt idx="13">
                  <c:v>-1.05</c:v>
                </c:pt>
                <c:pt idx="14">
                  <c:v>-1.05</c:v>
                </c:pt>
              </c:numCache>
            </c:numRef>
          </c:yVal>
          <c:smooth val="0"/>
        </c:ser>
        <c:ser>
          <c:idx val="1"/>
          <c:order val="1"/>
          <c:tx>
            <c:strRef>
              <c:f>Sheet1!$C$1</c:f>
              <c:strCache>
                <c:ptCount val="1"/>
                <c:pt idx="0">
                  <c:v>WeighingError</c:v>
                </c:pt>
              </c:strCache>
            </c:strRef>
          </c:tx>
          <c:marker>
            <c:symbol val="none"/>
          </c:marker>
          <c:dPt>
            <c:idx val="2"/>
            <c:marker>
              <c:symbol val="circle"/>
              <c:size val="10"/>
              <c:spPr>
                <a:ln>
                  <a:solidFill>
                    <a:srgbClr val="004696"/>
                  </a:solidFill>
                </a:ln>
              </c:spPr>
            </c:marker>
            <c:bubble3D val="0"/>
          </c:dPt>
          <c:dPt>
            <c:idx val="12"/>
            <c:marker>
              <c:symbol val="circle"/>
              <c:size val="10"/>
            </c:marker>
            <c:bubble3D val="0"/>
            <c:spPr>
              <a:ln>
                <a:solidFill>
                  <a:srgbClr val="004696"/>
                </a:solidFill>
              </a:ln>
            </c:spPr>
          </c:dPt>
          <c:dLbls>
            <c:dLbl>
              <c:idx val="0"/>
              <c:delete val="1"/>
            </c:dLbl>
            <c:dLbl>
              <c:idx val="2"/>
              <c:layout/>
              <c:tx>
                <c:rich>
                  <a:bodyPr/>
                  <a:lstStyle/>
                  <a:p>
                    <a:r>
                      <a:rPr lang="en-US" altLang="en-US" sz="1600" dirty="0" smtClean="0"/>
                      <a:t>0.333g</a:t>
                    </a:r>
                    <a:endParaRPr lang="en-US" altLang="en-US" dirty="0"/>
                  </a:p>
                </c:rich>
              </c:tx>
              <c:dLblPos val="t"/>
              <c:showLegendKey val="0"/>
              <c:showVal val="1"/>
              <c:showCatName val="0"/>
              <c:showSerName val="0"/>
              <c:showPercent val="0"/>
              <c:showBubbleSize val="0"/>
            </c:dLbl>
            <c:dLbl>
              <c:idx val="8"/>
              <c:delete val="1"/>
            </c:dLbl>
            <c:dLbl>
              <c:idx val="12"/>
              <c:layout>
                <c:manualLayout>
                  <c:x val="-6.0079787632019203E-2"/>
                  <c:y val="5.7457846952010373E-2"/>
                </c:manualLayout>
              </c:layout>
              <c:tx>
                <c:rich>
                  <a:bodyPr/>
                  <a:lstStyle/>
                  <a:p>
                    <a:r>
                      <a:rPr lang="en-US" altLang="en-US" sz="1600" dirty="0"/>
                      <a:t>-</a:t>
                    </a:r>
                    <a:r>
                      <a:rPr lang="en-US" altLang="en-US" sz="1600" dirty="0" smtClean="0"/>
                      <a:t>0.333g</a:t>
                    </a:r>
                    <a:endParaRPr lang="en-US" altLang="en-US" dirty="0"/>
                  </a:p>
                </c:rich>
              </c:tx>
              <c:dLblPos val="r"/>
              <c:showLegendKey val="0"/>
              <c:showVal val="1"/>
              <c:showCatName val="0"/>
              <c:showSerName val="0"/>
              <c:showPercent val="0"/>
              <c:showBubbleSize val="0"/>
            </c:dLbl>
            <c:dLbl>
              <c:idx val="14"/>
              <c:delete val="1"/>
            </c:dLbl>
            <c:txPr>
              <a:bodyPr/>
              <a:lstStyle/>
              <a:p>
                <a:pPr>
                  <a:defRPr sz="1600"/>
                </a:pPr>
                <a:endParaRPr lang="zh-CN"/>
              </a:p>
            </c:txPr>
            <c:dLblPos val="t"/>
            <c:showLegendKey val="0"/>
            <c:showVal val="1"/>
            <c:showCatName val="0"/>
            <c:showSerName val="0"/>
            <c:showPercent val="0"/>
            <c:showBubbleSize val="0"/>
            <c:showLeaderLines val="0"/>
          </c:dLbls>
          <c:xVal>
            <c:numRef>
              <c:f>Sheet1!$A$2:$A$26</c:f>
              <c:numCache>
                <c:formatCode>General</c:formatCode>
                <c:ptCount val="25"/>
                <c:pt idx="0">
                  <c:v>6000</c:v>
                </c:pt>
                <c:pt idx="1">
                  <c:v>2000</c:v>
                </c:pt>
                <c:pt idx="2">
                  <c:v>2000</c:v>
                </c:pt>
                <c:pt idx="3">
                  <c:v>1000</c:v>
                </c:pt>
                <c:pt idx="4">
                  <c:v>500</c:v>
                </c:pt>
                <c:pt idx="5">
                  <c:v>500</c:v>
                </c:pt>
                <c:pt idx="6">
                  <c:v>0</c:v>
                </c:pt>
                <c:pt idx="8">
                  <c:v>0</c:v>
                </c:pt>
                <c:pt idx="9">
                  <c:v>500</c:v>
                </c:pt>
                <c:pt idx="10">
                  <c:v>500</c:v>
                </c:pt>
                <c:pt idx="11">
                  <c:v>1000</c:v>
                </c:pt>
                <c:pt idx="12">
                  <c:v>2000</c:v>
                </c:pt>
                <c:pt idx="13">
                  <c:v>2000</c:v>
                </c:pt>
                <c:pt idx="14">
                  <c:v>6000</c:v>
                </c:pt>
              </c:numCache>
            </c:numRef>
          </c:xVal>
          <c:yVal>
            <c:numRef>
              <c:f>Sheet1!$C$2:$C$26</c:f>
              <c:numCache>
                <c:formatCode>General</c:formatCode>
                <c:ptCount val="25"/>
                <c:pt idx="0">
                  <c:v>1</c:v>
                </c:pt>
                <c:pt idx="1">
                  <c:v>#N/A</c:v>
                </c:pt>
                <c:pt idx="2">
                  <c:v>0.33300000000000002</c:v>
                </c:pt>
                <c:pt idx="3">
                  <c:v>#N/A</c:v>
                </c:pt>
                <c:pt idx="4">
                  <c:v>#N/A</c:v>
                </c:pt>
                <c:pt idx="5">
                  <c:v>#N/A</c:v>
                </c:pt>
                <c:pt idx="6">
                  <c:v>0</c:v>
                </c:pt>
                <c:pt idx="8">
                  <c:v>0</c:v>
                </c:pt>
                <c:pt idx="9">
                  <c:v>#N/A</c:v>
                </c:pt>
                <c:pt idx="10">
                  <c:v>#N/A</c:v>
                </c:pt>
                <c:pt idx="11">
                  <c:v>#N/A</c:v>
                </c:pt>
                <c:pt idx="12">
                  <c:v>-0.33300000000000002</c:v>
                </c:pt>
                <c:pt idx="13">
                  <c:v>#N/A</c:v>
                </c:pt>
                <c:pt idx="14">
                  <c:v>-1</c:v>
                </c:pt>
              </c:numCache>
            </c:numRef>
          </c:yVal>
          <c:smooth val="0"/>
        </c:ser>
        <c:dLbls>
          <c:showLegendKey val="0"/>
          <c:showVal val="0"/>
          <c:showCatName val="0"/>
          <c:showSerName val="0"/>
          <c:showPercent val="0"/>
          <c:showBubbleSize val="0"/>
        </c:dLbls>
        <c:axId val="232477056"/>
        <c:axId val="232478976"/>
      </c:scatterChart>
      <c:valAx>
        <c:axId val="232477056"/>
        <c:scaling>
          <c:orientation val="minMax"/>
        </c:scaling>
        <c:delete val="0"/>
        <c:axPos val="b"/>
        <c:title>
          <c:tx>
            <c:rich>
              <a:bodyPr/>
              <a:lstStyle/>
              <a:p>
                <a:pPr>
                  <a:defRPr/>
                </a:pPr>
                <a:r>
                  <a:rPr lang="en-US" altLang="zh-CN" dirty="0" smtClean="0"/>
                  <a:t>Load</a:t>
                </a:r>
                <a:r>
                  <a:rPr lang="en-US" altLang="zh-CN" baseline="0" dirty="0" smtClean="0"/>
                  <a:t> (g)</a:t>
                </a:r>
                <a:endParaRPr lang="zh-CN" altLang="en-US" dirty="0"/>
              </a:p>
            </c:rich>
          </c:tx>
          <c:layout/>
          <c:overlay val="0"/>
        </c:title>
        <c:numFmt formatCode="General" sourceLinked="1"/>
        <c:majorTickMark val="out"/>
        <c:minorTickMark val="none"/>
        <c:tickLblPos val="low"/>
        <c:txPr>
          <a:bodyPr/>
          <a:lstStyle/>
          <a:p>
            <a:pPr>
              <a:defRPr sz="1600"/>
            </a:pPr>
            <a:endParaRPr lang="zh-CN"/>
          </a:p>
        </c:txPr>
        <c:crossAx val="232478976"/>
        <c:crosses val="autoZero"/>
        <c:crossBetween val="midCat"/>
      </c:valAx>
      <c:valAx>
        <c:axId val="232478976"/>
        <c:scaling>
          <c:orientation val="minMax"/>
        </c:scaling>
        <c:delete val="0"/>
        <c:axPos val="l"/>
        <c:title>
          <c:tx>
            <c:rich>
              <a:bodyPr rot="-5400000" vert="horz"/>
              <a:lstStyle/>
              <a:p>
                <a:pPr>
                  <a:defRPr/>
                </a:pPr>
                <a:r>
                  <a:rPr lang="en-US" altLang="zh-CN" dirty="0" err="1" smtClean="0"/>
                  <a:t>mpe</a:t>
                </a:r>
                <a:r>
                  <a:rPr lang="en-US" altLang="zh-CN" dirty="0" smtClean="0"/>
                  <a:t> (g)</a:t>
                </a:r>
                <a:endParaRPr lang="zh-CN" altLang="en-US" dirty="0"/>
              </a:p>
            </c:rich>
          </c:tx>
          <c:layout/>
          <c:overlay val="0"/>
        </c:title>
        <c:numFmt formatCode="General" sourceLinked="1"/>
        <c:majorTickMark val="out"/>
        <c:minorTickMark val="none"/>
        <c:tickLblPos val="nextTo"/>
        <c:txPr>
          <a:bodyPr/>
          <a:lstStyle/>
          <a:p>
            <a:pPr>
              <a:defRPr sz="1600"/>
            </a:pPr>
            <a:endParaRPr lang="zh-CN"/>
          </a:p>
        </c:txPr>
        <c:crossAx val="232477056"/>
        <c:crosses val="autoZero"/>
        <c:crossBetween val="midCat"/>
      </c:valAx>
    </c:plotArea>
    <c:legend>
      <c:legendPos val="r"/>
      <c:layout>
        <c:manualLayout>
          <c:xMode val="edge"/>
          <c:yMode val="edge"/>
          <c:x val="0.57953629798555684"/>
          <c:y val="0.32117568961467363"/>
          <c:w val="0.37039908779931585"/>
          <c:h val="0.18621240438330422"/>
        </c:manualLayout>
      </c:layout>
      <c:overlay val="0"/>
      <c:txPr>
        <a:bodyPr/>
        <a:lstStyle/>
        <a:p>
          <a:pPr>
            <a:defRPr sz="1600"/>
          </a:pPr>
          <a:endParaRPr lang="zh-CN"/>
        </a:p>
      </c:txPr>
    </c:legend>
    <c:plotVisOnly val="1"/>
    <c:dispBlanksAs val="gap"/>
    <c:showDLblsOverMax val="0"/>
  </c:chart>
  <c:txPr>
    <a:bodyPr/>
    <a:lstStyle/>
    <a:p>
      <a:pPr>
        <a:defRPr sz="1800"/>
      </a:pPr>
      <a:endParaRPr lang="zh-CN"/>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a:pPr>
            <a:r>
              <a:rPr lang="en-US" altLang="zh-CN" dirty="0" smtClean="0"/>
              <a:t>MDLO</a:t>
            </a:r>
            <a:r>
              <a:rPr lang="zh-CN" altLang="en-US" dirty="0" smtClean="0"/>
              <a:t>，</a:t>
            </a:r>
            <a:r>
              <a:rPr lang="en-US" altLang="zh-CN" dirty="0" smtClean="0"/>
              <a:t>DL=2kg</a:t>
            </a:r>
            <a:endParaRPr lang="zh-CN" altLang="en-US" dirty="0"/>
          </a:p>
        </c:rich>
      </c:tx>
      <c:layout/>
      <c:overlay val="1"/>
    </c:title>
    <c:autoTitleDeleted val="0"/>
    <c:plotArea>
      <c:layout>
        <c:manualLayout>
          <c:layoutTarget val="inner"/>
          <c:xMode val="edge"/>
          <c:yMode val="edge"/>
          <c:x val="0.10162047303950175"/>
          <c:y val="3.6154293942829131E-2"/>
          <c:w val="0.76306963910012959"/>
          <c:h val="0.76402279481601765"/>
        </c:manualLayout>
      </c:layout>
      <c:scatterChart>
        <c:scatterStyle val="lineMarker"/>
        <c:varyColors val="0"/>
        <c:ser>
          <c:idx val="0"/>
          <c:order val="0"/>
          <c:tx>
            <c:strRef>
              <c:f>Sheet1!$B$1</c:f>
              <c:strCache>
                <c:ptCount val="1"/>
                <c:pt idx="0">
                  <c:v>mpe-3kg</c:v>
                </c:pt>
              </c:strCache>
            </c:strRef>
          </c:tx>
          <c:spPr>
            <a:ln w="25400">
              <a:solidFill>
                <a:srgbClr val="60B612"/>
              </a:solidFill>
              <a:prstDash val="lgDash"/>
            </a:ln>
          </c:spPr>
          <c:marker>
            <c:symbol val="none"/>
          </c:marker>
          <c:dLbls>
            <c:dLbl>
              <c:idx val="0"/>
              <c:tx>
                <c:rich>
                  <a:bodyPr/>
                  <a:lstStyle/>
                  <a:p>
                    <a:r>
                      <a:rPr lang="en-US" altLang="en-US" sz="1400" dirty="0" smtClean="0"/>
                      <a:t>5000</a:t>
                    </a:r>
                    <a:endParaRPr lang="en-US" altLang="en-US" dirty="0"/>
                  </a:p>
                </c:rich>
              </c:tx>
              <c:dLblPos val="t"/>
              <c:showLegendKey val="0"/>
              <c:showVal val="1"/>
              <c:showCatName val="0"/>
              <c:showSerName val="0"/>
              <c:showPercent val="0"/>
              <c:showBubbleSize val="0"/>
            </c:dLbl>
            <c:dLbl>
              <c:idx val="1"/>
              <c:layout>
                <c:manualLayout>
                  <c:x val="-0.25012542759407075"/>
                  <c:y val="-3.722438391699092E-2"/>
                </c:manualLayout>
              </c:layout>
              <c:tx>
                <c:rich>
                  <a:bodyPr/>
                  <a:lstStyle/>
                  <a:p>
                    <a:r>
                      <a:rPr lang="en-US" altLang="en-US" sz="1400" dirty="0" smtClean="0"/>
                      <a:t>2000'</a:t>
                    </a:r>
                    <a:endParaRPr lang="en-US" altLang="en-US" dirty="0"/>
                  </a:p>
                </c:rich>
              </c:tx>
              <c:dLblPos val="r"/>
              <c:showLegendKey val="0"/>
              <c:showVal val="1"/>
              <c:showCatName val="0"/>
              <c:showSerName val="0"/>
              <c:showPercent val="0"/>
              <c:showBubbleSize val="0"/>
            </c:dLbl>
            <c:dLbl>
              <c:idx val="2"/>
              <c:delete val="1"/>
            </c:dLbl>
            <c:dLbl>
              <c:idx val="3"/>
              <c:layout>
                <c:manualLayout>
                  <c:x val="-0.11480811762839793"/>
                  <c:y val="-6.8352788586251614E-2"/>
                </c:manualLayout>
              </c:layout>
              <c:tx>
                <c:rich>
                  <a:bodyPr/>
                  <a:lstStyle/>
                  <a:p>
                    <a:r>
                      <a:rPr lang="en-US" altLang="en-US" sz="1400" dirty="0" smtClean="0"/>
                      <a:t>500'</a:t>
                    </a:r>
                    <a:endParaRPr lang="en-US" altLang="en-US" dirty="0"/>
                  </a:p>
                </c:rich>
              </c:tx>
              <c:dLblPos val="r"/>
              <c:showLegendKey val="0"/>
              <c:showVal val="1"/>
              <c:showCatName val="0"/>
              <c:showSerName val="0"/>
              <c:showPercent val="0"/>
              <c:showBubbleSize val="0"/>
            </c:dLbl>
            <c:dLbl>
              <c:idx val="4"/>
              <c:delete val="1"/>
            </c:dLbl>
            <c:dLbl>
              <c:idx val="5"/>
              <c:delete val="1"/>
            </c:dLbl>
            <c:dLbl>
              <c:idx val="6"/>
              <c:delete val="1"/>
            </c:dLbl>
            <c:dLbl>
              <c:idx val="17"/>
              <c:delete val="1"/>
            </c:dLbl>
            <c:dLbl>
              <c:idx val="18"/>
              <c:delete val="1"/>
            </c:dLbl>
            <c:dLbl>
              <c:idx val="19"/>
              <c:delete val="1"/>
            </c:dLbl>
            <c:dLbl>
              <c:idx val="20"/>
              <c:delete val="1"/>
            </c:dLbl>
            <c:dLbl>
              <c:idx val="21"/>
              <c:delete val="1"/>
            </c:dLbl>
            <c:dLbl>
              <c:idx val="22"/>
              <c:delete val="1"/>
            </c:dLbl>
            <c:dLbl>
              <c:idx val="23"/>
              <c:delete val="1"/>
            </c:dLbl>
            <c:txPr>
              <a:bodyPr/>
              <a:lstStyle/>
              <a:p>
                <a:pPr>
                  <a:defRPr sz="1400"/>
                </a:pPr>
                <a:endParaRPr lang="zh-CN"/>
              </a:p>
            </c:txPr>
            <c:dLblPos val="t"/>
            <c:showLegendKey val="0"/>
            <c:showVal val="1"/>
            <c:showCatName val="0"/>
            <c:showSerName val="0"/>
            <c:showPercent val="0"/>
            <c:showBubbleSize val="0"/>
            <c:showLeaderLines val="0"/>
          </c:dLbls>
          <c:xVal>
            <c:numRef>
              <c:f>Sheet1!$A$2:$A$26</c:f>
              <c:numCache>
                <c:formatCode>General</c:formatCode>
                <c:ptCount val="25"/>
                <c:pt idx="0">
                  <c:v>6000</c:v>
                </c:pt>
                <c:pt idx="1">
                  <c:v>5000</c:v>
                </c:pt>
                <c:pt idx="2">
                  <c:v>3000</c:v>
                </c:pt>
                <c:pt idx="3">
                  <c:v>3000</c:v>
                </c:pt>
                <c:pt idx="4">
                  <c:v>2250</c:v>
                </c:pt>
                <c:pt idx="5">
                  <c:v>2250</c:v>
                </c:pt>
                <c:pt idx="6">
                  <c:v>2000</c:v>
                </c:pt>
                <c:pt idx="7">
                  <c:v>2000</c:v>
                </c:pt>
                <c:pt idx="8">
                  <c:v>1000</c:v>
                </c:pt>
                <c:pt idx="9">
                  <c:v>500</c:v>
                </c:pt>
                <c:pt idx="10">
                  <c:v>500</c:v>
                </c:pt>
                <c:pt idx="11">
                  <c:v>0</c:v>
                </c:pt>
                <c:pt idx="13">
                  <c:v>0</c:v>
                </c:pt>
                <c:pt idx="14">
                  <c:v>500</c:v>
                </c:pt>
                <c:pt idx="15">
                  <c:v>500</c:v>
                </c:pt>
                <c:pt idx="16">
                  <c:v>1000</c:v>
                </c:pt>
                <c:pt idx="17">
                  <c:v>2000</c:v>
                </c:pt>
                <c:pt idx="18">
                  <c:v>2000</c:v>
                </c:pt>
                <c:pt idx="19">
                  <c:v>2250</c:v>
                </c:pt>
                <c:pt idx="20">
                  <c:v>2250</c:v>
                </c:pt>
                <c:pt idx="21">
                  <c:v>3000</c:v>
                </c:pt>
                <c:pt idx="22">
                  <c:v>3000</c:v>
                </c:pt>
                <c:pt idx="23">
                  <c:v>5000</c:v>
                </c:pt>
                <c:pt idx="24">
                  <c:v>6000</c:v>
                </c:pt>
              </c:numCache>
            </c:numRef>
          </c:xVal>
          <c:yVal>
            <c:numRef>
              <c:f>Sheet1!$B$2:$B$26</c:f>
              <c:numCache>
                <c:formatCode>General</c:formatCode>
                <c:ptCount val="25"/>
                <c:pt idx="1">
                  <c:v>0.52500000000000002</c:v>
                </c:pt>
                <c:pt idx="2">
                  <c:v>0.52500000000000002</c:v>
                </c:pt>
                <c:pt idx="3">
                  <c:v>0.35</c:v>
                </c:pt>
                <c:pt idx="4">
                  <c:v>0.35</c:v>
                </c:pt>
                <c:pt idx="5">
                  <c:v>0.17499999999999999</c:v>
                </c:pt>
                <c:pt idx="6">
                  <c:v>0.17499999999999999</c:v>
                </c:pt>
                <c:pt idx="18">
                  <c:v>-0.17499999999999999</c:v>
                </c:pt>
                <c:pt idx="19">
                  <c:v>-0.17499999999999999</c:v>
                </c:pt>
                <c:pt idx="20">
                  <c:v>-0.35</c:v>
                </c:pt>
                <c:pt idx="21">
                  <c:v>-0.35</c:v>
                </c:pt>
                <c:pt idx="22">
                  <c:v>-0.52500000000000002</c:v>
                </c:pt>
                <c:pt idx="23">
                  <c:v>-0.52500000000000002</c:v>
                </c:pt>
              </c:numCache>
            </c:numRef>
          </c:yVal>
          <c:smooth val="0"/>
        </c:ser>
        <c:ser>
          <c:idx val="1"/>
          <c:order val="1"/>
          <c:tx>
            <c:strRef>
              <c:f>Sheet1!$C$1</c:f>
              <c:strCache>
                <c:ptCount val="1"/>
                <c:pt idx="0">
                  <c:v>Weighing Error</c:v>
                </c:pt>
              </c:strCache>
            </c:strRef>
          </c:tx>
          <c:marker>
            <c:symbol val="none"/>
          </c:marker>
          <c:dPt>
            <c:idx val="2"/>
            <c:marker>
              <c:symbol val="circle"/>
              <c:size val="10"/>
              <c:spPr>
                <a:ln>
                  <a:solidFill>
                    <a:srgbClr val="004696"/>
                  </a:solidFill>
                </a:ln>
              </c:spPr>
            </c:marker>
            <c:bubble3D val="0"/>
          </c:dPt>
          <c:dPt>
            <c:idx val="12"/>
            <c:marker>
              <c:symbol val="circle"/>
              <c:size val="10"/>
            </c:marker>
            <c:bubble3D val="0"/>
            <c:spPr>
              <a:ln>
                <a:solidFill>
                  <a:srgbClr val="004696"/>
                </a:solidFill>
              </a:ln>
            </c:spPr>
          </c:dPt>
          <c:xVal>
            <c:numRef>
              <c:f>Sheet1!$A$2:$A$26</c:f>
              <c:numCache>
                <c:formatCode>General</c:formatCode>
                <c:ptCount val="25"/>
                <c:pt idx="0">
                  <c:v>6000</c:v>
                </c:pt>
                <c:pt idx="1">
                  <c:v>5000</c:v>
                </c:pt>
                <c:pt idx="2">
                  <c:v>3000</c:v>
                </c:pt>
                <c:pt idx="3">
                  <c:v>3000</c:v>
                </c:pt>
                <c:pt idx="4">
                  <c:v>2250</c:v>
                </c:pt>
                <c:pt idx="5">
                  <c:v>2250</c:v>
                </c:pt>
                <c:pt idx="6">
                  <c:v>2000</c:v>
                </c:pt>
                <c:pt idx="7">
                  <c:v>2000</c:v>
                </c:pt>
                <c:pt idx="8">
                  <c:v>1000</c:v>
                </c:pt>
                <c:pt idx="9">
                  <c:v>500</c:v>
                </c:pt>
                <c:pt idx="10">
                  <c:v>500</c:v>
                </c:pt>
                <c:pt idx="11">
                  <c:v>0</c:v>
                </c:pt>
                <c:pt idx="13">
                  <c:v>0</c:v>
                </c:pt>
                <c:pt idx="14">
                  <c:v>500</c:v>
                </c:pt>
                <c:pt idx="15">
                  <c:v>500</c:v>
                </c:pt>
                <c:pt idx="16">
                  <c:v>1000</c:v>
                </c:pt>
                <c:pt idx="17">
                  <c:v>2000</c:v>
                </c:pt>
                <c:pt idx="18">
                  <c:v>2000</c:v>
                </c:pt>
                <c:pt idx="19">
                  <c:v>2250</c:v>
                </c:pt>
                <c:pt idx="20">
                  <c:v>2250</c:v>
                </c:pt>
                <c:pt idx="21">
                  <c:v>3000</c:v>
                </c:pt>
                <c:pt idx="22">
                  <c:v>3000</c:v>
                </c:pt>
                <c:pt idx="23">
                  <c:v>5000</c:v>
                </c:pt>
                <c:pt idx="24">
                  <c:v>6000</c:v>
                </c:pt>
              </c:numCache>
            </c:numRef>
          </c:xVal>
          <c:yVal>
            <c:numRef>
              <c:f>Sheet1!$C$2:$C$26</c:f>
              <c:numCache>
                <c:formatCode>General</c:formatCode>
                <c:ptCount val="25"/>
                <c:pt idx="0">
                  <c:v>1</c:v>
                </c:pt>
                <c:pt idx="1">
                  <c:v>0.83330000000000004</c:v>
                </c:pt>
                <c:pt idx="2">
                  <c:v>#N/A</c:v>
                </c:pt>
                <c:pt idx="3">
                  <c:v>#N/A</c:v>
                </c:pt>
                <c:pt idx="4">
                  <c:v>#N/A</c:v>
                </c:pt>
                <c:pt idx="5">
                  <c:v>#N/A</c:v>
                </c:pt>
                <c:pt idx="6">
                  <c:v>#N/A</c:v>
                </c:pt>
                <c:pt idx="7">
                  <c:v>0.33300000000000002</c:v>
                </c:pt>
                <c:pt idx="17">
                  <c:v>-0.33300000000000002</c:v>
                </c:pt>
                <c:pt idx="18">
                  <c:v>#N/A</c:v>
                </c:pt>
                <c:pt idx="19">
                  <c:v>#N/A</c:v>
                </c:pt>
                <c:pt idx="20">
                  <c:v>#N/A</c:v>
                </c:pt>
                <c:pt idx="21">
                  <c:v>#N/A</c:v>
                </c:pt>
                <c:pt idx="22">
                  <c:v>#N/A</c:v>
                </c:pt>
                <c:pt idx="23">
                  <c:v>#N/A</c:v>
                </c:pt>
                <c:pt idx="24">
                  <c:v>-1</c:v>
                </c:pt>
              </c:numCache>
            </c:numRef>
          </c:yVal>
          <c:smooth val="0"/>
        </c:ser>
        <c:ser>
          <c:idx val="4"/>
          <c:order val="2"/>
          <c:tx>
            <c:strRef>
              <c:f>Sheet1!$F$1</c:f>
              <c:strCache>
                <c:ptCount val="1"/>
                <c:pt idx="0">
                  <c:v>mpe-6kg</c:v>
                </c:pt>
              </c:strCache>
            </c:strRef>
          </c:tx>
          <c:spPr>
            <a:ln w="25400">
              <a:solidFill>
                <a:schemeClr val="tx1"/>
              </a:solidFill>
            </a:ln>
          </c:spPr>
          <c:marker>
            <c:symbol val="none"/>
          </c:marker>
          <c:xVal>
            <c:numRef>
              <c:f>Sheet1!$A$2:$A$26</c:f>
              <c:numCache>
                <c:formatCode>General</c:formatCode>
                <c:ptCount val="25"/>
                <c:pt idx="0">
                  <c:v>6000</c:v>
                </c:pt>
                <c:pt idx="1">
                  <c:v>5000</c:v>
                </c:pt>
                <c:pt idx="2">
                  <c:v>3000</c:v>
                </c:pt>
                <c:pt idx="3">
                  <c:v>3000</c:v>
                </c:pt>
                <c:pt idx="4">
                  <c:v>2250</c:v>
                </c:pt>
                <c:pt idx="5">
                  <c:v>2250</c:v>
                </c:pt>
                <c:pt idx="6">
                  <c:v>2000</c:v>
                </c:pt>
                <c:pt idx="7">
                  <c:v>2000</c:v>
                </c:pt>
                <c:pt idx="8">
                  <c:v>1000</c:v>
                </c:pt>
                <c:pt idx="9">
                  <c:v>500</c:v>
                </c:pt>
                <c:pt idx="10">
                  <c:v>500</c:v>
                </c:pt>
                <c:pt idx="11">
                  <c:v>0</c:v>
                </c:pt>
                <c:pt idx="13">
                  <c:v>0</c:v>
                </c:pt>
                <c:pt idx="14">
                  <c:v>500</c:v>
                </c:pt>
                <c:pt idx="15">
                  <c:v>500</c:v>
                </c:pt>
                <c:pt idx="16">
                  <c:v>1000</c:v>
                </c:pt>
                <c:pt idx="17">
                  <c:v>2000</c:v>
                </c:pt>
                <c:pt idx="18">
                  <c:v>2000</c:v>
                </c:pt>
                <c:pt idx="19">
                  <c:v>2250</c:v>
                </c:pt>
                <c:pt idx="20">
                  <c:v>2250</c:v>
                </c:pt>
                <c:pt idx="21">
                  <c:v>3000</c:v>
                </c:pt>
                <c:pt idx="22">
                  <c:v>3000</c:v>
                </c:pt>
                <c:pt idx="23">
                  <c:v>5000</c:v>
                </c:pt>
                <c:pt idx="24">
                  <c:v>6000</c:v>
                </c:pt>
              </c:numCache>
            </c:numRef>
          </c:xVal>
          <c:yVal>
            <c:numRef>
              <c:f>Sheet1!$F$2:$F$26</c:f>
              <c:numCache>
                <c:formatCode>General</c:formatCode>
                <c:ptCount val="25"/>
                <c:pt idx="0">
                  <c:v>1.05</c:v>
                </c:pt>
                <c:pt idx="1">
                  <c:v>1.05</c:v>
                </c:pt>
                <c:pt idx="2">
                  <c:v>1.05</c:v>
                </c:pt>
                <c:pt idx="3">
                  <c:v>1.05</c:v>
                </c:pt>
                <c:pt idx="4">
                  <c:v>1.05</c:v>
                </c:pt>
                <c:pt idx="5">
                  <c:v>1.05</c:v>
                </c:pt>
                <c:pt idx="6">
                  <c:v>1.05</c:v>
                </c:pt>
                <c:pt idx="7">
                  <c:v>0.7</c:v>
                </c:pt>
                <c:pt idx="8">
                  <c:v>0.7</c:v>
                </c:pt>
                <c:pt idx="9">
                  <c:v>0.7</c:v>
                </c:pt>
                <c:pt idx="10">
                  <c:v>0.35</c:v>
                </c:pt>
                <c:pt idx="11">
                  <c:v>0.35</c:v>
                </c:pt>
                <c:pt idx="13">
                  <c:v>-0.35</c:v>
                </c:pt>
                <c:pt idx="14">
                  <c:v>-0.35</c:v>
                </c:pt>
                <c:pt idx="15">
                  <c:v>-0.7</c:v>
                </c:pt>
                <c:pt idx="16">
                  <c:v>-0.7</c:v>
                </c:pt>
                <c:pt idx="17">
                  <c:v>-0.7</c:v>
                </c:pt>
                <c:pt idx="18">
                  <c:v>-1.05</c:v>
                </c:pt>
                <c:pt idx="19">
                  <c:v>-1.05</c:v>
                </c:pt>
                <c:pt idx="20">
                  <c:v>-1.05</c:v>
                </c:pt>
                <c:pt idx="21">
                  <c:v>-1.05</c:v>
                </c:pt>
                <c:pt idx="22">
                  <c:v>-1.05</c:v>
                </c:pt>
                <c:pt idx="23">
                  <c:v>-1.05</c:v>
                </c:pt>
                <c:pt idx="24">
                  <c:v>-1.05</c:v>
                </c:pt>
              </c:numCache>
            </c:numRef>
          </c:yVal>
          <c:smooth val="0"/>
        </c:ser>
        <c:ser>
          <c:idx val="5"/>
          <c:order val="3"/>
          <c:tx>
            <c:strRef>
              <c:f>Sheet1!$G$1</c:f>
              <c:strCache>
                <c:ptCount val="1"/>
                <c:pt idx="0">
                  <c:v>DL2</c:v>
                </c:pt>
              </c:strCache>
            </c:strRef>
          </c:tx>
          <c:spPr>
            <a:ln w="25400">
              <a:solidFill>
                <a:schemeClr val="tx1"/>
              </a:solidFill>
              <a:prstDash val="lgDash"/>
            </a:ln>
          </c:spPr>
          <c:marker>
            <c:symbol val="none"/>
          </c:marker>
          <c:xVal>
            <c:numRef>
              <c:f>Sheet1!$A$2:$A$26</c:f>
              <c:numCache>
                <c:formatCode>General</c:formatCode>
                <c:ptCount val="25"/>
                <c:pt idx="0">
                  <c:v>6000</c:v>
                </c:pt>
                <c:pt idx="1">
                  <c:v>5000</c:v>
                </c:pt>
                <c:pt idx="2">
                  <c:v>3000</c:v>
                </c:pt>
                <c:pt idx="3">
                  <c:v>3000</c:v>
                </c:pt>
                <c:pt idx="4">
                  <c:v>2250</c:v>
                </c:pt>
                <c:pt idx="5">
                  <c:v>2250</c:v>
                </c:pt>
                <c:pt idx="6">
                  <c:v>2000</c:v>
                </c:pt>
                <c:pt idx="7">
                  <c:v>2000</c:v>
                </c:pt>
                <c:pt idx="8">
                  <c:v>1000</c:v>
                </c:pt>
                <c:pt idx="9">
                  <c:v>500</c:v>
                </c:pt>
                <c:pt idx="10">
                  <c:v>500</c:v>
                </c:pt>
                <c:pt idx="11">
                  <c:v>0</c:v>
                </c:pt>
                <c:pt idx="13">
                  <c:v>0</c:v>
                </c:pt>
                <c:pt idx="14">
                  <c:v>500</c:v>
                </c:pt>
                <c:pt idx="15">
                  <c:v>500</c:v>
                </c:pt>
                <c:pt idx="16">
                  <c:v>1000</c:v>
                </c:pt>
                <c:pt idx="17">
                  <c:v>2000</c:v>
                </c:pt>
                <c:pt idx="18">
                  <c:v>2000</c:v>
                </c:pt>
                <c:pt idx="19">
                  <c:v>2250</c:v>
                </c:pt>
                <c:pt idx="20">
                  <c:v>2250</c:v>
                </c:pt>
                <c:pt idx="21">
                  <c:v>3000</c:v>
                </c:pt>
                <c:pt idx="22">
                  <c:v>3000</c:v>
                </c:pt>
                <c:pt idx="23">
                  <c:v>5000</c:v>
                </c:pt>
                <c:pt idx="24">
                  <c:v>6000</c:v>
                </c:pt>
              </c:numCache>
            </c:numRef>
          </c:xVal>
          <c:yVal>
            <c:numRef>
              <c:f>Sheet1!$G$2:$G$26</c:f>
              <c:numCache>
                <c:formatCode>General</c:formatCode>
                <c:ptCount val="25"/>
                <c:pt idx="7">
                  <c:v>1.5</c:v>
                </c:pt>
                <c:pt idx="8">
                  <c:v>#N/A</c:v>
                </c:pt>
                <c:pt idx="9">
                  <c:v>#N/A</c:v>
                </c:pt>
                <c:pt idx="10">
                  <c:v>#N/A</c:v>
                </c:pt>
                <c:pt idx="11">
                  <c:v>#N/A</c:v>
                </c:pt>
                <c:pt idx="12">
                  <c:v>#N/A</c:v>
                </c:pt>
                <c:pt idx="13">
                  <c:v>#N/A</c:v>
                </c:pt>
                <c:pt idx="14">
                  <c:v>#N/A</c:v>
                </c:pt>
                <c:pt idx="15">
                  <c:v>#N/A</c:v>
                </c:pt>
                <c:pt idx="16">
                  <c:v>#N/A</c:v>
                </c:pt>
                <c:pt idx="17">
                  <c:v>-1.5</c:v>
                </c:pt>
              </c:numCache>
            </c:numRef>
          </c:yVal>
          <c:smooth val="0"/>
        </c:ser>
        <c:ser>
          <c:idx val="6"/>
          <c:order val="4"/>
          <c:tx>
            <c:strRef>
              <c:f>Sheet1!$H$1</c:f>
              <c:strCache>
                <c:ptCount val="1"/>
                <c:pt idx="0">
                  <c:v>ΔZ@DL2</c:v>
                </c:pt>
              </c:strCache>
            </c:strRef>
          </c:tx>
          <c:spPr>
            <a:ln w="15875">
              <a:solidFill>
                <a:srgbClr val="004696"/>
              </a:solidFill>
              <a:prstDash val="dash"/>
            </a:ln>
          </c:spPr>
          <c:marker>
            <c:symbol val="none"/>
          </c:marker>
          <c:xVal>
            <c:numRef>
              <c:f>Sheet1!$A$2:$A$26</c:f>
              <c:numCache>
                <c:formatCode>General</c:formatCode>
                <c:ptCount val="25"/>
                <c:pt idx="0">
                  <c:v>6000</c:v>
                </c:pt>
                <c:pt idx="1">
                  <c:v>5000</c:v>
                </c:pt>
                <c:pt idx="2">
                  <c:v>3000</c:v>
                </c:pt>
                <c:pt idx="3">
                  <c:v>3000</c:v>
                </c:pt>
                <c:pt idx="4">
                  <c:v>2250</c:v>
                </c:pt>
                <c:pt idx="5">
                  <c:v>2250</c:v>
                </c:pt>
                <c:pt idx="6">
                  <c:v>2000</c:v>
                </c:pt>
                <c:pt idx="7">
                  <c:v>2000</c:v>
                </c:pt>
                <c:pt idx="8">
                  <c:v>1000</c:v>
                </c:pt>
                <c:pt idx="9">
                  <c:v>500</c:v>
                </c:pt>
                <c:pt idx="10">
                  <c:v>500</c:v>
                </c:pt>
                <c:pt idx="11">
                  <c:v>0</c:v>
                </c:pt>
                <c:pt idx="13">
                  <c:v>0</c:v>
                </c:pt>
                <c:pt idx="14">
                  <c:v>500</c:v>
                </c:pt>
                <c:pt idx="15">
                  <c:v>500</c:v>
                </c:pt>
                <c:pt idx="16">
                  <c:v>1000</c:v>
                </c:pt>
                <c:pt idx="17">
                  <c:v>2000</c:v>
                </c:pt>
                <c:pt idx="18">
                  <c:v>2000</c:v>
                </c:pt>
                <c:pt idx="19">
                  <c:v>2250</c:v>
                </c:pt>
                <c:pt idx="20">
                  <c:v>2250</c:v>
                </c:pt>
                <c:pt idx="21">
                  <c:v>3000</c:v>
                </c:pt>
                <c:pt idx="22">
                  <c:v>3000</c:v>
                </c:pt>
                <c:pt idx="23">
                  <c:v>5000</c:v>
                </c:pt>
                <c:pt idx="24">
                  <c:v>6000</c:v>
                </c:pt>
              </c:numCache>
            </c:numRef>
          </c:xVal>
          <c:yVal>
            <c:numRef>
              <c:f>Sheet1!$H$2:$H$26</c:f>
              <c:numCache>
                <c:formatCode>General</c:formatCode>
                <c:ptCount val="25"/>
                <c:pt idx="0">
                  <c:v>0.33300000000000002</c:v>
                </c:pt>
                <c:pt idx="1">
                  <c:v>0.33300000000000002</c:v>
                </c:pt>
                <c:pt idx="2">
                  <c:v>#N/A</c:v>
                </c:pt>
                <c:pt idx="3">
                  <c:v>#N/A</c:v>
                </c:pt>
                <c:pt idx="4">
                  <c:v>#N/A</c:v>
                </c:pt>
                <c:pt idx="5">
                  <c:v>#N/A</c:v>
                </c:pt>
                <c:pt idx="6">
                  <c:v>#N/A</c:v>
                </c:pt>
                <c:pt idx="7">
                  <c:v>0.33300000000000002</c:v>
                </c:pt>
                <c:pt idx="18">
                  <c:v>-0.33300000000000002</c:v>
                </c:pt>
                <c:pt idx="19">
                  <c:v>#N/A</c:v>
                </c:pt>
                <c:pt idx="20">
                  <c:v>#N/A</c:v>
                </c:pt>
                <c:pt idx="21">
                  <c:v>#N/A</c:v>
                </c:pt>
                <c:pt idx="22">
                  <c:v>#N/A</c:v>
                </c:pt>
                <c:pt idx="23">
                  <c:v>-0.33300000000000002</c:v>
                </c:pt>
                <c:pt idx="24">
                  <c:v>-0.33300000000000002</c:v>
                </c:pt>
              </c:numCache>
            </c:numRef>
          </c:yVal>
          <c:smooth val="0"/>
        </c:ser>
        <c:ser>
          <c:idx val="2"/>
          <c:order val="5"/>
          <c:tx>
            <c:strRef>
              <c:f>Sheet1!$D$1</c:f>
              <c:strCache>
                <c:ptCount val="1"/>
                <c:pt idx="0">
                  <c:v>WE@DL2</c:v>
                </c:pt>
              </c:strCache>
            </c:strRef>
          </c:tx>
          <c:spPr>
            <a:ln w="25400">
              <a:solidFill>
                <a:srgbClr val="60B612"/>
              </a:solidFill>
            </a:ln>
          </c:spPr>
          <c:marker>
            <c:symbol val="none"/>
          </c:marker>
          <c:xVal>
            <c:numRef>
              <c:f>Sheet1!$A$2:$A$26</c:f>
              <c:numCache>
                <c:formatCode>General</c:formatCode>
                <c:ptCount val="25"/>
                <c:pt idx="0">
                  <c:v>6000</c:v>
                </c:pt>
                <c:pt idx="1">
                  <c:v>5000</c:v>
                </c:pt>
                <c:pt idx="2">
                  <c:v>3000</c:v>
                </c:pt>
                <c:pt idx="3">
                  <c:v>3000</c:v>
                </c:pt>
                <c:pt idx="4">
                  <c:v>2250</c:v>
                </c:pt>
                <c:pt idx="5">
                  <c:v>2250</c:v>
                </c:pt>
                <c:pt idx="6">
                  <c:v>2000</c:v>
                </c:pt>
                <c:pt idx="7">
                  <c:v>2000</c:v>
                </c:pt>
                <c:pt idx="8">
                  <c:v>1000</c:v>
                </c:pt>
                <c:pt idx="9">
                  <c:v>500</c:v>
                </c:pt>
                <c:pt idx="10">
                  <c:v>500</c:v>
                </c:pt>
                <c:pt idx="11">
                  <c:v>0</c:v>
                </c:pt>
                <c:pt idx="13">
                  <c:v>0</c:v>
                </c:pt>
                <c:pt idx="14">
                  <c:v>500</c:v>
                </c:pt>
                <c:pt idx="15">
                  <c:v>500</c:v>
                </c:pt>
                <c:pt idx="16">
                  <c:v>1000</c:v>
                </c:pt>
                <c:pt idx="17">
                  <c:v>2000</c:v>
                </c:pt>
                <c:pt idx="18">
                  <c:v>2000</c:v>
                </c:pt>
                <c:pt idx="19">
                  <c:v>2250</c:v>
                </c:pt>
                <c:pt idx="20">
                  <c:v>2250</c:v>
                </c:pt>
                <c:pt idx="21">
                  <c:v>3000</c:v>
                </c:pt>
                <c:pt idx="22">
                  <c:v>3000</c:v>
                </c:pt>
                <c:pt idx="23">
                  <c:v>5000</c:v>
                </c:pt>
                <c:pt idx="24">
                  <c:v>6000</c:v>
                </c:pt>
              </c:numCache>
            </c:numRef>
          </c:xVal>
          <c:yVal>
            <c:numRef>
              <c:f>Sheet1!$D$2:$D$26</c:f>
              <c:numCache>
                <c:formatCode>General</c:formatCode>
                <c:ptCount val="25"/>
                <c:pt idx="1">
                  <c:v>0.5</c:v>
                </c:pt>
                <c:pt idx="2">
                  <c:v>#N/A</c:v>
                </c:pt>
                <c:pt idx="3">
                  <c:v>#N/A</c:v>
                </c:pt>
                <c:pt idx="4">
                  <c:v>#N/A</c:v>
                </c:pt>
                <c:pt idx="5">
                  <c:v>#N/A</c:v>
                </c:pt>
                <c:pt idx="6">
                  <c:v>0</c:v>
                </c:pt>
                <c:pt idx="18">
                  <c:v>0</c:v>
                </c:pt>
                <c:pt idx="19">
                  <c:v>#N/A</c:v>
                </c:pt>
                <c:pt idx="20">
                  <c:v>#N/A</c:v>
                </c:pt>
                <c:pt idx="21">
                  <c:v>#N/A</c:v>
                </c:pt>
                <c:pt idx="22">
                  <c:v>#N/A</c:v>
                </c:pt>
                <c:pt idx="23">
                  <c:v>-0.5</c:v>
                </c:pt>
              </c:numCache>
            </c:numRef>
          </c:yVal>
          <c:smooth val="0"/>
        </c:ser>
        <c:ser>
          <c:idx val="3"/>
          <c:order val="6"/>
          <c:tx>
            <c:strRef>
              <c:f>Sheet1!$E$1</c:f>
              <c:strCache>
                <c:ptCount val="1"/>
                <c:pt idx="0">
                  <c:v>Max</c:v>
                </c:pt>
              </c:strCache>
            </c:strRef>
          </c:tx>
          <c:spPr>
            <a:ln>
              <a:solidFill>
                <a:srgbClr val="004696"/>
              </a:solidFill>
              <a:prstDash val="lgDash"/>
            </a:ln>
          </c:spPr>
          <c:marker>
            <c:symbol val="none"/>
          </c:marker>
          <c:xVal>
            <c:numLit>
              <c:formatCode>General</c:formatCode>
              <c:ptCount val="2"/>
              <c:pt idx="0">
                <c:v>5000</c:v>
              </c:pt>
              <c:pt idx="1">
                <c:v>5000</c:v>
              </c:pt>
            </c:numLit>
          </c:xVal>
          <c:yVal>
            <c:numLit>
              <c:formatCode>General</c:formatCode>
              <c:ptCount val="2"/>
              <c:pt idx="0">
                <c:v>-1.5</c:v>
              </c:pt>
              <c:pt idx="1">
                <c:v>1.5</c:v>
              </c:pt>
            </c:numLit>
          </c:yVal>
          <c:smooth val="0"/>
        </c:ser>
        <c:dLbls>
          <c:showLegendKey val="0"/>
          <c:showVal val="0"/>
          <c:showCatName val="0"/>
          <c:showSerName val="0"/>
          <c:showPercent val="0"/>
          <c:showBubbleSize val="0"/>
        </c:dLbls>
        <c:axId val="232301696"/>
        <c:axId val="232303616"/>
      </c:scatterChart>
      <c:valAx>
        <c:axId val="232301696"/>
        <c:scaling>
          <c:orientation val="minMax"/>
        </c:scaling>
        <c:delete val="0"/>
        <c:axPos val="b"/>
        <c:title>
          <c:tx>
            <c:rich>
              <a:bodyPr/>
              <a:lstStyle/>
              <a:p>
                <a:pPr>
                  <a:defRPr/>
                </a:pPr>
                <a:r>
                  <a:rPr lang="en-US" altLang="zh-CN" dirty="0" smtClean="0"/>
                  <a:t>Load (g)</a:t>
                </a:r>
                <a:endParaRPr lang="zh-CN" altLang="en-US" dirty="0"/>
              </a:p>
            </c:rich>
          </c:tx>
          <c:layout/>
          <c:overlay val="0"/>
        </c:title>
        <c:numFmt formatCode="General" sourceLinked="1"/>
        <c:majorTickMark val="out"/>
        <c:minorTickMark val="none"/>
        <c:tickLblPos val="low"/>
        <c:txPr>
          <a:bodyPr/>
          <a:lstStyle/>
          <a:p>
            <a:pPr>
              <a:defRPr sz="1600"/>
            </a:pPr>
            <a:endParaRPr lang="zh-CN"/>
          </a:p>
        </c:txPr>
        <c:crossAx val="232303616"/>
        <c:crosses val="autoZero"/>
        <c:crossBetween val="midCat"/>
      </c:valAx>
      <c:valAx>
        <c:axId val="232303616"/>
        <c:scaling>
          <c:orientation val="minMax"/>
          <c:max val="1.5"/>
          <c:min val="-1.5"/>
        </c:scaling>
        <c:delete val="0"/>
        <c:axPos val="l"/>
        <c:title>
          <c:tx>
            <c:rich>
              <a:bodyPr rot="-5400000" vert="horz"/>
              <a:lstStyle/>
              <a:p>
                <a:pPr>
                  <a:defRPr/>
                </a:pPr>
                <a:r>
                  <a:rPr lang="en-US" altLang="zh-CN" dirty="0" err="1" smtClean="0"/>
                  <a:t>mpe</a:t>
                </a:r>
                <a:r>
                  <a:rPr lang="en-US" altLang="zh-CN" baseline="0" dirty="0" smtClean="0"/>
                  <a:t> (g)</a:t>
                </a:r>
                <a:endParaRPr lang="zh-CN" altLang="en-US" dirty="0"/>
              </a:p>
            </c:rich>
          </c:tx>
          <c:layout/>
          <c:overlay val="0"/>
        </c:title>
        <c:numFmt formatCode="General" sourceLinked="1"/>
        <c:majorTickMark val="out"/>
        <c:minorTickMark val="none"/>
        <c:tickLblPos val="nextTo"/>
        <c:txPr>
          <a:bodyPr/>
          <a:lstStyle/>
          <a:p>
            <a:pPr>
              <a:defRPr sz="1600"/>
            </a:pPr>
            <a:endParaRPr lang="zh-CN"/>
          </a:p>
        </c:txPr>
        <c:crossAx val="232301696"/>
        <c:crosses val="autoZero"/>
        <c:crossBetween val="midCat"/>
      </c:valAx>
    </c:plotArea>
    <c:legend>
      <c:legendPos val="r"/>
      <c:layout>
        <c:manualLayout>
          <c:xMode val="edge"/>
          <c:yMode val="edge"/>
          <c:x val="0.80454580007601684"/>
          <c:y val="0.16293963254593175"/>
          <c:w val="0.18983662389977762"/>
          <c:h val="0.57633546779415223"/>
        </c:manualLayout>
      </c:layout>
      <c:overlay val="0"/>
      <c:txPr>
        <a:bodyPr/>
        <a:lstStyle/>
        <a:p>
          <a:pPr>
            <a:defRPr sz="1400"/>
          </a:pPr>
          <a:endParaRPr lang="zh-CN"/>
        </a:p>
      </c:txPr>
    </c:legend>
    <c:plotVisOnly val="1"/>
    <c:dispBlanksAs val="gap"/>
    <c:showDLblsOverMax val="0"/>
  </c:chart>
  <c:txPr>
    <a:bodyPr/>
    <a:lstStyle/>
    <a:p>
      <a:pPr>
        <a:defRPr sz="1800"/>
      </a:pPr>
      <a:endParaRPr lang="zh-CN"/>
    </a:p>
  </c:txPr>
  <c:externalData r:id="rId1">
    <c:autoUpdate val="0"/>
  </c:externalData>
  <c:userShapes r:id="rId2"/>
</c:chartSpace>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75028E6-B305-42B0-9A0C-83EC45E8483D}" type="doc">
      <dgm:prSet loTypeId="urn:microsoft.com/office/officeart/2008/layout/HorizontalMultiLevelHierarchy" loCatId="hierarchy" qsTypeId="urn:microsoft.com/office/officeart/2005/8/quickstyle/simple1" qsCatId="simple" csTypeId="urn:microsoft.com/office/officeart/2005/8/colors/accent1_2" csCatId="accent1" phldr="1"/>
      <dgm:spPr/>
      <dgm:t>
        <a:bodyPr/>
        <a:lstStyle/>
        <a:p>
          <a:endParaRPr lang="zh-CN" altLang="en-US"/>
        </a:p>
      </dgm:t>
    </dgm:pt>
    <dgm:pt modelId="{0EF8D196-4758-4CD0-A3DA-C77E614E35E3}">
      <dgm:prSet custT="1"/>
      <dgm:spPr>
        <a:solidFill>
          <a:schemeClr val="bg2"/>
        </a:solidFill>
      </dgm:spPr>
      <dgm:t>
        <a:bodyPr/>
        <a:lstStyle/>
        <a:p>
          <a:pPr marL="180000" rtl="0"/>
          <a:r>
            <a:rPr lang="zh-CN" altLang="en-US" sz="1600" baseline="0" dirty="0" smtClean="0">
              <a:latin typeface="Arial" panose="020B0604020202020204" pitchFamily="34" charset="0"/>
              <a:ea typeface="黑体" panose="02010609060101010101" pitchFamily="49" charset="-122"/>
              <a:cs typeface="Arial" panose="020B0604020202020204" pitchFamily="34" charset="0"/>
            </a:rPr>
            <a:t>非线性、滞后、温度对灵敏度影响与最大允许误差之间的关系</a:t>
          </a:r>
          <a:endParaRPr lang="zh-CN" altLang="en-US" sz="1600" dirty="0">
            <a:latin typeface="Arial" panose="020B0604020202020204" pitchFamily="34" charset="0"/>
            <a:ea typeface="黑体" panose="02010609060101010101" pitchFamily="49" charset="-122"/>
            <a:cs typeface="Arial" panose="020B0604020202020204" pitchFamily="34" charset="0"/>
          </a:endParaRPr>
        </a:p>
      </dgm:t>
    </dgm:pt>
    <dgm:pt modelId="{A84B89AE-A2A7-45C4-A5F7-6232409175B6}" type="parTrans" cxnId="{AF3EA973-E2C9-4DBE-AA6C-4642D4783220}">
      <dgm:prSet/>
      <dgm:spPr/>
      <dgm:t>
        <a:bodyPr/>
        <a:lstStyle/>
        <a:p>
          <a:pPr marL="180000"/>
          <a:endParaRPr lang="zh-CN" altLang="en-US">
            <a:latin typeface="Arial" panose="020B0604020202020204" pitchFamily="34" charset="0"/>
            <a:ea typeface="黑体" panose="02010609060101010101" pitchFamily="49" charset="-122"/>
            <a:cs typeface="Arial" panose="020B0604020202020204" pitchFamily="34" charset="0"/>
          </a:endParaRPr>
        </a:p>
      </dgm:t>
    </dgm:pt>
    <dgm:pt modelId="{1F0BBEAE-673B-41A7-942B-AE3C0252E0A1}" type="sibTrans" cxnId="{AF3EA973-E2C9-4DBE-AA6C-4642D4783220}">
      <dgm:prSet/>
      <dgm:spPr/>
      <dgm:t>
        <a:bodyPr/>
        <a:lstStyle/>
        <a:p>
          <a:pPr marL="180000"/>
          <a:endParaRPr lang="zh-CN" altLang="en-US">
            <a:latin typeface="Arial" panose="020B0604020202020204" pitchFamily="34" charset="0"/>
            <a:ea typeface="黑体" panose="02010609060101010101" pitchFamily="49" charset="-122"/>
            <a:cs typeface="Arial" panose="020B0604020202020204" pitchFamily="34" charset="0"/>
          </a:endParaRPr>
        </a:p>
      </dgm:t>
    </dgm:pt>
    <dgm:pt modelId="{3243D2E0-67BC-4662-9947-205EB3975FA0}">
      <dgm:prSet custT="1"/>
      <dgm:spPr>
        <a:solidFill>
          <a:schemeClr val="accent2"/>
        </a:solidFill>
      </dgm:spPr>
      <dgm:t>
        <a:bodyPr/>
        <a:lstStyle/>
        <a:p>
          <a:pPr marL="180000" indent="0" algn="l" rtl="0">
            <a:lnSpc>
              <a:spcPct val="100000"/>
            </a:lnSpc>
          </a:pPr>
          <a:r>
            <a:rPr lang="zh-CN" altLang="en-US" sz="1600" spc="0" baseline="0" dirty="0" smtClean="0">
              <a:latin typeface="Arial" panose="020B0604020202020204" pitchFamily="34" charset="0"/>
              <a:ea typeface="黑体" panose="02010609060101010101" pitchFamily="49" charset="-122"/>
              <a:cs typeface="Arial" panose="020B0604020202020204" pitchFamily="34" charset="0"/>
            </a:rPr>
            <a:t>分别</a:t>
          </a:r>
          <a:r>
            <a:rPr lang="zh-CN" altLang="en-US" sz="1600" spc="0" baseline="0" dirty="0" smtClean="0">
              <a:latin typeface="Arial" panose="020B0604020202020204" pitchFamily="34" charset="0"/>
              <a:ea typeface="黑体" panose="02010609060101010101" pitchFamily="49" charset="-122"/>
              <a:cs typeface="Arial" panose="020B0604020202020204" pitchFamily="34" charset="0"/>
            </a:rPr>
            <a:t>描述传感器非线性误差</a:t>
          </a:r>
          <a:r>
            <a:rPr lang="zh-CN" altLang="en-US" sz="1600" spc="0" baseline="0" dirty="0" smtClean="0">
              <a:latin typeface="Arial" panose="020B0604020202020204" pitchFamily="34" charset="0"/>
              <a:ea typeface="黑体" panose="02010609060101010101" pitchFamily="49" charset="-122"/>
              <a:cs typeface="Arial" panose="020B0604020202020204" pitchFamily="34" charset="0"/>
            </a:rPr>
            <a:t>、温度</a:t>
          </a:r>
          <a:r>
            <a:rPr lang="zh-CN" altLang="en-US" sz="1600" spc="0" baseline="0" dirty="0" smtClean="0">
              <a:latin typeface="Arial" panose="020B0604020202020204" pitchFamily="34" charset="0"/>
              <a:ea typeface="黑体" panose="02010609060101010101" pitchFamily="49" charset="-122"/>
              <a:cs typeface="Arial" panose="020B0604020202020204" pitchFamily="34" charset="0"/>
            </a:rPr>
            <a:t>灵敏度误差很难确定最终称量结果是否满足规定的误差要求。</a:t>
          </a:r>
          <a:endParaRPr lang="zh-CN" altLang="en-US" sz="1600" spc="0" baseline="0" dirty="0">
            <a:latin typeface="Arial" panose="020B0604020202020204" pitchFamily="34" charset="0"/>
            <a:ea typeface="黑体" panose="02010609060101010101" pitchFamily="49" charset="-122"/>
            <a:cs typeface="Arial" panose="020B0604020202020204" pitchFamily="34" charset="0"/>
          </a:endParaRPr>
        </a:p>
      </dgm:t>
    </dgm:pt>
    <dgm:pt modelId="{B1DC3B16-29CA-488F-88E0-F4C58D454052}" type="parTrans" cxnId="{51226071-6D08-4382-AF31-876E8D6A6F44}">
      <dgm:prSet>
        <dgm:style>
          <a:lnRef idx="1">
            <a:schemeClr val="dk1"/>
          </a:lnRef>
          <a:fillRef idx="0">
            <a:schemeClr val="dk1"/>
          </a:fillRef>
          <a:effectRef idx="0">
            <a:schemeClr val="dk1"/>
          </a:effectRef>
          <a:fontRef idx="minor">
            <a:schemeClr val="tx1"/>
          </a:fontRef>
        </dgm:style>
      </dgm:prSet>
      <dgm:spPr/>
      <dgm:t>
        <a:bodyPr/>
        <a:lstStyle/>
        <a:p>
          <a:pPr marL="180000"/>
          <a:endParaRPr lang="zh-CN" altLang="en-US">
            <a:latin typeface="Arial" panose="020B0604020202020204" pitchFamily="34" charset="0"/>
            <a:ea typeface="黑体" panose="02010609060101010101" pitchFamily="49" charset="-122"/>
            <a:cs typeface="Arial" panose="020B0604020202020204" pitchFamily="34" charset="0"/>
          </a:endParaRPr>
        </a:p>
      </dgm:t>
    </dgm:pt>
    <dgm:pt modelId="{068DF590-EE9D-4568-A2AB-06EF2280CBCD}" type="sibTrans" cxnId="{51226071-6D08-4382-AF31-876E8D6A6F44}">
      <dgm:prSet/>
      <dgm:spPr/>
      <dgm:t>
        <a:bodyPr/>
        <a:lstStyle/>
        <a:p>
          <a:pPr marL="180000"/>
          <a:endParaRPr lang="zh-CN" altLang="en-US">
            <a:latin typeface="Arial" panose="020B0604020202020204" pitchFamily="34" charset="0"/>
            <a:ea typeface="黑体" panose="02010609060101010101" pitchFamily="49" charset="-122"/>
            <a:cs typeface="Arial" panose="020B0604020202020204" pitchFamily="34" charset="0"/>
          </a:endParaRPr>
        </a:p>
      </dgm:t>
    </dgm:pt>
    <dgm:pt modelId="{212ABE3E-56C1-4468-864B-A31A8311B5B9}">
      <dgm:prSet custT="1"/>
      <dgm:spPr>
        <a:solidFill>
          <a:schemeClr val="accent4">
            <a:lumMod val="50000"/>
          </a:schemeClr>
        </a:solidFill>
      </dgm:spPr>
      <dgm:t>
        <a:bodyPr/>
        <a:lstStyle/>
        <a:p>
          <a:pPr marL="180000" indent="0" algn="l" rtl="0">
            <a:lnSpc>
              <a:spcPct val="100000"/>
            </a:lnSpc>
          </a:pPr>
          <a:r>
            <a:rPr lang="zh-CN" altLang="en-US" sz="1600" dirty="0" smtClean="0">
              <a:latin typeface="Arial" panose="020B0604020202020204" pitchFamily="34" charset="0"/>
              <a:ea typeface="黑体" panose="02010609060101010101" pitchFamily="49" charset="-122"/>
              <a:cs typeface="Arial" panose="020B0604020202020204" pitchFamily="34" charset="0"/>
            </a:rPr>
            <a:t>实际称量误差由总是由非线性</a:t>
          </a:r>
          <a:r>
            <a:rPr lang="zh-CN" altLang="en-US" sz="1600" dirty="0" smtClean="0">
              <a:latin typeface="Arial" panose="020B0604020202020204" pitchFamily="34" charset="0"/>
              <a:ea typeface="黑体" panose="02010609060101010101" pitchFamily="49" charset="-122"/>
              <a:cs typeface="Arial" panose="020B0604020202020204" pitchFamily="34" charset="0"/>
            </a:rPr>
            <a:t>、温度</a:t>
          </a:r>
          <a:r>
            <a:rPr lang="zh-CN" altLang="en-US" sz="1600" dirty="0" smtClean="0">
              <a:latin typeface="Arial" panose="020B0604020202020204" pitchFamily="34" charset="0"/>
              <a:ea typeface="黑体" panose="02010609060101010101" pitchFamily="49" charset="-122"/>
              <a:cs typeface="Arial" panose="020B0604020202020204" pitchFamily="34" charset="0"/>
            </a:rPr>
            <a:t>影响综合组成的。因此分别研究非线性</a:t>
          </a:r>
          <a:r>
            <a:rPr lang="zh-CN" altLang="en-US" sz="1600" dirty="0" smtClean="0">
              <a:latin typeface="Arial" panose="020B0604020202020204" pitchFamily="34" charset="0"/>
              <a:ea typeface="黑体" panose="02010609060101010101" pitchFamily="49" charset="-122"/>
              <a:cs typeface="Arial" panose="020B0604020202020204" pitchFamily="34" charset="0"/>
            </a:rPr>
            <a:t>、温度</a:t>
          </a:r>
          <a:r>
            <a:rPr lang="zh-CN" altLang="en-US" sz="1600" dirty="0" smtClean="0">
              <a:latin typeface="Arial" panose="020B0604020202020204" pitchFamily="34" charset="0"/>
              <a:ea typeface="黑体" panose="02010609060101010101" pitchFamily="49" charset="-122"/>
              <a:cs typeface="Arial" panose="020B0604020202020204" pitchFamily="34" charset="0"/>
            </a:rPr>
            <a:t>影响与称量误差的关系和影响程度对设计和控制是有实际意义的。</a:t>
          </a:r>
          <a:endParaRPr lang="zh-CN" altLang="en-US" sz="1600" dirty="0">
            <a:latin typeface="Arial" panose="020B0604020202020204" pitchFamily="34" charset="0"/>
            <a:ea typeface="黑体" panose="02010609060101010101" pitchFamily="49" charset="-122"/>
            <a:cs typeface="Arial" panose="020B0604020202020204" pitchFamily="34" charset="0"/>
          </a:endParaRPr>
        </a:p>
      </dgm:t>
    </dgm:pt>
    <dgm:pt modelId="{1F161940-A8EE-4A2E-8639-E87A5F079328}" type="parTrans" cxnId="{786D2679-A501-4349-88BE-AC73369486E3}">
      <dgm:prSet>
        <dgm:style>
          <a:lnRef idx="1">
            <a:schemeClr val="dk1"/>
          </a:lnRef>
          <a:fillRef idx="0">
            <a:schemeClr val="dk1"/>
          </a:fillRef>
          <a:effectRef idx="0">
            <a:schemeClr val="dk1"/>
          </a:effectRef>
          <a:fontRef idx="minor">
            <a:schemeClr val="tx1"/>
          </a:fontRef>
        </dgm:style>
      </dgm:prSet>
      <dgm:spPr/>
      <dgm:t>
        <a:bodyPr/>
        <a:lstStyle/>
        <a:p>
          <a:pPr marL="180000"/>
          <a:endParaRPr lang="zh-CN" altLang="en-US">
            <a:solidFill>
              <a:schemeClr val="tx1"/>
            </a:solidFill>
            <a:latin typeface="Arial" panose="020B0604020202020204" pitchFamily="34" charset="0"/>
            <a:ea typeface="黑体" panose="02010609060101010101" pitchFamily="49" charset="-122"/>
            <a:cs typeface="Arial" panose="020B0604020202020204" pitchFamily="34" charset="0"/>
          </a:endParaRPr>
        </a:p>
      </dgm:t>
    </dgm:pt>
    <dgm:pt modelId="{7070CC17-C6F5-4C9F-982B-7BC0B8BD094E}" type="sibTrans" cxnId="{786D2679-A501-4349-88BE-AC73369486E3}">
      <dgm:prSet/>
      <dgm:spPr/>
      <dgm:t>
        <a:bodyPr/>
        <a:lstStyle/>
        <a:p>
          <a:pPr marL="180000"/>
          <a:endParaRPr lang="zh-CN" altLang="en-US">
            <a:latin typeface="Arial" panose="020B0604020202020204" pitchFamily="34" charset="0"/>
            <a:ea typeface="黑体" panose="02010609060101010101" pitchFamily="49" charset="-122"/>
            <a:cs typeface="Arial" panose="020B0604020202020204" pitchFamily="34" charset="0"/>
          </a:endParaRPr>
        </a:p>
      </dgm:t>
    </dgm:pt>
    <dgm:pt modelId="{323AC823-F136-4B9B-BE86-94E5E4505CC7}">
      <dgm:prSet custT="1"/>
      <dgm:spPr>
        <a:solidFill>
          <a:srgbClr val="60B612"/>
        </a:solidFill>
      </dgm:spPr>
      <dgm:t>
        <a:bodyPr/>
        <a:lstStyle/>
        <a:p>
          <a:pPr marL="180000" indent="0" algn="l" rtl="0">
            <a:lnSpc>
              <a:spcPct val="100000"/>
            </a:lnSpc>
            <a:spcAft>
              <a:spcPts val="0"/>
            </a:spcAft>
          </a:pPr>
          <a:r>
            <a:rPr lang="zh-CN" altLang="en-US" sz="1600" dirty="0" smtClean="0">
              <a:latin typeface="Arial" panose="020B0604020202020204" pitchFamily="34" charset="0"/>
              <a:ea typeface="黑体" panose="02010609060101010101" pitchFamily="49" charset="-122"/>
              <a:cs typeface="Arial" panose="020B0604020202020204" pitchFamily="34" charset="0"/>
            </a:rPr>
            <a:t>非线性误差与温度对灵敏度影响一起组成了毛重称量误差，因此应根据产品实际合理分配非线性和温度对灵敏度影响。只有非线性误差可以忽略不计时，才可以考虑温度对灵敏度影响按满量程最大允许误差控制。</a:t>
          </a:r>
          <a:endParaRPr lang="zh-CN" altLang="en-US" sz="1600" dirty="0">
            <a:latin typeface="Arial" panose="020B0604020202020204" pitchFamily="34" charset="0"/>
            <a:ea typeface="黑体" panose="02010609060101010101" pitchFamily="49" charset="-122"/>
            <a:cs typeface="Arial" panose="020B0604020202020204" pitchFamily="34" charset="0"/>
          </a:endParaRPr>
        </a:p>
      </dgm:t>
    </dgm:pt>
    <dgm:pt modelId="{5C29E521-4A8A-4D22-8745-D81374B95C88}" type="parTrans" cxnId="{30EDE07C-1F5F-4374-9F51-B93E9CBD928E}">
      <dgm:prSet>
        <dgm:style>
          <a:lnRef idx="1">
            <a:schemeClr val="dk1"/>
          </a:lnRef>
          <a:fillRef idx="0">
            <a:schemeClr val="dk1"/>
          </a:fillRef>
          <a:effectRef idx="0">
            <a:schemeClr val="dk1"/>
          </a:effectRef>
          <a:fontRef idx="minor">
            <a:schemeClr val="tx1"/>
          </a:fontRef>
        </dgm:style>
      </dgm:prSet>
      <dgm:spPr/>
      <dgm:t>
        <a:bodyPr/>
        <a:lstStyle/>
        <a:p>
          <a:pPr marL="180000"/>
          <a:endParaRPr lang="zh-CN" altLang="en-US">
            <a:latin typeface="Arial" panose="020B0604020202020204" pitchFamily="34" charset="0"/>
            <a:ea typeface="黑体" panose="02010609060101010101" pitchFamily="49" charset="-122"/>
            <a:cs typeface="Arial" panose="020B0604020202020204" pitchFamily="34" charset="0"/>
          </a:endParaRPr>
        </a:p>
      </dgm:t>
    </dgm:pt>
    <dgm:pt modelId="{7830619C-ED88-4A28-AD57-8A2915DEBE9D}" type="sibTrans" cxnId="{30EDE07C-1F5F-4374-9F51-B93E9CBD928E}">
      <dgm:prSet/>
      <dgm:spPr/>
      <dgm:t>
        <a:bodyPr/>
        <a:lstStyle/>
        <a:p>
          <a:pPr marL="180000"/>
          <a:endParaRPr lang="zh-CN" altLang="en-US">
            <a:latin typeface="Arial" panose="020B0604020202020204" pitchFamily="34" charset="0"/>
            <a:ea typeface="黑体" panose="02010609060101010101" pitchFamily="49" charset="-122"/>
            <a:cs typeface="Arial" panose="020B0604020202020204" pitchFamily="34" charset="0"/>
          </a:endParaRPr>
        </a:p>
      </dgm:t>
    </dgm:pt>
    <dgm:pt modelId="{3AD45104-2269-43A9-8CD5-E866D9736522}">
      <dgm:prSet custT="1"/>
      <dgm:spPr>
        <a:solidFill>
          <a:srgbClr val="FF9900"/>
        </a:solidFill>
      </dgm:spPr>
      <dgm:t>
        <a:bodyPr/>
        <a:lstStyle/>
        <a:p>
          <a:pPr marL="180000" indent="0" algn="l" rtl="0">
            <a:lnSpc>
              <a:spcPct val="100000"/>
            </a:lnSpc>
            <a:spcAft>
              <a:spcPts val="0"/>
            </a:spcAft>
          </a:pPr>
          <a:r>
            <a:rPr lang="zh-CN" altLang="en-US" sz="1600" dirty="0" smtClean="0">
              <a:latin typeface="Arial" panose="020B0604020202020204" pitchFamily="34" charset="0"/>
              <a:ea typeface="黑体" panose="02010609060101010101" pitchFamily="49" charset="-122"/>
              <a:cs typeface="Arial" panose="020B0604020202020204" pitchFamily="34" charset="0"/>
            </a:rPr>
            <a:t>滞后误差是同一载荷在加载时的误差和卸载时的差确定的，其大小确定了传感器是否可以在具有除皮功能的衡器上使用，或根据传感器滞后误差特性，需要对衡器除皮功能的能力进行限定，例如规定的最大除皮不是最大称量。</a:t>
          </a:r>
          <a:endParaRPr lang="zh-CN" altLang="en-US" sz="1600" dirty="0">
            <a:latin typeface="Arial" panose="020B0604020202020204" pitchFamily="34" charset="0"/>
            <a:ea typeface="黑体" panose="02010609060101010101" pitchFamily="49" charset="-122"/>
            <a:cs typeface="Arial" panose="020B0604020202020204" pitchFamily="34" charset="0"/>
          </a:endParaRPr>
        </a:p>
      </dgm:t>
    </dgm:pt>
    <dgm:pt modelId="{C6D9DAE8-FD87-493F-B349-B1E3807C921E}" type="parTrans" cxnId="{26D77940-82EA-4ED7-AD81-BC84B7A17D5C}">
      <dgm:prSet>
        <dgm:style>
          <a:lnRef idx="1">
            <a:schemeClr val="dk1"/>
          </a:lnRef>
          <a:fillRef idx="0">
            <a:schemeClr val="dk1"/>
          </a:fillRef>
          <a:effectRef idx="0">
            <a:schemeClr val="dk1"/>
          </a:effectRef>
          <a:fontRef idx="minor">
            <a:schemeClr val="tx1"/>
          </a:fontRef>
        </dgm:style>
      </dgm:prSet>
      <dgm:spPr/>
      <dgm:t>
        <a:bodyPr/>
        <a:lstStyle/>
        <a:p>
          <a:pPr marL="180000"/>
          <a:endParaRPr lang="zh-CN" altLang="en-US">
            <a:solidFill>
              <a:schemeClr val="tx1"/>
            </a:solidFill>
            <a:latin typeface="Arial" panose="020B0604020202020204" pitchFamily="34" charset="0"/>
            <a:ea typeface="黑体" panose="02010609060101010101" pitchFamily="49" charset="-122"/>
            <a:cs typeface="Arial" panose="020B0604020202020204" pitchFamily="34" charset="0"/>
          </a:endParaRPr>
        </a:p>
      </dgm:t>
    </dgm:pt>
    <dgm:pt modelId="{D5E071AC-2BE5-4296-B4CB-5E6CF288DFED}" type="sibTrans" cxnId="{26D77940-82EA-4ED7-AD81-BC84B7A17D5C}">
      <dgm:prSet/>
      <dgm:spPr/>
      <dgm:t>
        <a:bodyPr/>
        <a:lstStyle/>
        <a:p>
          <a:pPr marL="180000"/>
          <a:endParaRPr lang="zh-CN" altLang="en-US">
            <a:latin typeface="Arial" panose="020B0604020202020204" pitchFamily="34" charset="0"/>
            <a:ea typeface="黑体" panose="02010609060101010101" pitchFamily="49" charset="-122"/>
            <a:cs typeface="Arial" panose="020B0604020202020204" pitchFamily="34" charset="0"/>
          </a:endParaRPr>
        </a:p>
      </dgm:t>
    </dgm:pt>
    <dgm:pt modelId="{3F262D72-9802-4735-9990-AA1BD1EB36C0}" type="pres">
      <dgm:prSet presAssocID="{575028E6-B305-42B0-9A0C-83EC45E8483D}" presName="Name0" presStyleCnt="0">
        <dgm:presLayoutVars>
          <dgm:chPref val="1"/>
          <dgm:dir/>
          <dgm:animOne val="branch"/>
          <dgm:animLvl val="lvl"/>
          <dgm:resizeHandles val="exact"/>
        </dgm:presLayoutVars>
      </dgm:prSet>
      <dgm:spPr/>
      <dgm:t>
        <a:bodyPr/>
        <a:lstStyle/>
        <a:p>
          <a:endParaRPr lang="zh-CN" altLang="en-US"/>
        </a:p>
      </dgm:t>
    </dgm:pt>
    <dgm:pt modelId="{7EB4AA1C-CD80-4794-A561-09ABD943279B}" type="pres">
      <dgm:prSet presAssocID="{0EF8D196-4758-4CD0-A3DA-C77E614E35E3}" presName="root1" presStyleCnt="0"/>
      <dgm:spPr/>
    </dgm:pt>
    <dgm:pt modelId="{3311E8B4-F0D2-424C-9A71-C12C7B5FD8E1}" type="pres">
      <dgm:prSet presAssocID="{0EF8D196-4758-4CD0-A3DA-C77E614E35E3}" presName="LevelOneTextNode" presStyleLbl="node0" presStyleIdx="0" presStyleCnt="1" custScaleX="118927" custScaleY="105943" custLinFactX="-100000" custLinFactNeighborX="-103674">
        <dgm:presLayoutVars>
          <dgm:chPref val="3"/>
        </dgm:presLayoutVars>
      </dgm:prSet>
      <dgm:spPr/>
      <dgm:t>
        <a:bodyPr/>
        <a:lstStyle/>
        <a:p>
          <a:endParaRPr lang="zh-CN" altLang="en-US"/>
        </a:p>
      </dgm:t>
    </dgm:pt>
    <dgm:pt modelId="{F109F042-C16D-4DA9-87C7-758BE1A73B19}" type="pres">
      <dgm:prSet presAssocID="{0EF8D196-4758-4CD0-A3DA-C77E614E35E3}" presName="level2hierChild" presStyleCnt="0"/>
      <dgm:spPr/>
    </dgm:pt>
    <dgm:pt modelId="{CF41B2E2-5C98-4164-AF97-7A9EF41E7072}" type="pres">
      <dgm:prSet presAssocID="{B1DC3B16-29CA-488F-88E0-F4C58D454052}" presName="conn2-1" presStyleLbl="parChTrans1D2" presStyleIdx="0" presStyleCnt="4"/>
      <dgm:spPr/>
      <dgm:t>
        <a:bodyPr/>
        <a:lstStyle/>
        <a:p>
          <a:endParaRPr lang="zh-CN" altLang="en-US"/>
        </a:p>
      </dgm:t>
    </dgm:pt>
    <dgm:pt modelId="{20D9B201-DEA9-4171-AF9F-233C75E6C91D}" type="pres">
      <dgm:prSet presAssocID="{B1DC3B16-29CA-488F-88E0-F4C58D454052}" presName="connTx" presStyleLbl="parChTrans1D2" presStyleIdx="0" presStyleCnt="4"/>
      <dgm:spPr/>
      <dgm:t>
        <a:bodyPr/>
        <a:lstStyle/>
        <a:p>
          <a:endParaRPr lang="zh-CN" altLang="en-US"/>
        </a:p>
      </dgm:t>
    </dgm:pt>
    <dgm:pt modelId="{FC587B17-783A-41FE-AF01-95803DF2E4B2}" type="pres">
      <dgm:prSet presAssocID="{3243D2E0-67BC-4662-9947-205EB3975FA0}" presName="root2" presStyleCnt="0"/>
      <dgm:spPr/>
    </dgm:pt>
    <dgm:pt modelId="{79821860-18C4-4E11-9804-9EA0C330359A}" type="pres">
      <dgm:prSet presAssocID="{3243D2E0-67BC-4662-9947-205EB3975FA0}" presName="LevelTwoTextNode" presStyleLbl="node2" presStyleIdx="0" presStyleCnt="4" custScaleX="371241" custScaleY="194269">
        <dgm:presLayoutVars>
          <dgm:chPref val="3"/>
        </dgm:presLayoutVars>
      </dgm:prSet>
      <dgm:spPr/>
      <dgm:t>
        <a:bodyPr/>
        <a:lstStyle/>
        <a:p>
          <a:endParaRPr lang="zh-CN" altLang="en-US"/>
        </a:p>
      </dgm:t>
    </dgm:pt>
    <dgm:pt modelId="{8DD25C90-EEEA-416C-BEDD-E5469D52DC1A}" type="pres">
      <dgm:prSet presAssocID="{3243D2E0-67BC-4662-9947-205EB3975FA0}" presName="level3hierChild" presStyleCnt="0"/>
      <dgm:spPr/>
    </dgm:pt>
    <dgm:pt modelId="{681E48FC-CCB0-4D6B-AD85-F97B39AB1774}" type="pres">
      <dgm:prSet presAssocID="{1F161940-A8EE-4A2E-8639-E87A5F079328}" presName="conn2-1" presStyleLbl="parChTrans1D2" presStyleIdx="1" presStyleCnt="4"/>
      <dgm:spPr/>
      <dgm:t>
        <a:bodyPr/>
        <a:lstStyle/>
        <a:p>
          <a:endParaRPr lang="zh-CN" altLang="en-US"/>
        </a:p>
      </dgm:t>
    </dgm:pt>
    <dgm:pt modelId="{056DDBBB-73B5-4793-8B4D-04DBC432D041}" type="pres">
      <dgm:prSet presAssocID="{1F161940-A8EE-4A2E-8639-E87A5F079328}" presName="connTx" presStyleLbl="parChTrans1D2" presStyleIdx="1" presStyleCnt="4"/>
      <dgm:spPr/>
      <dgm:t>
        <a:bodyPr/>
        <a:lstStyle/>
        <a:p>
          <a:endParaRPr lang="zh-CN" altLang="en-US"/>
        </a:p>
      </dgm:t>
    </dgm:pt>
    <dgm:pt modelId="{5D8C759D-16DA-43CD-8EE5-702252BEF1AF}" type="pres">
      <dgm:prSet presAssocID="{212ABE3E-56C1-4468-864B-A31A8311B5B9}" presName="root2" presStyleCnt="0"/>
      <dgm:spPr/>
    </dgm:pt>
    <dgm:pt modelId="{049C5524-2C09-4570-A528-4177968761BC}" type="pres">
      <dgm:prSet presAssocID="{212ABE3E-56C1-4468-864B-A31A8311B5B9}" presName="LevelTwoTextNode" presStyleLbl="node2" presStyleIdx="1" presStyleCnt="4" custScaleX="371241" custScaleY="194269">
        <dgm:presLayoutVars>
          <dgm:chPref val="3"/>
        </dgm:presLayoutVars>
      </dgm:prSet>
      <dgm:spPr/>
      <dgm:t>
        <a:bodyPr/>
        <a:lstStyle/>
        <a:p>
          <a:endParaRPr lang="zh-CN" altLang="en-US"/>
        </a:p>
      </dgm:t>
    </dgm:pt>
    <dgm:pt modelId="{89AF0DCA-6D10-4379-A44F-5073C992F609}" type="pres">
      <dgm:prSet presAssocID="{212ABE3E-56C1-4468-864B-A31A8311B5B9}" presName="level3hierChild" presStyleCnt="0"/>
      <dgm:spPr/>
    </dgm:pt>
    <dgm:pt modelId="{91685C6D-D34B-4103-BCA5-FA58F91D0E46}" type="pres">
      <dgm:prSet presAssocID="{5C29E521-4A8A-4D22-8745-D81374B95C88}" presName="conn2-1" presStyleLbl="parChTrans1D2" presStyleIdx="2" presStyleCnt="4"/>
      <dgm:spPr/>
      <dgm:t>
        <a:bodyPr/>
        <a:lstStyle/>
        <a:p>
          <a:endParaRPr lang="zh-CN" altLang="en-US"/>
        </a:p>
      </dgm:t>
    </dgm:pt>
    <dgm:pt modelId="{57D8C34F-1BB0-42EC-9E43-508F2B8F8DD9}" type="pres">
      <dgm:prSet presAssocID="{5C29E521-4A8A-4D22-8745-D81374B95C88}" presName="connTx" presStyleLbl="parChTrans1D2" presStyleIdx="2" presStyleCnt="4"/>
      <dgm:spPr/>
      <dgm:t>
        <a:bodyPr/>
        <a:lstStyle/>
        <a:p>
          <a:endParaRPr lang="zh-CN" altLang="en-US"/>
        </a:p>
      </dgm:t>
    </dgm:pt>
    <dgm:pt modelId="{B8B6DE30-DD64-4B6D-A2E5-4D8DA7ABCBCB}" type="pres">
      <dgm:prSet presAssocID="{323AC823-F136-4B9B-BE86-94E5E4505CC7}" presName="root2" presStyleCnt="0"/>
      <dgm:spPr/>
    </dgm:pt>
    <dgm:pt modelId="{45C1FEDC-CB8E-46C8-92E3-B6B9AFE4943C}" type="pres">
      <dgm:prSet presAssocID="{323AC823-F136-4B9B-BE86-94E5E4505CC7}" presName="LevelTwoTextNode" presStyleLbl="node2" presStyleIdx="2" presStyleCnt="4" custScaleX="371241" custScaleY="194269">
        <dgm:presLayoutVars>
          <dgm:chPref val="3"/>
        </dgm:presLayoutVars>
      </dgm:prSet>
      <dgm:spPr/>
      <dgm:t>
        <a:bodyPr/>
        <a:lstStyle/>
        <a:p>
          <a:endParaRPr lang="zh-CN" altLang="en-US"/>
        </a:p>
      </dgm:t>
    </dgm:pt>
    <dgm:pt modelId="{7FF1F6E2-412D-42CB-9C51-6958CCCDD3CA}" type="pres">
      <dgm:prSet presAssocID="{323AC823-F136-4B9B-BE86-94E5E4505CC7}" presName="level3hierChild" presStyleCnt="0"/>
      <dgm:spPr/>
    </dgm:pt>
    <dgm:pt modelId="{B33A2825-8564-477D-9E46-F1C19BF436F9}" type="pres">
      <dgm:prSet presAssocID="{C6D9DAE8-FD87-493F-B349-B1E3807C921E}" presName="conn2-1" presStyleLbl="parChTrans1D2" presStyleIdx="3" presStyleCnt="4"/>
      <dgm:spPr/>
      <dgm:t>
        <a:bodyPr/>
        <a:lstStyle/>
        <a:p>
          <a:endParaRPr lang="zh-CN" altLang="en-US"/>
        </a:p>
      </dgm:t>
    </dgm:pt>
    <dgm:pt modelId="{AAE26C6F-B7DC-4B9B-83BB-E30B49C5E23B}" type="pres">
      <dgm:prSet presAssocID="{C6D9DAE8-FD87-493F-B349-B1E3807C921E}" presName="connTx" presStyleLbl="parChTrans1D2" presStyleIdx="3" presStyleCnt="4"/>
      <dgm:spPr/>
      <dgm:t>
        <a:bodyPr/>
        <a:lstStyle/>
        <a:p>
          <a:endParaRPr lang="zh-CN" altLang="en-US"/>
        </a:p>
      </dgm:t>
    </dgm:pt>
    <dgm:pt modelId="{587A3E5F-7061-4B1F-BA0C-1B00EAF740A9}" type="pres">
      <dgm:prSet presAssocID="{3AD45104-2269-43A9-8CD5-E866D9736522}" presName="root2" presStyleCnt="0"/>
      <dgm:spPr/>
    </dgm:pt>
    <dgm:pt modelId="{0589AE7D-474C-4E74-B6FA-CE821D121368}" type="pres">
      <dgm:prSet presAssocID="{3AD45104-2269-43A9-8CD5-E866D9736522}" presName="LevelTwoTextNode" presStyleLbl="node2" presStyleIdx="3" presStyleCnt="4" custScaleX="371241" custScaleY="194269">
        <dgm:presLayoutVars>
          <dgm:chPref val="3"/>
        </dgm:presLayoutVars>
      </dgm:prSet>
      <dgm:spPr/>
      <dgm:t>
        <a:bodyPr/>
        <a:lstStyle/>
        <a:p>
          <a:endParaRPr lang="zh-CN" altLang="en-US"/>
        </a:p>
      </dgm:t>
    </dgm:pt>
    <dgm:pt modelId="{8E325DCC-95AC-4677-A7C2-2C740B37E120}" type="pres">
      <dgm:prSet presAssocID="{3AD45104-2269-43A9-8CD5-E866D9736522}" presName="level3hierChild" presStyleCnt="0"/>
      <dgm:spPr/>
    </dgm:pt>
  </dgm:ptLst>
  <dgm:cxnLst>
    <dgm:cxn modelId="{AF3EA973-E2C9-4DBE-AA6C-4642D4783220}" srcId="{575028E6-B305-42B0-9A0C-83EC45E8483D}" destId="{0EF8D196-4758-4CD0-A3DA-C77E614E35E3}" srcOrd="0" destOrd="0" parTransId="{A84B89AE-A2A7-45C4-A5F7-6232409175B6}" sibTransId="{1F0BBEAE-673B-41A7-942B-AE3C0252E0A1}"/>
    <dgm:cxn modelId="{98570AF5-9C6A-42B9-B672-8927226EFD8E}" type="presOf" srcId="{C6D9DAE8-FD87-493F-B349-B1E3807C921E}" destId="{B33A2825-8564-477D-9E46-F1C19BF436F9}" srcOrd="0" destOrd="0" presId="urn:microsoft.com/office/officeart/2008/layout/HorizontalMultiLevelHierarchy"/>
    <dgm:cxn modelId="{32635B93-14C7-42D3-A8F3-6D9FE027958C}" type="presOf" srcId="{212ABE3E-56C1-4468-864B-A31A8311B5B9}" destId="{049C5524-2C09-4570-A528-4177968761BC}" srcOrd="0" destOrd="0" presId="urn:microsoft.com/office/officeart/2008/layout/HorizontalMultiLevelHierarchy"/>
    <dgm:cxn modelId="{51226071-6D08-4382-AF31-876E8D6A6F44}" srcId="{0EF8D196-4758-4CD0-A3DA-C77E614E35E3}" destId="{3243D2E0-67BC-4662-9947-205EB3975FA0}" srcOrd="0" destOrd="0" parTransId="{B1DC3B16-29CA-488F-88E0-F4C58D454052}" sibTransId="{068DF590-EE9D-4568-A2AB-06EF2280CBCD}"/>
    <dgm:cxn modelId="{B303E025-0F31-4D56-B805-BECB088AAEB7}" type="presOf" srcId="{575028E6-B305-42B0-9A0C-83EC45E8483D}" destId="{3F262D72-9802-4735-9990-AA1BD1EB36C0}" srcOrd="0" destOrd="0" presId="urn:microsoft.com/office/officeart/2008/layout/HorizontalMultiLevelHierarchy"/>
    <dgm:cxn modelId="{2B871FBD-52C9-4B90-B837-8AAC698A34DA}" type="presOf" srcId="{1F161940-A8EE-4A2E-8639-E87A5F079328}" destId="{681E48FC-CCB0-4D6B-AD85-F97B39AB1774}" srcOrd="0" destOrd="0" presId="urn:microsoft.com/office/officeart/2008/layout/HorizontalMultiLevelHierarchy"/>
    <dgm:cxn modelId="{E14A8095-8EC2-47A5-ADA2-6B2F94FB10E2}" type="presOf" srcId="{B1DC3B16-29CA-488F-88E0-F4C58D454052}" destId="{CF41B2E2-5C98-4164-AF97-7A9EF41E7072}" srcOrd="0" destOrd="0" presId="urn:microsoft.com/office/officeart/2008/layout/HorizontalMultiLevelHierarchy"/>
    <dgm:cxn modelId="{30EDE07C-1F5F-4374-9F51-B93E9CBD928E}" srcId="{0EF8D196-4758-4CD0-A3DA-C77E614E35E3}" destId="{323AC823-F136-4B9B-BE86-94E5E4505CC7}" srcOrd="2" destOrd="0" parTransId="{5C29E521-4A8A-4D22-8745-D81374B95C88}" sibTransId="{7830619C-ED88-4A28-AD57-8A2915DEBE9D}"/>
    <dgm:cxn modelId="{5C9BC595-5357-41AE-88B1-1F71343EE8B5}" type="presOf" srcId="{5C29E521-4A8A-4D22-8745-D81374B95C88}" destId="{57D8C34F-1BB0-42EC-9E43-508F2B8F8DD9}" srcOrd="1" destOrd="0" presId="urn:microsoft.com/office/officeart/2008/layout/HorizontalMultiLevelHierarchy"/>
    <dgm:cxn modelId="{6FD32998-468A-466E-8683-9FF276F98E85}" type="presOf" srcId="{C6D9DAE8-FD87-493F-B349-B1E3807C921E}" destId="{AAE26C6F-B7DC-4B9B-83BB-E30B49C5E23B}" srcOrd="1" destOrd="0" presId="urn:microsoft.com/office/officeart/2008/layout/HorizontalMultiLevelHierarchy"/>
    <dgm:cxn modelId="{6FE19BC3-B4B5-4BE9-A815-C53F536BE334}" type="presOf" srcId="{0EF8D196-4758-4CD0-A3DA-C77E614E35E3}" destId="{3311E8B4-F0D2-424C-9A71-C12C7B5FD8E1}" srcOrd="0" destOrd="0" presId="urn:microsoft.com/office/officeart/2008/layout/HorizontalMultiLevelHierarchy"/>
    <dgm:cxn modelId="{73F46FED-C25B-4F9D-9196-F80373958663}" type="presOf" srcId="{323AC823-F136-4B9B-BE86-94E5E4505CC7}" destId="{45C1FEDC-CB8E-46C8-92E3-B6B9AFE4943C}" srcOrd="0" destOrd="0" presId="urn:microsoft.com/office/officeart/2008/layout/HorizontalMultiLevelHierarchy"/>
    <dgm:cxn modelId="{49D128F5-915A-43F8-8E3B-7C0974D796ED}" type="presOf" srcId="{1F161940-A8EE-4A2E-8639-E87A5F079328}" destId="{056DDBBB-73B5-4793-8B4D-04DBC432D041}" srcOrd="1" destOrd="0" presId="urn:microsoft.com/office/officeart/2008/layout/HorizontalMultiLevelHierarchy"/>
    <dgm:cxn modelId="{CA501FE6-42CF-492A-8C43-27C9A0F1F77B}" type="presOf" srcId="{3243D2E0-67BC-4662-9947-205EB3975FA0}" destId="{79821860-18C4-4E11-9804-9EA0C330359A}" srcOrd="0" destOrd="0" presId="urn:microsoft.com/office/officeart/2008/layout/HorizontalMultiLevelHierarchy"/>
    <dgm:cxn modelId="{26D77940-82EA-4ED7-AD81-BC84B7A17D5C}" srcId="{0EF8D196-4758-4CD0-A3DA-C77E614E35E3}" destId="{3AD45104-2269-43A9-8CD5-E866D9736522}" srcOrd="3" destOrd="0" parTransId="{C6D9DAE8-FD87-493F-B349-B1E3807C921E}" sibTransId="{D5E071AC-2BE5-4296-B4CB-5E6CF288DFED}"/>
    <dgm:cxn modelId="{031796B4-675F-411A-BC3D-229A9E5E83DB}" type="presOf" srcId="{5C29E521-4A8A-4D22-8745-D81374B95C88}" destId="{91685C6D-D34B-4103-BCA5-FA58F91D0E46}" srcOrd="0" destOrd="0" presId="urn:microsoft.com/office/officeart/2008/layout/HorizontalMultiLevelHierarchy"/>
    <dgm:cxn modelId="{786D2679-A501-4349-88BE-AC73369486E3}" srcId="{0EF8D196-4758-4CD0-A3DA-C77E614E35E3}" destId="{212ABE3E-56C1-4468-864B-A31A8311B5B9}" srcOrd="1" destOrd="0" parTransId="{1F161940-A8EE-4A2E-8639-E87A5F079328}" sibTransId="{7070CC17-C6F5-4C9F-982B-7BC0B8BD094E}"/>
    <dgm:cxn modelId="{43F166C9-EF6A-4CA6-AD41-ECD82A94A9A2}" type="presOf" srcId="{3AD45104-2269-43A9-8CD5-E866D9736522}" destId="{0589AE7D-474C-4E74-B6FA-CE821D121368}" srcOrd="0" destOrd="0" presId="urn:microsoft.com/office/officeart/2008/layout/HorizontalMultiLevelHierarchy"/>
    <dgm:cxn modelId="{96ED075C-A3CB-484A-B93D-5CFD17535258}" type="presOf" srcId="{B1DC3B16-29CA-488F-88E0-F4C58D454052}" destId="{20D9B201-DEA9-4171-AF9F-233C75E6C91D}" srcOrd="1" destOrd="0" presId="urn:microsoft.com/office/officeart/2008/layout/HorizontalMultiLevelHierarchy"/>
    <dgm:cxn modelId="{0C63BDAB-721B-453E-8DBC-8D28774A21F3}" type="presParOf" srcId="{3F262D72-9802-4735-9990-AA1BD1EB36C0}" destId="{7EB4AA1C-CD80-4794-A561-09ABD943279B}" srcOrd="0" destOrd="0" presId="urn:microsoft.com/office/officeart/2008/layout/HorizontalMultiLevelHierarchy"/>
    <dgm:cxn modelId="{CFBBF6C4-B2E3-4F89-B0AD-99500E1ED412}" type="presParOf" srcId="{7EB4AA1C-CD80-4794-A561-09ABD943279B}" destId="{3311E8B4-F0D2-424C-9A71-C12C7B5FD8E1}" srcOrd="0" destOrd="0" presId="urn:microsoft.com/office/officeart/2008/layout/HorizontalMultiLevelHierarchy"/>
    <dgm:cxn modelId="{8E85074C-EC15-45C7-B93C-34A96DCA1A0C}" type="presParOf" srcId="{7EB4AA1C-CD80-4794-A561-09ABD943279B}" destId="{F109F042-C16D-4DA9-87C7-758BE1A73B19}" srcOrd="1" destOrd="0" presId="urn:microsoft.com/office/officeart/2008/layout/HorizontalMultiLevelHierarchy"/>
    <dgm:cxn modelId="{5A9DF017-2CEE-4512-B1D2-911B6EA3CE32}" type="presParOf" srcId="{F109F042-C16D-4DA9-87C7-758BE1A73B19}" destId="{CF41B2E2-5C98-4164-AF97-7A9EF41E7072}" srcOrd="0" destOrd="0" presId="urn:microsoft.com/office/officeart/2008/layout/HorizontalMultiLevelHierarchy"/>
    <dgm:cxn modelId="{B7C90736-A468-4A85-9FDB-DE2D0F647264}" type="presParOf" srcId="{CF41B2E2-5C98-4164-AF97-7A9EF41E7072}" destId="{20D9B201-DEA9-4171-AF9F-233C75E6C91D}" srcOrd="0" destOrd="0" presId="urn:microsoft.com/office/officeart/2008/layout/HorizontalMultiLevelHierarchy"/>
    <dgm:cxn modelId="{39577838-190A-4185-8FD4-E30EC9B9F9CC}" type="presParOf" srcId="{F109F042-C16D-4DA9-87C7-758BE1A73B19}" destId="{FC587B17-783A-41FE-AF01-95803DF2E4B2}" srcOrd="1" destOrd="0" presId="urn:microsoft.com/office/officeart/2008/layout/HorizontalMultiLevelHierarchy"/>
    <dgm:cxn modelId="{5D4A0414-CCAC-428E-BD56-FAE39D83672F}" type="presParOf" srcId="{FC587B17-783A-41FE-AF01-95803DF2E4B2}" destId="{79821860-18C4-4E11-9804-9EA0C330359A}" srcOrd="0" destOrd="0" presId="urn:microsoft.com/office/officeart/2008/layout/HorizontalMultiLevelHierarchy"/>
    <dgm:cxn modelId="{18B6E1C9-0E44-4DF3-BB59-605B0F4F8326}" type="presParOf" srcId="{FC587B17-783A-41FE-AF01-95803DF2E4B2}" destId="{8DD25C90-EEEA-416C-BEDD-E5469D52DC1A}" srcOrd="1" destOrd="0" presId="urn:microsoft.com/office/officeart/2008/layout/HorizontalMultiLevelHierarchy"/>
    <dgm:cxn modelId="{EE9FE2E0-F738-4D26-84BD-882F51D49F7C}" type="presParOf" srcId="{F109F042-C16D-4DA9-87C7-758BE1A73B19}" destId="{681E48FC-CCB0-4D6B-AD85-F97B39AB1774}" srcOrd="2" destOrd="0" presId="urn:microsoft.com/office/officeart/2008/layout/HorizontalMultiLevelHierarchy"/>
    <dgm:cxn modelId="{498B7D36-DC9C-4896-8976-D7B02CE1AEA4}" type="presParOf" srcId="{681E48FC-CCB0-4D6B-AD85-F97B39AB1774}" destId="{056DDBBB-73B5-4793-8B4D-04DBC432D041}" srcOrd="0" destOrd="0" presId="urn:microsoft.com/office/officeart/2008/layout/HorizontalMultiLevelHierarchy"/>
    <dgm:cxn modelId="{56DD0225-70E3-433B-9B5B-FA6D99E723E6}" type="presParOf" srcId="{F109F042-C16D-4DA9-87C7-758BE1A73B19}" destId="{5D8C759D-16DA-43CD-8EE5-702252BEF1AF}" srcOrd="3" destOrd="0" presId="urn:microsoft.com/office/officeart/2008/layout/HorizontalMultiLevelHierarchy"/>
    <dgm:cxn modelId="{F09BB32D-F3DE-46C0-9CBB-0464F7867239}" type="presParOf" srcId="{5D8C759D-16DA-43CD-8EE5-702252BEF1AF}" destId="{049C5524-2C09-4570-A528-4177968761BC}" srcOrd="0" destOrd="0" presId="urn:microsoft.com/office/officeart/2008/layout/HorizontalMultiLevelHierarchy"/>
    <dgm:cxn modelId="{C60A4066-724A-479C-962E-6046A60D57AA}" type="presParOf" srcId="{5D8C759D-16DA-43CD-8EE5-702252BEF1AF}" destId="{89AF0DCA-6D10-4379-A44F-5073C992F609}" srcOrd="1" destOrd="0" presId="urn:microsoft.com/office/officeart/2008/layout/HorizontalMultiLevelHierarchy"/>
    <dgm:cxn modelId="{22549055-0968-45B4-ADBE-179808E6C249}" type="presParOf" srcId="{F109F042-C16D-4DA9-87C7-758BE1A73B19}" destId="{91685C6D-D34B-4103-BCA5-FA58F91D0E46}" srcOrd="4" destOrd="0" presId="urn:microsoft.com/office/officeart/2008/layout/HorizontalMultiLevelHierarchy"/>
    <dgm:cxn modelId="{F5728F9D-4290-4ED0-85FB-C52C4C64F059}" type="presParOf" srcId="{91685C6D-D34B-4103-BCA5-FA58F91D0E46}" destId="{57D8C34F-1BB0-42EC-9E43-508F2B8F8DD9}" srcOrd="0" destOrd="0" presId="urn:microsoft.com/office/officeart/2008/layout/HorizontalMultiLevelHierarchy"/>
    <dgm:cxn modelId="{0FA1958F-F0A0-4092-A0BB-164A0777AA75}" type="presParOf" srcId="{F109F042-C16D-4DA9-87C7-758BE1A73B19}" destId="{B8B6DE30-DD64-4B6D-A2E5-4D8DA7ABCBCB}" srcOrd="5" destOrd="0" presId="urn:microsoft.com/office/officeart/2008/layout/HorizontalMultiLevelHierarchy"/>
    <dgm:cxn modelId="{BB3E6375-E4FB-4F9A-8087-3705922771A8}" type="presParOf" srcId="{B8B6DE30-DD64-4B6D-A2E5-4D8DA7ABCBCB}" destId="{45C1FEDC-CB8E-46C8-92E3-B6B9AFE4943C}" srcOrd="0" destOrd="0" presId="urn:microsoft.com/office/officeart/2008/layout/HorizontalMultiLevelHierarchy"/>
    <dgm:cxn modelId="{3B3550D8-3C03-4FD2-ADD3-F07640AD0B95}" type="presParOf" srcId="{B8B6DE30-DD64-4B6D-A2E5-4D8DA7ABCBCB}" destId="{7FF1F6E2-412D-42CB-9C51-6958CCCDD3CA}" srcOrd="1" destOrd="0" presId="urn:microsoft.com/office/officeart/2008/layout/HorizontalMultiLevelHierarchy"/>
    <dgm:cxn modelId="{5B90A6EF-49C5-4418-BC6B-17D7088E622B}" type="presParOf" srcId="{F109F042-C16D-4DA9-87C7-758BE1A73B19}" destId="{B33A2825-8564-477D-9E46-F1C19BF436F9}" srcOrd="6" destOrd="0" presId="urn:microsoft.com/office/officeart/2008/layout/HorizontalMultiLevelHierarchy"/>
    <dgm:cxn modelId="{1B51B057-8D37-4530-9576-6C9435CA62F2}" type="presParOf" srcId="{B33A2825-8564-477D-9E46-F1C19BF436F9}" destId="{AAE26C6F-B7DC-4B9B-83BB-E30B49C5E23B}" srcOrd="0" destOrd="0" presId="urn:microsoft.com/office/officeart/2008/layout/HorizontalMultiLevelHierarchy"/>
    <dgm:cxn modelId="{699AE464-BC00-4224-8C9D-6A437EE1BAEF}" type="presParOf" srcId="{F109F042-C16D-4DA9-87C7-758BE1A73B19}" destId="{587A3E5F-7061-4B1F-BA0C-1B00EAF740A9}" srcOrd="7" destOrd="0" presId="urn:microsoft.com/office/officeart/2008/layout/HorizontalMultiLevelHierarchy"/>
    <dgm:cxn modelId="{4ED658DF-D0D3-4B28-B02F-8305589B0A5D}" type="presParOf" srcId="{587A3E5F-7061-4B1F-BA0C-1B00EAF740A9}" destId="{0589AE7D-474C-4E74-B6FA-CE821D121368}" srcOrd="0" destOrd="0" presId="urn:microsoft.com/office/officeart/2008/layout/HorizontalMultiLevelHierarchy"/>
    <dgm:cxn modelId="{490C2552-1CC1-4B8F-AF7E-C0C38535EA32}" type="presParOf" srcId="{587A3E5F-7061-4B1F-BA0C-1B00EAF740A9}" destId="{8E325DCC-95AC-4677-A7C2-2C740B37E120}" srcOrd="1" destOrd="0" presId="urn:microsoft.com/office/officeart/2008/layout/HorizontalMultiLevelHierarchy"/>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D8CCB1C1-7E6C-4C18-84BB-F0EDEDAC3A85}" type="doc">
      <dgm:prSet loTypeId="urn:microsoft.com/office/officeart/2005/8/layout/vList5" loCatId="list" qsTypeId="urn:microsoft.com/office/officeart/2005/8/quickstyle/simple1" qsCatId="simple" csTypeId="urn:microsoft.com/office/officeart/2005/8/colors/accent1_2" csCatId="accent1" phldr="1"/>
      <dgm:spPr/>
      <dgm:t>
        <a:bodyPr/>
        <a:lstStyle/>
        <a:p>
          <a:endParaRPr lang="zh-CN" altLang="en-US"/>
        </a:p>
      </dgm:t>
    </dgm:pt>
    <dgm:pt modelId="{0545B644-2930-4C23-8348-86AF6888CEBF}">
      <dgm:prSet custT="1"/>
      <dgm:spPr>
        <a:solidFill>
          <a:schemeClr val="accent3"/>
        </a:solidFill>
      </dgm:spPr>
      <dgm:t>
        <a:bodyPr/>
        <a:lstStyle/>
        <a:p>
          <a:pPr algn="l" rtl="0"/>
          <a:r>
            <a:rPr lang="zh-CN" altLang="en-US" sz="1600" baseline="0" smtClean="0">
              <a:latin typeface="黑体" panose="02010609060101010101" pitchFamily="49" charset="-122"/>
              <a:ea typeface="黑体" panose="02010609060101010101" pitchFamily="49" charset="-122"/>
            </a:rPr>
            <a:t>线性误差</a:t>
          </a:r>
          <a:endParaRPr lang="zh-CN" altLang="en-US" sz="1600">
            <a:latin typeface="黑体" panose="02010609060101010101" pitchFamily="49" charset="-122"/>
            <a:ea typeface="黑体" panose="02010609060101010101" pitchFamily="49" charset="-122"/>
          </a:endParaRPr>
        </a:p>
      </dgm:t>
    </dgm:pt>
    <dgm:pt modelId="{7A0A8820-5603-4E65-A02D-458C4B45074F}" type="parTrans" cxnId="{B7C50D8D-F4CE-455B-BA30-5F61F0556495}">
      <dgm:prSet/>
      <dgm:spPr/>
      <dgm:t>
        <a:bodyPr/>
        <a:lstStyle/>
        <a:p>
          <a:pPr algn="l"/>
          <a:endParaRPr lang="zh-CN" altLang="en-US" sz="1600">
            <a:latin typeface="黑体" panose="02010609060101010101" pitchFamily="49" charset="-122"/>
            <a:ea typeface="黑体" panose="02010609060101010101" pitchFamily="49" charset="-122"/>
          </a:endParaRPr>
        </a:p>
      </dgm:t>
    </dgm:pt>
    <dgm:pt modelId="{4CE25800-33AE-4A4A-ACB0-0DCF82B0EB9F}" type="sibTrans" cxnId="{B7C50D8D-F4CE-455B-BA30-5F61F0556495}">
      <dgm:prSet/>
      <dgm:spPr/>
      <dgm:t>
        <a:bodyPr/>
        <a:lstStyle/>
        <a:p>
          <a:pPr algn="l"/>
          <a:endParaRPr lang="zh-CN" altLang="en-US" sz="1600">
            <a:latin typeface="黑体" panose="02010609060101010101" pitchFamily="49" charset="-122"/>
            <a:ea typeface="黑体" panose="02010609060101010101" pitchFamily="49" charset="-122"/>
          </a:endParaRPr>
        </a:p>
      </dgm:t>
    </dgm:pt>
    <dgm:pt modelId="{2A34964D-9144-45E7-B5D1-C2DE6DB4E1DA}">
      <dgm:prSet custT="1"/>
      <dgm:spPr>
        <a:noFill/>
        <a:ln>
          <a:solidFill>
            <a:schemeClr val="tx1">
              <a:alpha val="90000"/>
            </a:schemeClr>
          </a:solidFill>
        </a:ln>
      </dgm:spPr>
      <dgm:t>
        <a:bodyPr/>
        <a:lstStyle/>
        <a:p>
          <a:pPr algn="l" rtl="0"/>
          <a:r>
            <a:rPr lang="zh-CN" altLang="en-US" sz="1600" dirty="0" smtClean="0">
              <a:latin typeface="黑体" panose="02010609060101010101" pitchFamily="49" charset="-122"/>
              <a:ea typeface="黑体" panose="02010609060101010101" pitchFamily="49" charset="-122"/>
            </a:rPr>
            <a:t>小 </a:t>
          </a:r>
          <a:r>
            <a:rPr lang="en-US" altLang="zh-CN" sz="1600" dirty="0" smtClean="0">
              <a:latin typeface="黑体" panose="02010609060101010101" pitchFamily="49" charset="-122"/>
              <a:ea typeface="黑体" panose="02010609060101010101" pitchFamily="49" charset="-122"/>
            </a:rPr>
            <a:t>- </a:t>
          </a:r>
          <a:r>
            <a:rPr lang="zh-CN" altLang="en-US" sz="1600" dirty="0" smtClean="0">
              <a:latin typeface="黑体" panose="02010609060101010101" pitchFamily="49" charset="-122"/>
              <a:ea typeface="黑体" panose="02010609060101010101" pitchFamily="49" charset="-122"/>
            </a:rPr>
            <a:t>高准确度和大分度数，没有好的线性度不可能有高精度；</a:t>
          </a:r>
          <a:endParaRPr lang="zh-CN" altLang="en-US" sz="1600" dirty="0">
            <a:latin typeface="黑体" panose="02010609060101010101" pitchFamily="49" charset="-122"/>
            <a:ea typeface="黑体" panose="02010609060101010101" pitchFamily="49" charset="-122"/>
          </a:endParaRPr>
        </a:p>
      </dgm:t>
    </dgm:pt>
    <dgm:pt modelId="{B3B183FC-D891-437B-B606-2F3CCBCEE859}" type="parTrans" cxnId="{517DD022-D3B6-43F8-A37B-EC99C1D14CC2}">
      <dgm:prSet/>
      <dgm:spPr/>
      <dgm:t>
        <a:bodyPr/>
        <a:lstStyle/>
        <a:p>
          <a:pPr algn="l"/>
          <a:endParaRPr lang="zh-CN" altLang="en-US" sz="1600">
            <a:latin typeface="黑体" panose="02010609060101010101" pitchFamily="49" charset="-122"/>
            <a:ea typeface="黑体" panose="02010609060101010101" pitchFamily="49" charset="-122"/>
          </a:endParaRPr>
        </a:p>
      </dgm:t>
    </dgm:pt>
    <dgm:pt modelId="{96EB8EEE-5DA6-414E-8695-F56F02E4E579}" type="sibTrans" cxnId="{517DD022-D3B6-43F8-A37B-EC99C1D14CC2}">
      <dgm:prSet/>
      <dgm:spPr/>
      <dgm:t>
        <a:bodyPr/>
        <a:lstStyle/>
        <a:p>
          <a:pPr algn="l"/>
          <a:endParaRPr lang="zh-CN" altLang="en-US" sz="1600">
            <a:latin typeface="黑体" panose="02010609060101010101" pitchFamily="49" charset="-122"/>
            <a:ea typeface="黑体" panose="02010609060101010101" pitchFamily="49" charset="-122"/>
          </a:endParaRPr>
        </a:p>
      </dgm:t>
    </dgm:pt>
    <dgm:pt modelId="{8374FAD0-6246-4E8E-A1F5-C513263EA0B1}">
      <dgm:prSet custT="1"/>
      <dgm:spPr>
        <a:solidFill>
          <a:schemeClr val="accent3"/>
        </a:solidFill>
      </dgm:spPr>
      <dgm:t>
        <a:bodyPr/>
        <a:lstStyle/>
        <a:p>
          <a:pPr algn="l" rtl="0"/>
          <a:r>
            <a:rPr lang="zh-CN" altLang="en-US" sz="1600" baseline="0" smtClean="0">
              <a:latin typeface="黑体" panose="02010609060101010101" pitchFamily="49" charset="-122"/>
              <a:ea typeface="黑体" panose="02010609060101010101" pitchFamily="49" charset="-122"/>
            </a:rPr>
            <a:t>滞后</a:t>
          </a:r>
          <a:endParaRPr lang="zh-CN" altLang="en-US" sz="1600">
            <a:latin typeface="黑体" panose="02010609060101010101" pitchFamily="49" charset="-122"/>
            <a:ea typeface="黑体" panose="02010609060101010101" pitchFamily="49" charset="-122"/>
          </a:endParaRPr>
        </a:p>
      </dgm:t>
    </dgm:pt>
    <dgm:pt modelId="{86948E26-1F44-4AD0-ADB7-883481AEE0A6}" type="parTrans" cxnId="{6C697093-BF5E-46CE-8871-2D3CB12398C1}">
      <dgm:prSet/>
      <dgm:spPr/>
      <dgm:t>
        <a:bodyPr/>
        <a:lstStyle/>
        <a:p>
          <a:pPr algn="l"/>
          <a:endParaRPr lang="zh-CN" altLang="en-US" sz="1600">
            <a:latin typeface="黑体" panose="02010609060101010101" pitchFamily="49" charset="-122"/>
            <a:ea typeface="黑体" panose="02010609060101010101" pitchFamily="49" charset="-122"/>
          </a:endParaRPr>
        </a:p>
      </dgm:t>
    </dgm:pt>
    <dgm:pt modelId="{E5A0A480-DF9A-4382-8DFD-9D0529FE699B}" type="sibTrans" cxnId="{6C697093-BF5E-46CE-8871-2D3CB12398C1}">
      <dgm:prSet/>
      <dgm:spPr/>
      <dgm:t>
        <a:bodyPr/>
        <a:lstStyle/>
        <a:p>
          <a:pPr algn="l"/>
          <a:endParaRPr lang="zh-CN" altLang="en-US" sz="1600">
            <a:latin typeface="黑体" panose="02010609060101010101" pitchFamily="49" charset="-122"/>
            <a:ea typeface="黑体" panose="02010609060101010101" pitchFamily="49" charset="-122"/>
          </a:endParaRPr>
        </a:p>
      </dgm:t>
    </dgm:pt>
    <dgm:pt modelId="{15E4FDE1-3C4E-4854-8A2C-3F55581EA68C}">
      <dgm:prSet custT="1"/>
      <dgm:spPr>
        <a:noFill/>
        <a:ln>
          <a:solidFill>
            <a:schemeClr val="tx1">
              <a:alpha val="90000"/>
            </a:schemeClr>
          </a:solidFill>
        </a:ln>
      </dgm:spPr>
      <dgm:t>
        <a:bodyPr/>
        <a:lstStyle/>
        <a:p>
          <a:pPr algn="l" rtl="0"/>
          <a:r>
            <a:rPr lang="zh-CN" altLang="en-US" sz="1600" dirty="0" smtClean="0">
              <a:latin typeface="黑体" panose="02010609060101010101" pitchFamily="49" charset="-122"/>
              <a:ea typeface="黑体" panose="02010609060101010101" pitchFamily="49" charset="-122"/>
            </a:rPr>
            <a:t>小 </a:t>
          </a:r>
          <a:r>
            <a:rPr lang="en-US" altLang="zh-CN" sz="1600" dirty="0" smtClean="0">
              <a:latin typeface="黑体" panose="02010609060101010101" pitchFamily="49" charset="-122"/>
              <a:ea typeface="黑体" panose="02010609060101010101" pitchFamily="49" charset="-122"/>
            </a:rPr>
            <a:t>- </a:t>
          </a:r>
          <a:r>
            <a:rPr lang="zh-CN" altLang="en-US" sz="1600" dirty="0" smtClean="0">
              <a:latin typeface="黑体" panose="02010609060101010101" pitchFamily="49" charset="-122"/>
              <a:ea typeface="黑体" panose="02010609060101010101" pitchFamily="49" charset="-122"/>
            </a:rPr>
            <a:t>满足净重（除皮功能）称量误差要求，滞后大不可能满称量范围除皮</a:t>
          </a:r>
          <a:endParaRPr lang="zh-CN" altLang="en-US" sz="1600" dirty="0">
            <a:latin typeface="黑体" panose="02010609060101010101" pitchFamily="49" charset="-122"/>
            <a:ea typeface="黑体" panose="02010609060101010101" pitchFamily="49" charset="-122"/>
          </a:endParaRPr>
        </a:p>
      </dgm:t>
    </dgm:pt>
    <dgm:pt modelId="{12835176-265D-4B6A-A03B-8A0E4AB0ADF8}" type="parTrans" cxnId="{70B10A36-DD66-4BC2-A5BD-992F4D3B3613}">
      <dgm:prSet/>
      <dgm:spPr/>
      <dgm:t>
        <a:bodyPr/>
        <a:lstStyle/>
        <a:p>
          <a:pPr algn="l"/>
          <a:endParaRPr lang="zh-CN" altLang="en-US" sz="1600">
            <a:latin typeface="黑体" panose="02010609060101010101" pitchFamily="49" charset="-122"/>
            <a:ea typeface="黑体" panose="02010609060101010101" pitchFamily="49" charset="-122"/>
          </a:endParaRPr>
        </a:p>
      </dgm:t>
    </dgm:pt>
    <dgm:pt modelId="{51467325-8F15-4CB7-A78B-BA85AF6C4452}" type="sibTrans" cxnId="{70B10A36-DD66-4BC2-A5BD-992F4D3B3613}">
      <dgm:prSet/>
      <dgm:spPr/>
      <dgm:t>
        <a:bodyPr/>
        <a:lstStyle/>
        <a:p>
          <a:pPr algn="l"/>
          <a:endParaRPr lang="zh-CN" altLang="en-US" sz="1600">
            <a:latin typeface="黑体" panose="02010609060101010101" pitchFamily="49" charset="-122"/>
            <a:ea typeface="黑体" panose="02010609060101010101" pitchFamily="49" charset="-122"/>
          </a:endParaRPr>
        </a:p>
      </dgm:t>
    </dgm:pt>
    <dgm:pt modelId="{29ACCB0C-E17B-4500-9EFD-5ECD7B90E156}">
      <dgm:prSet custT="1"/>
      <dgm:spPr>
        <a:solidFill>
          <a:schemeClr val="accent3"/>
        </a:solidFill>
      </dgm:spPr>
      <dgm:t>
        <a:bodyPr/>
        <a:lstStyle/>
        <a:p>
          <a:pPr algn="l" rtl="0"/>
          <a:r>
            <a:rPr lang="zh-CN" altLang="en-US" sz="1600" baseline="0" dirty="0" smtClean="0">
              <a:latin typeface="黑体" panose="02010609060101010101" pitchFamily="49" charset="-122"/>
              <a:ea typeface="黑体" panose="02010609060101010101" pitchFamily="49" charset="-122"/>
            </a:rPr>
            <a:t>蠕变回零（</a:t>
          </a:r>
          <a:r>
            <a:rPr lang="en-US" altLang="zh-CN" sz="1600" baseline="0" dirty="0" smtClean="0">
              <a:latin typeface="黑体" panose="02010609060101010101" pitchFamily="49" charset="-122"/>
              <a:ea typeface="黑体" panose="02010609060101010101" pitchFamily="49" charset="-122"/>
            </a:rPr>
            <a:t>Z</a:t>
          </a:r>
          <a:r>
            <a:rPr lang="zh-CN" altLang="en-US" sz="1600" baseline="0" dirty="0" smtClean="0">
              <a:latin typeface="黑体" panose="02010609060101010101" pitchFamily="49" charset="-122"/>
              <a:ea typeface="黑体" panose="02010609060101010101" pitchFamily="49" charset="-122"/>
            </a:rPr>
            <a:t>）</a:t>
          </a:r>
          <a:endParaRPr lang="zh-CN" altLang="en-US" sz="1600" dirty="0">
            <a:latin typeface="黑体" panose="02010609060101010101" pitchFamily="49" charset="-122"/>
            <a:ea typeface="黑体" panose="02010609060101010101" pitchFamily="49" charset="-122"/>
          </a:endParaRPr>
        </a:p>
      </dgm:t>
    </dgm:pt>
    <dgm:pt modelId="{05FE62BF-2495-41AF-9D76-D1AC6B59BD93}" type="parTrans" cxnId="{2E896B1F-DF87-42DF-8503-644A2F4FE4F5}">
      <dgm:prSet/>
      <dgm:spPr/>
      <dgm:t>
        <a:bodyPr/>
        <a:lstStyle/>
        <a:p>
          <a:pPr algn="l"/>
          <a:endParaRPr lang="zh-CN" altLang="en-US" sz="1600">
            <a:latin typeface="黑体" panose="02010609060101010101" pitchFamily="49" charset="-122"/>
            <a:ea typeface="黑体" panose="02010609060101010101" pitchFamily="49" charset="-122"/>
          </a:endParaRPr>
        </a:p>
      </dgm:t>
    </dgm:pt>
    <dgm:pt modelId="{32EB8123-EB57-4920-BA93-E8BC9333AEE6}" type="sibTrans" cxnId="{2E896B1F-DF87-42DF-8503-644A2F4FE4F5}">
      <dgm:prSet/>
      <dgm:spPr/>
      <dgm:t>
        <a:bodyPr/>
        <a:lstStyle/>
        <a:p>
          <a:pPr algn="l"/>
          <a:endParaRPr lang="zh-CN" altLang="en-US" sz="1600">
            <a:latin typeface="黑体" panose="02010609060101010101" pitchFamily="49" charset="-122"/>
            <a:ea typeface="黑体" panose="02010609060101010101" pitchFamily="49" charset="-122"/>
          </a:endParaRPr>
        </a:p>
      </dgm:t>
    </dgm:pt>
    <dgm:pt modelId="{1ECE769D-1CB5-44EE-BB90-66500384766D}">
      <dgm:prSet custT="1"/>
      <dgm:spPr>
        <a:noFill/>
        <a:ln>
          <a:solidFill>
            <a:schemeClr val="tx1">
              <a:alpha val="90000"/>
            </a:schemeClr>
          </a:solidFill>
        </a:ln>
      </dgm:spPr>
      <dgm:t>
        <a:bodyPr/>
        <a:lstStyle/>
        <a:p>
          <a:pPr algn="l" rtl="0"/>
          <a:r>
            <a:rPr lang="zh-CN" altLang="en-US" sz="1600" dirty="0" smtClean="0">
              <a:latin typeface="黑体" panose="02010609060101010101" pitchFamily="49" charset="-122"/>
              <a:ea typeface="黑体" panose="02010609060101010101" pitchFamily="49" charset="-122"/>
            </a:rPr>
            <a:t>小 </a:t>
          </a:r>
          <a:r>
            <a:rPr lang="en-US" altLang="zh-CN" sz="1600" dirty="0" smtClean="0">
              <a:latin typeface="黑体" panose="02010609060101010101" pitchFamily="49" charset="-122"/>
              <a:ea typeface="黑体" panose="02010609060101010101" pitchFamily="49" charset="-122"/>
            </a:rPr>
            <a:t>- </a:t>
          </a:r>
          <a:r>
            <a:rPr lang="zh-CN" altLang="en-US" sz="1600" dirty="0" smtClean="0">
              <a:latin typeface="黑体" panose="02010609060101010101" pitchFamily="49" charset="-122"/>
              <a:ea typeface="黑体" panose="02010609060101010101" pitchFamily="49" charset="-122"/>
            </a:rPr>
            <a:t>满足多分度值衡器，没有小的回零就没有多分度衡器</a:t>
          </a:r>
          <a:endParaRPr lang="zh-CN" altLang="en-US" sz="1600" dirty="0">
            <a:latin typeface="黑体" panose="02010609060101010101" pitchFamily="49" charset="-122"/>
            <a:ea typeface="黑体" panose="02010609060101010101" pitchFamily="49" charset="-122"/>
          </a:endParaRPr>
        </a:p>
      </dgm:t>
    </dgm:pt>
    <dgm:pt modelId="{4BBA78CF-A474-4BCB-90F2-15578AF447A5}" type="parTrans" cxnId="{700939D8-C4E1-43DB-9CF0-9CA74C97C153}">
      <dgm:prSet/>
      <dgm:spPr/>
      <dgm:t>
        <a:bodyPr/>
        <a:lstStyle/>
        <a:p>
          <a:pPr algn="l"/>
          <a:endParaRPr lang="zh-CN" altLang="en-US" sz="1600">
            <a:latin typeface="黑体" panose="02010609060101010101" pitchFamily="49" charset="-122"/>
            <a:ea typeface="黑体" panose="02010609060101010101" pitchFamily="49" charset="-122"/>
          </a:endParaRPr>
        </a:p>
      </dgm:t>
    </dgm:pt>
    <dgm:pt modelId="{A184184B-DD58-4142-9745-2CD3BF3E394A}" type="sibTrans" cxnId="{700939D8-C4E1-43DB-9CF0-9CA74C97C153}">
      <dgm:prSet/>
      <dgm:spPr/>
      <dgm:t>
        <a:bodyPr/>
        <a:lstStyle/>
        <a:p>
          <a:pPr algn="l"/>
          <a:endParaRPr lang="zh-CN" altLang="en-US" sz="1600">
            <a:latin typeface="黑体" panose="02010609060101010101" pitchFamily="49" charset="-122"/>
            <a:ea typeface="黑体" panose="02010609060101010101" pitchFamily="49" charset="-122"/>
          </a:endParaRPr>
        </a:p>
      </dgm:t>
    </dgm:pt>
    <dgm:pt modelId="{F27823C8-15ED-4360-8DDC-EE3E6BCBA223}">
      <dgm:prSet custT="1"/>
      <dgm:spPr>
        <a:solidFill>
          <a:schemeClr val="accent3"/>
        </a:solidFill>
      </dgm:spPr>
      <dgm:t>
        <a:bodyPr/>
        <a:lstStyle/>
        <a:p>
          <a:pPr algn="l" rtl="0"/>
          <a:r>
            <a:rPr lang="zh-CN" altLang="en-US" sz="1600" baseline="0" smtClean="0">
              <a:latin typeface="黑体" panose="02010609060101010101" pitchFamily="49" charset="-122"/>
              <a:ea typeface="黑体" panose="02010609060101010101" pitchFamily="49" charset="-122"/>
            </a:rPr>
            <a:t>最小检定分度值</a:t>
          </a:r>
          <a:endParaRPr lang="zh-CN" altLang="en-US" sz="1600">
            <a:latin typeface="黑体" panose="02010609060101010101" pitchFamily="49" charset="-122"/>
            <a:ea typeface="黑体" panose="02010609060101010101" pitchFamily="49" charset="-122"/>
          </a:endParaRPr>
        </a:p>
      </dgm:t>
    </dgm:pt>
    <dgm:pt modelId="{43A31BC8-2622-4CC5-9D60-EFDB98BAA8E1}" type="parTrans" cxnId="{04ED5986-CA1C-4063-8D66-92ECF6A3F5C8}">
      <dgm:prSet/>
      <dgm:spPr/>
      <dgm:t>
        <a:bodyPr/>
        <a:lstStyle/>
        <a:p>
          <a:pPr algn="l"/>
          <a:endParaRPr lang="zh-CN" altLang="en-US" sz="1600">
            <a:latin typeface="黑体" panose="02010609060101010101" pitchFamily="49" charset="-122"/>
            <a:ea typeface="黑体" panose="02010609060101010101" pitchFamily="49" charset="-122"/>
          </a:endParaRPr>
        </a:p>
      </dgm:t>
    </dgm:pt>
    <dgm:pt modelId="{6BA2CD77-65BD-4E93-AA46-16E2F8C19A24}" type="sibTrans" cxnId="{04ED5986-CA1C-4063-8D66-92ECF6A3F5C8}">
      <dgm:prSet/>
      <dgm:spPr/>
      <dgm:t>
        <a:bodyPr/>
        <a:lstStyle/>
        <a:p>
          <a:pPr algn="l"/>
          <a:endParaRPr lang="zh-CN" altLang="en-US" sz="1600">
            <a:latin typeface="黑体" panose="02010609060101010101" pitchFamily="49" charset="-122"/>
            <a:ea typeface="黑体" panose="02010609060101010101" pitchFamily="49" charset="-122"/>
          </a:endParaRPr>
        </a:p>
      </dgm:t>
    </dgm:pt>
    <dgm:pt modelId="{A044B5EC-0B06-4A13-BF74-F9463E59A9FF}">
      <dgm:prSet custT="1"/>
      <dgm:spPr>
        <a:noFill/>
        <a:ln>
          <a:solidFill>
            <a:schemeClr val="tx1">
              <a:alpha val="90000"/>
            </a:schemeClr>
          </a:solidFill>
        </a:ln>
      </dgm:spPr>
      <dgm:t>
        <a:bodyPr/>
        <a:lstStyle/>
        <a:p>
          <a:pPr algn="l" rtl="0"/>
          <a:r>
            <a:rPr lang="zh-CN" altLang="en-US" sz="1600" dirty="0" smtClean="0">
              <a:latin typeface="黑体" panose="02010609060101010101" pitchFamily="49" charset="-122"/>
              <a:ea typeface="黑体" panose="02010609060101010101" pitchFamily="49" charset="-122"/>
            </a:rPr>
            <a:t>小 </a:t>
          </a:r>
          <a:r>
            <a:rPr lang="en-US" altLang="zh-CN" sz="1600" dirty="0" smtClean="0">
              <a:latin typeface="黑体" panose="02010609060101010101" pitchFamily="49" charset="-122"/>
              <a:ea typeface="黑体" panose="02010609060101010101" pitchFamily="49" charset="-122"/>
            </a:rPr>
            <a:t>- </a:t>
          </a:r>
          <a:r>
            <a:rPr lang="zh-CN" altLang="en-US" sz="1600" dirty="0" smtClean="0">
              <a:latin typeface="黑体" panose="02010609060101010101" pitchFamily="49" charset="-122"/>
              <a:ea typeface="黑体" panose="02010609060101010101" pitchFamily="49" charset="-122"/>
            </a:rPr>
            <a:t>利用大容量传感器解决衡器需要大的静载荷（自动衡器）和实现添加皮重功能</a:t>
          </a:r>
          <a:endParaRPr lang="zh-CN" altLang="en-US" sz="1600" dirty="0">
            <a:latin typeface="黑体" panose="02010609060101010101" pitchFamily="49" charset="-122"/>
            <a:ea typeface="黑体" panose="02010609060101010101" pitchFamily="49" charset="-122"/>
          </a:endParaRPr>
        </a:p>
      </dgm:t>
    </dgm:pt>
    <dgm:pt modelId="{10EA5DB1-E6C0-4075-BDF9-9E4494178419}" type="parTrans" cxnId="{9D4D7122-DCC8-45DD-B898-2EA96CCBADFC}">
      <dgm:prSet/>
      <dgm:spPr/>
      <dgm:t>
        <a:bodyPr/>
        <a:lstStyle/>
        <a:p>
          <a:pPr algn="l"/>
          <a:endParaRPr lang="zh-CN" altLang="en-US" sz="1600">
            <a:latin typeface="黑体" panose="02010609060101010101" pitchFamily="49" charset="-122"/>
            <a:ea typeface="黑体" panose="02010609060101010101" pitchFamily="49" charset="-122"/>
          </a:endParaRPr>
        </a:p>
      </dgm:t>
    </dgm:pt>
    <dgm:pt modelId="{55C89B32-7227-4D4F-A1B3-682F7594D363}" type="sibTrans" cxnId="{9D4D7122-DCC8-45DD-B898-2EA96CCBADFC}">
      <dgm:prSet/>
      <dgm:spPr/>
      <dgm:t>
        <a:bodyPr/>
        <a:lstStyle/>
        <a:p>
          <a:pPr algn="l"/>
          <a:endParaRPr lang="zh-CN" altLang="en-US" sz="1600">
            <a:latin typeface="黑体" panose="02010609060101010101" pitchFamily="49" charset="-122"/>
            <a:ea typeface="黑体" panose="02010609060101010101" pitchFamily="49" charset="-122"/>
          </a:endParaRPr>
        </a:p>
      </dgm:t>
    </dgm:pt>
    <dgm:pt modelId="{8CE0EB0F-95A3-4670-A39B-B4F7F49DC836}">
      <dgm:prSet custT="1"/>
      <dgm:spPr>
        <a:solidFill>
          <a:schemeClr val="accent3"/>
        </a:solidFill>
      </dgm:spPr>
      <dgm:t>
        <a:bodyPr/>
        <a:lstStyle/>
        <a:p>
          <a:pPr algn="l" rtl="0"/>
          <a:r>
            <a:rPr lang="zh-CN" altLang="en-US" sz="1600" baseline="0" smtClean="0">
              <a:latin typeface="黑体" panose="02010609060101010101" pitchFamily="49" charset="-122"/>
              <a:ea typeface="黑体" panose="02010609060101010101" pitchFamily="49" charset="-122"/>
            </a:rPr>
            <a:t>灵敏度温度特性 </a:t>
          </a:r>
          <a:endParaRPr lang="zh-CN" altLang="en-US" sz="1600">
            <a:latin typeface="黑体" panose="02010609060101010101" pitchFamily="49" charset="-122"/>
            <a:ea typeface="黑体" panose="02010609060101010101" pitchFamily="49" charset="-122"/>
          </a:endParaRPr>
        </a:p>
      </dgm:t>
    </dgm:pt>
    <dgm:pt modelId="{21AB485C-88D1-4601-9357-04074F5800D5}" type="parTrans" cxnId="{E7DEDEBB-6AFD-4D02-A0A2-1052AF132208}">
      <dgm:prSet/>
      <dgm:spPr/>
      <dgm:t>
        <a:bodyPr/>
        <a:lstStyle/>
        <a:p>
          <a:pPr algn="l"/>
          <a:endParaRPr lang="zh-CN" altLang="en-US" sz="1600">
            <a:latin typeface="黑体" panose="02010609060101010101" pitchFamily="49" charset="-122"/>
            <a:ea typeface="黑体" panose="02010609060101010101" pitchFamily="49" charset="-122"/>
          </a:endParaRPr>
        </a:p>
      </dgm:t>
    </dgm:pt>
    <dgm:pt modelId="{DC82A5E4-00F0-42A0-A743-53E33427B5B9}" type="sibTrans" cxnId="{E7DEDEBB-6AFD-4D02-A0A2-1052AF132208}">
      <dgm:prSet/>
      <dgm:spPr/>
      <dgm:t>
        <a:bodyPr/>
        <a:lstStyle/>
        <a:p>
          <a:pPr algn="l"/>
          <a:endParaRPr lang="zh-CN" altLang="en-US" sz="1600">
            <a:latin typeface="黑体" panose="02010609060101010101" pitchFamily="49" charset="-122"/>
            <a:ea typeface="黑体" panose="02010609060101010101" pitchFamily="49" charset="-122"/>
          </a:endParaRPr>
        </a:p>
      </dgm:t>
    </dgm:pt>
    <dgm:pt modelId="{F58C9DF2-7BDD-4639-89BA-9174C1E06D3D}">
      <dgm:prSet custT="1"/>
      <dgm:spPr>
        <a:noFill/>
        <a:ln>
          <a:solidFill>
            <a:schemeClr val="tx1">
              <a:alpha val="90000"/>
            </a:schemeClr>
          </a:solidFill>
        </a:ln>
      </dgm:spPr>
      <dgm:t>
        <a:bodyPr/>
        <a:lstStyle/>
        <a:p>
          <a:pPr algn="l" rtl="0"/>
          <a:r>
            <a:rPr lang="zh-CN" altLang="en-US" sz="1600" dirty="0" smtClean="0">
              <a:latin typeface="黑体" panose="02010609060101010101" pitchFamily="49" charset="-122"/>
              <a:ea typeface="黑体" panose="02010609060101010101" pitchFamily="49" charset="-122"/>
            </a:rPr>
            <a:t>好 </a:t>
          </a:r>
          <a:r>
            <a:rPr lang="en-US" altLang="zh-CN" sz="1600" dirty="0" smtClean="0">
              <a:latin typeface="黑体" panose="02010609060101010101" pitchFamily="49" charset="-122"/>
              <a:ea typeface="黑体" panose="02010609060101010101" pitchFamily="49" charset="-122"/>
            </a:rPr>
            <a:t>- </a:t>
          </a:r>
          <a:r>
            <a:rPr lang="zh-CN" altLang="en-US" sz="1600" dirty="0" smtClean="0">
              <a:latin typeface="黑体" panose="02010609060101010101" pitchFamily="49" charset="-122"/>
              <a:ea typeface="黑体" panose="02010609060101010101" pitchFamily="49" charset="-122"/>
            </a:rPr>
            <a:t>更广宽的应用市场，高精度</a:t>
          </a:r>
          <a:endParaRPr lang="zh-CN" altLang="en-US" sz="1600" dirty="0">
            <a:latin typeface="黑体" panose="02010609060101010101" pitchFamily="49" charset="-122"/>
            <a:ea typeface="黑体" panose="02010609060101010101" pitchFamily="49" charset="-122"/>
          </a:endParaRPr>
        </a:p>
      </dgm:t>
    </dgm:pt>
    <dgm:pt modelId="{C96E65CD-002D-46BB-94AB-9083A21317B7}" type="parTrans" cxnId="{331FD83E-4386-42BB-89BF-E5A6FC6E3EC2}">
      <dgm:prSet/>
      <dgm:spPr/>
      <dgm:t>
        <a:bodyPr/>
        <a:lstStyle/>
        <a:p>
          <a:pPr algn="l"/>
          <a:endParaRPr lang="zh-CN" altLang="en-US" sz="1600">
            <a:latin typeface="黑体" panose="02010609060101010101" pitchFamily="49" charset="-122"/>
            <a:ea typeface="黑体" panose="02010609060101010101" pitchFamily="49" charset="-122"/>
          </a:endParaRPr>
        </a:p>
      </dgm:t>
    </dgm:pt>
    <dgm:pt modelId="{8870FF86-5B9D-456E-B9BB-6C940F3445E3}" type="sibTrans" cxnId="{331FD83E-4386-42BB-89BF-E5A6FC6E3EC2}">
      <dgm:prSet/>
      <dgm:spPr/>
      <dgm:t>
        <a:bodyPr/>
        <a:lstStyle/>
        <a:p>
          <a:pPr algn="l"/>
          <a:endParaRPr lang="zh-CN" altLang="en-US" sz="1600">
            <a:latin typeface="黑体" panose="02010609060101010101" pitchFamily="49" charset="-122"/>
            <a:ea typeface="黑体" panose="02010609060101010101" pitchFamily="49" charset="-122"/>
          </a:endParaRPr>
        </a:p>
      </dgm:t>
    </dgm:pt>
    <dgm:pt modelId="{045CB5E2-02CD-4C87-BD41-501F8300FD1D}">
      <dgm:prSet custT="1"/>
      <dgm:spPr>
        <a:solidFill>
          <a:schemeClr val="accent3"/>
        </a:solidFill>
      </dgm:spPr>
      <dgm:t>
        <a:bodyPr/>
        <a:lstStyle/>
        <a:p>
          <a:pPr algn="l" rtl="0"/>
          <a:r>
            <a:rPr lang="zh-CN" altLang="en-US" sz="1600" baseline="0" smtClean="0">
              <a:latin typeface="黑体" panose="02010609060101010101" pitchFamily="49" charset="-122"/>
              <a:ea typeface="黑体" panose="02010609060101010101" pitchFamily="49" charset="-122"/>
            </a:rPr>
            <a:t>重复性</a:t>
          </a:r>
          <a:endParaRPr lang="zh-CN" altLang="en-US" sz="1600">
            <a:latin typeface="黑体" panose="02010609060101010101" pitchFamily="49" charset="-122"/>
            <a:ea typeface="黑体" panose="02010609060101010101" pitchFamily="49" charset="-122"/>
          </a:endParaRPr>
        </a:p>
      </dgm:t>
    </dgm:pt>
    <dgm:pt modelId="{DB07379B-E823-41E8-A5CF-2D2DEDA221A4}" type="parTrans" cxnId="{0DA9A61A-2EE5-4D7A-BB7D-B4F2B0C1F28C}">
      <dgm:prSet/>
      <dgm:spPr/>
      <dgm:t>
        <a:bodyPr/>
        <a:lstStyle/>
        <a:p>
          <a:pPr algn="l"/>
          <a:endParaRPr lang="zh-CN" altLang="en-US" sz="1600">
            <a:latin typeface="黑体" panose="02010609060101010101" pitchFamily="49" charset="-122"/>
            <a:ea typeface="黑体" panose="02010609060101010101" pitchFamily="49" charset="-122"/>
          </a:endParaRPr>
        </a:p>
      </dgm:t>
    </dgm:pt>
    <dgm:pt modelId="{5E4A2F4A-228D-4688-97F0-69A565D9B4B5}" type="sibTrans" cxnId="{0DA9A61A-2EE5-4D7A-BB7D-B4F2B0C1F28C}">
      <dgm:prSet/>
      <dgm:spPr/>
      <dgm:t>
        <a:bodyPr/>
        <a:lstStyle/>
        <a:p>
          <a:pPr algn="l"/>
          <a:endParaRPr lang="zh-CN" altLang="en-US" sz="1600">
            <a:latin typeface="黑体" panose="02010609060101010101" pitchFamily="49" charset="-122"/>
            <a:ea typeface="黑体" panose="02010609060101010101" pitchFamily="49" charset="-122"/>
          </a:endParaRPr>
        </a:p>
      </dgm:t>
    </dgm:pt>
    <dgm:pt modelId="{14FBCE9F-BE14-4EE9-8DB1-2FDDAD138497}">
      <dgm:prSet custT="1"/>
      <dgm:spPr>
        <a:noFill/>
        <a:ln>
          <a:solidFill>
            <a:schemeClr val="tx1">
              <a:alpha val="90000"/>
            </a:schemeClr>
          </a:solidFill>
        </a:ln>
      </dgm:spPr>
      <dgm:t>
        <a:bodyPr/>
        <a:lstStyle/>
        <a:p>
          <a:pPr algn="l" rtl="0"/>
          <a:r>
            <a:rPr lang="zh-CN" altLang="en-US" sz="1600" dirty="0" smtClean="0">
              <a:latin typeface="黑体" panose="02010609060101010101" pitchFamily="49" charset="-122"/>
              <a:ea typeface="黑体" panose="02010609060101010101" pitchFamily="49" charset="-122"/>
            </a:rPr>
            <a:t>好 </a:t>
          </a:r>
          <a:r>
            <a:rPr lang="en-US" altLang="zh-CN" sz="1600" dirty="0" smtClean="0">
              <a:latin typeface="黑体" panose="02010609060101010101" pitchFamily="49" charset="-122"/>
              <a:ea typeface="黑体" panose="02010609060101010101" pitchFamily="49" charset="-122"/>
            </a:rPr>
            <a:t>- </a:t>
          </a:r>
          <a:r>
            <a:rPr lang="zh-CN" altLang="en-US" sz="1600" dirty="0" smtClean="0">
              <a:latin typeface="黑体" panose="02010609060101010101" pitchFamily="49" charset="-122"/>
              <a:ea typeface="黑体" panose="02010609060101010101" pitchFamily="49" charset="-122"/>
            </a:rPr>
            <a:t>称量结果有高的可信度</a:t>
          </a:r>
          <a:endParaRPr lang="zh-CN" altLang="en-US" sz="1600" dirty="0">
            <a:latin typeface="黑体" panose="02010609060101010101" pitchFamily="49" charset="-122"/>
            <a:ea typeface="黑体" panose="02010609060101010101" pitchFamily="49" charset="-122"/>
          </a:endParaRPr>
        </a:p>
      </dgm:t>
    </dgm:pt>
    <dgm:pt modelId="{CB798CEB-8817-4BA5-BB21-37F33678172B}" type="parTrans" cxnId="{5B27AAB0-594E-4DC8-B521-26A28C6CE612}">
      <dgm:prSet/>
      <dgm:spPr/>
      <dgm:t>
        <a:bodyPr/>
        <a:lstStyle/>
        <a:p>
          <a:pPr algn="l"/>
          <a:endParaRPr lang="zh-CN" altLang="en-US" sz="1600">
            <a:latin typeface="黑体" panose="02010609060101010101" pitchFamily="49" charset="-122"/>
            <a:ea typeface="黑体" panose="02010609060101010101" pitchFamily="49" charset="-122"/>
          </a:endParaRPr>
        </a:p>
      </dgm:t>
    </dgm:pt>
    <dgm:pt modelId="{4476E1A1-C01E-4A87-A30E-529B05357FD4}" type="sibTrans" cxnId="{5B27AAB0-594E-4DC8-B521-26A28C6CE612}">
      <dgm:prSet/>
      <dgm:spPr/>
      <dgm:t>
        <a:bodyPr/>
        <a:lstStyle/>
        <a:p>
          <a:pPr algn="l"/>
          <a:endParaRPr lang="zh-CN" altLang="en-US" sz="1600">
            <a:latin typeface="黑体" panose="02010609060101010101" pitchFamily="49" charset="-122"/>
            <a:ea typeface="黑体" panose="02010609060101010101" pitchFamily="49" charset="-122"/>
          </a:endParaRPr>
        </a:p>
      </dgm:t>
    </dgm:pt>
    <dgm:pt modelId="{5A476DC3-6CF6-4FFB-8841-4115CDBFEECB}" type="pres">
      <dgm:prSet presAssocID="{D8CCB1C1-7E6C-4C18-84BB-F0EDEDAC3A85}" presName="Name0" presStyleCnt="0">
        <dgm:presLayoutVars>
          <dgm:dir/>
          <dgm:animLvl val="lvl"/>
          <dgm:resizeHandles val="exact"/>
        </dgm:presLayoutVars>
      </dgm:prSet>
      <dgm:spPr/>
      <dgm:t>
        <a:bodyPr/>
        <a:lstStyle/>
        <a:p>
          <a:endParaRPr lang="zh-CN" altLang="en-US"/>
        </a:p>
      </dgm:t>
    </dgm:pt>
    <dgm:pt modelId="{E266E7F1-B6E7-4D89-AEDE-C4C530B49D96}" type="pres">
      <dgm:prSet presAssocID="{0545B644-2930-4C23-8348-86AF6888CEBF}" presName="linNode" presStyleCnt="0"/>
      <dgm:spPr/>
    </dgm:pt>
    <dgm:pt modelId="{FEFD1FC1-D88A-41CA-A6CD-DB136BF01412}" type="pres">
      <dgm:prSet presAssocID="{0545B644-2930-4C23-8348-86AF6888CEBF}" presName="parentText" presStyleLbl="node1" presStyleIdx="0" presStyleCnt="6" custScaleX="56264" custScaleY="59420">
        <dgm:presLayoutVars>
          <dgm:chMax val="1"/>
          <dgm:bulletEnabled val="1"/>
        </dgm:presLayoutVars>
      </dgm:prSet>
      <dgm:spPr/>
      <dgm:t>
        <a:bodyPr/>
        <a:lstStyle/>
        <a:p>
          <a:endParaRPr lang="zh-CN" altLang="en-US"/>
        </a:p>
      </dgm:t>
    </dgm:pt>
    <dgm:pt modelId="{E57D0D12-7A59-402C-B5C8-922CB3FD046A}" type="pres">
      <dgm:prSet presAssocID="{0545B644-2930-4C23-8348-86AF6888CEBF}" presName="descendantText" presStyleLbl="alignAccFollowNode1" presStyleIdx="0" presStyleCnt="6" custScaleX="114864" custScaleY="70911">
        <dgm:presLayoutVars>
          <dgm:bulletEnabled val="1"/>
        </dgm:presLayoutVars>
      </dgm:prSet>
      <dgm:spPr/>
      <dgm:t>
        <a:bodyPr/>
        <a:lstStyle/>
        <a:p>
          <a:endParaRPr lang="zh-CN" altLang="en-US"/>
        </a:p>
      </dgm:t>
    </dgm:pt>
    <dgm:pt modelId="{FF510BE9-5596-496A-88D2-037E2295BF27}" type="pres">
      <dgm:prSet presAssocID="{4CE25800-33AE-4A4A-ACB0-0DCF82B0EB9F}" presName="sp" presStyleCnt="0"/>
      <dgm:spPr/>
    </dgm:pt>
    <dgm:pt modelId="{C026845B-2FDF-49DB-94A8-497F319CD760}" type="pres">
      <dgm:prSet presAssocID="{8374FAD0-6246-4E8E-A1F5-C513263EA0B1}" presName="linNode" presStyleCnt="0"/>
      <dgm:spPr/>
    </dgm:pt>
    <dgm:pt modelId="{23D51D2E-D171-419D-B537-5FB9DDB8D293}" type="pres">
      <dgm:prSet presAssocID="{8374FAD0-6246-4E8E-A1F5-C513263EA0B1}" presName="parentText" presStyleLbl="node1" presStyleIdx="1" presStyleCnt="6" custScaleX="56264" custScaleY="59420">
        <dgm:presLayoutVars>
          <dgm:chMax val="1"/>
          <dgm:bulletEnabled val="1"/>
        </dgm:presLayoutVars>
      </dgm:prSet>
      <dgm:spPr/>
      <dgm:t>
        <a:bodyPr/>
        <a:lstStyle/>
        <a:p>
          <a:endParaRPr lang="zh-CN" altLang="en-US"/>
        </a:p>
      </dgm:t>
    </dgm:pt>
    <dgm:pt modelId="{FFD69FDB-F3CA-45F5-8462-AC4FBD3D0E9D}" type="pres">
      <dgm:prSet presAssocID="{8374FAD0-6246-4E8E-A1F5-C513263EA0B1}" presName="descendantText" presStyleLbl="alignAccFollowNode1" presStyleIdx="1" presStyleCnt="6" custScaleX="114864" custScaleY="70911">
        <dgm:presLayoutVars>
          <dgm:bulletEnabled val="1"/>
        </dgm:presLayoutVars>
      </dgm:prSet>
      <dgm:spPr/>
      <dgm:t>
        <a:bodyPr/>
        <a:lstStyle/>
        <a:p>
          <a:endParaRPr lang="zh-CN" altLang="en-US"/>
        </a:p>
      </dgm:t>
    </dgm:pt>
    <dgm:pt modelId="{EC4EC36C-B46B-4A32-9B42-F53A89267F2B}" type="pres">
      <dgm:prSet presAssocID="{E5A0A480-DF9A-4382-8DFD-9D0529FE699B}" presName="sp" presStyleCnt="0"/>
      <dgm:spPr/>
    </dgm:pt>
    <dgm:pt modelId="{560D0547-F53E-491C-BA50-5BDEFD5D86DD}" type="pres">
      <dgm:prSet presAssocID="{29ACCB0C-E17B-4500-9EFD-5ECD7B90E156}" presName="linNode" presStyleCnt="0"/>
      <dgm:spPr/>
    </dgm:pt>
    <dgm:pt modelId="{8EF2DBCD-43D8-4A29-BADE-4DA771CA5BD2}" type="pres">
      <dgm:prSet presAssocID="{29ACCB0C-E17B-4500-9EFD-5ECD7B90E156}" presName="parentText" presStyleLbl="node1" presStyleIdx="2" presStyleCnt="6" custScaleX="56264" custScaleY="59420">
        <dgm:presLayoutVars>
          <dgm:chMax val="1"/>
          <dgm:bulletEnabled val="1"/>
        </dgm:presLayoutVars>
      </dgm:prSet>
      <dgm:spPr/>
      <dgm:t>
        <a:bodyPr/>
        <a:lstStyle/>
        <a:p>
          <a:endParaRPr lang="zh-CN" altLang="en-US"/>
        </a:p>
      </dgm:t>
    </dgm:pt>
    <dgm:pt modelId="{6AB948B2-8DA4-4609-89BB-455567AD661C}" type="pres">
      <dgm:prSet presAssocID="{29ACCB0C-E17B-4500-9EFD-5ECD7B90E156}" presName="descendantText" presStyleLbl="alignAccFollowNode1" presStyleIdx="2" presStyleCnt="6" custScaleX="114864" custScaleY="70911">
        <dgm:presLayoutVars>
          <dgm:bulletEnabled val="1"/>
        </dgm:presLayoutVars>
      </dgm:prSet>
      <dgm:spPr/>
      <dgm:t>
        <a:bodyPr/>
        <a:lstStyle/>
        <a:p>
          <a:endParaRPr lang="zh-CN" altLang="en-US"/>
        </a:p>
      </dgm:t>
    </dgm:pt>
    <dgm:pt modelId="{6DA276FF-0173-400D-A035-AD94CDA358E8}" type="pres">
      <dgm:prSet presAssocID="{32EB8123-EB57-4920-BA93-E8BC9333AEE6}" presName="sp" presStyleCnt="0"/>
      <dgm:spPr/>
    </dgm:pt>
    <dgm:pt modelId="{332FE208-5033-4D6E-94C9-184907319E3D}" type="pres">
      <dgm:prSet presAssocID="{F27823C8-15ED-4360-8DDC-EE3E6BCBA223}" presName="linNode" presStyleCnt="0"/>
      <dgm:spPr/>
    </dgm:pt>
    <dgm:pt modelId="{E348F3FA-6052-4CA0-8965-17A03BAF582E}" type="pres">
      <dgm:prSet presAssocID="{F27823C8-15ED-4360-8DDC-EE3E6BCBA223}" presName="parentText" presStyleLbl="node1" presStyleIdx="3" presStyleCnt="6" custScaleX="56264" custScaleY="59420">
        <dgm:presLayoutVars>
          <dgm:chMax val="1"/>
          <dgm:bulletEnabled val="1"/>
        </dgm:presLayoutVars>
      </dgm:prSet>
      <dgm:spPr/>
      <dgm:t>
        <a:bodyPr/>
        <a:lstStyle/>
        <a:p>
          <a:endParaRPr lang="zh-CN" altLang="en-US"/>
        </a:p>
      </dgm:t>
    </dgm:pt>
    <dgm:pt modelId="{8ED7C832-B523-494A-81F3-AF45F1891806}" type="pres">
      <dgm:prSet presAssocID="{F27823C8-15ED-4360-8DDC-EE3E6BCBA223}" presName="descendantText" presStyleLbl="alignAccFollowNode1" presStyleIdx="3" presStyleCnt="6" custScaleX="114864" custScaleY="70911">
        <dgm:presLayoutVars>
          <dgm:bulletEnabled val="1"/>
        </dgm:presLayoutVars>
      </dgm:prSet>
      <dgm:spPr/>
      <dgm:t>
        <a:bodyPr/>
        <a:lstStyle/>
        <a:p>
          <a:endParaRPr lang="zh-CN" altLang="en-US"/>
        </a:p>
      </dgm:t>
    </dgm:pt>
    <dgm:pt modelId="{F87E3067-272C-4259-BA35-0689361028E9}" type="pres">
      <dgm:prSet presAssocID="{6BA2CD77-65BD-4E93-AA46-16E2F8C19A24}" presName="sp" presStyleCnt="0"/>
      <dgm:spPr/>
    </dgm:pt>
    <dgm:pt modelId="{13DC525F-E50E-4BA0-B4F4-334DE6FABA7D}" type="pres">
      <dgm:prSet presAssocID="{8CE0EB0F-95A3-4670-A39B-B4F7F49DC836}" presName="linNode" presStyleCnt="0"/>
      <dgm:spPr/>
    </dgm:pt>
    <dgm:pt modelId="{DBB3932C-7957-44B2-BEBC-8F14E2307AF5}" type="pres">
      <dgm:prSet presAssocID="{8CE0EB0F-95A3-4670-A39B-B4F7F49DC836}" presName="parentText" presStyleLbl="node1" presStyleIdx="4" presStyleCnt="6" custScaleX="56264" custScaleY="59420">
        <dgm:presLayoutVars>
          <dgm:chMax val="1"/>
          <dgm:bulletEnabled val="1"/>
        </dgm:presLayoutVars>
      </dgm:prSet>
      <dgm:spPr/>
      <dgm:t>
        <a:bodyPr/>
        <a:lstStyle/>
        <a:p>
          <a:endParaRPr lang="zh-CN" altLang="en-US"/>
        </a:p>
      </dgm:t>
    </dgm:pt>
    <dgm:pt modelId="{11FA5B66-9F35-4F3A-AE52-B7AF75725BE0}" type="pres">
      <dgm:prSet presAssocID="{8CE0EB0F-95A3-4670-A39B-B4F7F49DC836}" presName="descendantText" presStyleLbl="alignAccFollowNode1" presStyleIdx="4" presStyleCnt="6" custScaleX="114864" custScaleY="70911">
        <dgm:presLayoutVars>
          <dgm:bulletEnabled val="1"/>
        </dgm:presLayoutVars>
      </dgm:prSet>
      <dgm:spPr/>
      <dgm:t>
        <a:bodyPr/>
        <a:lstStyle/>
        <a:p>
          <a:endParaRPr lang="zh-CN" altLang="en-US"/>
        </a:p>
      </dgm:t>
    </dgm:pt>
    <dgm:pt modelId="{B34F7918-F1F0-4A41-A966-65DC45BD9095}" type="pres">
      <dgm:prSet presAssocID="{DC82A5E4-00F0-42A0-A743-53E33427B5B9}" presName="sp" presStyleCnt="0"/>
      <dgm:spPr/>
    </dgm:pt>
    <dgm:pt modelId="{EC5A5436-4109-4276-A932-00BDCFAA78AB}" type="pres">
      <dgm:prSet presAssocID="{045CB5E2-02CD-4C87-BD41-501F8300FD1D}" presName="linNode" presStyleCnt="0"/>
      <dgm:spPr/>
    </dgm:pt>
    <dgm:pt modelId="{0E871D42-1C12-4D84-BFE7-1A67F6E3D3C4}" type="pres">
      <dgm:prSet presAssocID="{045CB5E2-02CD-4C87-BD41-501F8300FD1D}" presName="parentText" presStyleLbl="node1" presStyleIdx="5" presStyleCnt="6" custScaleX="56264" custScaleY="59420">
        <dgm:presLayoutVars>
          <dgm:chMax val="1"/>
          <dgm:bulletEnabled val="1"/>
        </dgm:presLayoutVars>
      </dgm:prSet>
      <dgm:spPr/>
      <dgm:t>
        <a:bodyPr/>
        <a:lstStyle/>
        <a:p>
          <a:endParaRPr lang="zh-CN" altLang="en-US"/>
        </a:p>
      </dgm:t>
    </dgm:pt>
    <dgm:pt modelId="{8BA96FAC-1BFD-482E-945C-2FE5C8865DB5}" type="pres">
      <dgm:prSet presAssocID="{045CB5E2-02CD-4C87-BD41-501F8300FD1D}" presName="descendantText" presStyleLbl="alignAccFollowNode1" presStyleIdx="5" presStyleCnt="6" custScaleX="114864" custScaleY="70911">
        <dgm:presLayoutVars>
          <dgm:bulletEnabled val="1"/>
        </dgm:presLayoutVars>
      </dgm:prSet>
      <dgm:spPr/>
      <dgm:t>
        <a:bodyPr/>
        <a:lstStyle/>
        <a:p>
          <a:endParaRPr lang="zh-CN" altLang="en-US"/>
        </a:p>
      </dgm:t>
    </dgm:pt>
  </dgm:ptLst>
  <dgm:cxnLst>
    <dgm:cxn modelId="{2E896B1F-DF87-42DF-8503-644A2F4FE4F5}" srcId="{D8CCB1C1-7E6C-4C18-84BB-F0EDEDAC3A85}" destId="{29ACCB0C-E17B-4500-9EFD-5ECD7B90E156}" srcOrd="2" destOrd="0" parTransId="{05FE62BF-2495-41AF-9D76-D1AC6B59BD93}" sibTransId="{32EB8123-EB57-4920-BA93-E8BC9333AEE6}"/>
    <dgm:cxn modelId="{9C724646-A676-421E-AB8D-319484CE46C1}" type="presOf" srcId="{A044B5EC-0B06-4A13-BF74-F9463E59A9FF}" destId="{8ED7C832-B523-494A-81F3-AF45F1891806}" srcOrd="0" destOrd="0" presId="urn:microsoft.com/office/officeart/2005/8/layout/vList5"/>
    <dgm:cxn modelId="{9712C736-5683-4D81-B56E-DF52ADAEBD90}" type="presOf" srcId="{F27823C8-15ED-4360-8DDC-EE3E6BCBA223}" destId="{E348F3FA-6052-4CA0-8965-17A03BAF582E}" srcOrd="0" destOrd="0" presId="urn:microsoft.com/office/officeart/2005/8/layout/vList5"/>
    <dgm:cxn modelId="{70B10A36-DD66-4BC2-A5BD-992F4D3B3613}" srcId="{8374FAD0-6246-4E8E-A1F5-C513263EA0B1}" destId="{15E4FDE1-3C4E-4854-8A2C-3F55581EA68C}" srcOrd="0" destOrd="0" parTransId="{12835176-265D-4B6A-A03B-8A0E4AB0ADF8}" sibTransId="{51467325-8F15-4CB7-A78B-BA85AF6C4452}"/>
    <dgm:cxn modelId="{5DE594C9-D2B1-465E-B390-511723CDDABE}" type="presOf" srcId="{29ACCB0C-E17B-4500-9EFD-5ECD7B90E156}" destId="{8EF2DBCD-43D8-4A29-BADE-4DA771CA5BD2}" srcOrd="0" destOrd="0" presId="urn:microsoft.com/office/officeart/2005/8/layout/vList5"/>
    <dgm:cxn modelId="{C6F64D2C-65C9-4D3A-8DC1-98FD95C5082F}" type="presOf" srcId="{045CB5E2-02CD-4C87-BD41-501F8300FD1D}" destId="{0E871D42-1C12-4D84-BFE7-1A67F6E3D3C4}" srcOrd="0" destOrd="0" presId="urn:microsoft.com/office/officeart/2005/8/layout/vList5"/>
    <dgm:cxn modelId="{5B27AAB0-594E-4DC8-B521-26A28C6CE612}" srcId="{045CB5E2-02CD-4C87-BD41-501F8300FD1D}" destId="{14FBCE9F-BE14-4EE9-8DB1-2FDDAD138497}" srcOrd="0" destOrd="0" parTransId="{CB798CEB-8817-4BA5-BB21-37F33678172B}" sibTransId="{4476E1A1-C01E-4A87-A30E-529B05357FD4}"/>
    <dgm:cxn modelId="{0DA9A61A-2EE5-4D7A-BB7D-B4F2B0C1F28C}" srcId="{D8CCB1C1-7E6C-4C18-84BB-F0EDEDAC3A85}" destId="{045CB5E2-02CD-4C87-BD41-501F8300FD1D}" srcOrd="5" destOrd="0" parTransId="{DB07379B-E823-41E8-A5CF-2D2DEDA221A4}" sibTransId="{5E4A2F4A-228D-4688-97F0-69A565D9B4B5}"/>
    <dgm:cxn modelId="{4532AB46-29F2-4289-A0F9-4448035249D5}" type="presOf" srcId="{8CE0EB0F-95A3-4670-A39B-B4F7F49DC836}" destId="{DBB3932C-7957-44B2-BEBC-8F14E2307AF5}" srcOrd="0" destOrd="0" presId="urn:microsoft.com/office/officeart/2005/8/layout/vList5"/>
    <dgm:cxn modelId="{E7DEDEBB-6AFD-4D02-A0A2-1052AF132208}" srcId="{D8CCB1C1-7E6C-4C18-84BB-F0EDEDAC3A85}" destId="{8CE0EB0F-95A3-4670-A39B-B4F7F49DC836}" srcOrd="4" destOrd="0" parTransId="{21AB485C-88D1-4601-9357-04074F5800D5}" sibTransId="{DC82A5E4-00F0-42A0-A743-53E33427B5B9}"/>
    <dgm:cxn modelId="{47620F72-153F-4DB0-8413-F0F02CB1352F}" type="presOf" srcId="{8374FAD0-6246-4E8E-A1F5-C513263EA0B1}" destId="{23D51D2E-D171-419D-B537-5FB9DDB8D293}" srcOrd="0" destOrd="0" presId="urn:microsoft.com/office/officeart/2005/8/layout/vList5"/>
    <dgm:cxn modelId="{517DD022-D3B6-43F8-A37B-EC99C1D14CC2}" srcId="{0545B644-2930-4C23-8348-86AF6888CEBF}" destId="{2A34964D-9144-45E7-B5D1-C2DE6DB4E1DA}" srcOrd="0" destOrd="0" parTransId="{B3B183FC-D891-437B-B606-2F3CCBCEE859}" sibTransId="{96EB8EEE-5DA6-414E-8695-F56F02E4E579}"/>
    <dgm:cxn modelId="{4BCED19E-E6E8-443A-8847-385FA1147FB8}" type="presOf" srcId="{F58C9DF2-7BDD-4639-89BA-9174C1E06D3D}" destId="{11FA5B66-9F35-4F3A-AE52-B7AF75725BE0}" srcOrd="0" destOrd="0" presId="urn:microsoft.com/office/officeart/2005/8/layout/vList5"/>
    <dgm:cxn modelId="{E556D588-E273-4758-B6A2-35A23A9DE6D4}" type="presOf" srcId="{14FBCE9F-BE14-4EE9-8DB1-2FDDAD138497}" destId="{8BA96FAC-1BFD-482E-945C-2FE5C8865DB5}" srcOrd="0" destOrd="0" presId="urn:microsoft.com/office/officeart/2005/8/layout/vList5"/>
    <dgm:cxn modelId="{331FD83E-4386-42BB-89BF-E5A6FC6E3EC2}" srcId="{8CE0EB0F-95A3-4670-A39B-B4F7F49DC836}" destId="{F58C9DF2-7BDD-4639-89BA-9174C1E06D3D}" srcOrd="0" destOrd="0" parTransId="{C96E65CD-002D-46BB-94AB-9083A21317B7}" sibTransId="{8870FF86-5B9D-456E-B9BB-6C940F3445E3}"/>
    <dgm:cxn modelId="{04ED5986-CA1C-4063-8D66-92ECF6A3F5C8}" srcId="{D8CCB1C1-7E6C-4C18-84BB-F0EDEDAC3A85}" destId="{F27823C8-15ED-4360-8DDC-EE3E6BCBA223}" srcOrd="3" destOrd="0" parTransId="{43A31BC8-2622-4CC5-9D60-EFDB98BAA8E1}" sibTransId="{6BA2CD77-65BD-4E93-AA46-16E2F8C19A24}"/>
    <dgm:cxn modelId="{FB68204D-A5F4-4901-9795-229A53F6837F}" type="presOf" srcId="{1ECE769D-1CB5-44EE-BB90-66500384766D}" destId="{6AB948B2-8DA4-4609-89BB-455567AD661C}" srcOrd="0" destOrd="0" presId="urn:microsoft.com/office/officeart/2005/8/layout/vList5"/>
    <dgm:cxn modelId="{6C697093-BF5E-46CE-8871-2D3CB12398C1}" srcId="{D8CCB1C1-7E6C-4C18-84BB-F0EDEDAC3A85}" destId="{8374FAD0-6246-4E8E-A1F5-C513263EA0B1}" srcOrd="1" destOrd="0" parTransId="{86948E26-1F44-4AD0-ADB7-883481AEE0A6}" sibTransId="{E5A0A480-DF9A-4382-8DFD-9D0529FE699B}"/>
    <dgm:cxn modelId="{9D4D7122-DCC8-45DD-B898-2EA96CCBADFC}" srcId="{F27823C8-15ED-4360-8DDC-EE3E6BCBA223}" destId="{A044B5EC-0B06-4A13-BF74-F9463E59A9FF}" srcOrd="0" destOrd="0" parTransId="{10EA5DB1-E6C0-4075-BDF9-9E4494178419}" sibTransId="{55C89B32-7227-4D4F-A1B3-682F7594D363}"/>
    <dgm:cxn modelId="{B7C50D8D-F4CE-455B-BA30-5F61F0556495}" srcId="{D8CCB1C1-7E6C-4C18-84BB-F0EDEDAC3A85}" destId="{0545B644-2930-4C23-8348-86AF6888CEBF}" srcOrd="0" destOrd="0" parTransId="{7A0A8820-5603-4E65-A02D-458C4B45074F}" sibTransId="{4CE25800-33AE-4A4A-ACB0-0DCF82B0EB9F}"/>
    <dgm:cxn modelId="{700939D8-C4E1-43DB-9CF0-9CA74C97C153}" srcId="{29ACCB0C-E17B-4500-9EFD-5ECD7B90E156}" destId="{1ECE769D-1CB5-44EE-BB90-66500384766D}" srcOrd="0" destOrd="0" parTransId="{4BBA78CF-A474-4BCB-90F2-15578AF447A5}" sibTransId="{A184184B-DD58-4142-9745-2CD3BF3E394A}"/>
    <dgm:cxn modelId="{C78E408D-CFCB-4B54-95FC-154031E3F83D}" type="presOf" srcId="{2A34964D-9144-45E7-B5D1-C2DE6DB4E1DA}" destId="{E57D0D12-7A59-402C-B5C8-922CB3FD046A}" srcOrd="0" destOrd="0" presId="urn:microsoft.com/office/officeart/2005/8/layout/vList5"/>
    <dgm:cxn modelId="{D66A9129-2121-4D3A-88B1-913736014431}" type="presOf" srcId="{15E4FDE1-3C4E-4854-8A2C-3F55581EA68C}" destId="{FFD69FDB-F3CA-45F5-8462-AC4FBD3D0E9D}" srcOrd="0" destOrd="0" presId="urn:microsoft.com/office/officeart/2005/8/layout/vList5"/>
    <dgm:cxn modelId="{E61DF64D-915C-4F5C-B84B-B525603BC1F4}" type="presOf" srcId="{0545B644-2930-4C23-8348-86AF6888CEBF}" destId="{FEFD1FC1-D88A-41CA-A6CD-DB136BF01412}" srcOrd="0" destOrd="0" presId="urn:microsoft.com/office/officeart/2005/8/layout/vList5"/>
    <dgm:cxn modelId="{0FA16BFC-3850-41E4-92FF-5DF51A323721}" type="presOf" srcId="{D8CCB1C1-7E6C-4C18-84BB-F0EDEDAC3A85}" destId="{5A476DC3-6CF6-4FFB-8841-4115CDBFEECB}" srcOrd="0" destOrd="0" presId="urn:microsoft.com/office/officeart/2005/8/layout/vList5"/>
    <dgm:cxn modelId="{F0EC2CA6-479B-4492-B5B6-3E77AEA885B1}" type="presParOf" srcId="{5A476DC3-6CF6-4FFB-8841-4115CDBFEECB}" destId="{E266E7F1-B6E7-4D89-AEDE-C4C530B49D96}" srcOrd="0" destOrd="0" presId="urn:microsoft.com/office/officeart/2005/8/layout/vList5"/>
    <dgm:cxn modelId="{29928D4A-0277-48E9-8B9C-90C0946D6D26}" type="presParOf" srcId="{E266E7F1-B6E7-4D89-AEDE-C4C530B49D96}" destId="{FEFD1FC1-D88A-41CA-A6CD-DB136BF01412}" srcOrd="0" destOrd="0" presId="urn:microsoft.com/office/officeart/2005/8/layout/vList5"/>
    <dgm:cxn modelId="{6E473B8A-B507-4F69-A942-E593046BACEA}" type="presParOf" srcId="{E266E7F1-B6E7-4D89-AEDE-C4C530B49D96}" destId="{E57D0D12-7A59-402C-B5C8-922CB3FD046A}" srcOrd="1" destOrd="0" presId="urn:microsoft.com/office/officeart/2005/8/layout/vList5"/>
    <dgm:cxn modelId="{7BC9DB3E-31A3-4667-889B-6095C603F199}" type="presParOf" srcId="{5A476DC3-6CF6-4FFB-8841-4115CDBFEECB}" destId="{FF510BE9-5596-496A-88D2-037E2295BF27}" srcOrd="1" destOrd="0" presId="urn:microsoft.com/office/officeart/2005/8/layout/vList5"/>
    <dgm:cxn modelId="{5BCA1624-602E-4280-9C46-5600152122FB}" type="presParOf" srcId="{5A476DC3-6CF6-4FFB-8841-4115CDBFEECB}" destId="{C026845B-2FDF-49DB-94A8-497F319CD760}" srcOrd="2" destOrd="0" presId="urn:microsoft.com/office/officeart/2005/8/layout/vList5"/>
    <dgm:cxn modelId="{02FD8370-FCFA-44DE-972E-92F4583B28D8}" type="presParOf" srcId="{C026845B-2FDF-49DB-94A8-497F319CD760}" destId="{23D51D2E-D171-419D-B537-5FB9DDB8D293}" srcOrd="0" destOrd="0" presId="urn:microsoft.com/office/officeart/2005/8/layout/vList5"/>
    <dgm:cxn modelId="{E4E999CC-4437-4A66-9BA1-D998693AD392}" type="presParOf" srcId="{C026845B-2FDF-49DB-94A8-497F319CD760}" destId="{FFD69FDB-F3CA-45F5-8462-AC4FBD3D0E9D}" srcOrd="1" destOrd="0" presId="urn:microsoft.com/office/officeart/2005/8/layout/vList5"/>
    <dgm:cxn modelId="{9226874A-0E22-4A22-8236-6EC9205274AB}" type="presParOf" srcId="{5A476DC3-6CF6-4FFB-8841-4115CDBFEECB}" destId="{EC4EC36C-B46B-4A32-9B42-F53A89267F2B}" srcOrd="3" destOrd="0" presId="urn:microsoft.com/office/officeart/2005/8/layout/vList5"/>
    <dgm:cxn modelId="{6AABFD8E-F26E-4542-86FB-B5AD52B4C2ED}" type="presParOf" srcId="{5A476DC3-6CF6-4FFB-8841-4115CDBFEECB}" destId="{560D0547-F53E-491C-BA50-5BDEFD5D86DD}" srcOrd="4" destOrd="0" presId="urn:microsoft.com/office/officeart/2005/8/layout/vList5"/>
    <dgm:cxn modelId="{DAB22AB1-6E26-4FFE-A5EF-9AA1E4CE9117}" type="presParOf" srcId="{560D0547-F53E-491C-BA50-5BDEFD5D86DD}" destId="{8EF2DBCD-43D8-4A29-BADE-4DA771CA5BD2}" srcOrd="0" destOrd="0" presId="urn:microsoft.com/office/officeart/2005/8/layout/vList5"/>
    <dgm:cxn modelId="{B66154A4-EF41-46EE-8564-79FFD2F42CE7}" type="presParOf" srcId="{560D0547-F53E-491C-BA50-5BDEFD5D86DD}" destId="{6AB948B2-8DA4-4609-89BB-455567AD661C}" srcOrd="1" destOrd="0" presId="urn:microsoft.com/office/officeart/2005/8/layout/vList5"/>
    <dgm:cxn modelId="{E193F8DA-3E62-443D-A94C-41FDF343E483}" type="presParOf" srcId="{5A476DC3-6CF6-4FFB-8841-4115CDBFEECB}" destId="{6DA276FF-0173-400D-A035-AD94CDA358E8}" srcOrd="5" destOrd="0" presId="urn:microsoft.com/office/officeart/2005/8/layout/vList5"/>
    <dgm:cxn modelId="{B06EF6F5-B534-4150-92E7-6AF780E5E9F9}" type="presParOf" srcId="{5A476DC3-6CF6-4FFB-8841-4115CDBFEECB}" destId="{332FE208-5033-4D6E-94C9-184907319E3D}" srcOrd="6" destOrd="0" presId="urn:microsoft.com/office/officeart/2005/8/layout/vList5"/>
    <dgm:cxn modelId="{A03CE186-F2D4-435C-AA0C-3B03A57A9959}" type="presParOf" srcId="{332FE208-5033-4D6E-94C9-184907319E3D}" destId="{E348F3FA-6052-4CA0-8965-17A03BAF582E}" srcOrd="0" destOrd="0" presId="urn:microsoft.com/office/officeart/2005/8/layout/vList5"/>
    <dgm:cxn modelId="{604C1508-DC66-4AE1-A470-605AC23BC38C}" type="presParOf" srcId="{332FE208-5033-4D6E-94C9-184907319E3D}" destId="{8ED7C832-B523-494A-81F3-AF45F1891806}" srcOrd="1" destOrd="0" presId="urn:microsoft.com/office/officeart/2005/8/layout/vList5"/>
    <dgm:cxn modelId="{B7BF7B0C-5EC1-47F3-8B2C-887AE9EA63C0}" type="presParOf" srcId="{5A476DC3-6CF6-4FFB-8841-4115CDBFEECB}" destId="{F87E3067-272C-4259-BA35-0689361028E9}" srcOrd="7" destOrd="0" presId="urn:microsoft.com/office/officeart/2005/8/layout/vList5"/>
    <dgm:cxn modelId="{41668B06-BE5D-4130-A087-BA7B541A00BD}" type="presParOf" srcId="{5A476DC3-6CF6-4FFB-8841-4115CDBFEECB}" destId="{13DC525F-E50E-4BA0-B4F4-334DE6FABA7D}" srcOrd="8" destOrd="0" presId="urn:microsoft.com/office/officeart/2005/8/layout/vList5"/>
    <dgm:cxn modelId="{1DB25D91-3D77-467C-A9D1-3A1F77A2C401}" type="presParOf" srcId="{13DC525F-E50E-4BA0-B4F4-334DE6FABA7D}" destId="{DBB3932C-7957-44B2-BEBC-8F14E2307AF5}" srcOrd="0" destOrd="0" presId="urn:microsoft.com/office/officeart/2005/8/layout/vList5"/>
    <dgm:cxn modelId="{A4D4CC38-FAC3-4B77-97F4-C40876DE755D}" type="presParOf" srcId="{13DC525F-E50E-4BA0-B4F4-334DE6FABA7D}" destId="{11FA5B66-9F35-4F3A-AE52-B7AF75725BE0}" srcOrd="1" destOrd="0" presId="urn:microsoft.com/office/officeart/2005/8/layout/vList5"/>
    <dgm:cxn modelId="{DF588857-DF1B-4D9A-8B44-51F5B8420963}" type="presParOf" srcId="{5A476DC3-6CF6-4FFB-8841-4115CDBFEECB}" destId="{B34F7918-F1F0-4A41-A966-65DC45BD9095}" srcOrd="9" destOrd="0" presId="urn:microsoft.com/office/officeart/2005/8/layout/vList5"/>
    <dgm:cxn modelId="{8160FA78-CAAC-4529-BBB1-CF3CAB82DD82}" type="presParOf" srcId="{5A476DC3-6CF6-4FFB-8841-4115CDBFEECB}" destId="{EC5A5436-4109-4276-A932-00BDCFAA78AB}" srcOrd="10" destOrd="0" presId="urn:microsoft.com/office/officeart/2005/8/layout/vList5"/>
    <dgm:cxn modelId="{D778B226-0DE9-489F-8427-33D3F8022A03}" type="presParOf" srcId="{EC5A5436-4109-4276-A932-00BDCFAA78AB}" destId="{0E871D42-1C12-4D84-BFE7-1A67F6E3D3C4}" srcOrd="0" destOrd="0" presId="urn:microsoft.com/office/officeart/2005/8/layout/vList5"/>
    <dgm:cxn modelId="{F6FF965C-D496-47F9-AE5B-1B8911F5667F}" type="presParOf" srcId="{EC5A5436-4109-4276-A932-00BDCFAA78AB}" destId="{8BA96FAC-1BFD-482E-945C-2FE5C8865DB5}" srcOrd="1" destOrd="0" presId="urn:microsoft.com/office/officeart/2005/8/layout/vList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37C2F51C-E35A-4B65-89F9-F920DAE2D9BC}" type="doc">
      <dgm:prSet loTypeId="urn:microsoft.com/office/officeart/2005/8/layout/process5" loCatId="process" qsTypeId="urn:microsoft.com/office/officeart/2005/8/quickstyle/simple1" qsCatId="simple" csTypeId="urn:microsoft.com/office/officeart/2005/8/colors/accent1_2" csCatId="accent1" phldr="1"/>
      <dgm:spPr/>
      <dgm:t>
        <a:bodyPr/>
        <a:lstStyle/>
        <a:p>
          <a:endParaRPr lang="zh-CN" altLang="en-US"/>
        </a:p>
      </dgm:t>
    </dgm:pt>
    <dgm:pt modelId="{4E5E729B-F8F2-4F80-96AE-11F2ABC1F30C}">
      <dgm:prSet phldrT="[文本]" custT="1">
        <dgm:style>
          <a:lnRef idx="2">
            <a:schemeClr val="dk1"/>
          </a:lnRef>
          <a:fillRef idx="1">
            <a:schemeClr val="lt1"/>
          </a:fillRef>
          <a:effectRef idx="0">
            <a:schemeClr val="dk1"/>
          </a:effectRef>
          <a:fontRef idx="minor">
            <a:schemeClr val="dk1"/>
          </a:fontRef>
        </dgm:style>
      </dgm:prSet>
      <dgm:spPr>
        <a:solidFill>
          <a:schemeClr val="accent5">
            <a:lumMod val="20000"/>
            <a:lumOff val="80000"/>
          </a:schemeClr>
        </a:solidFill>
      </dgm:spPr>
      <dgm:t>
        <a:bodyPr/>
        <a:lstStyle/>
        <a:p>
          <a:r>
            <a:rPr lang="en-US" altLang="en-US" sz="1400" b="0" dirty="0" smtClean="0">
              <a:solidFill>
                <a:schemeClr val="tx1"/>
              </a:solidFill>
            </a:rPr>
            <a:t>Normal operating mode</a:t>
          </a:r>
          <a:endParaRPr lang="zh-CN" altLang="en-US" sz="1400" b="0" dirty="0">
            <a:solidFill>
              <a:schemeClr val="tx1"/>
            </a:solidFill>
          </a:endParaRPr>
        </a:p>
      </dgm:t>
    </dgm:pt>
    <dgm:pt modelId="{7702C104-815C-4BC3-B0A5-14B226D24078}" type="parTrans" cxnId="{BE5F7306-9C2C-4EB8-8FAF-AD5E23563E5A}">
      <dgm:prSet/>
      <dgm:spPr/>
      <dgm:t>
        <a:bodyPr/>
        <a:lstStyle/>
        <a:p>
          <a:endParaRPr lang="zh-CN" altLang="en-US"/>
        </a:p>
      </dgm:t>
    </dgm:pt>
    <dgm:pt modelId="{9A6A4CDC-8C1F-4C08-B9E9-1D7208902927}" type="sibTrans" cxnId="{BE5F7306-9C2C-4EB8-8FAF-AD5E23563E5A}">
      <dgm:prSet/>
      <dgm:spPr>
        <a:solidFill>
          <a:schemeClr val="accent5">
            <a:lumMod val="20000"/>
            <a:lumOff val="80000"/>
          </a:schemeClr>
        </a:solidFill>
        <a:ln>
          <a:solidFill>
            <a:srgbClr val="000104"/>
          </a:solidFill>
        </a:ln>
      </dgm:spPr>
      <dgm:t>
        <a:bodyPr/>
        <a:lstStyle/>
        <a:p>
          <a:endParaRPr lang="zh-CN" altLang="en-US"/>
        </a:p>
      </dgm:t>
    </dgm:pt>
    <dgm:pt modelId="{52A6FB44-6050-4FBF-A9A0-E12DDFF8B793}">
      <dgm:prSet phldrT="[文本]" custT="1">
        <dgm:style>
          <a:lnRef idx="2">
            <a:schemeClr val="dk1"/>
          </a:lnRef>
          <a:fillRef idx="1">
            <a:schemeClr val="lt1"/>
          </a:fillRef>
          <a:effectRef idx="0">
            <a:schemeClr val="dk1"/>
          </a:effectRef>
          <a:fontRef idx="minor">
            <a:schemeClr val="dk1"/>
          </a:fontRef>
        </dgm:style>
      </dgm:prSet>
      <dgm:spPr>
        <a:solidFill>
          <a:schemeClr val="accent5">
            <a:lumMod val="20000"/>
            <a:lumOff val="80000"/>
          </a:schemeClr>
        </a:solidFill>
      </dgm:spPr>
      <dgm:t>
        <a:bodyPr anchor="ctr"/>
        <a:lstStyle/>
        <a:p>
          <a:pPr algn="ctr"/>
          <a:r>
            <a:rPr lang="en-US" altLang="en-US" sz="1400" b="0" dirty="0" smtClean="0">
              <a:solidFill>
                <a:schemeClr val="tx1"/>
              </a:solidFill>
            </a:rPr>
            <a:t>Request for update?</a:t>
          </a:r>
          <a:endParaRPr lang="zh-CN" altLang="en-US" sz="1400" b="0" dirty="0">
            <a:solidFill>
              <a:schemeClr val="tx1"/>
            </a:solidFill>
          </a:endParaRPr>
        </a:p>
      </dgm:t>
    </dgm:pt>
    <dgm:pt modelId="{3059C56A-BB9E-447C-945E-144961AAFA15}" type="parTrans" cxnId="{9E26E0A8-A5E3-4D1E-81CB-0DC47F1910F1}">
      <dgm:prSet/>
      <dgm:spPr/>
      <dgm:t>
        <a:bodyPr/>
        <a:lstStyle/>
        <a:p>
          <a:endParaRPr lang="zh-CN" altLang="en-US"/>
        </a:p>
      </dgm:t>
    </dgm:pt>
    <dgm:pt modelId="{3C8D553B-2C50-4C45-BA4E-4E1AE8A866C1}" type="sibTrans" cxnId="{9E26E0A8-A5E3-4D1E-81CB-0DC47F1910F1}">
      <dgm:prSet>
        <dgm:style>
          <a:lnRef idx="2">
            <a:schemeClr val="dk1"/>
          </a:lnRef>
          <a:fillRef idx="1">
            <a:schemeClr val="lt1"/>
          </a:fillRef>
          <a:effectRef idx="0">
            <a:schemeClr val="dk1"/>
          </a:effectRef>
          <a:fontRef idx="minor">
            <a:schemeClr val="dk1"/>
          </a:fontRef>
        </dgm:style>
      </dgm:prSet>
      <dgm:spPr>
        <a:solidFill>
          <a:schemeClr val="accent5">
            <a:lumMod val="20000"/>
            <a:lumOff val="80000"/>
          </a:schemeClr>
        </a:solidFill>
        <a:ln>
          <a:solidFill>
            <a:srgbClr val="000104"/>
          </a:solidFill>
        </a:ln>
      </dgm:spPr>
      <dgm:t>
        <a:bodyPr/>
        <a:lstStyle/>
        <a:p>
          <a:endParaRPr lang="zh-CN" altLang="en-US"/>
        </a:p>
      </dgm:t>
    </dgm:pt>
    <dgm:pt modelId="{3E8B7CA6-BB6C-4946-99B8-2475CDBE09C1}">
      <dgm:prSet phldrT="[文本]" custT="1">
        <dgm:style>
          <a:lnRef idx="2">
            <a:schemeClr val="dk1"/>
          </a:lnRef>
          <a:fillRef idx="1">
            <a:schemeClr val="lt1"/>
          </a:fillRef>
          <a:effectRef idx="0">
            <a:schemeClr val="dk1"/>
          </a:effectRef>
          <a:fontRef idx="minor">
            <a:schemeClr val="dk1"/>
          </a:fontRef>
        </dgm:style>
      </dgm:prSet>
      <dgm:spPr>
        <a:solidFill>
          <a:schemeClr val="accent5">
            <a:lumMod val="20000"/>
            <a:lumOff val="80000"/>
          </a:schemeClr>
        </a:solidFill>
      </dgm:spPr>
      <dgm:t>
        <a:bodyPr/>
        <a:lstStyle/>
        <a:p>
          <a:r>
            <a:rPr lang="en-US" altLang="en-US" sz="1400" b="0" dirty="0" smtClean="0">
              <a:solidFill>
                <a:schemeClr val="tx1"/>
              </a:solidFill>
            </a:rPr>
            <a:t>Loading of updated files </a:t>
          </a:r>
          <a:endParaRPr lang="zh-CN" altLang="en-US" sz="1400" b="0" dirty="0">
            <a:solidFill>
              <a:schemeClr val="tx1"/>
            </a:solidFill>
          </a:endParaRPr>
        </a:p>
      </dgm:t>
    </dgm:pt>
    <dgm:pt modelId="{B6DD56CF-3A94-4E85-B331-BDE656E4385E}" type="parTrans" cxnId="{EE5C552F-F6F3-4E9E-9BF8-0CFC09D94AB7}">
      <dgm:prSet/>
      <dgm:spPr/>
      <dgm:t>
        <a:bodyPr/>
        <a:lstStyle/>
        <a:p>
          <a:endParaRPr lang="zh-CN" altLang="en-US"/>
        </a:p>
      </dgm:t>
    </dgm:pt>
    <dgm:pt modelId="{3CBBFB6A-AD56-4D49-AC43-6231A12F985F}" type="sibTrans" cxnId="{EE5C552F-F6F3-4E9E-9BF8-0CFC09D94AB7}">
      <dgm:prSet>
        <dgm:style>
          <a:lnRef idx="2">
            <a:schemeClr val="dk1"/>
          </a:lnRef>
          <a:fillRef idx="1">
            <a:schemeClr val="lt1"/>
          </a:fillRef>
          <a:effectRef idx="0">
            <a:schemeClr val="dk1"/>
          </a:effectRef>
          <a:fontRef idx="minor">
            <a:schemeClr val="dk1"/>
          </a:fontRef>
        </dgm:style>
      </dgm:prSet>
      <dgm:spPr/>
      <dgm:t>
        <a:bodyPr/>
        <a:lstStyle/>
        <a:p>
          <a:endParaRPr lang="zh-CN" altLang="en-US"/>
        </a:p>
      </dgm:t>
    </dgm:pt>
    <dgm:pt modelId="{FD2064AE-0E73-486D-8F90-0D12C27B1E80}">
      <dgm:prSet phldrT="[文本]" custT="1">
        <dgm:style>
          <a:lnRef idx="2">
            <a:schemeClr val="dk1"/>
          </a:lnRef>
          <a:fillRef idx="1">
            <a:schemeClr val="lt1"/>
          </a:fillRef>
          <a:effectRef idx="0">
            <a:schemeClr val="dk1"/>
          </a:effectRef>
          <a:fontRef idx="minor">
            <a:schemeClr val="dk1"/>
          </a:fontRef>
        </dgm:style>
      </dgm:prSet>
      <dgm:spPr>
        <a:solidFill>
          <a:schemeClr val="accent5">
            <a:lumMod val="20000"/>
            <a:lumOff val="80000"/>
          </a:schemeClr>
        </a:solidFill>
      </dgm:spPr>
      <dgm:t>
        <a:bodyPr/>
        <a:lstStyle/>
        <a:p>
          <a:r>
            <a:rPr lang="en-US" altLang="en-US" sz="1400" b="0" dirty="0" smtClean="0">
              <a:solidFill>
                <a:schemeClr val="tx1"/>
              </a:solidFill>
            </a:rPr>
            <a:t>Restart</a:t>
          </a:r>
          <a:endParaRPr lang="zh-CN" altLang="en-US" sz="1400" b="0" dirty="0">
            <a:solidFill>
              <a:schemeClr val="tx1"/>
            </a:solidFill>
          </a:endParaRPr>
        </a:p>
      </dgm:t>
    </dgm:pt>
    <dgm:pt modelId="{D9117048-AB75-42B0-86EE-12340AC09BAC}" type="parTrans" cxnId="{0931E8E7-000E-4AD4-BEC3-C1335462B152}">
      <dgm:prSet/>
      <dgm:spPr/>
      <dgm:t>
        <a:bodyPr/>
        <a:lstStyle/>
        <a:p>
          <a:endParaRPr lang="zh-CN" altLang="en-US"/>
        </a:p>
      </dgm:t>
    </dgm:pt>
    <dgm:pt modelId="{7DE20AA7-4773-4817-B0A3-E7888222C71A}" type="sibTrans" cxnId="{0931E8E7-000E-4AD4-BEC3-C1335462B152}">
      <dgm:prSet/>
      <dgm:spPr/>
      <dgm:t>
        <a:bodyPr/>
        <a:lstStyle/>
        <a:p>
          <a:endParaRPr lang="zh-CN" altLang="en-US"/>
        </a:p>
      </dgm:t>
    </dgm:pt>
    <dgm:pt modelId="{5E54D222-4A77-4C7D-8166-D32B7029879A}">
      <dgm:prSet custT="1">
        <dgm:style>
          <a:lnRef idx="2">
            <a:schemeClr val="dk1"/>
          </a:lnRef>
          <a:fillRef idx="1">
            <a:schemeClr val="lt1"/>
          </a:fillRef>
          <a:effectRef idx="0">
            <a:schemeClr val="dk1"/>
          </a:effectRef>
          <a:fontRef idx="minor">
            <a:schemeClr val="dk1"/>
          </a:fontRef>
        </dgm:style>
      </dgm:prSet>
      <dgm:spPr>
        <a:solidFill>
          <a:schemeClr val="bg1"/>
        </a:solidFill>
        <a:ln>
          <a:noFill/>
        </a:ln>
      </dgm:spPr>
      <dgm:t>
        <a:bodyPr/>
        <a:lstStyle/>
        <a:p>
          <a:r>
            <a:rPr lang="en-US" altLang="en-US" sz="1400" b="0" dirty="0" smtClean="0">
              <a:solidFill>
                <a:schemeClr val="tx1"/>
              </a:solidFill>
            </a:rPr>
            <a:t>Verified Update</a:t>
          </a:r>
          <a:endParaRPr lang="zh-CN" altLang="en-US" sz="1400" b="0" dirty="0">
            <a:solidFill>
              <a:schemeClr val="tx1"/>
            </a:solidFill>
          </a:endParaRPr>
        </a:p>
      </dgm:t>
    </dgm:pt>
    <dgm:pt modelId="{D3735A54-3495-476B-B0CC-9325602289BA}" type="parTrans" cxnId="{C2D5711C-EF35-4E76-93C4-F7F0F6F62B3F}">
      <dgm:prSet/>
      <dgm:spPr/>
      <dgm:t>
        <a:bodyPr/>
        <a:lstStyle/>
        <a:p>
          <a:endParaRPr lang="zh-CN" altLang="en-US"/>
        </a:p>
      </dgm:t>
    </dgm:pt>
    <dgm:pt modelId="{681AE05B-2C4F-4B01-9898-4AE84EC637D9}" type="sibTrans" cxnId="{C2D5711C-EF35-4E76-93C4-F7F0F6F62B3F}">
      <dgm:prSet>
        <dgm:style>
          <a:lnRef idx="2">
            <a:schemeClr val="dk1"/>
          </a:lnRef>
          <a:fillRef idx="1">
            <a:schemeClr val="lt1"/>
          </a:fillRef>
          <a:effectRef idx="0">
            <a:schemeClr val="dk1"/>
          </a:effectRef>
          <a:fontRef idx="minor">
            <a:schemeClr val="dk1"/>
          </a:fontRef>
        </dgm:style>
      </dgm:prSet>
      <dgm:spPr>
        <a:solidFill>
          <a:schemeClr val="accent5">
            <a:lumMod val="20000"/>
            <a:lumOff val="80000"/>
          </a:schemeClr>
        </a:solidFill>
      </dgm:spPr>
      <dgm:t>
        <a:bodyPr/>
        <a:lstStyle/>
        <a:p>
          <a:endParaRPr lang="zh-CN" altLang="en-US"/>
        </a:p>
      </dgm:t>
    </dgm:pt>
    <dgm:pt modelId="{2B6F56B8-2D04-4016-B3E9-3D6EAE184EAB}">
      <dgm:prSet custT="1">
        <dgm:style>
          <a:lnRef idx="2">
            <a:schemeClr val="dk1"/>
          </a:lnRef>
          <a:fillRef idx="1">
            <a:schemeClr val="lt1"/>
          </a:fillRef>
          <a:effectRef idx="0">
            <a:schemeClr val="dk1"/>
          </a:effectRef>
          <a:fontRef idx="minor">
            <a:schemeClr val="dk1"/>
          </a:fontRef>
        </dgm:style>
      </dgm:prSet>
      <dgm:spPr>
        <a:solidFill>
          <a:schemeClr val="accent5">
            <a:lumMod val="20000"/>
            <a:lumOff val="80000"/>
          </a:schemeClr>
        </a:solidFill>
      </dgm:spPr>
      <dgm:t>
        <a:bodyPr anchor="ctr"/>
        <a:lstStyle/>
        <a:p>
          <a:pPr algn="ctr"/>
          <a:r>
            <a:rPr lang="en-US" altLang="en-US" sz="1400" b="0" dirty="0" smtClean="0">
              <a:solidFill>
                <a:schemeClr val="tx1"/>
              </a:solidFill>
            </a:rPr>
            <a:t>Installation and activation of updated files </a:t>
          </a:r>
          <a:endParaRPr lang="zh-CN" altLang="en-US" sz="1400" b="0" dirty="0">
            <a:solidFill>
              <a:schemeClr val="tx1"/>
            </a:solidFill>
          </a:endParaRPr>
        </a:p>
      </dgm:t>
    </dgm:pt>
    <dgm:pt modelId="{8A8A3B49-E765-4E36-95B1-A204E60E9C45}" type="parTrans" cxnId="{5CC0E743-6340-42CC-8A01-DD5F0B77E585}">
      <dgm:prSet/>
      <dgm:spPr/>
      <dgm:t>
        <a:bodyPr/>
        <a:lstStyle/>
        <a:p>
          <a:endParaRPr lang="zh-CN" altLang="en-US"/>
        </a:p>
      </dgm:t>
    </dgm:pt>
    <dgm:pt modelId="{51FD7AC0-D787-4316-9C45-FA746425F4CB}" type="sibTrans" cxnId="{5CC0E743-6340-42CC-8A01-DD5F0B77E585}">
      <dgm:prSet>
        <dgm:style>
          <a:lnRef idx="2">
            <a:schemeClr val="dk1"/>
          </a:lnRef>
          <a:fillRef idx="1">
            <a:schemeClr val="lt1"/>
          </a:fillRef>
          <a:effectRef idx="0">
            <a:schemeClr val="dk1"/>
          </a:effectRef>
          <a:fontRef idx="minor">
            <a:schemeClr val="dk1"/>
          </a:fontRef>
        </dgm:style>
      </dgm:prSet>
      <dgm:spPr/>
      <dgm:t>
        <a:bodyPr/>
        <a:lstStyle/>
        <a:p>
          <a:endParaRPr lang="zh-CN" altLang="en-US"/>
        </a:p>
      </dgm:t>
    </dgm:pt>
    <dgm:pt modelId="{25E1F8CD-B770-453A-8BBC-7205BAC5120E}">
      <dgm:prSet custT="1">
        <dgm:style>
          <a:lnRef idx="2">
            <a:schemeClr val="dk1"/>
          </a:lnRef>
          <a:fillRef idx="1">
            <a:schemeClr val="lt1"/>
          </a:fillRef>
          <a:effectRef idx="0">
            <a:schemeClr val="dk1"/>
          </a:effectRef>
          <a:fontRef idx="minor">
            <a:schemeClr val="dk1"/>
          </a:fontRef>
        </dgm:style>
      </dgm:prSet>
      <dgm:spPr>
        <a:solidFill>
          <a:schemeClr val="accent5">
            <a:lumMod val="20000"/>
            <a:lumOff val="80000"/>
          </a:schemeClr>
        </a:solidFill>
      </dgm:spPr>
      <dgm:t>
        <a:bodyPr/>
        <a:lstStyle/>
        <a:p>
          <a:r>
            <a:rPr lang="en-US" altLang="en-US" sz="1400" b="0" dirty="0" smtClean="0">
              <a:solidFill>
                <a:schemeClr val="tx1"/>
              </a:solidFill>
            </a:rPr>
            <a:t>Is verification </a:t>
          </a:r>
          <a:r>
            <a:rPr lang="en-US" altLang="zh-CN" sz="1400" b="0" dirty="0" smtClean="0">
              <a:solidFill>
                <a:schemeClr val="tx1"/>
              </a:solidFill>
            </a:rPr>
            <a:t>su</a:t>
          </a:r>
          <a:r>
            <a:rPr lang="en-US" altLang="en-US" sz="1400" b="0" dirty="0" smtClean="0">
              <a:solidFill>
                <a:schemeClr val="tx1"/>
              </a:solidFill>
            </a:rPr>
            <a:t>ccessful?</a:t>
          </a:r>
          <a:endParaRPr lang="zh-CN" altLang="en-US" sz="1400" b="0" dirty="0">
            <a:solidFill>
              <a:schemeClr val="tx1"/>
            </a:solidFill>
          </a:endParaRPr>
        </a:p>
      </dgm:t>
    </dgm:pt>
    <dgm:pt modelId="{04FF7F71-1120-460E-8AF8-E787E1B711F0}" type="parTrans" cxnId="{BD7D33C2-6FE0-4BFB-B915-15CB7AE48A7E}">
      <dgm:prSet/>
      <dgm:spPr/>
      <dgm:t>
        <a:bodyPr/>
        <a:lstStyle/>
        <a:p>
          <a:endParaRPr lang="zh-CN" altLang="en-US"/>
        </a:p>
      </dgm:t>
    </dgm:pt>
    <dgm:pt modelId="{C0B7A97F-2DD6-4E0B-968B-422C9396C32B}" type="sibTrans" cxnId="{BD7D33C2-6FE0-4BFB-B915-15CB7AE48A7E}">
      <dgm:prSet>
        <dgm:style>
          <a:lnRef idx="2">
            <a:schemeClr val="dk1"/>
          </a:lnRef>
          <a:fillRef idx="1">
            <a:schemeClr val="lt1"/>
          </a:fillRef>
          <a:effectRef idx="0">
            <a:schemeClr val="dk1"/>
          </a:effectRef>
          <a:fontRef idx="minor">
            <a:schemeClr val="dk1"/>
          </a:fontRef>
        </dgm:style>
      </dgm:prSet>
      <dgm:spPr/>
      <dgm:t>
        <a:bodyPr/>
        <a:lstStyle/>
        <a:p>
          <a:endParaRPr lang="zh-CN" altLang="en-US"/>
        </a:p>
      </dgm:t>
    </dgm:pt>
    <dgm:pt modelId="{E5C89D30-10C9-4B58-A8E6-F3BED3B23E33}">
      <dgm:prSet custT="1">
        <dgm:style>
          <a:lnRef idx="2">
            <a:schemeClr val="dk1"/>
          </a:lnRef>
          <a:fillRef idx="1">
            <a:schemeClr val="lt1"/>
          </a:fillRef>
          <a:effectRef idx="0">
            <a:schemeClr val="dk1"/>
          </a:effectRef>
          <a:fontRef idx="minor">
            <a:schemeClr val="dk1"/>
          </a:fontRef>
        </dgm:style>
      </dgm:prSet>
      <dgm:spPr>
        <a:solidFill>
          <a:schemeClr val="accent1">
            <a:lumMod val="40000"/>
            <a:lumOff val="60000"/>
          </a:schemeClr>
        </a:solidFill>
      </dgm:spPr>
      <dgm:t>
        <a:bodyPr/>
        <a:lstStyle/>
        <a:p>
          <a:r>
            <a:rPr lang="en-US" altLang="en-US" sz="1400" b="0" dirty="0" smtClean="0">
              <a:solidFill>
                <a:schemeClr val="tx1"/>
              </a:solidFill>
            </a:rPr>
            <a:t>verification by a person at place</a:t>
          </a:r>
          <a:endParaRPr lang="zh-CN" altLang="en-US" sz="1400" b="0" dirty="0">
            <a:solidFill>
              <a:schemeClr val="tx1"/>
            </a:solidFill>
          </a:endParaRPr>
        </a:p>
      </dgm:t>
    </dgm:pt>
    <dgm:pt modelId="{9B6504AF-53D6-44AF-B737-B5D11F15AF17}" type="parTrans" cxnId="{F91E2067-5D9C-4F5F-978A-605C4ADEA267}">
      <dgm:prSet/>
      <dgm:spPr/>
      <dgm:t>
        <a:bodyPr/>
        <a:lstStyle/>
        <a:p>
          <a:endParaRPr lang="zh-CN" altLang="en-US"/>
        </a:p>
      </dgm:t>
    </dgm:pt>
    <dgm:pt modelId="{2EEEEF89-E74F-4C80-B143-849216AAA515}" type="sibTrans" cxnId="{F91E2067-5D9C-4F5F-978A-605C4ADEA267}">
      <dgm:prSet>
        <dgm:style>
          <a:lnRef idx="2">
            <a:schemeClr val="dk1"/>
          </a:lnRef>
          <a:fillRef idx="1">
            <a:schemeClr val="lt1"/>
          </a:fillRef>
          <a:effectRef idx="0">
            <a:schemeClr val="dk1"/>
          </a:effectRef>
          <a:fontRef idx="minor">
            <a:schemeClr val="dk1"/>
          </a:fontRef>
        </dgm:style>
      </dgm:prSet>
      <dgm:spPr/>
      <dgm:t>
        <a:bodyPr/>
        <a:lstStyle/>
        <a:p>
          <a:endParaRPr lang="zh-CN" altLang="en-US"/>
        </a:p>
      </dgm:t>
    </dgm:pt>
    <dgm:pt modelId="{6FBFCD82-6CD5-436C-91F1-6F56AF47530F}">
      <dgm:prSet custT="1">
        <dgm:style>
          <a:lnRef idx="2">
            <a:schemeClr val="dk1"/>
          </a:lnRef>
          <a:fillRef idx="1">
            <a:schemeClr val="lt1"/>
          </a:fillRef>
          <a:effectRef idx="0">
            <a:schemeClr val="dk1"/>
          </a:effectRef>
          <a:fontRef idx="minor">
            <a:schemeClr val="dk1"/>
          </a:fontRef>
        </dgm:style>
      </dgm:prSet>
      <dgm:spPr>
        <a:solidFill>
          <a:schemeClr val="accent5">
            <a:lumMod val="20000"/>
            <a:lumOff val="80000"/>
          </a:schemeClr>
        </a:solidFill>
      </dgm:spPr>
      <dgm:t>
        <a:bodyPr/>
        <a:lstStyle/>
        <a:p>
          <a:r>
            <a:rPr lang="en-US" altLang="en-US" sz="1400" b="0" dirty="0" smtClean="0">
              <a:solidFill>
                <a:schemeClr val="tx1"/>
              </a:solidFill>
            </a:rPr>
            <a:t>Apply verification mark</a:t>
          </a:r>
          <a:endParaRPr lang="zh-CN" altLang="en-US" sz="1400" b="0" dirty="0">
            <a:solidFill>
              <a:schemeClr val="tx1"/>
            </a:solidFill>
          </a:endParaRPr>
        </a:p>
      </dgm:t>
    </dgm:pt>
    <dgm:pt modelId="{1188960A-0274-4F9D-B327-70ADC9EF7D0D}" type="parTrans" cxnId="{54B3473B-4967-414A-A788-9CEAFB006499}">
      <dgm:prSet/>
      <dgm:spPr/>
      <dgm:t>
        <a:bodyPr/>
        <a:lstStyle/>
        <a:p>
          <a:endParaRPr lang="zh-CN" altLang="en-US"/>
        </a:p>
      </dgm:t>
    </dgm:pt>
    <dgm:pt modelId="{DE9CB5E3-83A8-4ABE-9B31-40502E13C7BE}" type="sibTrans" cxnId="{54B3473B-4967-414A-A788-9CEAFB006499}">
      <dgm:prSet>
        <dgm:style>
          <a:lnRef idx="2">
            <a:schemeClr val="dk1"/>
          </a:lnRef>
          <a:fillRef idx="1">
            <a:schemeClr val="lt1"/>
          </a:fillRef>
          <a:effectRef idx="0">
            <a:schemeClr val="dk1"/>
          </a:effectRef>
          <a:fontRef idx="minor">
            <a:schemeClr val="dk1"/>
          </a:fontRef>
        </dgm:style>
      </dgm:prSet>
      <dgm:spPr/>
      <dgm:t>
        <a:bodyPr/>
        <a:lstStyle/>
        <a:p>
          <a:endParaRPr lang="zh-CN" altLang="en-US"/>
        </a:p>
      </dgm:t>
    </dgm:pt>
    <dgm:pt modelId="{7E19A16F-6DFE-46C8-9E31-BD1F9287C00A}" type="pres">
      <dgm:prSet presAssocID="{37C2F51C-E35A-4B65-89F9-F920DAE2D9BC}" presName="diagram" presStyleCnt="0">
        <dgm:presLayoutVars>
          <dgm:dir/>
          <dgm:resizeHandles val="exact"/>
        </dgm:presLayoutVars>
      </dgm:prSet>
      <dgm:spPr/>
      <dgm:t>
        <a:bodyPr/>
        <a:lstStyle/>
        <a:p>
          <a:endParaRPr lang="zh-CN" altLang="en-US"/>
        </a:p>
      </dgm:t>
    </dgm:pt>
    <dgm:pt modelId="{E9BDA6DC-B290-4D1B-973C-18FB181975B6}" type="pres">
      <dgm:prSet presAssocID="{5E54D222-4A77-4C7D-8166-D32B7029879A}" presName="node" presStyleLbl="node1" presStyleIdx="0" presStyleCnt="9" custScaleX="60517" custScaleY="50431" custLinFactNeighborX="-21274" custLinFactNeighborY="37995">
        <dgm:presLayoutVars>
          <dgm:bulletEnabled val="1"/>
        </dgm:presLayoutVars>
      </dgm:prSet>
      <dgm:spPr/>
      <dgm:t>
        <a:bodyPr/>
        <a:lstStyle/>
        <a:p>
          <a:endParaRPr lang="zh-CN" altLang="en-US"/>
        </a:p>
      </dgm:t>
    </dgm:pt>
    <dgm:pt modelId="{36535F4E-E312-4A0A-A2E2-7807979CECC3}" type="pres">
      <dgm:prSet presAssocID="{681AE05B-2C4F-4B01-9898-4AE84EC637D9}" presName="sibTrans" presStyleLbl="sibTrans2D1" presStyleIdx="0" presStyleCnt="8" custScaleX="175654" custScaleY="24402" custLinFactNeighborX="-28356"/>
      <dgm:spPr/>
      <dgm:t>
        <a:bodyPr/>
        <a:lstStyle/>
        <a:p>
          <a:endParaRPr lang="zh-CN" altLang="en-US"/>
        </a:p>
      </dgm:t>
    </dgm:pt>
    <dgm:pt modelId="{F958FDDF-76A4-44C0-9404-7ACCA4F45AD4}" type="pres">
      <dgm:prSet presAssocID="{681AE05B-2C4F-4B01-9898-4AE84EC637D9}" presName="connectorText" presStyleLbl="sibTrans2D1" presStyleIdx="0" presStyleCnt="8"/>
      <dgm:spPr/>
      <dgm:t>
        <a:bodyPr/>
        <a:lstStyle/>
        <a:p>
          <a:endParaRPr lang="zh-CN" altLang="en-US"/>
        </a:p>
      </dgm:t>
    </dgm:pt>
    <dgm:pt modelId="{83601969-2293-4CA7-B2CA-24C46D6060CE}" type="pres">
      <dgm:prSet presAssocID="{4E5E729B-F8F2-4F80-96AE-11F2ABC1F30C}" presName="node" presStyleLbl="node1" presStyleIdx="1" presStyleCnt="9" custScaleX="60517" custScaleY="50431" custLinFactNeighborX="-37941" custLinFactNeighborY="37995">
        <dgm:presLayoutVars>
          <dgm:bulletEnabled val="1"/>
        </dgm:presLayoutVars>
      </dgm:prSet>
      <dgm:spPr/>
      <dgm:t>
        <a:bodyPr/>
        <a:lstStyle/>
        <a:p>
          <a:endParaRPr lang="zh-CN" altLang="en-US"/>
        </a:p>
      </dgm:t>
    </dgm:pt>
    <dgm:pt modelId="{0CDF27E3-DE3E-4087-B792-207828920725}" type="pres">
      <dgm:prSet presAssocID="{9A6A4CDC-8C1F-4C08-B9E9-1D7208902927}" presName="sibTrans" presStyleLbl="sibTrans2D1" presStyleIdx="1" presStyleCnt="8" custScaleX="83181" custScaleY="24402"/>
      <dgm:spPr/>
      <dgm:t>
        <a:bodyPr/>
        <a:lstStyle/>
        <a:p>
          <a:endParaRPr lang="zh-CN" altLang="en-US"/>
        </a:p>
      </dgm:t>
    </dgm:pt>
    <dgm:pt modelId="{A69CA8E2-8225-4502-9EAC-910636525BE2}" type="pres">
      <dgm:prSet presAssocID="{9A6A4CDC-8C1F-4C08-B9E9-1D7208902927}" presName="connectorText" presStyleLbl="sibTrans2D1" presStyleIdx="1" presStyleCnt="8"/>
      <dgm:spPr/>
      <dgm:t>
        <a:bodyPr/>
        <a:lstStyle/>
        <a:p>
          <a:endParaRPr lang="zh-CN" altLang="en-US"/>
        </a:p>
      </dgm:t>
    </dgm:pt>
    <dgm:pt modelId="{DB403AFC-76C1-46E4-9FF7-53EB9C25926D}" type="pres">
      <dgm:prSet presAssocID="{52A6FB44-6050-4FBF-A9A0-E12DDFF8B793}" presName="node" presStyleLbl="node1" presStyleIdx="2" presStyleCnt="9" custScaleX="81699" custScaleY="50431" custLinFactNeighborX="-52795" custLinFactNeighborY="37995">
        <dgm:presLayoutVars>
          <dgm:bulletEnabled val="1"/>
        </dgm:presLayoutVars>
      </dgm:prSet>
      <dgm:spPr>
        <a:prstGeom prst="flowChartDecision">
          <a:avLst/>
        </a:prstGeom>
      </dgm:spPr>
      <dgm:t>
        <a:bodyPr/>
        <a:lstStyle/>
        <a:p>
          <a:endParaRPr lang="zh-CN" altLang="en-US"/>
        </a:p>
      </dgm:t>
    </dgm:pt>
    <dgm:pt modelId="{A5A7B238-5BA1-4190-897F-82C30EE627B5}" type="pres">
      <dgm:prSet presAssocID="{3C8D553B-2C50-4C45-BA4E-4E1AE8A866C1}" presName="sibTrans" presStyleLbl="sibTrans2D1" presStyleIdx="2" presStyleCnt="8" custScaleX="80038" custScaleY="24402"/>
      <dgm:spPr/>
      <dgm:t>
        <a:bodyPr/>
        <a:lstStyle/>
        <a:p>
          <a:endParaRPr lang="zh-CN" altLang="en-US"/>
        </a:p>
      </dgm:t>
    </dgm:pt>
    <dgm:pt modelId="{E7E6B6A4-F4BF-4B25-A07F-CAECC13767B3}" type="pres">
      <dgm:prSet presAssocID="{3C8D553B-2C50-4C45-BA4E-4E1AE8A866C1}" presName="connectorText" presStyleLbl="sibTrans2D1" presStyleIdx="2" presStyleCnt="8"/>
      <dgm:spPr/>
      <dgm:t>
        <a:bodyPr/>
        <a:lstStyle/>
        <a:p>
          <a:endParaRPr lang="zh-CN" altLang="en-US"/>
        </a:p>
      </dgm:t>
    </dgm:pt>
    <dgm:pt modelId="{B81E5A0E-751D-42CF-B203-433E386DDAB3}" type="pres">
      <dgm:prSet presAssocID="{3E8B7CA6-BB6C-4946-99B8-2475CDBE09C1}" presName="node" presStyleLbl="node1" presStyleIdx="3" presStyleCnt="9" custScaleX="60517" custScaleY="50431" custLinFactNeighborX="35229" custLinFactNeighborY="-79102">
        <dgm:presLayoutVars>
          <dgm:bulletEnabled val="1"/>
        </dgm:presLayoutVars>
      </dgm:prSet>
      <dgm:spPr/>
      <dgm:t>
        <a:bodyPr/>
        <a:lstStyle/>
        <a:p>
          <a:endParaRPr lang="zh-CN" altLang="en-US"/>
        </a:p>
      </dgm:t>
    </dgm:pt>
    <dgm:pt modelId="{7E963315-5291-40A3-B1FA-75C4D0470B33}" type="pres">
      <dgm:prSet presAssocID="{3CBBFB6A-AD56-4D49-AC43-6231A12F985F}" presName="sibTrans" presStyleLbl="sibTrans2D1" presStyleIdx="3" presStyleCnt="8" custScaleY="24402"/>
      <dgm:spPr/>
      <dgm:t>
        <a:bodyPr/>
        <a:lstStyle/>
        <a:p>
          <a:endParaRPr lang="zh-CN" altLang="en-US"/>
        </a:p>
      </dgm:t>
    </dgm:pt>
    <dgm:pt modelId="{FB7000D7-2EB9-4648-A7EC-F83C951A9920}" type="pres">
      <dgm:prSet presAssocID="{3CBBFB6A-AD56-4D49-AC43-6231A12F985F}" presName="connectorText" presStyleLbl="sibTrans2D1" presStyleIdx="3" presStyleCnt="8"/>
      <dgm:spPr/>
      <dgm:t>
        <a:bodyPr/>
        <a:lstStyle/>
        <a:p>
          <a:endParaRPr lang="zh-CN" altLang="en-US"/>
        </a:p>
      </dgm:t>
    </dgm:pt>
    <dgm:pt modelId="{253BD70B-36D9-4E22-8639-8D8DF7FF920B}" type="pres">
      <dgm:prSet presAssocID="{2B6F56B8-2D04-4016-B3E9-3D6EAE184EAB}" presName="node" presStyleLbl="node1" presStyleIdx="4" presStyleCnt="9" custScaleX="60517" custScaleY="50431" custLinFactX="35746" custLinFactNeighborX="100000" custLinFactNeighborY="2175">
        <dgm:presLayoutVars>
          <dgm:bulletEnabled val="1"/>
        </dgm:presLayoutVars>
      </dgm:prSet>
      <dgm:spPr/>
      <dgm:t>
        <a:bodyPr/>
        <a:lstStyle/>
        <a:p>
          <a:endParaRPr lang="zh-CN" altLang="en-US"/>
        </a:p>
      </dgm:t>
    </dgm:pt>
    <dgm:pt modelId="{BFBD961E-19CC-46C7-BA34-42C9CA685D06}" type="pres">
      <dgm:prSet presAssocID="{51FD7AC0-D787-4316-9C45-FA746425F4CB}" presName="sibTrans" presStyleLbl="sibTrans2D1" presStyleIdx="4" presStyleCnt="8" custScaleY="24402"/>
      <dgm:spPr/>
      <dgm:t>
        <a:bodyPr/>
        <a:lstStyle/>
        <a:p>
          <a:endParaRPr lang="zh-CN" altLang="en-US"/>
        </a:p>
      </dgm:t>
    </dgm:pt>
    <dgm:pt modelId="{9DB63613-6DF0-49C4-817F-2AEE325E0725}" type="pres">
      <dgm:prSet presAssocID="{51FD7AC0-D787-4316-9C45-FA746425F4CB}" presName="connectorText" presStyleLbl="sibTrans2D1" presStyleIdx="4" presStyleCnt="8"/>
      <dgm:spPr/>
      <dgm:t>
        <a:bodyPr/>
        <a:lstStyle/>
        <a:p>
          <a:endParaRPr lang="zh-CN" altLang="en-US"/>
        </a:p>
      </dgm:t>
    </dgm:pt>
    <dgm:pt modelId="{D72FA901-AC79-478D-8078-49715B0A58EA}" type="pres">
      <dgm:prSet presAssocID="{E5C89D30-10C9-4B58-A8E6-F3BED3B23E33}" presName="node" presStyleLbl="node1" presStyleIdx="5" presStyleCnt="9" custScaleX="60517" custScaleY="50431" custLinFactX="100000" custLinFactNeighborX="136293" custLinFactNeighborY="90101">
        <dgm:presLayoutVars>
          <dgm:bulletEnabled val="1"/>
        </dgm:presLayoutVars>
      </dgm:prSet>
      <dgm:spPr/>
      <dgm:t>
        <a:bodyPr/>
        <a:lstStyle/>
        <a:p>
          <a:endParaRPr lang="zh-CN" altLang="en-US"/>
        </a:p>
      </dgm:t>
    </dgm:pt>
    <dgm:pt modelId="{B26C465B-E181-4147-B44F-8BD7CAAF3483}" type="pres">
      <dgm:prSet presAssocID="{2EEEEF89-E74F-4C80-B143-849216AAA515}" presName="sibTrans" presStyleLbl="sibTrans2D1" presStyleIdx="5" presStyleCnt="8" custScaleY="24402"/>
      <dgm:spPr/>
      <dgm:t>
        <a:bodyPr/>
        <a:lstStyle/>
        <a:p>
          <a:endParaRPr lang="zh-CN" altLang="en-US"/>
        </a:p>
      </dgm:t>
    </dgm:pt>
    <dgm:pt modelId="{F073FC4D-C8FC-449D-BBB9-3AB87A1E2431}" type="pres">
      <dgm:prSet presAssocID="{2EEEEF89-E74F-4C80-B143-849216AAA515}" presName="connectorText" presStyleLbl="sibTrans2D1" presStyleIdx="5" presStyleCnt="8"/>
      <dgm:spPr/>
      <dgm:t>
        <a:bodyPr/>
        <a:lstStyle/>
        <a:p>
          <a:endParaRPr lang="zh-CN" altLang="en-US"/>
        </a:p>
      </dgm:t>
    </dgm:pt>
    <dgm:pt modelId="{9BF49C09-70EB-440C-961B-D7217F0695D6}" type="pres">
      <dgm:prSet presAssocID="{25E1F8CD-B770-453A-8BBC-7205BAC5120E}" presName="node" presStyleLbl="node1" presStyleIdx="6" presStyleCnt="9" custScaleX="87750" custScaleY="50431" custLinFactX="28845" custLinFactNeighborX="100000" custLinFactNeighborY="-24953">
        <dgm:presLayoutVars>
          <dgm:bulletEnabled val="1"/>
        </dgm:presLayoutVars>
      </dgm:prSet>
      <dgm:spPr>
        <a:prstGeom prst="flowChartDecision">
          <a:avLst/>
        </a:prstGeom>
      </dgm:spPr>
      <dgm:t>
        <a:bodyPr/>
        <a:lstStyle/>
        <a:p>
          <a:endParaRPr lang="zh-CN" altLang="en-US"/>
        </a:p>
      </dgm:t>
    </dgm:pt>
    <dgm:pt modelId="{F5DFFE96-ABE7-491B-9A0B-89425A21AAA0}" type="pres">
      <dgm:prSet presAssocID="{C0B7A97F-2DD6-4E0B-968B-422C9396C32B}" presName="sibTrans" presStyleLbl="sibTrans2D1" presStyleIdx="6" presStyleCnt="8" custScaleY="24402"/>
      <dgm:spPr/>
      <dgm:t>
        <a:bodyPr/>
        <a:lstStyle/>
        <a:p>
          <a:endParaRPr lang="zh-CN" altLang="en-US"/>
        </a:p>
      </dgm:t>
    </dgm:pt>
    <dgm:pt modelId="{2B724963-87D4-4AA4-B6E7-43CD5AEEAB71}" type="pres">
      <dgm:prSet presAssocID="{C0B7A97F-2DD6-4E0B-968B-422C9396C32B}" presName="connectorText" presStyleLbl="sibTrans2D1" presStyleIdx="6" presStyleCnt="8"/>
      <dgm:spPr/>
      <dgm:t>
        <a:bodyPr/>
        <a:lstStyle/>
        <a:p>
          <a:endParaRPr lang="zh-CN" altLang="en-US"/>
        </a:p>
      </dgm:t>
    </dgm:pt>
    <dgm:pt modelId="{2923BACD-9EF7-4B75-9795-A5908A7843C4}" type="pres">
      <dgm:prSet presAssocID="{6FBFCD82-6CD5-436C-91F1-6F56AF47530F}" presName="node" presStyleLbl="node1" presStyleIdx="7" presStyleCnt="9" custScaleX="65056" custScaleY="50431" custLinFactNeighborX="-78832" custLinFactNeighborY="-26051">
        <dgm:presLayoutVars>
          <dgm:bulletEnabled val="1"/>
        </dgm:presLayoutVars>
      </dgm:prSet>
      <dgm:spPr>
        <a:prstGeom prst="flowChartAlternateProcess">
          <a:avLst/>
        </a:prstGeom>
      </dgm:spPr>
      <dgm:t>
        <a:bodyPr/>
        <a:lstStyle/>
        <a:p>
          <a:endParaRPr lang="zh-CN" altLang="en-US"/>
        </a:p>
      </dgm:t>
    </dgm:pt>
    <dgm:pt modelId="{683C242A-EEE1-47CE-84A8-CBFB8105BE15}" type="pres">
      <dgm:prSet presAssocID="{DE9CB5E3-83A8-4ABE-9B31-40502E13C7BE}" presName="sibTrans" presStyleLbl="sibTrans2D1" presStyleIdx="7" presStyleCnt="8" custScaleY="24402"/>
      <dgm:spPr/>
      <dgm:t>
        <a:bodyPr/>
        <a:lstStyle/>
        <a:p>
          <a:endParaRPr lang="zh-CN" altLang="en-US"/>
        </a:p>
      </dgm:t>
    </dgm:pt>
    <dgm:pt modelId="{2EAE324D-FD10-402E-AEFC-8CE8C51EB93D}" type="pres">
      <dgm:prSet presAssocID="{DE9CB5E3-83A8-4ABE-9B31-40502E13C7BE}" presName="connectorText" presStyleLbl="sibTrans2D1" presStyleIdx="7" presStyleCnt="8"/>
      <dgm:spPr/>
      <dgm:t>
        <a:bodyPr/>
        <a:lstStyle/>
        <a:p>
          <a:endParaRPr lang="zh-CN" altLang="en-US"/>
        </a:p>
      </dgm:t>
    </dgm:pt>
    <dgm:pt modelId="{D750250D-D0C1-4967-9665-90224A611861}" type="pres">
      <dgm:prSet presAssocID="{FD2064AE-0E73-486D-8F90-0D12C27B1E80}" presName="node" presStyleLbl="node1" presStyleIdx="8" presStyleCnt="9" custScaleX="60517" custScaleY="50431" custLinFactX="-100000" custLinFactNeighborX="-161175" custLinFactNeighborY="-23884">
        <dgm:presLayoutVars>
          <dgm:bulletEnabled val="1"/>
        </dgm:presLayoutVars>
      </dgm:prSet>
      <dgm:spPr/>
      <dgm:t>
        <a:bodyPr/>
        <a:lstStyle/>
        <a:p>
          <a:endParaRPr lang="zh-CN" altLang="en-US"/>
        </a:p>
      </dgm:t>
    </dgm:pt>
  </dgm:ptLst>
  <dgm:cxnLst>
    <dgm:cxn modelId="{54B3473B-4967-414A-A788-9CEAFB006499}" srcId="{37C2F51C-E35A-4B65-89F9-F920DAE2D9BC}" destId="{6FBFCD82-6CD5-436C-91F1-6F56AF47530F}" srcOrd="7" destOrd="0" parTransId="{1188960A-0274-4F9D-B327-70ADC9EF7D0D}" sibTransId="{DE9CB5E3-83A8-4ABE-9B31-40502E13C7BE}"/>
    <dgm:cxn modelId="{D1C3781E-3857-48D3-AF02-D24B3C019571}" type="presOf" srcId="{FD2064AE-0E73-486D-8F90-0D12C27B1E80}" destId="{D750250D-D0C1-4967-9665-90224A611861}" srcOrd="0" destOrd="0" presId="urn:microsoft.com/office/officeart/2005/8/layout/process5"/>
    <dgm:cxn modelId="{ED502C22-B36E-42D2-A4D0-81142E6E2B88}" type="presOf" srcId="{25E1F8CD-B770-453A-8BBC-7205BAC5120E}" destId="{9BF49C09-70EB-440C-961B-D7217F0695D6}" srcOrd="0" destOrd="0" presId="urn:microsoft.com/office/officeart/2005/8/layout/process5"/>
    <dgm:cxn modelId="{5CC0E743-6340-42CC-8A01-DD5F0B77E585}" srcId="{37C2F51C-E35A-4B65-89F9-F920DAE2D9BC}" destId="{2B6F56B8-2D04-4016-B3E9-3D6EAE184EAB}" srcOrd="4" destOrd="0" parTransId="{8A8A3B49-E765-4E36-95B1-A204E60E9C45}" sibTransId="{51FD7AC0-D787-4316-9C45-FA746425F4CB}"/>
    <dgm:cxn modelId="{5848B2F2-99E2-498C-8DB4-46F9E3C85F6E}" type="presOf" srcId="{51FD7AC0-D787-4316-9C45-FA746425F4CB}" destId="{9DB63613-6DF0-49C4-817F-2AEE325E0725}" srcOrd="1" destOrd="0" presId="urn:microsoft.com/office/officeart/2005/8/layout/process5"/>
    <dgm:cxn modelId="{2C6EE804-E0DF-4930-99BB-12348CACD681}" type="presOf" srcId="{E5C89D30-10C9-4B58-A8E6-F3BED3B23E33}" destId="{D72FA901-AC79-478D-8078-49715B0A58EA}" srcOrd="0" destOrd="0" presId="urn:microsoft.com/office/officeart/2005/8/layout/process5"/>
    <dgm:cxn modelId="{23B084E4-A212-44BC-9AE1-596AEC71940D}" type="presOf" srcId="{3C8D553B-2C50-4C45-BA4E-4E1AE8A866C1}" destId="{E7E6B6A4-F4BF-4B25-A07F-CAECC13767B3}" srcOrd="1" destOrd="0" presId="urn:microsoft.com/office/officeart/2005/8/layout/process5"/>
    <dgm:cxn modelId="{0931E8E7-000E-4AD4-BEC3-C1335462B152}" srcId="{37C2F51C-E35A-4B65-89F9-F920DAE2D9BC}" destId="{FD2064AE-0E73-486D-8F90-0D12C27B1E80}" srcOrd="8" destOrd="0" parTransId="{D9117048-AB75-42B0-86EE-12340AC09BAC}" sibTransId="{7DE20AA7-4773-4817-B0A3-E7888222C71A}"/>
    <dgm:cxn modelId="{11AA84E2-CCB7-428F-92C3-A23EEC0BDB80}" type="presOf" srcId="{37C2F51C-E35A-4B65-89F9-F920DAE2D9BC}" destId="{7E19A16F-6DFE-46C8-9E31-BD1F9287C00A}" srcOrd="0" destOrd="0" presId="urn:microsoft.com/office/officeart/2005/8/layout/process5"/>
    <dgm:cxn modelId="{C6D9F6EB-6560-4BA6-9415-1A4EAEF094F0}" type="presOf" srcId="{3CBBFB6A-AD56-4D49-AC43-6231A12F985F}" destId="{FB7000D7-2EB9-4648-A7EC-F83C951A9920}" srcOrd="1" destOrd="0" presId="urn:microsoft.com/office/officeart/2005/8/layout/process5"/>
    <dgm:cxn modelId="{FFC5D2F3-041E-4ABD-870B-BDD0E06E48F2}" type="presOf" srcId="{C0B7A97F-2DD6-4E0B-968B-422C9396C32B}" destId="{2B724963-87D4-4AA4-B6E7-43CD5AEEAB71}" srcOrd="1" destOrd="0" presId="urn:microsoft.com/office/officeart/2005/8/layout/process5"/>
    <dgm:cxn modelId="{5FAC6E7F-E861-4477-B44D-0BCC7C8FC894}" type="presOf" srcId="{681AE05B-2C4F-4B01-9898-4AE84EC637D9}" destId="{F958FDDF-76A4-44C0-9404-7ACCA4F45AD4}" srcOrd="1" destOrd="0" presId="urn:microsoft.com/office/officeart/2005/8/layout/process5"/>
    <dgm:cxn modelId="{3943416D-8265-4E7C-A497-E7338E7101FB}" type="presOf" srcId="{3C8D553B-2C50-4C45-BA4E-4E1AE8A866C1}" destId="{A5A7B238-5BA1-4190-897F-82C30EE627B5}" srcOrd="0" destOrd="0" presId="urn:microsoft.com/office/officeart/2005/8/layout/process5"/>
    <dgm:cxn modelId="{9804A311-6F33-428E-B876-0859B16EEBDD}" type="presOf" srcId="{9A6A4CDC-8C1F-4C08-B9E9-1D7208902927}" destId="{A69CA8E2-8225-4502-9EAC-910636525BE2}" srcOrd="1" destOrd="0" presId="urn:microsoft.com/office/officeart/2005/8/layout/process5"/>
    <dgm:cxn modelId="{BD7D33C2-6FE0-4BFB-B915-15CB7AE48A7E}" srcId="{37C2F51C-E35A-4B65-89F9-F920DAE2D9BC}" destId="{25E1F8CD-B770-453A-8BBC-7205BAC5120E}" srcOrd="6" destOrd="0" parTransId="{04FF7F71-1120-460E-8AF8-E787E1B711F0}" sibTransId="{C0B7A97F-2DD6-4E0B-968B-422C9396C32B}"/>
    <dgm:cxn modelId="{C2D5711C-EF35-4E76-93C4-F7F0F6F62B3F}" srcId="{37C2F51C-E35A-4B65-89F9-F920DAE2D9BC}" destId="{5E54D222-4A77-4C7D-8166-D32B7029879A}" srcOrd="0" destOrd="0" parTransId="{D3735A54-3495-476B-B0CC-9325602289BA}" sibTransId="{681AE05B-2C4F-4B01-9898-4AE84EC637D9}"/>
    <dgm:cxn modelId="{99BCFFD4-78BE-406D-983E-F3CD2E0CF9CD}" type="presOf" srcId="{52A6FB44-6050-4FBF-A9A0-E12DDFF8B793}" destId="{DB403AFC-76C1-46E4-9FF7-53EB9C25926D}" srcOrd="0" destOrd="0" presId="urn:microsoft.com/office/officeart/2005/8/layout/process5"/>
    <dgm:cxn modelId="{70768F13-C017-45D9-AA0F-9F54F259D9FD}" type="presOf" srcId="{6FBFCD82-6CD5-436C-91F1-6F56AF47530F}" destId="{2923BACD-9EF7-4B75-9795-A5908A7843C4}" srcOrd="0" destOrd="0" presId="urn:microsoft.com/office/officeart/2005/8/layout/process5"/>
    <dgm:cxn modelId="{3453DAAB-80F8-4B52-8A9F-08364A6C1D98}" type="presOf" srcId="{2B6F56B8-2D04-4016-B3E9-3D6EAE184EAB}" destId="{253BD70B-36D9-4E22-8639-8D8DF7FF920B}" srcOrd="0" destOrd="0" presId="urn:microsoft.com/office/officeart/2005/8/layout/process5"/>
    <dgm:cxn modelId="{EE5C552F-F6F3-4E9E-9BF8-0CFC09D94AB7}" srcId="{37C2F51C-E35A-4B65-89F9-F920DAE2D9BC}" destId="{3E8B7CA6-BB6C-4946-99B8-2475CDBE09C1}" srcOrd="3" destOrd="0" parTransId="{B6DD56CF-3A94-4E85-B331-BDE656E4385E}" sibTransId="{3CBBFB6A-AD56-4D49-AC43-6231A12F985F}"/>
    <dgm:cxn modelId="{524B7E46-A1A1-4474-966A-F23041CE1C6E}" type="presOf" srcId="{DE9CB5E3-83A8-4ABE-9B31-40502E13C7BE}" destId="{2EAE324D-FD10-402E-AEFC-8CE8C51EB93D}" srcOrd="1" destOrd="0" presId="urn:microsoft.com/office/officeart/2005/8/layout/process5"/>
    <dgm:cxn modelId="{507FE1B1-FF8B-425D-A2C0-C794B6D48F01}" type="presOf" srcId="{3E8B7CA6-BB6C-4946-99B8-2475CDBE09C1}" destId="{B81E5A0E-751D-42CF-B203-433E386DDAB3}" srcOrd="0" destOrd="0" presId="urn:microsoft.com/office/officeart/2005/8/layout/process5"/>
    <dgm:cxn modelId="{F91E2067-5D9C-4F5F-978A-605C4ADEA267}" srcId="{37C2F51C-E35A-4B65-89F9-F920DAE2D9BC}" destId="{E5C89D30-10C9-4B58-A8E6-F3BED3B23E33}" srcOrd="5" destOrd="0" parTransId="{9B6504AF-53D6-44AF-B737-B5D11F15AF17}" sibTransId="{2EEEEF89-E74F-4C80-B143-849216AAA515}"/>
    <dgm:cxn modelId="{3A33DBA6-3A01-45A8-AE19-020FB5206499}" type="presOf" srcId="{9A6A4CDC-8C1F-4C08-B9E9-1D7208902927}" destId="{0CDF27E3-DE3E-4087-B792-207828920725}" srcOrd="0" destOrd="0" presId="urn:microsoft.com/office/officeart/2005/8/layout/process5"/>
    <dgm:cxn modelId="{8DFC53AD-D8DD-4AED-BE85-3C04DE70F4A7}" type="presOf" srcId="{C0B7A97F-2DD6-4E0B-968B-422C9396C32B}" destId="{F5DFFE96-ABE7-491B-9A0B-89425A21AAA0}" srcOrd="0" destOrd="0" presId="urn:microsoft.com/office/officeart/2005/8/layout/process5"/>
    <dgm:cxn modelId="{2AF19FC3-DD2A-4B82-93DB-E8172B1D2518}" type="presOf" srcId="{3CBBFB6A-AD56-4D49-AC43-6231A12F985F}" destId="{7E963315-5291-40A3-B1FA-75C4D0470B33}" srcOrd="0" destOrd="0" presId="urn:microsoft.com/office/officeart/2005/8/layout/process5"/>
    <dgm:cxn modelId="{5BD884E2-0E9A-4283-97DA-EF5D471EA0A9}" type="presOf" srcId="{2EEEEF89-E74F-4C80-B143-849216AAA515}" destId="{B26C465B-E181-4147-B44F-8BD7CAAF3483}" srcOrd="0" destOrd="0" presId="urn:microsoft.com/office/officeart/2005/8/layout/process5"/>
    <dgm:cxn modelId="{E36DB58A-8A19-4CE6-98F6-DE9DEFAC1533}" type="presOf" srcId="{681AE05B-2C4F-4B01-9898-4AE84EC637D9}" destId="{36535F4E-E312-4A0A-A2E2-7807979CECC3}" srcOrd="0" destOrd="0" presId="urn:microsoft.com/office/officeart/2005/8/layout/process5"/>
    <dgm:cxn modelId="{8C2E001A-D093-4F20-AF73-EB226C751B3D}" type="presOf" srcId="{4E5E729B-F8F2-4F80-96AE-11F2ABC1F30C}" destId="{83601969-2293-4CA7-B2CA-24C46D6060CE}" srcOrd="0" destOrd="0" presId="urn:microsoft.com/office/officeart/2005/8/layout/process5"/>
    <dgm:cxn modelId="{7452884E-CF18-4061-9492-626896EE8298}" type="presOf" srcId="{DE9CB5E3-83A8-4ABE-9B31-40502E13C7BE}" destId="{683C242A-EEE1-47CE-84A8-CBFB8105BE15}" srcOrd="0" destOrd="0" presId="urn:microsoft.com/office/officeart/2005/8/layout/process5"/>
    <dgm:cxn modelId="{9E26E0A8-A5E3-4D1E-81CB-0DC47F1910F1}" srcId="{37C2F51C-E35A-4B65-89F9-F920DAE2D9BC}" destId="{52A6FB44-6050-4FBF-A9A0-E12DDFF8B793}" srcOrd="2" destOrd="0" parTransId="{3059C56A-BB9E-447C-945E-144961AAFA15}" sibTransId="{3C8D553B-2C50-4C45-BA4E-4E1AE8A866C1}"/>
    <dgm:cxn modelId="{25FA94F1-61DD-4BD7-B938-988AAAD8D4F4}" type="presOf" srcId="{2EEEEF89-E74F-4C80-B143-849216AAA515}" destId="{F073FC4D-C8FC-449D-BBB9-3AB87A1E2431}" srcOrd="1" destOrd="0" presId="urn:microsoft.com/office/officeart/2005/8/layout/process5"/>
    <dgm:cxn modelId="{FC496C21-0844-4983-880C-06E3E02D2A23}" type="presOf" srcId="{51FD7AC0-D787-4316-9C45-FA746425F4CB}" destId="{BFBD961E-19CC-46C7-BA34-42C9CA685D06}" srcOrd="0" destOrd="0" presId="urn:microsoft.com/office/officeart/2005/8/layout/process5"/>
    <dgm:cxn modelId="{16BC988A-F83A-43D1-9336-0FB19C26A55D}" type="presOf" srcId="{5E54D222-4A77-4C7D-8166-D32B7029879A}" destId="{E9BDA6DC-B290-4D1B-973C-18FB181975B6}" srcOrd="0" destOrd="0" presId="urn:microsoft.com/office/officeart/2005/8/layout/process5"/>
    <dgm:cxn modelId="{BE5F7306-9C2C-4EB8-8FAF-AD5E23563E5A}" srcId="{37C2F51C-E35A-4B65-89F9-F920DAE2D9BC}" destId="{4E5E729B-F8F2-4F80-96AE-11F2ABC1F30C}" srcOrd="1" destOrd="0" parTransId="{7702C104-815C-4BC3-B0A5-14B226D24078}" sibTransId="{9A6A4CDC-8C1F-4C08-B9E9-1D7208902927}"/>
    <dgm:cxn modelId="{0DBBF82F-9B72-4736-BE26-0C7AFACFCE40}" type="presParOf" srcId="{7E19A16F-6DFE-46C8-9E31-BD1F9287C00A}" destId="{E9BDA6DC-B290-4D1B-973C-18FB181975B6}" srcOrd="0" destOrd="0" presId="urn:microsoft.com/office/officeart/2005/8/layout/process5"/>
    <dgm:cxn modelId="{208F653F-F73B-43F2-9478-93F67D9E5129}" type="presParOf" srcId="{7E19A16F-6DFE-46C8-9E31-BD1F9287C00A}" destId="{36535F4E-E312-4A0A-A2E2-7807979CECC3}" srcOrd="1" destOrd="0" presId="urn:microsoft.com/office/officeart/2005/8/layout/process5"/>
    <dgm:cxn modelId="{3CE7C27C-9937-4860-8B32-1EBD2BF1A376}" type="presParOf" srcId="{36535F4E-E312-4A0A-A2E2-7807979CECC3}" destId="{F958FDDF-76A4-44C0-9404-7ACCA4F45AD4}" srcOrd="0" destOrd="0" presId="urn:microsoft.com/office/officeart/2005/8/layout/process5"/>
    <dgm:cxn modelId="{6379D4F0-7C46-4715-B505-DCF41E9F4C4B}" type="presParOf" srcId="{7E19A16F-6DFE-46C8-9E31-BD1F9287C00A}" destId="{83601969-2293-4CA7-B2CA-24C46D6060CE}" srcOrd="2" destOrd="0" presId="urn:microsoft.com/office/officeart/2005/8/layout/process5"/>
    <dgm:cxn modelId="{5B9291FE-D9D5-4DF3-B089-E9F7C6E0343F}" type="presParOf" srcId="{7E19A16F-6DFE-46C8-9E31-BD1F9287C00A}" destId="{0CDF27E3-DE3E-4087-B792-207828920725}" srcOrd="3" destOrd="0" presId="urn:microsoft.com/office/officeart/2005/8/layout/process5"/>
    <dgm:cxn modelId="{F809BF8B-EE50-4D99-AC24-10803F92D1F8}" type="presParOf" srcId="{0CDF27E3-DE3E-4087-B792-207828920725}" destId="{A69CA8E2-8225-4502-9EAC-910636525BE2}" srcOrd="0" destOrd="0" presId="urn:microsoft.com/office/officeart/2005/8/layout/process5"/>
    <dgm:cxn modelId="{2739E280-7A1E-4EE3-A6E3-3FB24513670C}" type="presParOf" srcId="{7E19A16F-6DFE-46C8-9E31-BD1F9287C00A}" destId="{DB403AFC-76C1-46E4-9FF7-53EB9C25926D}" srcOrd="4" destOrd="0" presId="urn:microsoft.com/office/officeart/2005/8/layout/process5"/>
    <dgm:cxn modelId="{1B41475E-408B-4229-9DC4-EE619CEE630A}" type="presParOf" srcId="{7E19A16F-6DFE-46C8-9E31-BD1F9287C00A}" destId="{A5A7B238-5BA1-4190-897F-82C30EE627B5}" srcOrd="5" destOrd="0" presId="urn:microsoft.com/office/officeart/2005/8/layout/process5"/>
    <dgm:cxn modelId="{E7AE2570-CD8E-4B47-9945-DBE6D822443F}" type="presParOf" srcId="{A5A7B238-5BA1-4190-897F-82C30EE627B5}" destId="{E7E6B6A4-F4BF-4B25-A07F-CAECC13767B3}" srcOrd="0" destOrd="0" presId="urn:microsoft.com/office/officeart/2005/8/layout/process5"/>
    <dgm:cxn modelId="{9B5AE3F6-1329-4EE8-AFAC-4F514BB8D38C}" type="presParOf" srcId="{7E19A16F-6DFE-46C8-9E31-BD1F9287C00A}" destId="{B81E5A0E-751D-42CF-B203-433E386DDAB3}" srcOrd="6" destOrd="0" presId="urn:microsoft.com/office/officeart/2005/8/layout/process5"/>
    <dgm:cxn modelId="{C80535F4-8C01-469D-9137-56D9A5BD9649}" type="presParOf" srcId="{7E19A16F-6DFE-46C8-9E31-BD1F9287C00A}" destId="{7E963315-5291-40A3-B1FA-75C4D0470B33}" srcOrd="7" destOrd="0" presId="urn:microsoft.com/office/officeart/2005/8/layout/process5"/>
    <dgm:cxn modelId="{E4641776-9C79-4A9F-BB5F-F41DF1A990B6}" type="presParOf" srcId="{7E963315-5291-40A3-B1FA-75C4D0470B33}" destId="{FB7000D7-2EB9-4648-A7EC-F83C951A9920}" srcOrd="0" destOrd="0" presId="urn:microsoft.com/office/officeart/2005/8/layout/process5"/>
    <dgm:cxn modelId="{7050B503-4D62-4FC6-810F-54990C1F0063}" type="presParOf" srcId="{7E19A16F-6DFE-46C8-9E31-BD1F9287C00A}" destId="{253BD70B-36D9-4E22-8639-8D8DF7FF920B}" srcOrd="8" destOrd="0" presId="urn:microsoft.com/office/officeart/2005/8/layout/process5"/>
    <dgm:cxn modelId="{3CB290C3-F108-406E-B4C4-B659A9DB3BE6}" type="presParOf" srcId="{7E19A16F-6DFE-46C8-9E31-BD1F9287C00A}" destId="{BFBD961E-19CC-46C7-BA34-42C9CA685D06}" srcOrd="9" destOrd="0" presId="urn:microsoft.com/office/officeart/2005/8/layout/process5"/>
    <dgm:cxn modelId="{28F14CE2-4F47-45A2-A8CA-2071C6AF2B0A}" type="presParOf" srcId="{BFBD961E-19CC-46C7-BA34-42C9CA685D06}" destId="{9DB63613-6DF0-49C4-817F-2AEE325E0725}" srcOrd="0" destOrd="0" presId="urn:microsoft.com/office/officeart/2005/8/layout/process5"/>
    <dgm:cxn modelId="{6074F86A-6683-4FD4-844D-C2288AE252C4}" type="presParOf" srcId="{7E19A16F-6DFE-46C8-9E31-BD1F9287C00A}" destId="{D72FA901-AC79-478D-8078-49715B0A58EA}" srcOrd="10" destOrd="0" presId="urn:microsoft.com/office/officeart/2005/8/layout/process5"/>
    <dgm:cxn modelId="{3171A6CF-26AC-4538-ABB7-D73D3EF917DB}" type="presParOf" srcId="{7E19A16F-6DFE-46C8-9E31-BD1F9287C00A}" destId="{B26C465B-E181-4147-B44F-8BD7CAAF3483}" srcOrd="11" destOrd="0" presId="urn:microsoft.com/office/officeart/2005/8/layout/process5"/>
    <dgm:cxn modelId="{B9FF84B0-83D3-4784-81EB-C149DE221D15}" type="presParOf" srcId="{B26C465B-E181-4147-B44F-8BD7CAAF3483}" destId="{F073FC4D-C8FC-449D-BBB9-3AB87A1E2431}" srcOrd="0" destOrd="0" presId="urn:microsoft.com/office/officeart/2005/8/layout/process5"/>
    <dgm:cxn modelId="{8116F959-5E49-4381-BFC6-2DC4C0DFA91A}" type="presParOf" srcId="{7E19A16F-6DFE-46C8-9E31-BD1F9287C00A}" destId="{9BF49C09-70EB-440C-961B-D7217F0695D6}" srcOrd="12" destOrd="0" presId="urn:microsoft.com/office/officeart/2005/8/layout/process5"/>
    <dgm:cxn modelId="{874B5052-734A-45EB-B2B6-92C7189EA27D}" type="presParOf" srcId="{7E19A16F-6DFE-46C8-9E31-BD1F9287C00A}" destId="{F5DFFE96-ABE7-491B-9A0B-89425A21AAA0}" srcOrd="13" destOrd="0" presId="urn:microsoft.com/office/officeart/2005/8/layout/process5"/>
    <dgm:cxn modelId="{9383E6C6-74B1-4A5D-929F-2BFF37CB2AA0}" type="presParOf" srcId="{F5DFFE96-ABE7-491B-9A0B-89425A21AAA0}" destId="{2B724963-87D4-4AA4-B6E7-43CD5AEEAB71}" srcOrd="0" destOrd="0" presId="urn:microsoft.com/office/officeart/2005/8/layout/process5"/>
    <dgm:cxn modelId="{B0850513-38A9-4FB9-ACFA-C1F25C5C67D4}" type="presParOf" srcId="{7E19A16F-6DFE-46C8-9E31-BD1F9287C00A}" destId="{2923BACD-9EF7-4B75-9795-A5908A7843C4}" srcOrd="14" destOrd="0" presId="urn:microsoft.com/office/officeart/2005/8/layout/process5"/>
    <dgm:cxn modelId="{40FBCD78-7F8F-4DA4-827F-5721FDECC54B}" type="presParOf" srcId="{7E19A16F-6DFE-46C8-9E31-BD1F9287C00A}" destId="{683C242A-EEE1-47CE-84A8-CBFB8105BE15}" srcOrd="15" destOrd="0" presId="urn:microsoft.com/office/officeart/2005/8/layout/process5"/>
    <dgm:cxn modelId="{103737E6-24F1-44FD-8C99-1A6B1AC10175}" type="presParOf" srcId="{683C242A-EEE1-47CE-84A8-CBFB8105BE15}" destId="{2EAE324D-FD10-402E-AEFC-8CE8C51EB93D}" srcOrd="0" destOrd="0" presId="urn:microsoft.com/office/officeart/2005/8/layout/process5"/>
    <dgm:cxn modelId="{1C805F44-3D95-4CF5-B5A0-C912E7D92112}" type="presParOf" srcId="{7E19A16F-6DFE-46C8-9E31-BD1F9287C00A}" destId="{D750250D-D0C1-4967-9665-90224A611861}" srcOrd="16" destOrd="0" presId="urn:microsoft.com/office/officeart/2005/8/layout/process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37C2F51C-E35A-4B65-89F9-F920DAE2D9BC}" type="doc">
      <dgm:prSet loTypeId="urn:microsoft.com/office/officeart/2005/8/layout/process5" loCatId="process" qsTypeId="urn:microsoft.com/office/officeart/2005/8/quickstyle/simple1" qsCatId="simple" csTypeId="urn:microsoft.com/office/officeart/2005/8/colors/accent1_2" csCatId="accent1" phldr="1"/>
      <dgm:spPr/>
      <dgm:t>
        <a:bodyPr/>
        <a:lstStyle/>
        <a:p>
          <a:endParaRPr lang="zh-CN" altLang="en-US"/>
        </a:p>
      </dgm:t>
    </dgm:pt>
    <dgm:pt modelId="{4E5E729B-F8F2-4F80-96AE-11F2ABC1F30C}">
      <dgm:prSet phldrT="[文本]" custT="1">
        <dgm:style>
          <a:lnRef idx="2">
            <a:schemeClr val="dk1"/>
          </a:lnRef>
          <a:fillRef idx="1">
            <a:schemeClr val="lt1"/>
          </a:fillRef>
          <a:effectRef idx="0">
            <a:schemeClr val="dk1"/>
          </a:effectRef>
          <a:fontRef idx="minor">
            <a:schemeClr val="dk1"/>
          </a:fontRef>
        </dgm:style>
      </dgm:prSet>
      <dgm:spPr>
        <a:solidFill>
          <a:schemeClr val="accent5">
            <a:lumMod val="20000"/>
            <a:lumOff val="80000"/>
          </a:schemeClr>
        </a:solidFill>
      </dgm:spPr>
      <dgm:t>
        <a:bodyPr/>
        <a:lstStyle/>
        <a:p>
          <a:r>
            <a:rPr lang="en-US" altLang="en-US" sz="1400" b="0" dirty="0" smtClean="0">
              <a:solidFill>
                <a:schemeClr val="tx1"/>
              </a:solidFill>
            </a:rPr>
            <a:t>Normal operating mode</a:t>
          </a:r>
          <a:endParaRPr lang="zh-CN" altLang="en-US" sz="1400" b="0" dirty="0">
            <a:solidFill>
              <a:schemeClr val="tx1"/>
            </a:solidFill>
          </a:endParaRPr>
        </a:p>
      </dgm:t>
    </dgm:pt>
    <dgm:pt modelId="{7702C104-815C-4BC3-B0A5-14B226D24078}" type="parTrans" cxnId="{BE5F7306-9C2C-4EB8-8FAF-AD5E23563E5A}">
      <dgm:prSet/>
      <dgm:spPr/>
      <dgm:t>
        <a:bodyPr/>
        <a:lstStyle/>
        <a:p>
          <a:endParaRPr lang="zh-CN" altLang="en-US"/>
        </a:p>
      </dgm:t>
    </dgm:pt>
    <dgm:pt modelId="{9A6A4CDC-8C1F-4C08-B9E9-1D7208902927}" type="sibTrans" cxnId="{BE5F7306-9C2C-4EB8-8FAF-AD5E23563E5A}">
      <dgm:prSet/>
      <dgm:spPr>
        <a:solidFill>
          <a:schemeClr val="accent5">
            <a:lumMod val="20000"/>
            <a:lumOff val="80000"/>
          </a:schemeClr>
        </a:solidFill>
        <a:ln>
          <a:solidFill>
            <a:srgbClr val="000104"/>
          </a:solidFill>
        </a:ln>
      </dgm:spPr>
      <dgm:t>
        <a:bodyPr/>
        <a:lstStyle/>
        <a:p>
          <a:endParaRPr lang="zh-CN" altLang="en-US"/>
        </a:p>
      </dgm:t>
    </dgm:pt>
    <dgm:pt modelId="{52A6FB44-6050-4FBF-A9A0-E12DDFF8B793}">
      <dgm:prSet phldrT="[文本]" custT="1">
        <dgm:style>
          <a:lnRef idx="2">
            <a:schemeClr val="dk1"/>
          </a:lnRef>
          <a:fillRef idx="1">
            <a:schemeClr val="lt1"/>
          </a:fillRef>
          <a:effectRef idx="0">
            <a:schemeClr val="dk1"/>
          </a:effectRef>
          <a:fontRef idx="minor">
            <a:schemeClr val="dk1"/>
          </a:fontRef>
        </dgm:style>
      </dgm:prSet>
      <dgm:spPr>
        <a:solidFill>
          <a:schemeClr val="accent5">
            <a:lumMod val="20000"/>
            <a:lumOff val="80000"/>
          </a:schemeClr>
        </a:solidFill>
      </dgm:spPr>
      <dgm:t>
        <a:bodyPr anchor="ctr"/>
        <a:lstStyle/>
        <a:p>
          <a:pPr algn="ctr"/>
          <a:r>
            <a:rPr lang="en-US" altLang="en-US" sz="1400" b="0" dirty="0" smtClean="0">
              <a:solidFill>
                <a:schemeClr val="tx1"/>
              </a:solidFill>
            </a:rPr>
            <a:t>Request for update?</a:t>
          </a:r>
          <a:endParaRPr lang="zh-CN" altLang="en-US" sz="1400" b="0" dirty="0">
            <a:solidFill>
              <a:schemeClr val="tx1"/>
            </a:solidFill>
          </a:endParaRPr>
        </a:p>
      </dgm:t>
    </dgm:pt>
    <dgm:pt modelId="{3059C56A-BB9E-447C-945E-144961AAFA15}" type="parTrans" cxnId="{9E26E0A8-A5E3-4D1E-81CB-0DC47F1910F1}">
      <dgm:prSet/>
      <dgm:spPr/>
      <dgm:t>
        <a:bodyPr/>
        <a:lstStyle/>
        <a:p>
          <a:endParaRPr lang="zh-CN" altLang="en-US"/>
        </a:p>
      </dgm:t>
    </dgm:pt>
    <dgm:pt modelId="{3C8D553B-2C50-4C45-BA4E-4E1AE8A866C1}" type="sibTrans" cxnId="{9E26E0A8-A5E3-4D1E-81CB-0DC47F1910F1}">
      <dgm:prSet>
        <dgm:style>
          <a:lnRef idx="2">
            <a:schemeClr val="dk1"/>
          </a:lnRef>
          <a:fillRef idx="1">
            <a:schemeClr val="lt1"/>
          </a:fillRef>
          <a:effectRef idx="0">
            <a:schemeClr val="dk1"/>
          </a:effectRef>
          <a:fontRef idx="minor">
            <a:schemeClr val="dk1"/>
          </a:fontRef>
        </dgm:style>
      </dgm:prSet>
      <dgm:spPr>
        <a:solidFill>
          <a:schemeClr val="accent5">
            <a:lumMod val="20000"/>
            <a:lumOff val="80000"/>
          </a:schemeClr>
        </a:solidFill>
        <a:ln>
          <a:solidFill>
            <a:srgbClr val="000104"/>
          </a:solidFill>
        </a:ln>
      </dgm:spPr>
      <dgm:t>
        <a:bodyPr/>
        <a:lstStyle/>
        <a:p>
          <a:endParaRPr lang="zh-CN" altLang="en-US"/>
        </a:p>
      </dgm:t>
    </dgm:pt>
    <dgm:pt modelId="{3E8B7CA6-BB6C-4946-99B8-2475CDBE09C1}">
      <dgm:prSet phldrT="[文本]" custT="1">
        <dgm:style>
          <a:lnRef idx="2">
            <a:schemeClr val="dk1"/>
          </a:lnRef>
          <a:fillRef idx="1">
            <a:schemeClr val="lt1"/>
          </a:fillRef>
          <a:effectRef idx="0">
            <a:schemeClr val="dk1"/>
          </a:effectRef>
          <a:fontRef idx="minor">
            <a:schemeClr val="dk1"/>
          </a:fontRef>
        </dgm:style>
      </dgm:prSet>
      <dgm:spPr>
        <a:solidFill>
          <a:schemeClr val="accent5">
            <a:lumMod val="20000"/>
            <a:lumOff val="80000"/>
          </a:schemeClr>
        </a:solidFill>
      </dgm:spPr>
      <dgm:t>
        <a:bodyPr/>
        <a:lstStyle/>
        <a:p>
          <a:r>
            <a:rPr lang="en-US" altLang="en-US" sz="1400" b="0" dirty="0" smtClean="0">
              <a:solidFill>
                <a:schemeClr val="tx1"/>
              </a:solidFill>
            </a:rPr>
            <a:t>Loading of updated files </a:t>
          </a:r>
          <a:endParaRPr lang="zh-CN" altLang="en-US" sz="1400" b="0" dirty="0">
            <a:solidFill>
              <a:schemeClr val="tx1"/>
            </a:solidFill>
          </a:endParaRPr>
        </a:p>
      </dgm:t>
    </dgm:pt>
    <dgm:pt modelId="{B6DD56CF-3A94-4E85-B331-BDE656E4385E}" type="parTrans" cxnId="{EE5C552F-F6F3-4E9E-9BF8-0CFC09D94AB7}">
      <dgm:prSet/>
      <dgm:spPr/>
      <dgm:t>
        <a:bodyPr/>
        <a:lstStyle/>
        <a:p>
          <a:endParaRPr lang="zh-CN" altLang="en-US"/>
        </a:p>
      </dgm:t>
    </dgm:pt>
    <dgm:pt modelId="{3CBBFB6A-AD56-4D49-AC43-6231A12F985F}" type="sibTrans" cxnId="{EE5C552F-F6F3-4E9E-9BF8-0CFC09D94AB7}">
      <dgm:prSet>
        <dgm:style>
          <a:lnRef idx="2">
            <a:schemeClr val="dk1"/>
          </a:lnRef>
          <a:fillRef idx="1">
            <a:schemeClr val="lt1"/>
          </a:fillRef>
          <a:effectRef idx="0">
            <a:schemeClr val="dk1"/>
          </a:effectRef>
          <a:fontRef idx="minor">
            <a:schemeClr val="dk1"/>
          </a:fontRef>
        </dgm:style>
      </dgm:prSet>
      <dgm:spPr/>
      <dgm:t>
        <a:bodyPr/>
        <a:lstStyle/>
        <a:p>
          <a:endParaRPr lang="zh-CN" altLang="en-US"/>
        </a:p>
      </dgm:t>
    </dgm:pt>
    <dgm:pt modelId="{FD2064AE-0E73-486D-8F90-0D12C27B1E80}">
      <dgm:prSet phldrT="[文本]" custT="1">
        <dgm:style>
          <a:lnRef idx="2">
            <a:schemeClr val="dk1"/>
          </a:lnRef>
          <a:fillRef idx="1">
            <a:schemeClr val="lt1"/>
          </a:fillRef>
          <a:effectRef idx="0">
            <a:schemeClr val="dk1"/>
          </a:effectRef>
          <a:fontRef idx="minor">
            <a:schemeClr val="dk1"/>
          </a:fontRef>
        </dgm:style>
      </dgm:prSet>
      <dgm:spPr>
        <a:solidFill>
          <a:schemeClr val="accent5">
            <a:lumMod val="20000"/>
            <a:lumOff val="80000"/>
          </a:schemeClr>
        </a:solidFill>
      </dgm:spPr>
      <dgm:t>
        <a:bodyPr/>
        <a:lstStyle/>
        <a:p>
          <a:r>
            <a:rPr lang="en-US" altLang="en-US" sz="1400" b="0" dirty="0" smtClean="0">
              <a:solidFill>
                <a:schemeClr val="tx1"/>
              </a:solidFill>
            </a:rPr>
            <a:t>Restart</a:t>
          </a:r>
          <a:endParaRPr lang="zh-CN" altLang="en-US" sz="1400" b="0" dirty="0">
            <a:solidFill>
              <a:schemeClr val="tx1"/>
            </a:solidFill>
          </a:endParaRPr>
        </a:p>
      </dgm:t>
    </dgm:pt>
    <dgm:pt modelId="{D9117048-AB75-42B0-86EE-12340AC09BAC}" type="parTrans" cxnId="{0931E8E7-000E-4AD4-BEC3-C1335462B152}">
      <dgm:prSet/>
      <dgm:spPr/>
      <dgm:t>
        <a:bodyPr/>
        <a:lstStyle/>
        <a:p>
          <a:endParaRPr lang="zh-CN" altLang="en-US"/>
        </a:p>
      </dgm:t>
    </dgm:pt>
    <dgm:pt modelId="{7DE20AA7-4773-4817-B0A3-E7888222C71A}" type="sibTrans" cxnId="{0931E8E7-000E-4AD4-BEC3-C1335462B152}">
      <dgm:prSet/>
      <dgm:spPr/>
      <dgm:t>
        <a:bodyPr/>
        <a:lstStyle/>
        <a:p>
          <a:endParaRPr lang="zh-CN" altLang="en-US"/>
        </a:p>
      </dgm:t>
    </dgm:pt>
    <dgm:pt modelId="{5E54D222-4A77-4C7D-8166-D32B7029879A}">
      <dgm:prSet custT="1">
        <dgm:style>
          <a:lnRef idx="2">
            <a:schemeClr val="dk1"/>
          </a:lnRef>
          <a:fillRef idx="1">
            <a:schemeClr val="lt1"/>
          </a:fillRef>
          <a:effectRef idx="0">
            <a:schemeClr val="dk1"/>
          </a:effectRef>
          <a:fontRef idx="minor">
            <a:schemeClr val="dk1"/>
          </a:fontRef>
        </dgm:style>
      </dgm:prSet>
      <dgm:spPr>
        <a:solidFill>
          <a:schemeClr val="bg1"/>
        </a:solidFill>
        <a:ln>
          <a:noFill/>
        </a:ln>
      </dgm:spPr>
      <dgm:t>
        <a:bodyPr/>
        <a:lstStyle/>
        <a:p>
          <a:r>
            <a:rPr lang="en-US" altLang="en-US" sz="1400" b="0" dirty="0" smtClean="0">
              <a:solidFill>
                <a:schemeClr val="tx1"/>
              </a:solidFill>
            </a:rPr>
            <a:t>Traced Update</a:t>
          </a:r>
          <a:endParaRPr lang="zh-CN" altLang="en-US" sz="1400" b="0" dirty="0">
            <a:solidFill>
              <a:schemeClr val="tx1"/>
            </a:solidFill>
          </a:endParaRPr>
        </a:p>
      </dgm:t>
    </dgm:pt>
    <dgm:pt modelId="{D3735A54-3495-476B-B0CC-9325602289BA}" type="parTrans" cxnId="{C2D5711C-EF35-4E76-93C4-F7F0F6F62B3F}">
      <dgm:prSet/>
      <dgm:spPr/>
      <dgm:t>
        <a:bodyPr/>
        <a:lstStyle/>
        <a:p>
          <a:endParaRPr lang="zh-CN" altLang="en-US"/>
        </a:p>
      </dgm:t>
    </dgm:pt>
    <dgm:pt modelId="{681AE05B-2C4F-4B01-9898-4AE84EC637D9}" type="sibTrans" cxnId="{C2D5711C-EF35-4E76-93C4-F7F0F6F62B3F}">
      <dgm:prSet>
        <dgm:style>
          <a:lnRef idx="2">
            <a:schemeClr val="dk1"/>
          </a:lnRef>
          <a:fillRef idx="1">
            <a:schemeClr val="lt1"/>
          </a:fillRef>
          <a:effectRef idx="0">
            <a:schemeClr val="dk1"/>
          </a:effectRef>
          <a:fontRef idx="minor">
            <a:schemeClr val="dk1"/>
          </a:fontRef>
        </dgm:style>
      </dgm:prSet>
      <dgm:spPr>
        <a:solidFill>
          <a:schemeClr val="accent5">
            <a:lumMod val="20000"/>
            <a:lumOff val="80000"/>
          </a:schemeClr>
        </a:solidFill>
        <a:ln>
          <a:solidFill>
            <a:srgbClr val="002060"/>
          </a:solidFill>
        </a:ln>
      </dgm:spPr>
      <dgm:t>
        <a:bodyPr/>
        <a:lstStyle/>
        <a:p>
          <a:endParaRPr lang="zh-CN" altLang="en-US"/>
        </a:p>
      </dgm:t>
    </dgm:pt>
    <dgm:pt modelId="{2B6F56B8-2D04-4016-B3E9-3D6EAE184EAB}">
      <dgm:prSet custT="1">
        <dgm:style>
          <a:lnRef idx="2">
            <a:schemeClr val="dk1"/>
          </a:lnRef>
          <a:fillRef idx="1">
            <a:schemeClr val="lt1"/>
          </a:fillRef>
          <a:effectRef idx="0">
            <a:schemeClr val="dk1"/>
          </a:effectRef>
          <a:fontRef idx="minor">
            <a:schemeClr val="dk1"/>
          </a:fontRef>
        </dgm:style>
      </dgm:prSet>
      <dgm:spPr>
        <a:solidFill>
          <a:schemeClr val="accent5">
            <a:lumMod val="20000"/>
            <a:lumOff val="80000"/>
          </a:schemeClr>
        </a:solidFill>
      </dgm:spPr>
      <dgm:t>
        <a:bodyPr anchor="ctr"/>
        <a:lstStyle/>
        <a:p>
          <a:pPr algn="ctr"/>
          <a:r>
            <a:rPr lang="en-US" altLang="en-US" sz="1400" b="0" dirty="0" smtClean="0">
              <a:solidFill>
                <a:schemeClr val="tx1"/>
              </a:solidFill>
            </a:rPr>
            <a:t>Is integrity valid?</a:t>
          </a:r>
          <a:endParaRPr lang="zh-CN" altLang="en-US" sz="1400" b="0" dirty="0">
            <a:solidFill>
              <a:schemeClr val="tx1"/>
            </a:solidFill>
          </a:endParaRPr>
        </a:p>
      </dgm:t>
    </dgm:pt>
    <dgm:pt modelId="{8A8A3B49-E765-4E36-95B1-A204E60E9C45}" type="parTrans" cxnId="{5CC0E743-6340-42CC-8A01-DD5F0B77E585}">
      <dgm:prSet/>
      <dgm:spPr/>
      <dgm:t>
        <a:bodyPr/>
        <a:lstStyle/>
        <a:p>
          <a:endParaRPr lang="zh-CN" altLang="en-US"/>
        </a:p>
      </dgm:t>
    </dgm:pt>
    <dgm:pt modelId="{51FD7AC0-D787-4316-9C45-FA746425F4CB}" type="sibTrans" cxnId="{5CC0E743-6340-42CC-8A01-DD5F0B77E585}">
      <dgm:prSet>
        <dgm:style>
          <a:lnRef idx="2">
            <a:schemeClr val="dk1"/>
          </a:lnRef>
          <a:fillRef idx="1">
            <a:schemeClr val="lt1"/>
          </a:fillRef>
          <a:effectRef idx="0">
            <a:schemeClr val="dk1"/>
          </a:effectRef>
          <a:fontRef idx="minor">
            <a:schemeClr val="dk1"/>
          </a:fontRef>
        </dgm:style>
      </dgm:prSet>
      <dgm:spPr/>
      <dgm:t>
        <a:bodyPr/>
        <a:lstStyle/>
        <a:p>
          <a:endParaRPr lang="zh-CN" altLang="en-US"/>
        </a:p>
      </dgm:t>
    </dgm:pt>
    <dgm:pt modelId="{25E1F8CD-B770-453A-8BBC-7205BAC5120E}">
      <dgm:prSet custT="1">
        <dgm:style>
          <a:lnRef idx="2">
            <a:schemeClr val="dk1"/>
          </a:lnRef>
          <a:fillRef idx="1">
            <a:schemeClr val="lt1"/>
          </a:fillRef>
          <a:effectRef idx="0">
            <a:schemeClr val="dk1"/>
          </a:effectRef>
          <a:fontRef idx="minor">
            <a:schemeClr val="dk1"/>
          </a:fontRef>
        </dgm:style>
      </dgm:prSet>
      <dgm:spPr>
        <a:solidFill>
          <a:schemeClr val="accent5">
            <a:lumMod val="20000"/>
            <a:lumOff val="80000"/>
          </a:schemeClr>
        </a:solidFill>
      </dgm:spPr>
      <dgm:t>
        <a:bodyPr/>
        <a:lstStyle/>
        <a:p>
          <a:r>
            <a:rPr lang="en-US" altLang="en-US" sz="1400" b="0" dirty="0" smtClean="0">
              <a:solidFill>
                <a:schemeClr val="tx1"/>
              </a:solidFill>
            </a:rPr>
            <a:t>Installation and activation of updated files</a:t>
          </a:r>
          <a:endParaRPr lang="zh-CN" altLang="en-US" sz="1400" b="0" dirty="0">
            <a:solidFill>
              <a:schemeClr val="tx1"/>
            </a:solidFill>
          </a:endParaRPr>
        </a:p>
      </dgm:t>
    </dgm:pt>
    <dgm:pt modelId="{04FF7F71-1120-460E-8AF8-E787E1B711F0}" type="parTrans" cxnId="{BD7D33C2-6FE0-4BFB-B915-15CB7AE48A7E}">
      <dgm:prSet/>
      <dgm:spPr/>
      <dgm:t>
        <a:bodyPr/>
        <a:lstStyle/>
        <a:p>
          <a:endParaRPr lang="zh-CN" altLang="en-US"/>
        </a:p>
      </dgm:t>
    </dgm:pt>
    <dgm:pt modelId="{C0B7A97F-2DD6-4E0B-968B-422C9396C32B}" type="sibTrans" cxnId="{BD7D33C2-6FE0-4BFB-B915-15CB7AE48A7E}">
      <dgm:prSet>
        <dgm:style>
          <a:lnRef idx="2">
            <a:schemeClr val="dk1"/>
          </a:lnRef>
          <a:fillRef idx="1">
            <a:schemeClr val="lt1"/>
          </a:fillRef>
          <a:effectRef idx="0">
            <a:schemeClr val="dk1"/>
          </a:effectRef>
          <a:fontRef idx="minor">
            <a:schemeClr val="dk1"/>
          </a:fontRef>
        </dgm:style>
      </dgm:prSet>
      <dgm:spPr>
        <a:solidFill>
          <a:schemeClr val="accent4">
            <a:lumMod val="20000"/>
            <a:lumOff val="80000"/>
          </a:schemeClr>
        </a:solidFill>
      </dgm:spPr>
      <dgm:t>
        <a:bodyPr/>
        <a:lstStyle/>
        <a:p>
          <a:endParaRPr lang="zh-CN" altLang="en-US"/>
        </a:p>
      </dgm:t>
    </dgm:pt>
    <dgm:pt modelId="{E5C89D30-10C9-4B58-A8E6-F3BED3B23E33}">
      <dgm:prSet custT="1">
        <dgm:style>
          <a:lnRef idx="2">
            <a:schemeClr val="dk1"/>
          </a:lnRef>
          <a:fillRef idx="1">
            <a:schemeClr val="lt1"/>
          </a:fillRef>
          <a:effectRef idx="0">
            <a:schemeClr val="dk1"/>
          </a:effectRef>
          <a:fontRef idx="minor">
            <a:schemeClr val="dk1"/>
          </a:fontRef>
        </dgm:style>
      </dgm:prSet>
      <dgm:spPr>
        <a:solidFill>
          <a:schemeClr val="accent5">
            <a:lumMod val="20000"/>
            <a:lumOff val="80000"/>
          </a:schemeClr>
        </a:solidFill>
      </dgm:spPr>
      <dgm:t>
        <a:bodyPr/>
        <a:lstStyle/>
        <a:p>
          <a:r>
            <a:rPr lang="en-US" altLang="en-US" sz="1400" b="0" dirty="0" smtClean="0">
              <a:solidFill>
                <a:schemeClr val="tx1"/>
              </a:solidFill>
            </a:rPr>
            <a:t>Is authenticity valid?</a:t>
          </a:r>
          <a:endParaRPr lang="zh-CN" altLang="en-US" sz="1400" b="0" dirty="0">
            <a:solidFill>
              <a:schemeClr val="tx1"/>
            </a:solidFill>
          </a:endParaRPr>
        </a:p>
      </dgm:t>
    </dgm:pt>
    <dgm:pt modelId="{9B6504AF-53D6-44AF-B737-B5D11F15AF17}" type="parTrans" cxnId="{F91E2067-5D9C-4F5F-978A-605C4ADEA267}">
      <dgm:prSet/>
      <dgm:spPr/>
      <dgm:t>
        <a:bodyPr/>
        <a:lstStyle/>
        <a:p>
          <a:endParaRPr lang="zh-CN" altLang="en-US"/>
        </a:p>
      </dgm:t>
    </dgm:pt>
    <dgm:pt modelId="{2EEEEF89-E74F-4C80-B143-849216AAA515}" type="sibTrans" cxnId="{F91E2067-5D9C-4F5F-978A-605C4ADEA267}">
      <dgm:prSet>
        <dgm:style>
          <a:lnRef idx="2">
            <a:schemeClr val="dk1"/>
          </a:lnRef>
          <a:fillRef idx="1">
            <a:schemeClr val="lt1"/>
          </a:fillRef>
          <a:effectRef idx="0">
            <a:schemeClr val="dk1"/>
          </a:effectRef>
          <a:fontRef idx="minor">
            <a:schemeClr val="dk1"/>
          </a:fontRef>
        </dgm:style>
      </dgm:prSet>
      <dgm:spPr/>
      <dgm:t>
        <a:bodyPr/>
        <a:lstStyle/>
        <a:p>
          <a:endParaRPr lang="zh-CN" altLang="en-US"/>
        </a:p>
      </dgm:t>
    </dgm:pt>
    <dgm:pt modelId="{6FBFCD82-6CD5-436C-91F1-6F56AF47530F}">
      <dgm:prSet custT="1">
        <dgm:style>
          <a:lnRef idx="2">
            <a:schemeClr val="dk1"/>
          </a:lnRef>
          <a:fillRef idx="1">
            <a:schemeClr val="lt1"/>
          </a:fillRef>
          <a:effectRef idx="0">
            <a:schemeClr val="dk1"/>
          </a:effectRef>
          <a:fontRef idx="minor">
            <a:schemeClr val="dk1"/>
          </a:fontRef>
        </dgm:style>
      </dgm:prSet>
      <dgm:spPr>
        <a:solidFill>
          <a:schemeClr val="accent1">
            <a:lumMod val="40000"/>
            <a:lumOff val="60000"/>
          </a:schemeClr>
        </a:solidFill>
      </dgm:spPr>
      <dgm:t>
        <a:bodyPr/>
        <a:lstStyle/>
        <a:p>
          <a:r>
            <a:rPr lang="en-US" altLang="en-US" sz="1400" b="0" dirty="0" smtClean="0">
              <a:solidFill>
                <a:schemeClr val="tx1"/>
              </a:solidFill>
            </a:rPr>
            <a:t>Record information</a:t>
          </a:r>
          <a:endParaRPr lang="zh-CN" altLang="en-US" sz="1400" b="0" dirty="0" smtClean="0">
            <a:solidFill>
              <a:schemeClr val="tx1"/>
            </a:solidFill>
          </a:endParaRPr>
        </a:p>
        <a:p>
          <a:r>
            <a:rPr lang="en-US" altLang="en-US" sz="1400" b="0" dirty="0" smtClean="0">
              <a:solidFill>
                <a:schemeClr val="tx1"/>
              </a:solidFill>
            </a:rPr>
            <a:t>about update to audit trail</a:t>
          </a:r>
          <a:endParaRPr lang="zh-CN" altLang="en-US" sz="1400" b="0" dirty="0">
            <a:solidFill>
              <a:schemeClr val="tx1"/>
            </a:solidFill>
          </a:endParaRPr>
        </a:p>
      </dgm:t>
    </dgm:pt>
    <dgm:pt modelId="{1188960A-0274-4F9D-B327-70ADC9EF7D0D}" type="parTrans" cxnId="{54B3473B-4967-414A-A788-9CEAFB006499}">
      <dgm:prSet/>
      <dgm:spPr/>
      <dgm:t>
        <a:bodyPr/>
        <a:lstStyle/>
        <a:p>
          <a:endParaRPr lang="zh-CN" altLang="en-US"/>
        </a:p>
      </dgm:t>
    </dgm:pt>
    <dgm:pt modelId="{DE9CB5E3-83A8-4ABE-9B31-40502E13C7BE}" type="sibTrans" cxnId="{54B3473B-4967-414A-A788-9CEAFB006499}">
      <dgm:prSet>
        <dgm:style>
          <a:lnRef idx="2">
            <a:schemeClr val="dk1"/>
          </a:lnRef>
          <a:fillRef idx="1">
            <a:schemeClr val="lt1"/>
          </a:fillRef>
          <a:effectRef idx="0">
            <a:schemeClr val="dk1"/>
          </a:effectRef>
          <a:fontRef idx="minor">
            <a:schemeClr val="dk1"/>
          </a:fontRef>
        </dgm:style>
      </dgm:prSet>
      <dgm:spPr/>
      <dgm:t>
        <a:bodyPr/>
        <a:lstStyle/>
        <a:p>
          <a:endParaRPr lang="zh-CN" altLang="en-US"/>
        </a:p>
      </dgm:t>
    </dgm:pt>
    <dgm:pt modelId="{7E19A16F-6DFE-46C8-9E31-BD1F9287C00A}" type="pres">
      <dgm:prSet presAssocID="{37C2F51C-E35A-4B65-89F9-F920DAE2D9BC}" presName="diagram" presStyleCnt="0">
        <dgm:presLayoutVars>
          <dgm:dir/>
          <dgm:resizeHandles val="exact"/>
        </dgm:presLayoutVars>
      </dgm:prSet>
      <dgm:spPr/>
      <dgm:t>
        <a:bodyPr/>
        <a:lstStyle/>
        <a:p>
          <a:endParaRPr lang="zh-CN" altLang="en-US"/>
        </a:p>
      </dgm:t>
    </dgm:pt>
    <dgm:pt modelId="{E9BDA6DC-B290-4D1B-973C-18FB181975B6}" type="pres">
      <dgm:prSet presAssocID="{5E54D222-4A77-4C7D-8166-D32B7029879A}" presName="node" presStyleLbl="node1" presStyleIdx="0" presStyleCnt="9" custScaleX="35469" custScaleY="41404" custLinFactNeighborX="-31160" custLinFactNeighborY="20950">
        <dgm:presLayoutVars>
          <dgm:bulletEnabled val="1"/>
        </dgm:presLayoutVars>
      </dgm:prSet>
      <dgm:spPr/>
      <dgm:t>
        <a:bodyPr/>
        <a:lstStyle/>
        <a:p>
          <a:endParaRPr lang="zh-CN" altLang="en-US"/>
        </a:p>
      </dgm:t>
    </dgm:pt>
    <dgm:pt modelId="{36535F4E-E312-4A0A-A2E2-7807979CECC3}" type="pres">
      <dgm:prSet presAssocID="{681AE05B-2C4F-4B01-9898-4AE84EC637D9}" presName="sibTrans" presStyleLbl="sibTrans2D1" presStyleIdx="0" presStyleCnt="8" custScaleX="150333" custScaleY="20034" custLinFactNeighborX="-48540"/>
      <dgm:spPr/>
      <dgm:t>
        <a:bodyPr/>
        <a:lstStyle/>
        <a:p>
          <a:endParaRPr lang="zh-CN" altLang="en-US"/>
        </a:p>
      </dgm:t>
    </dgm:pt>
    <dgm:pt modelId="{F958FDDF-76A4-44C0-9404-7ACCA4F45AD4}" type="pres">
      <dgm:prSet presAssocID="{681AE05B-2C4F-4B01-9898-4AE84EC637D9}" presName="connectorText" presStyleLbl="sibTrans2D1" presStyleIdx="0" presStyleCnt="8"/>
      <dgm:spPr/>
      <dgm:t>
        <a:bodyPr/>
        <a:lstStyle/>
        <a:p>
          <a:endParaRPr lang="zh-CN" altLang="en-US"/>
        </a:p>
      </dgm:t>
    </dgm:pt>
    <dgm:pt modelId="{83601969-2293-4CA7-B2CA-24C46D6060CE}" type="pres">
      <dgm:prSet presAssocID="{4E5E729B-F8F2-4F80-96AE-11F2ABC1F30C}" presName="node" presStyleLbl="node1" presStyleIdx="1" presStyleCnt="9" custScaleX="55238" custScaleY="43839" custLinFactNeighborX="-58689" custLinFactNeighborY="21947">
        <dgm:presLayoutVars>
          <dgm:bulletEnabled val="1"/>
        </dgm:presLayoutVars>
      </dgm:prSet>
      <dgm:spPr/>
      <dgm:t>
        <a:bodyPr/>
        <a:lstStyle/>
        <a:p>
          <a:endParaRPr lang="zh-CN" altLang="en-US"/>
        </a:p>
      </dgm:t>
    </dgm:pt>
    <dgm:pt modelId="{0CDF27E3-DE3E-4087-B792-207828920725}" type="pres">
      <dgm:prSet presAssocID="{9A6A4CDC-8C1F-4C08-B9E9-1D7208902927}" presName="sibTrans" presStyleLbl="sibTrans2D1" presStyleIdx="1" presStyleCnt="8" custScaleX="106473" custScaleY="20034" custLinFactNeighborX="17190"/>
      <dgm:spPr/>
      <dgm:t>
        <a:bodyPr/>
        <a:lstStyle/>
        <a:p>
          <a:endParaRPr lang="zh-CN" altLang="en-US"/>
        </a:p>
      </dgm:t>
    </dgm:pt>
    <dgm:pt modelId="{A69CA8E2-8225-4502-9EAC-910636525BE2}" type="pres">
      <dgm:prSet presAssocID="{9A6A4CDC-8C1F-4C08-B9E9-1D7208902927}" presName="connectorText" presStyleLbl="sibTrans2D1" presStyleIdx="1" presStyleCnt="8"/>
      <dgm:spPr/>
      <dgm:t>
        <a:bodyPr/>
        <a:lstStyle/>
        <a:p>
          <a:endParaRPr lang="zh-CN" altLang="en-US"/>
        </a:p>
      </dgm:t>
    </dgm:pt>
    <dgm:pt modelId="{DB403AFC-76C1-46E4-9FF7-53EB9C25926D}" type="pres">
      <dgm:prSet presAssocID="{52A6FB44-6050-4FBF-A9A0-E12DDFF8B793}" presName="node" presStyleLbl="node1" presStyleIdx="2" presStyleCnt="9" custScaleX="70938" custScaleY="43839" custLinFactNeighborX="-81080" custLinFactNeighborY="21947">
        <dgm:presLayoutVars>
          <dgm:bulletEnabled val="1"/>
        </dgm:presLayoutVars>
      </dgm:prSet>
      <dgm:spPr>
        <a:prstGeom prst="flowChartDecision">
          <a:avLst/>
        </a:prstGeom>
      </dgm:spPr>
      <dgm:t>
        <a:bodyPr/>
        <a:lstStyle/>
        <a:p>
          <a:endParaRPr lang="zh-CN" altLang="en-US"/>
        </a:p>
      </dgm:t>
    </dgm:pt>
    <dgm:pt modelId="{A5A7B238-5BA1-4190-897F-82C30EE627B5}" type="pres">
      <dgm:prSet presAssocID="{3C8D553B-2C50-4C45-BA4E-4E1AE8A866C1}" presName="sibTrans" presStyleLbl="sibTrans2D1" presStyleIdx="2" presStyleCnt="8" custScaleX="115774" custScaleY="20034"/>
      <dgm:spPr/>
      <dgm:t>
        <a:bodyPr/>
        <a:lstStyle/>
        <a:p>
          <a:endParaRPr lang="zh-CN" altLang="en-US"/>
        </a:p>
      </dgm:t>
    </dgm:pt>
    <dgm:pt modelId="{E7E6B6A4-F4BF-4B25-A07F-CAECC13767B3}" type="pres">
      <dgm:prSet presAssocID="{3C8D553B-2C50-4C45-BA4E-4E1AE8A866C1}" presName="connectorText" presStyleLbl="sibTrans2D1" presStyleIdx="2" presStyleCnt="8"/>
      <dgm:spPr/>
      <dgm:t>
        <a:bodyPr/>
        <a:lstStyle/>
        <a:p>
          <a:endParaRPr lang="zh-CN" altLang="en-US"/>
        </a:p>
      </dgm:t>
    </dgm:pt>
    <dgm:pt modelId="{B81E5A0E-751D-42CF-B203-433E386DDAB3}" type="pres">
      <dgm:prSet presAssocID="{3E8B7CA6-BB6C-4946-99B8-2475CDBE09C1}" presName="node" presStyleLbl="node1" presStyleIdx="3" presStyleCnt="9" custScaleX="49403" custScaleY="43839" custLinFactNeighborX="-12972" custLinFactNeighborY="-88787">
        <dgm:presLayoutVars>
          <dgm:bulletEnabled val="1"/>
        </dgm:presLayoutVars>
      </dgm:prSet>
      <dgm:spPr/>
      <dgm:t>
        <a:bodyPr/>
        <a:lstStyle/>
        <a:p>
          <a:endParaRPr lang="zh-CN" altLang="en-US"/>
        </a:p>
      </dgm:t>
    </dgm:pt>
    <dgm:pt modelId="{7E963315-5291-40A3-B1FA-75C4D0470B33}" type="pres">
      <dgm:prSet presAssocID="{3CBBFB6A-AD56-4D49-AC43-6231A12F985F}" presName="sibTrans" presStyleLbl="sibTrans2D1" presStyleIdx="3" presStyleCnt="8" custScaleY="20034"/>
      <dgm:spPr/>
      <dgm:t>
        <a:bodyPr/>
        <a:lstStyle/>
        <a:p>
          <a:endParaRPr lang="zh-CN" altLang="en-US"/>
        </a:p>
      </dgm:t>
    </dgm:pt>
    <dgm:pt modelId="{FB7000D7-2EB9-4648-A7EC-F83C951A9920}" type="pres">
      <dgm:prSet presAssocID="{3CBBFB6A-AD56-4D49-AC43-6231A12F985F}" presName="connectorText" presStyleLbl="sibTrans2D1" presStyleIdx="3" presStyleCnt="8"/>
      <dgm:spPr/>
      <dgm:t>
        <a:bodyPr/>
        <a:lstStyle/>
        <a:p>
          <a:endParaRPr lang="zh-CN" altLang="en-US"/>
        </a:p>
      </dgm:t>
    </dgm:pt>
    <dgm:pt modelId="{253BD70B-36D9-4E22-8639-8D8DF7FF920B}" type="pres">
      <dgm:prSet presAssocID="{2B6F56B8-2D04-4016-B3E9-3D6EAE184EAB}" presName="node" presStyleLbl="node1" presStyleIdx="4" presStyleCnt="9" custScaleX="73285" custScaleY="43839" custLinFactNeighborX="89273" custLinFactNeighborY="-31693">
        <dgm:presLayoutVars>
          <dgm:bulletEnabled val="1"/>
        </dgm:presLayoutVars>
      </dgm:prSet>
      <dgm:spPr>
        <a:prstGeom prst="flowChartDecision">
          <a:avLst/>
        </a:prstGeom>
      </dgm:spPr>
      <dgm:t>
        <a:bodyPr/>
        <a:lstStyle/>
        <a:p>
          <a:endParaRPr lang="zh-CN" altLang="en-US"/>
        </a:p>
      </dgm:t>
    </dgm:pt>
    <dgm:pt modelId="{BFBD961E-19CC-46C7-BA34-42C9CA685D06}" type="pres">
      <dgm:prSet presAssocID="{51FD7AC0-D787-4316-9C45-FA746425F4CB}" presName="sibTrans" presStyleLbl="sibTrans2D1" presStyleIdx="4" presStyleCnt="8" custScaleY="20034"/>
      <dgm:spPr/>
      <dgm:t>
        <a:bodyPr/>
        <a:lstStyle/>
        <a:p>
          <a:endParaRPr lang="zh-CN" altLang="en-US"/>
        </a:p>
      </dgm:t>
    </dgm:pt>
    <dgm:pt modelId="{9DB63613-6DF0-49C4-817F-2AEE325E0725}" type="pres">
      <dgm:prSet presAssocID="{51FD7AC0-D787-4316-9C45-FA746425F4CB}" presName="connectorText" presStyleLbl="sibTrans2D1" presStyleIdx="4" presStyleCnt="8"/>
      <dgm:spPr/>
      <dgm:t>
        <a:bodyPr/>
        <a:lstStyle/>
        <a:p>
          <a:endParaRPr lang="zh-CN" altLang="en-US"/>
        </a:p>
      </dgm:t>
    </dgm:pt>
    <dgm:pt modelId="{D72FA901-AC79-478D-8078-49715B0A58EA}" type="pres">
      <dgm:prSet presAssocID="{E5C89D30-10C9-4B58-A8E6-F3BED3B23E33}" presName="node" presStyleLbl="node1" presStyleIdx="5" presStyleCnt="9" custScaleX="74527" custScaleY="43839" custLinFactX="100000" custLinFactNeighborX="103628" custLinFactNeighborY="33067">
        <dgm:presLayoutVars>
          <dgm:bulletEnabled val="1"/>
        </dgm:presLayoutVars>
      </dgm:prSet>
      <dgm:spPr>
        <a:prstGeom prst="flowChartDecision">
          <a:avLst/>
        </a:prstGeom>
      </dgm:spPr>
      <dgm:t>
        <a:bodyPr/>
        <a:lstStyle/>
        <a:p>
          <a:endParaRPr lang="zh-CN" altLang="en-US"/>
        </a:p>
      </dgm:t>
    </dgm:pt>
    <dgm:pt modelId="{B26C465B-E181-4147-B44F-8BD7CAAF3483}" type="pres">
      <dgm:prSet presAssocID="{2EEEEF89-E74F-4C80-B143-849216AAA515}" presName="sibTrans" presStyleLbl="sibTrans2D1" presStyleIdx="5" presStyleCnt="8" custScaleY="20034"/>
      <dgm:spPr/>
      <dgm:t>
        <a:bodyPr/>
        <a:lstStyle/>
        <a:p>
          <a:endParaRPr lang="zh-CN" altLang="en-US"/>
        </a:p>
      </dgm:t>
    </dgm:pt>
    <dgm:pt modelId="{F073FC4D-C8FC-449D-BBB9-3AB87A1E2431}" type="pres">
      <dgm:prSet presAssocID="{2EEEEF89-E74F-4C80-B143-849216AAA515}" presName="connectorText" presStyleLbl="sibTrans2D1" presStyleIdx="5" presStyleCnt="8"/>
      <dgm:spPr/>
      <dgm:t>
        <a:bodyPr/>
        <a:lstStyle/>
        <a:p>
          <a:endParaRPr lang="zh-CN" altLang="en-US"/>
        </a:p>
      </dgm:t>
    </dgm:pt>
    <dgm:pt modelId="{9BF49C09-70EB-440C-961B-D7217F0695D6}" type="pres">
      <dgm:prSet presAssocID="{25E1F8CD-B770-453A-8BBC-7205BAC5120E}" presName="node" presStyleLbl="node1" presStyleIdx="6" presStyleCnt="9" custScaleX="60517" custScaleY="43839" custLinFactX="100000" custLinFactNeighborX="111268" custLinFactNeighborY="-8682">
        <dgm:presLayoutVars>
          <dgm:bulletEnabled val="1"/>
        </dgm:presLayoutVars>
      </dgm:prSet>
      <dgm:spPr/>
      <dgm:t>
        <a:bodyPr/>
        <a:lstStyle/>
        <a:p>
          <a:endParaRPr lang="zh-CN" altLang="en-US"/>
        </a:p>
      </dgm:t>
    </dgm:pt>
    <dgm:pt modelId="{F5DFFE96-ABE7-491B-9A0B-89425A21AAA0}" type="pres">
      <dgm:prSet presAssocID="{C0B7A97F-2DD6-4E0B-968B-422C9396C32B}" presName="sibTrans" presStyleLbl="sibTrans2D1" presStyleIdx="6" presStyleCnt="8" custScaleX="95035" custScaleY="20034" custLinFactNeighborX="33254"/>
      <dgm:spPr>
        <a:prstGeom prst="rightArrow">
          <a:avLst/>
        </a:prstGeom>
      </dgm:spPr>
      <dgm:t>
        <a:bodyPr/>
        <a:lstStyle/>
        <a:p>
          <a:endParaRPr lang="zh-CN" altLang="en-US"/>
        </a:p>
      </dgm:t>
    </dgm:pt>
    <dgm:pt modelId="{2B724963-87D4-4AA4-B6E7-43CD5AEEAB71}" type="pres">
      <dgm:prSet presAssocID="{C0B7A97F-2DD6-4E0B-968B-422C9396C32B}" presName="connectorText" presStyleLbl="sibTrans2D1" presStyleIdx="6" presStyleCnt="8"/>
      <dgm:spPr/>
      <dgm:t>
        <a:bodyPr/>
        <a:lstStyle/>
        <a:p>
          <a:endParaRPr lang="zh-CN" altLang="en-US"/>
        </a:p>
      </dgm:t>
    </dgm:pt>
    <dgm:pt modelId="{2923BACD-9EF7-4B75-9795-A5908A7843C4}" type="pres">
      <dgm:prSet presAssocID="{6FBFCD82-6CD5-436C-91F1-6F56AF47530F}" presName="node" presStyleLbl="node1" presStyleIdx="7" presStyleCnt="9" custScaleX="60804" custScaleY="43839" custLinFactNeighborX="-28967" custLinFactNeighborY="-8682">
        <dgm:presLayoutVars>
          <dgm:bulletEnabled val="1"/>
        </dgm:presLayoutVars>
      </dgm:prSet>
      <dgm:spPr>
        <a:prstGeom prst="flowChartAlternateProcess">
          <a:avLst/>
        </a:prstGeom>
      </dgm:spPr>
      <dgm:t>
        <a:bodyPr/>
        <a:lstStyle/>
        <a:p>
          <a:endParaRPr lang="zh-CN" altLang="en-US"/>
        </a:p>
      </dgm:t>
    </dgm:pt>
    <dgm:pt modelId="{683C242A-EEE1-47CE-84A8-CBFB8105BE15}" type="pres">
      <dgm:prSet presAssocID="{DE9CB5E3-83A8-4ABE-9B31-40502E13C7BE}" presName="sibTrans" presStyleLbl="sibTrans2D1" presStyleIdx="7" presStyleCnt="8" custScaleY="20034"/>
      <dgm:spPr/>
      <dgm:t>
        <a:bodyPr/>
        <a:lstStyle/>
        <a:p>
          <a:endParaRPr lang="zh-CN" altLang="en-US"/>
        </a:p>
      </dgm:t>
    </dgm:pt>
    <dgm:pt modelId="{2EAE324D-FD10-402E-AEFC-8CE8C51EB93D}" type="pres">
      <dgm:prSet presAssocID="{DE9CB5E3-83A8-4ABE-9B31-40502E13C7BE}" presName="connectorText" presStyleLbl="sibTrans2D1" presStyleIdx="7" presStyleCnt="8"/>
      <dgm:spPr/>
      <dgm:t>
        <a:bodyPr/>
        <a:lstStyle/>
        <a:p>
          <a:endParaRPr lang="zh-CN" altLang="en-US"/>
        </a:p>
      </dgm:t>
    </dgm:pt>
    <dgm:pt modelId="{D750250D-D0C1-4967-9665-90224A611861}" type="pres">
      <dgm:prSet presAssocID="{FD2064AE-0E73-486D-8F90-0D12C27B1E80}" presName="node" presStyleLbl="node1" presStyleIdx="8" presStyleCnt="9" custScaleX="60517" custScaleY="43839" custLinFactX="-100000" custLinFactNeighborX="-105470" custLinFactNeighborY="-8682">
        <dgm:presLayoutVars>
          <dgm:bulletEnabled val="1"/>
        </dgm:presLayoutVars>
      </dgm:prSet>
      <dgm:spPr/>
      <dgm:t>
        <a:bodyPr/>
        <a:lstStyle/>
        <a:p>
          <a:endParaRPr lang="zh-CN" altLang="en-US"/>
        </a:p>
      </dgm:t>
    </dgm:pt>
  </dgm:ptLst>
  <dgm:cxnLst>
    <dgm:cxn modelId="{54B3473B-4967-414A-A788-9CEAFB006499}" srcId="{37C2F51C-E35A-4B65-89F9-F920DAE2D9BC}" destId="{6FBFCD82-6CD5-436C-91F1-6F56AF47530F}" srcOrd="7" destOrd="0" parTransId="{1188960A-0274-4F9D-B327-70ADC9EF7D0D}" sibTransId="{DE9CB5E3-83A8-4ABE-9B31-40502E13C7BE}"/>
    <dgm:cxn modelId="{41CFEAB2-5C59-4512-8C0B-68AFEB54D341}" type="presOf" srcId="{6FBFCD82-6CD5-436C-91F1-6F56AF47530F}" destId="{2923BACD-9EF7-4B75-9795-A5908A7843C4}" srcOrd="0" destOrd="0" presId="urn:microsoft.com/office/officeart/2005/8/layout/process5"/>
    <dgm:cxn modelId="{B31C2EC7-D0C8-4790-AEBF-213EC86B1D8D}" type="presOf" srcId="{51FD7AC0-D787-4316-9C45-FA746425F4CB}" destId="{BFBD961E-19CC-46C7-BA34-42C9CA685D06}" srcOrd="0" destOrd="0" presId="urn:microsoft.com/office/officeart/2005/8/layout/process5"/>
    <dgm:cxn modelId="{68952B7E-FA5D-4A87-86F4-10F4E1B10285}" type="presOf" srcId="{FD2064AE-0E73-486D-8F90-0D12C27B1E80}" destId="{D750250D-D0C1-4967-9665-90224A611861}" srcOrd="0" destOrd="0" presId="urn:microsoft.com/office/officeart/2005/8/layout/process5"/>
    <dgm:cxn modelId="{5CC0E743-6340-42CC-8A01-DD5F0B77E585}" srcId="{37C2F51C-E35A-4B65-89F9-F920DAE2D9BC}" destId="{2B6F56B8-2D04-4016-B3E9-3D6EAE184EAB}" srcOrd="4" destOrd="0" parTransId="{8A8A3B49-E765-4E36-95B1-A204E60E9C45}" sibTransId="{51FD7AC0-D787-4316-9C45-FA746425F4CB}"/>
    <dgm:cxn modelId="{0931E8E7-000E-4AD4-BEC3-C1335462B152}" srcId="{37C2F51C-E35A-4B65-89F9-F920DAE2D9BC}" destId="{FD2064AE-0E73-486D-8F90-0D12C27B1E80}" srcOrd="8" destOrd="0" parTransId="{D9117048-AB75-42B0-86EE-12340AC09BAC}" sibTransId="{7DE20AA7-4773-4817-B0A3-E7888222C71A}"/>
    <dgm:cxn modelId="{CF84889B-DCA6-4396-AA4E-9FB19A2AA6E1}" type="presOf" srcId="{DE9CB5E3-83A8-4ABE-9B31-40502E13C7BE}" destId="{2EAE324D-FD10-402E-AEFC-8CE8C51EB93D}" srcOrd="1" destOrd="0" presId="urn:microsoft.com/office/officeart/2005/8/layout/process5"/>
    <dgm:cxn modelId="{93826833-3FFA-4018-92BD-22347111901F}" type="presOf" srcId="{9A6A4CDC-8C1F-4C08-B9E9-1D7208902927}" destId="{A69CA8E2-8225-4502-9EAC-910636525BE2}" srcOrd="1" destOrd="0" presId="urn:microsoft.com/office/officeart/2005/8/layout/process5"/>
    <dgm:cxn modelId="{8C61A46A-584D-4056-B19D-4DC3FDE86B85}" type="presOf" srcId="{51FD7AC0-D787-4316-9C45-FA746425F4CB}" destId="{9DB63613-6DF0-49C4-817F-2AEE325E0725}" srcOrd="1" destOrd="0" presId="urn:microsoft.com/office/officeart/2005/8/layout/process5"/>
    <dgm:cxn modelId="{BD7D33C2-6FE0-4BFB-B915-15CB7AE48A7E}" srcId="{37C2F51C-E35A-4B65-89F9-F920DAE2D9BC}" destId="{25E1F8CD-B770-453A-8BBC-7205BAC5120E}" srcOrd="6" destOrd="0" parTransId="{04FF7F71-1120-460E-8AF8-E787E1B711F0}" sibTransId="{C0B7A97F-2DD6-4E0B-968B-422C9396C32B}"/>
    <dgm:cxn modelId="{DE8CDC38-84AC-431F-A719-A924F140D25F}" type="presOf" srcId="{3CBBFB6A-AD56-4D49-AC43-6231A12F985F}" destId="{7E963315-5291-40A3-B1FA-75C4D0470B33}" srcOrd="0" destOrd="0" presId="urn:microsoft.com/office/officeart/2005/8/layout/process5"/>
    <dgm:cxn modelId="{C2D5711C-EF35-4E76-93C4-F7F0F6F62B3F}" srcId="{37C2F51C-E35A-4B65-89F9-F920DAE2D9BC}" destId="{5E54D222-4A77-4C7D-8166-D32B7029879A}" srcOrd="0" destOrd="0" parTransId="{D3735A54-3495-476B-B0CC-9325602289BA}" sibTransId="{681AE05B-2C4F-4B01-9898-4AE84EC637D9}"/>
    <dgm:cxn modelId="{861894E7-EA62-410A-A50D-907EB602B577}" type="presOf" srcId="{2EEEEF89-E74F-4C80-B143-849216AAA515}" destId="{B26C465B-E181-4147-B44F-8BD7CAAF3483}" srcOrd="0" destOrd="0" presId="urn:microsoft.com/office/officeart/2005/8/layout/process5"/>
    <dgm:cxn modelId="{B74297BD-0A42-4D88-99DD-281ED6DB99BF}" type="presOf" srcId="{37C2F51C-E35A-4B65-89F9-F920DAE2D9BC}" destId="{7E19A16F-6DFE-46C8-9E31-BD1F9287C00A}" srcOrd="0" destOrd="0" presId="urn:microsoft.com/office/officeart/2005/8/layout/process5"/>
    <dgm:cxn modelId="{25BB75F3-A492-4593-AF43-51664682C145}" type="presOf" srcId="{5E54D222-4A77-4C7D-8166-D32B7029879A}" destId="{E9BDA6DC-B290-4D1B-973C-18FB181975B6}" srcOrd="0" destOrd="0" presId="urn:microsoft.com/office/officeart/2005/8/layout/process5"/>
    <dgm:cxn modelId="{F5F7185E-90D5-4631-843C-B15CCFF89E57}" type="presOf" srcId="{681AE05B-2C4F-4B01-9898-4AE84EC637D9}" destId="{F958FDDF-76A4-44C0-9404-7ACCA4F45AD4}" srcOrd="1" destOrd="0" presId="urn:microsoft.com/office/officeart/2005/8/layout/process5"/>
    <dgm:cxn modelId="{EE5C552F-F6F3-4E9E-9BF8-0CFC09D94AB7}" srcId="{37C2F51C-E35A-4B65-89F9-F920DAE2D9BC}" destId="{3E8B7CA6-BB6C-4946-99B8-2475CDBE09C1}" srcOrd="3" destOrd="0" parTransId="{B6DD56CF-3A94-4E85-B331-BDE656E4385E}" sibTransId="{3CBBFB6A-AD56-4D49-AC43-6231A12F985F}"/>
    <dgm:cxn modelId="{0EAB1B20-72C8-4F63-B718-B64C222B761D}" type="presOf" srcId="{9A6A4CDC-8C1F-4C08-B9E9-1D7208902927}" destId="{0CDF27E3-DE3E-4087-B792-207828920725}" srcOrd="0" destOrd="0" presId="urn:microsoft.com/office/officeart/2005/8/layout/process5"/>
    <dgm:cxn modelId="{4E4EFA05-CD52-4EA8-8FD0-EAC147A9BE06}" type="presOf" srcId="{C0B7A97F-2DD6-4E0B-968B-422C9396C32B}" destId="{F5DFFE96-ABE7-491B-9A0B-89425A21AAA0}" srcOrd="0" destOrd="0" presId="urn:microsoft.com/office/officeart/2005/8/layout/process5"/>
    <dgm:cxn modelId="{F91E2067-5D9C-4F5F-978A-605C4ADEA267}" srcId="{37C2F51C-E35A-4B65-89F9-F920DAE2D9BC}" destId="{E5C89D30-10C9-4B58-A8E6-F3BED3B23E33}" srcOrd="5" destOrd="0" parTransId="{9B6504AF-53D6-44AF-B737-B5D11F15AF17}" sibTransId="{2EEEEF89-E74F-4C80-B143-849216AAA515}"/>
    <dgm:cxn modelId="{428195CF-13A7-448B-A13F-28936148FADF}" type="presOf" srcId="{52A6FB44-6050-4FBF-A9A0-E12DDFF8B793}" destId="{DB403AFC-76C1-46E4-9FF7-53EB9C25926D}" srcOrd="0" destOrd="0" presId="urn:microsoft.com/office/officeart/2005/8/layout/process5"/>
    <dgm:cxn modelId="{EA3E7F86-D731-4793-8B2C-E5D21AE0160A}" type="presOf" srcId="{3E8B7CA6-BB6C-4946-99B8-2475CDBE09C1}" destId="{B81E5A0E-751D-42CF-B203-433E386DDAB3}" srcOrd="0" destOrd="0" presId="urn:microsoft.com/office/officeart/2005/8/layout/process5"/>
    <dgm:cxn modelId="{1285FA87-6489-4146-A369-9C86DCF5970A}" type="presOf" srcId="{4E5E729B-F8F2-4F80-96AE-11F2ABC1F30C}" destId="{83601969-2293-4CA7-B2CA-24C46D6060CE}" srcOrd="0" destOrd="0" presId="urn:microsoft.com/office/officeart/2005/8/layout/process5"/>
    <dgm:cxn modelId="{7D5F5430-3A38-40D1-B725-2AEB4EA566D3}" type="presOf" srcId="{25E1F8CD-B770-453A-8BBC-7205BAC5120E}" destId="{9BF49C09-70EB-440C-961B-D7217F0695D6}" srcOrd="0" destOrd="0" presId="urn:microsoft.com/office/officeart/2005/8/layout/process5"/>
    <dgm:cxn modelId="{9E26E0A8-A5E3-4D1E-81CB-0DC47F1910F1}" srcId="{37C2F51C-E35A-4B65-89F9-F920DAE2D9BC}" destId="{52A6FB44-6050-4FBF-A9A0-E12DDFF8B793}" srcOrd="2" destOrd="0" parTransId="{3059C56A-BB9E-447C-945E-144961AAFA15}" sibTransId="{3C8D553B-2C50-4C45-BA4E-4E1AE8A866C1}"/>
    <dgm:cxn modelId="{D094B7C2-9433-4E7F-A575-A7145EC62A18}" type="presOf" srcId="{681AE05B-2C4F-4B01-9898-4AE84EC637D9}" destId="{36535F4E-E312-4A0A-A2E2-7807979CECC3}" srcOrd="0" destOrd="0" presId="urn:microsoft.com/office/officeart/2005/8/layout/process5"/>
    <dgm:cxn modelId="{9EE2514B-F302-4660-AA7D-892190AE5406}" type="presOf" srcId="{3CBBFB6A-AD56-4D49-AC43-6231A12F985F}" destId="{FB7000D7-2EB9-4648-A7EC-F83C951A9920}" srcOrd="1" destOrd="0" presId="urn:microsoft.com/office/officeart/2005/8/layout/process5"/>
    <dgm:cxn modelId="{C6BFA970-F689-4438-B8BD-24F348A289BF}" type="presOf" srcId="{E5C89D30-10C9-4B58-A8E6-F3BED3B23E33}" destId="{D72FA901-AC79-478D-8078-49715B0A58EA}" srcOrd="0" destOrd="0" presId="urn:microsoft.com/office/officeart/2005/8/layout/process5"/>
    <dgm:cxn modelId="{ECB7FCBA-4390-4C1E-B076-51B21CAB16EA}" type="presOf" srcId="{3C8D553B-2C50-4C45-BA4E-4E1AE8A866C1}" destId="{E7E6B6A4-F4BF-4B25-A07F-CAECC13767B3}" srcOrd="1" destOrd="0" presId="urn:microsoft.com/office/officeart/2005/8/layout/process5"/>
    <dgm:cxn modelId="{202F0CF5-B923-4FD8-9673-5437963DDDD7}" type="presOf" srcId="{2EEEEF89-E74F-4C80-B143-849216AAA515}" destId="{F073FC4D-C8FC-449D-BBB9-3AB87A1E2431}" srcOrd="1" destOrd="0" presId="urn:microsoft.com/office/officeart/2005/8/layout/process5"/>
    <dgm:cxn modelId="{9EA4357D-BEF0-403C-82F9-6843C24D1080}" type="presOf" srcId="{3C8D553B-2C50-4C45-BA4E-4E1AE8A866C1}" destId="{A5A7B238-5BA1-4190-897F-82C30EE627B5}" srcOrd="0" destOrd="0" presId="urn:microsoft.com/office/officeart/2005/8/layout/process5"/>
    <dgm:cxn modelId="{949EFEB0-17BD-4E12-8440-583E0BD5F752}" type="presOf" srcId="{2B6F56B8-2D04-4016-B3E9-3D6EAE184EAB}" destId="{253BD70B-36D9-4E22-8639-8D8DF7FF920B}" srcOrd="0" destOrd="0" presId="urn:microsoft.com/office/officeart/2005/8/layout/process5"/>
    <dgm:cxn modelId="{BE5F7306-9C2C-4EB8-8FAF-AD5E23563E5A}" srcId="{37C2F51C-E35A-4B65-89F9-F920DAE2D9BC}" destId="{4E5E729B-F8F2-4F80-96AE-11F2ABC1F30C}" srcOrd="1" destOrd="0" parTransId="{7702C104-815C-4BC3-B0A5-14B226D24078}" sibTransId="{9A6A4CDC-8C1F-4C08-B9E9-1D7208902927}"/>
    <dgm:cxn modelId="{6FE2D7B3-F598-4A61-9982-31DBB189580A}" type="presOf" srcId="{DE9CB5E3-83A8-4ABE-9B31-40502E13C7BE}" destId="{683C242A-EEE1-47CE-84A8-CBFB8105BE15}" srcOrd="0" destOrd="0" presId="urn:microsoft.com/office/officeart/2005/8/layout/process5"/>
    <dgm:cxn modelId="{3052BFBA-8665-4CD2-B47E-D1B0522E5862}" type="presOf" srcId="{C0B7A97F-2DD6-4E0B-968B-422C9396C32B}" destId="{2B724963-87D4-4AA4-B6E7-43CD5AEEAB71}" srcOrd="1" destOrd="0" presId="urn:microsoft.com/office/officeart/2005/8/layout/process5"/>
    <dgm:cxn modelId="{14A174FE-C322-4F46-B097-1D5778A84718}" type="presParOf" srcId="{7E19A16F-6DFE-46C8-9E31-BD1F9287C00A}" destId="{E9BDA6DC-B290-4D1B-973C-18FB181975B6}" srcOrd="0" destOrd="0" presId="urn:microsoft.com/office/officeart/2005/8/layout/process5"/>
    <dgm:cxn modelId="{35E86F41-ACD7-41CA-8600-029637FB06DD}" type="presParOf" srcId="{7E19A16F-6DFE-46C8-9E31-BD1F9287C00A}" destId="{36535F4E-E312-4A0A-A2E2-7807979CECC3}" srcOrd="1" destOrd="0" presId="urn:microsoft.com/office/officeart/2005/8/layout/process5"/>
    <dgm:cxn modelId="{550FD04C-A674-4AA0-B97C-B37EFD9891BC}" type="presParOf" srcId="{36535F4E-E312-4A0A-A2E2-7807979CECC3}" destId="{F958FDDF-76A4-44C0-9404-7ACCA4F45AD4}" srcOrd="0" destOrd="0" presId="urn:microsoft.com/office/officeart/2005/8/layout/process5"/>
    <dgm:cxn modelId="{07F5190E-C032-4C36-91B5-7F29A64C1553}" type="presParOf" srcId="{7E19A16F-6DFE-46C8-9E31-BD1F9287C00A}" destId="{83601969-2293-4CA7-B2CA-24C46D6060CE}" srcOrd="2" destOrd="0" presId="urn:microsoft.com/office/officeart/2005/8/layout/process5"/>
    <dgm:cxn modelId="{3715F8A0-EC75-4F92-9DB9-60048FFA41E9}" type="presParOf" srcId="{7E19A16F-6DFE-46C8-9E31-BD1F9287C00A}" destId="{0CDF27E3-DE3E-4087-B792-207828920725}" srcOrd="3" destOrd="0" presId="urn:microsoft.com/office/officeart/2005/8/layout/process5"/>
    <dgm:cxn modelId="{037DFCAF-57E0-4230-A584-CE126B593E7F}" type="presParOf" srcId="{0CDF27E3-DE3E-4087-B792-207828920725}" destId="{A69CA8E2-8225-4502-9EAC-910636525BE2}" srcOrd="0" destOrd="0" presId="urn:microsoft.com/office/officeart/2005/8/layout/process5"/>
    <dgm:cxn modelId="{0663AB23-C007-4A22-BF53-99686AFBA5EC}" type="presParOf" srcId="{7E19A16F-6DFE-46C8-9E31-BD1F9287C00A}" destId="{DB403AFC-76C1-46E4-9FF7-53EB9C25926D}" srcOrd="4" destOrd="0" presId="urn:microsoft.com/office/officeart/2005/8/layout/process5"/>
    <dgm:cxn modelId="{E9257D76-83D7-4CA2-B732-0B8B86E47730}" type="presParOf" srcId="{7E19A16F-6DFE-46C8-9E31-BD1F9287C00A}" destId="{A5A7B238-5BA1-4190-897F-82C30EE627B5}" srcOrd="5" destOrd="0" presId="urn:microsoft.com/office/officeart/2005/8/layout/process5"/>
    <dgm:cxn modelId="{7A2316AF-94DB-4495-9D7F-5D5038EC6887}" type="presParOf" srcId="{A5A7B238-5BA1-4190-897F-82C30EE627B5}" destId="{E7E6B6A4-F4BF-4B25-A07F-CAECC13767B3}" srcOrd="0" destOrd="0" presId="urn:microsoft.com/office/officeart/2005/8/layout/process5"/>
    <dgm:cxn modelId="{5C2617B2-0DF6-4852-B86A-4CB55A646829}" type="presParOf" srcId="{7E19A16F-6DFE-46C8-9E31-BD1F9287C00A}" destId="{B81E5A0E-751D-42CF-B203-433E386DDAB3}" srcOrd="6" destOrd="0" presId="urn:microsoft.com/office/officeart/2005/8/layout/process5"/>
    <dgm:cxn modelId="{EC5392BE-8A67-479E-B3BF-227FD96D673E}" type="presParOf" srcId="{7E19A16F-6DFE-46C8-9E31-BD1F9287C00A}" destId="{7E963315-5291-40A3-B1FA-75C4D0470B33}" srcOrd="7" destOrd="0" presId="urn:microsoft.com/office/officeart/2005/8/layout/process5"/>
    <dgm:cxn modelId="{584154E4-7A0E-4D49-90E3-987992F264B0}" type="presParOf" srcId="{7E963315-5291-40A3-B1FA-75C4D0470B33}" destId="{FB7000D7-2EB9-4648-A7EC-F83C951A9920}" srcOrd="0" destOrd="0" presId="urn:microsoft.com/office/officeart/2005/8/layout/process5"/>
    <dgm:cxn modelId="{D2EE4178-8C4A-4E84-9066-386082ECCEE5}" type="presParOf" srcId="{7E19A16F-6DFE-46C8-9E31-BD1F9287C00A}" destId="{253BD70B-36D9-4E22-8639-8D8DF7FF920B}" srcOrd="8" destOrd="0" presId="urn:microsoft.com/office/officeart/2005/8/layout/process5"/>
    <dgm:cxn modelId="{FF07EF35-60AC-4D9C-9710-4351913FC6C4}" type="presParOf" srcId="{7E19A16F-6DFE-46C8-9E31-BD1F9287C00A}" destId="{BFBD961E-19CC-46C7-BA34-42C9CA685D06}" srcOrd="9" destOrd="0" presId="urn:microsoft.com/office/officeart/2005/8/layout/process5"/>
    <dgm:cxn modelId="{14D38E00-D2AA-433B-A276-3290C1157E2A}" type="presParOf" srcId="{BFBD961E-19CC-46C7-BA34-42C9CA685D06}" destId="{9DB63613-6DF0-49C4-817F-2AEE325E0725}" srcOrd="0" destOrd="0" presId="urn:microsoft.com/office/officeart/2005/8/layout/process5"/>
    <dgm:cxn modelId="{2402E563-FF7E-418F-B9A1-92F55AABEBBB}" type="presParOf" srcId="{7E19A16F-6DFE-46C8-9E31-BD1F9287C00A}" destId="{D72FA901-AC79-478D-8078-49715B0A58EA}" srcOrd="10" destOrd="0" presId="urn:microsoft.com/office/officeart/2005/8/layout/process5"/>
    <dgm:cxn modelId="{CB1B0B9F-E666-4AA6-9D6D-9D1F16C95EE1}" type="presParOf" srcId="{7E19A16F-6DFE-46C8-9E31-BD1F9287C00A}" destId="{B26C465B-E181-4147-B44F-8BD7CAAF3483}" srcOrd="11" destOrd="0" presId="urn:microsoft.com/office/officeart/2005/8/layout/process5"/>
    <dgm:cxn modelId="{B84A9DD4-174B-4A48-B50F-5E8CB55ACF27}" type="presParOf" srcId="{B26C465B-E181-4147-B44F-8BD7CAAF3483}" destId="{F073FC4D-C8FC-449D-BBB9-3AB87A1E2431}" srcOrd="0" destOrd="0" presId="urn:microsoft.com/office/officeart/2005/8/layout/process5"/>
    <dgm:cxn modelId="{AFE27E57-29CC-479C-9577-DE47210C1482}" type="presParOf" srcId="{7E19A16F-6DFE-46C8-9E31-BD1F9287C00A}" destId="{9BF49C09-70EB-440C-961B-D7217F0695D6}" srcOrd="12" destOrd="0" presId="urn:microsoft.com/office/officeart/2005/8/layout/process5"/>
    <dgm:cxn modelId="{83B91CE4-288D-4AAC-902E-CDF2555D42AA}" type="presParOf" srcId="{7E19A16F-6DFE-46C8-9E31-BD1F9287C00A}" destId="{F5DFFE96-ABE7-491B-9A0B-89425A21AAA0}" srcOrd="13" destOrd="0" presId="urn:microsoft.com/office/officeart/2005/8/layout/process5"/>
    <dgm:cxn modelId="{C206C859-8785-423A-ABFA-35C5E5070AC2}" type="presParOf" srcId="{F5DFFE96-ABE7-491B-9A0B-89425A21AAA0}" destId="{2B724963-87D4-4AA4-B6E7-43CD5AEEAB71}" srcOrd="0" destOrd="0" presId="urn:microsoft.com/office/officeart/2005/8/layout/process5"/>
    <dgm:cxn modelId="{F28BE9A7-5C3E-46B0-8D21-4BEC5CBABAC0}" type="presParOf" srcId="{7E19A16F-6DFE-46C8-9E31-BD1F9287C00A}" destId="{2923BACD-9EF7-4B75-9795-A5908A7843C4}" srcOrd="14" destOrd="0" presId="urn:microsoft.com/office/officeart/2005/8/layout/process5"/>
    <dgm:cxn modelId="{4F18B7C5-485C-41A2-9335-88437C2F688B}" type="presParOf" srcId="{7E19A16F-6DFE-46C8-9E31-BD1F9287C00A}" destId="{683C242A-EEE1-47CE-84A8-CBFB8105BE15}" srcOrd="15" destOrd="0" presId="urn:microsoft.com/office/officeart/2005/8/layout/process5"/>
    <dgm:cxn modelId="{EC579068-7DDA-46D9-9AC9-1A0BE2CAC218}" type="presParOf" srcId="{683C242A-EEE1-47CE-84A8-CBFB8105BE15}" destId="{2EAE324D-FD10-402E-AEFC-8CE8C51EB93D}" srcOrd="0" destOrd="0" presId="urn:microsoft.com/office/officeart/2005/8/layout/process5"/>
    <dgm:cxn modelId="{93DCAA37-E371-4631-9260-FAD4F35EF915}" type="presParOf" srcId="{7E19A16F-6DFE-46C8-9E31-BD1F9287C00A}" destId="{D750250D-D0C1-4967-9665-90224A611861}" srcOrd="16" destOrd="0" presId="urn:microsoft.com/office/officeart/2005/8/layout/process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33A2825-8564-477D-9E46-F1C19BF436F9}">
      <dsp:nvSpPr>
        <dsp:cNvPr id="0" name=""/>
        <dsp:cNvSpPr/>
      </dsp:nvSpPr>
      <dsp:spPr>
        <a:xfrm>
          <a:off x="682110" y="2447925"/>
          <a:ext cx="531782" cy="1886440"/>
        </a:xfrm>
        <a:custGeom>
          <a:avLst/>
          <a:gdLst/>
          <a:ahLst/>
          <a:cxnLst/>
          <a:rect l="0" t="0" r="0" b="0"/>
          <a:pathLst>
            <a:path>
              <a:moveTo>
                <a:pt x="0" y="0"/>
              </a:moveTo>
              <a:lnTo>
                <a:pt x="265891" y="0"/>
              </a:lnTo>
              <a:lnTo>
                <a:pt x="265891" y="1886440"/>
              </a:lnTo>
              <a:lnTo>
                <a:pt x="531782" y="1886440"/>
              </a:lnTo>
            </a:path>
          </a:pathLst>
        </a:custGeom>
        <a:noFill/>
        <a:ln w="6350" cap="flat" cmpd="sng" algn="ctr">
          <a:solidFill>
            <a:schemeClr val="dk1">
              <a:satMod val="150000"/>
            </a:schemeClr>
          </a:solidFill>
          <a:prstDash val="solid"/>
        </a:ln>
        <a:effectLst/>
      </dsp:spPr>
      <dsp:style>
        <a:lnRef idx="1">
          <a:schemeClr val="dk1"/>
        </a:lnRef>
        <a:fillRef idx="0">
          <a:schemeClr val="dk1"/>
        </a:fillRef>
        <a:effectRef idx="0">
          <a:schemeClr val="dk1"/>
        </a:effectRef>
        <a:fontRef idx="minor">
          <a:schemeClr val="tx1"/>
        </a:fontRef>
      </dsp:style>
      <dsp:txBody>
        <a:bodyPr spcFirstLastPara="0" vert="horz" wrap="square" lIns="12700" tIns="0" rIns="12700" bIns="0" numCol="1" spcCol="1270" anchor="ctr" anchorCtr="0">
          <a:noAutofit/>
        </a:bodyPr>
        <a:lstStyle/>
        <a:p>
          <a:pPr marL="180000" lvl="0" algn="ctr" defTabSz="222250">
            <a:lnSpc>
              <a:spcPct val="90000"/>
            </a:lnSpc>
            <a:spcBef>
              <a:spcPct val="0"/>
            </a:spcBef>
            <a:spcAft>
              <a:spcPct val="35000"/>
            </a:spcAft>
          </a:pPr>
          <a:endParaRPr lang="zh-CN" altLang="en-US" sz="500" kern="1200">
            <a:solidFill>
              <a:schemeClr val="tx1"/>
            </a:solidFill>
            <a:latin typeface="Arial" panose="020B0604020202020204" pitchFamily="34" charset="0"/>
            <a:ea typeface="黑体" panose="02010609060101010101" pitchFamily="49" charset="-122"/>
            <a:cs typeface="Arial" panose="020B0604020202020204" pitchFamily="34" charset="0"/>
          </a:endParaRPr>
        </a:p>
      </dsp:txBody>
      <dsp:txXfrm>
        <a:off x="899003" y="3342145"/>
        <a:ext cx="97998" cy="97998"/>
      </dsp:txXfrm>
    </dsp:sp>
    <dsp:sp modelId="{91685C6D-D34B-4103-BCA5-FA58F91D0E46}">
      <dsp:nvSpPr>
        <dsp:cNvPr id="0" name=""/>
        <dsp:cNvSpPr/>
      </dsp:nvSpPr>
      <dsp:spPr>
        <a:xfrm>
          <a:off x="682110" y="2447925"/>
          <a:ext cx="531782" cy="628813"/>
        </a:xfrm>
        <a:custGeom>
          <a:avLst/>
          <a:gdLst/>
          <a:ahLst/>
          <a:cxnLst/>
          <a:rect l="0" t="0" r="0" b="0"/>
          <a:pathLst>
            <a:path>
              <a:moveTo>
                <a:pt x="0" y="0"/>
              </a:moveTo>
              <a:lnTo>
                <a:pt x="265891" y="0"/>
              </a:lnTo>
              <a:lnTo>
                <a:pt x="265891" y="628813"/>
              </a:lnTo>
              <a:lnTo>
                <a:pt x="531782" y="628813"/>
              </a:lnTo>
            </a:path>
          </a:pathLst>
        </a:custGeom>
        <a:noFill/>
        <a:ln w="6350" cap="flat" cmpd="sng" algn="ctr">
          <a:solidFill>
            <a:schemeClr val="dk1">
              <a:satMod val="150000"/>
            </a:schemeClr>
          </a:solidFill>
          <a:prstDash val="solid"/>
        </a:ln>
        <a:effectLst/>
      </dsp:spPr>
      <dsp:style>
        <a:lnRef idx="1">
          <a:schemeClr val="dk1"/>
        </a:lnRef>
        <a:fillRef idx="0">
          <a:schemeClr val="dk1"/>
        </a:fillRef>
        <a:effectRef idx="0">
          <a:schemeClr val="dk1"/>
        </a:effectRef>
        <a:fontRef idx="minor">
          <a:schemeClr val="tx1"/>
        </a:fontRef>
      </dsp:style>
      <dsp:txBody>
        <a:bodyPr spcFirstLastPara="0" vert="horz" wrap="square" lIns="12700" tIns="0" rIns="12700" bIns="0" numCol="1" spcCol="1270" anchor="ctr" anchorCtr="0">
          <a:noAutofit/>
        </a:bodyPr>
        <a:lstStyle/>
        <a:p>
          <a:pPr marL="180000" lvl="0" algn="ctr" defTabSz="222250">
            <a:lnSpc>
              <a:spcPct val="90000"/>
            </a:lnSpc>
            <a:spcBef>
              <a:spcPct val="0"/>
            </a:spcBef>
            <a:spcAft>
              <a:spcPct val="35000"/>
            </a:spcAft>
          </a:pPr>
          <a:endParaRPr lang="zh-CN" altLang="en-US" sz="500" kern="1200">
            <a:latin typeface="Arial" panose="020B0604020202020204" pitchFamily="34" charset="0"/>
            <a:ea typeface="黑体" panose="02010609060101010101" pitchFamily="49" charset="-122"/>
            <a:cs typeface="Arial" panose="020B0604020202020204" pitchFamily="34" charset="0"/>
          </a:endParaRPr>
        </a:p>
      </dsp:txBody>
      <dsp:txXfrm>
        <a:off x="927414" y="2741743"/>
        <a:ext cx="41176" cy="41176"/>
      </dsp:txXfrm>
    </dsp:sp>
    <dsp:sp modelId="{681E48FC-CCB0-4D6B-AD85-F97B39AB1774}">
      <dsp:nvSpPr>
        <dsp:cNvPr id="0" name=""/>
        <dsp:cNvSpPr/>
      </dsp:nvSpPr>
      <dsp:spPr>
        <a:xfrm>
          <a:off x="682110" y="1819111"/>
          <a:ext cx="531782" cy="628813"/>
        </a:xfrm>
        <a:custGeom>
          <a:avLst/>
          <a:gdLst/>
          <a:ahLst/>
          <a:cxnLst/>
          <a:rect l="0" t="0" r="0" b="0"/>
          <a:pathLst>
            <a:path>
              <a:moveTo>
                <a:pt x="0" y="628813"/>
              </a:moveTo>
              <a:lnTo>
                <a:pt x="265891" y="628813"/>
              </a:lnTo>
              <a:lnTo>
                <a:pt x="265891" y="0"/>
              </a:lnTo>
              <a:lnTo>
                <a:pt x="531782" y="0"/>
              </a:lnTo>
            </a:path>
          </a:pathLst>
        </a:custGeom>
        <a:noFill/>
        <a:ln w="6350" cap="flat" cmpd="sng" algn="ctr">
          <a:solidFill>
            <a:schemeClr val="dk1">
              <a:satMod val="150000"/>
            </a:schemeClr>
          </a:solidFill>
          <a:prstDash val="solid"/>
        </a:ln>
        <a:effectLst/>
      </dsp:spPr>
      <dsp:style>
        <a:lnRef idx="1">
          <a:schemeClr val="dk1"/>
        </a:lnRef>
        <a:fillRef idx="0">
          <a:schemeClr val="dk1"/>
        </a:fillRef>
        <a:effectRef idx="0">
          <a:schemeClr val="dk1"/>
        </a:effectRef>
        <a:fontRef idx="minor">
          <a:schemeClr val="tx1"/>
        </a:fontRef>
      </dsp:style>
      <dsp:txBody>
        <a:bodyPr spcFirstLastPara="0" vert="horz" wrap="square" lIns="12700" tIns="0" rIns="12700" bIns="0" numCol="1" spcCol="1270" anchor="ctr" anchorCtr="0">
          <a:noAutofit/>
        </a:bodyPr>
        <a:lstStyle/>
        <a:p>
          <a:pPr marL="180000" lvl="0" algn="ctr" defTabSz="222250">
            <a:lnSpc>
              <a:spcPct val="90000"/>
            </a:lnSpc>
            <a:spcBef>
              <a:spcPct val="0"/>
            </a:spcBef>
            <a:spcAft>
              <a:spcPct val="35000"/>
            </a:spcAft>
          </a:pPr>
          <a:endParaRPr lang="zh-CN" altLang="en-US" sz="500" kern="1200">
            <a:solidFill>
              <a:schemeClr val="tx1"/>
            </a:solidFill>
            <a:latin typeface="Arial" panose="020B0604020202020204" pitchFamily="34" charset="0"/>
            <a:ea typeface="黑体" panose="02010609060101010101" pitchFamily="49" charset="-122"/>
            <a:cs typeface="Arial" panose="020B0604020202020204" pitchFamily="34" charset="0"/>
          </a:endParaRPr>
        </a:p>
      </dsp:txBody>
      <dsp:txXfrm>
        <a:off x="927414" y="2112930"/>
        <a:ext cx="41176" cy="41176"/>
      </dsp:txXfrm>
    </dsp:sp>
    <dsp:sp modelId="{CF41B2E2-5C98-4164-AF97-7A9EF41E7072}">
      <dsp:nvSpPr>
        <dsp:cNvPr id="0" name=""/>
        <dsp:cNvSpPr/>
      </dsp:nvSpPr>
      <dsp:spPr>
        <a:xfrm>
          <a:off x="682110" y="561484"/>
          <a:ext cx="531782" cy="1886440"/>
        </a:xfrm>
        <a:custGeom>
          <a:avLst/>
          <a:gdLst/>
          <a:ahLst/>
          <a:cxnLst/>
          <a:rect l="0" t="0" r="0" b="0"/>
          <a:pathLst>
            <a:path>
              <a:moveTo>
                <a:pt x="0" y="1886440"/>
              </a:moveTo>
              <a:lnTo>
                <a:pt x="265891" y="1886440"/>
              </a:lnTo>
              <a:lnTo>
                <a:pt x="265891" y="0"/>
              </a:lnTo>
              <a:lnTo>
                <a:pt x="531782" y="0"/>
              </a:lnTo>
            </a:path>
          </a:pathLst>
        </a:custGeom>
        <a:noFill/>
        <a:ln w="6350" cap="flat" cmpd="sng" algn="ctr">
          <a:solidFill>
            <a:schemeClr val="dk1">
              <a:satMod val="150000"/>
            </a:schemeClr>
          </a:solidFill>
          <a:prstDash val="solid"/>
        </a:ln>
        <a:effectLst/>
      </dsp:spPr>
      <dsp:style>
        <a:lnRef idx="1">
          <a:schemeClr val="dk1"/>
        </a:lnRef>
        <a:fillRef idx="0">
          <a:schemeClr val="dk1"/>
        </a:fillRef>
        <a:effectRef idx="0">
          <a:schemeClr val="dk1"/>
        </a:effectRef>
        <a:fontRef idx="minor">
          <a:schemeClr val="tx1"/>
        </a:fontRef>
      </dsp:style>
      <dsp:txBody>
        <a:bodyPr spcFirstLastPara="0" vert="horz" wrap="square" lIns="12700" tIns="0" rIns="12700" bIns="0" numCol="1" spcCol="1270" anchor="ctr" anchorCtr="0">
          <a:noAutofit/>
        </a:bodyPr>
        <a:lstStyle/>
        <a:p>
          <a:pPr marL="180000" lvl="0" algn="ctr" defTabSz="311150">
            <a:lnSpc>
              <a:spcPct val="90000"/>
            </a:lnSpc>
            <a:spcBef>
              <a:spcPct val="0"/>
            </a:spcBef>
            <a:spcAft>
              <a:spcPct val="35000"/>
            </a:spcAft>
          </a:pPr>
          <a:endParaRPr lang="zh-CN" altLang="en-US" sz="700" kern="1200">
            <a:latin typeface="Arial" panose="020B0604020202020204" pitchFamily="34" charset="0"/>
            <a:ea typeface="黑体" panose="02010609060101010101" pitchFamily="49" charset="-122"/>
            <a:cs typeface="Arial" panose="020B0604020202020204" pitchFamily="34" charset="0"/>
          </a:endParaRPr>
        </a:p>
      </dsp:txBody>
      <dsp:txXfrm>
        <a:off x="899003" y="1455705"/>
        <a:ext cx="97998" cy="97998"/>
      </dsp:txXfrm>
    </dsp:sp>
    <dsp:sp modelId="{3311E8B4-F0D2-424C-9A71-C12C7B5FD8E1}">
      <dsp:nvSpPr>
        <dsp:cNvPr id="0" name=""/>
        <dsp:cNvSpPr/>
      </dsp:nvSpPr>
      <dsp:spPr>
        <a:xfrm rot="16200000">
          <a:off x="-1257998" y="2106869"/>
          <a:ext cx="3198108" cy="682110"/>
        </a:xfrm>
        <a:prstGeom prst="rect">
          <a:avLst/>
        </a:prstGeom>
        <a:solidFill>
          <a:schemeClr val="bg2"/>
        </a:solidFill>
        <a:ln w="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180000" lvl="0" algn="ctr" defTabSz="711200" rtl="0">
            <a:lnSpc>
              <a:spcPct val="90000"/>
            </a:lnSpc>
            <a:spcBef>
              <a:spcPct val="0"/>
            </a:spcBef>
            <a:spcAft>
              <a:spcPct val="35000"/>
            </a:spcAft>
          </a:pPr>
          <a:r>
            <a:rPr lang="zh-CN" altLang="en-US" sz="1600" kern="1200" baseline="0" dirty="0" smtClean="0">
              <a:latin typeface="Arial" panose="020B0604020202020204" pitchFamily="34" charset="0"/>
              <a:ea typeface="黑体" panose="02010609060101010101" pitchFamily="49" charset="-122"/>
              <a:cs typeface="Arial" panose="020B0604020202020204" pitchFamily="34" charset="0"/>
            </a:rPr>
            <a:t>非线性、滞后、温度对灵敏度影响与最大允许误差之间的关系</a:t>
          </a:r>
          <a:endParaRPr lang="zh-CN" altLang="en-US" sz="1600" kern="1200" dirty="0">
            <a:latin typeface="Arial" panose="020B0604020202020204" pitchFamily="34" charset="0"/>
            <a:ea typeface="黑体" panose="02010609060101010101" pitchFamily="49" charset="-122"/>
            <a:cs typeface="Arial" panose="020B0604020202020204" pitchFamily="34" charset="0"/>
          </a:endParaRPr>
        </a:p>
      </dsp:txBody>
      <dsp:txXfrm>
        <a:off x="-1257998" y="2106869"/>
        <a:ext cx="3198108" cy="682110"/>
      </dsp:txXfrm>
    </dsp:sp>
    <dsp:sp modelId="{79821860-18C4-4E11-9804-9EA0C330359A}">
      <dsp:nvSpPr>
        <dsp:cNvPr id="0" name=""/>
        <dsp:cNvSpPr/>
      </dsp:nvSpPr>
      <dsp:spPr>
        <a:xfrm>
          <a:off x="1213893" y="4365"/>
          <a:ext cx="6984000" cy="1114238"/>
        </a:xfrm>
        <a:prstGeom prst="rect">
          <a:avLst/>
        </a:prstGeom>
        <a:solidFill>
          <a:schemeClr val="accent2"/>
        </a:solidFill>
        <a:ln w="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180000" lvl="0" indent="0" algn="l" defTabSz="711200" rtl="0">
            <a:lnSpc>
              <a:spcPct val="100000"/>
            </a:lnSpc>
            <a:spcBef>
              <a:spcPct val="0"/>
            </a:spcBef>
            <a:spcAft>
              <a:spcPct val="35000"/>
            </a:spcAft>
          </a:pPr>
          <a:r>
            <a:rPr lang="zh-CN" altLang="en-US" sz="1600" kern="1200" spc="0" baseline="0" dirty="0" smtClean="0">
              <a:latin typeface="Arial" panose="020B0604020202020204" pitchFamily="34" charset="0"/>
              <a:ea typeface="黑体" panose="02010609060101010101" pitchFamily="49" charset="-122"/>
              <a:cs typeface="Arial" panose="020B0604020202020204" pitchFamily="34" charset="0"/>
            </a:rPr>
            <a:t>分别</a:t>
          </a:r>
          <a:r>
            <a:rPr lang="zh-CN" altLang="en-US" sz="1600" kern="1200" spc="0" baseline="0" dirty="0" smtClean="0">
              <a:latin typeface="Arial" panose="020B0604020202020204" pitchFamily="34" charset="0"/>
              <a:ea typeface="黑体" panose="02010609060101010101" pitchFamily="49" charset="-122"/>
              <a:cs typeface="Arial" panose="020B0604020202020204" pitchFamily="34" charset="0"/>
            </a:rPr>
            <a:t>描述传感器非线性误差</a:t>
          </a:r>
          <a:r>
            <a:rPr lang="zh-CN" altLang="en-US" sz="1600" kern="1200" spc="0" baseline="0" dirty="0" smtClean="0">
              <a:latin typeface="Arial" panose="020B0604020202020204" pitchFamily="34" charset="0"/>
              <a:ea typeface="黑体" panose="02010609060101010101" pitchFamily="49" charset="-122"/>
              <a:cs typeface="Arial" panose="020B0604020202020204" pitchFamily="34" charset="0"/>
            </a:rPr>
            <a:t>、温度</a:t>
          </a:r>
          <a:r>
            <a:rPr lang="zh-CN" altLang="en-US" sz="1600" kern="1200" spc="0" baseline="0" dirty="0" smtClean="0">
              <a:latin typeface="Arial" panose="020B0604020202020204" pitchFamily="34" charset="0"/>
              <a:ea typeface="黑体" panose="02010609060101010101" pitchFamily="49" charset="-122"/>
              <a:cs typeface="Arial" panose="020B0604020202020204" pitchFamily="34" charset="0"/>
            </a:rPr>
            <a:t>灵敏度误差很难确定最终称量结果是否满足规定的误差要求。</a:t>
          </a:r>
          <a:endParaRPr lang="zh-CN" altLang="en-US" sz="1600" kern="1200" spc="0" baseline="0" dirty="0">
            <a:latin typeface="Arial" panose="020B0604020202020204" pitchFamily="34" charset="0"/>
            <a:ea typeface="黑体" panose="02010609060101010101" pitchFamily="49" charset="-122"/>
            <a:cs typeface="Arial" panose="020B0604020202020204" pitchFamily="34" charset="0"/>
          </a:endParaRPr>
        </a:p>
      </dsp:txBody>
      <dsp:txXfrm>
        <a:off x="1213893" y="4365"/>
        <a:ext cx="6984000" cy="1114238"/>
      </dsp:txXfrm>
    </dsp:sp>
    <dsp:sp modelId="{049C5524-2C09-4570-A528-4177968761BC}">
      <dsp:nvSpPr>
        <dsp:cNvPr id="0" name=""/>
        <dsp:cNvSpPr/>
      </dsp:nvSpPr>
      <dsp:spPr>
        <a:xfrm>
          <a:off x="1213893" y="1261992"/>
          <a:ext cx="6984000" cy="1114238"/>
        </a:xfrm>
        <a:prstGeom prst="rect">
          <a:avLst/>
        </a:prstGeom>
        <a:solidFill>
          <a:schemeClr val="accent4">
            <a:lumMod val="50000"/>
          </a:schemeClr>
        </a:solidFill>
        <a:ln w="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180000" lvl="0" indent="0" algn="l" defTabSz="711200" rtl="0">
            <a:lnSpc>
              <a:spcPct val="100000"/>
            </a:lnSpc>
            <a:spcBef>
              <a:spcPct val="0"/>
            </a:spcBef>
            <a:spcAft>
              <a:spcPct val="35000"/>
            </a:spcAft>
          </a:pPr>
          <a:r>
            <a:rPr lang="zh-CN" altLang="en-US" sz="1600" kern="1200" dirty="0" smtClean="0">
              <a:latin typeface="Arial" panose="020B0604020202020204" pitchFamily="34" charset="0"/>
              <a:ea typeface="黑体" panose="02010609060101010101" pitchFamily="49" charset="-122"/>
              <a:cs typeface="Arial" panose="020B0604020202020204" pitchFamily="34" charset="0"/>
            </a:rPr>
            <a:t>实际称量误差由总是由非线性</a:t>
          </a:r>
          <a:r>
            <a:rPr lang="zh-CN" altLang="en-US" sz="1600" kern="1200" dirty="0" smtClean="0">
              <a:latin typeface="Arial" panose="020B0604020202020204" pitchFamily="34" charset="0"/>
              <a:ea typeface="黑体" panose="02010609060101010101" pitchFamily="49" charset="-122"/>
              <a:cs typeface="Arial" panose="020B0604020202020204" pitchFamily="34" charset="0"/>
            </a:rPr>
            <a:t>、温度</a:t>
          </a:r>
          <a:r>
            <a:rPr lang="zh-CN" altLang="en-US" sz="1600" kern="1200" dirty="0" smtClean="0">
              <a:latin typeface="Arial" panose="020B0604020202020204" pitchFamily="34" charset="0"/>
              <a:ea typeface="黑体" panose="02010609060101010101" pitchFamily="49" charset="-122"/>
              <a:cs typeface="Arial" panose="020B0604020202020204" pitchFamily="34" charset="0"/>
            </a:rPr>
            <a:t>影响综合组成的。因此分别研究非线性</a:t>
          </a:r>
          <a:r>
            <a:rPr lang="zh-CN" altLang="en-US" sz="1600" kern="1200" dirty="0" smtClean="0">
              <a:latin typeface="Arial" panose="020B0604020202020204" pitchFamily="34" charset="0"/>
              <a:ea typeface="黑体" panose="02010609060101010101" pitchFamily="49" charset="-122"/>
              <a:cs typeface="Arial" panose="020B0604020202020204" pitchFamily="34" charset="0"/>
            </a:rPr>
            <a:t>、温度</a:t>
          </a:r>
          <a:r>
            <a:rPr lang="zh-CN" altLang="en-US" sz="1600" kern="1200" dirty="0" smtClean="0">
              <a:latin typeface="Arial" panose="020B0604020202020204" pitchFamily="34" charset="0"/>
              <a:ea typeface="黑体" panose="02010609060101010101" pitchFamily="49" charset="-122"/>
              <a:cs typeface="Arial" panose="020B0604020202020204" pitchFamily="34" charset="0"/>
            </a:rPr>
            <a:t>影响与称量误差的关系和影响程度对设计和控制是有实际意义的。</a:t>
          </a:r>
          <a:endParaRPr lang="zh-CN" altLang="en-US" sz="1600" kern="1200" dirty="0">
            <a:latin typeface="Arial" panose="020B0604020202020204" pitchFamily="34" charset="0"/>
            <a:ea typeface="黑体" panose="02010609060101010101" pitchFamily="49" charset="-122"/>
            <a:cs typeface="Arial" panose="020B0604020202020204" pitchFamily="34" charset="0"/>
          </a:endParaRPr>
        </a:p>
      </dsp:txBody>
      <dsp:txXfrm>
        <a:off x="1213893" y="1261992"/>
        <a:ext cx="6984000" cy="1114238"/>
      </dsp:txXfrm>
    </dsp:sp>
    <dsp:sp modelId="{45C1FEDC-CB8E-46C8-92E3-B6B9AFE4943C}">
      <dsp:nvSpPr>
        <dsp:cNvPr id="0" name=""/>
        <dsp:cNvSpPr/>
      </dsp:nvSpPr>
      <dsp:spPr>
        <a:xfrm>
          <a:off x="1213893" y="2519619"/>
          <a:ext cx="6984000" cy="1114238"/>
        </a:xfrm>
        <a:prstGeom prst="rect">
          <a:avLst/>
        </a:prstGeom>
        <a:solidFill>
          <a:srgbClr val="60B612"/>
        </a:solidFill>
        <a:ln w="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180000" lvl="0" indent="0" algn="l" defTabSz="711200" rtl="0">
            <a:lnSpc>
              <a:spcPct val="100000"/>
            </a:lnSpc>
            <a:spcBef>
              <a:spcPct val="0"/>
            </a:spcBef>
            <a:spcAft>
              <a:spcPts val="0"/>
            </a:spcAft>
          </a:pPr>
          <a:r>
            <a:rPr lang="zh-CN" altLang="en-US" sz="1600" kern="1200" dirty="0" smtClean="0">
              <a:latin typeface="Arial" panose="020B0604020202020204" pitchFamily="34" charset="0"/>
              <a:ea typeface="黑体" panose="02010609060101010101" pitchFamily="49" charset="-122"/>
              <a:cs typeface="Arial" panose="020B0604020202020204" pitchFamily="34" charset="0"/>
            </a:rPr>
            <a:t>非线性误差与温度对灵敏度影响一起组成了毛重称量误差，因此应根据产品实际合理分配非线性和温度对灵敏度影响。只有非线性误差可以忽略不计时，才可以考虑温度对灵敏度影响按满量程最大允许误差控制。</a:t>
          </a:r>
          <a:endParaRPr lang="zh-CN" altLang="en-US" sz="1600" kern="1200" dirty="0">
            <a:latin typeface="Arial" panose="020B0604020202020204" pitchFamily="34" charset="0"/>
            <a:ea typeface="黑体" panose="02010609060101010101" pitchFamily="49" charset="-122"/>
            <a:cs typeface="Arial" panose="020B0604020202020204" pitchFamily="34" charset="0"/>
          </a:endParaRPr>
        </a:p>
      </dsp:txBody>
      <dsp:txXfrm>
        <a:off x="1213893" y="2519619"/>
        <a:ext cx="6984000" cy="1114238"/>
      </dsp:txXfrm>
    </dsp:sp>
    <dsp:sp modelId="{0589AE7D-474C-4E74-B6FA-CE821D121368}">
      <dsp:nvSpPr>
        <dsp:cNvPr id="0" name=""/>
        <dsp:cNvSpPr/>
      </dsp:nvSpPr>
      <dsp:spPr>
        <a:xfrm>
          <a:off x="1213893" y="3777245"/>
          <a:ext cx="6984000" cy="1114238"/>
        </a:xfrm>
        <a:prstGeom prst="rect">
          <a:avLst/>
        </a:prstGeom>
        <a:solidFill>
          <a:srgbClr val="FF9900"/>
        </a:solidFill>
        <a:ln w="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180000" lvl="0" indent="0" algn="l" defTabSz="711200" rtl="0">
            <a:lnSpc>
              <a:spcPct val="100000"/>
            </a:lnSpc>
            <a:spcBef>
              <a:spcPct val="0"/>
            </a:spcBef>
            <a:spcAft>
              <a:spcPts val="0"/>
            </a:spcAft>
          </a:pPr>
          <a:r>
            <a:rPr lang="zh-CN" altLang="en-US" sz="1600" kern="1200" dirty="0" smtClean="0">
              <a:latin typeface="Arial" panose="020B0604020202020204" pitchFamily="34" charset="0"/>
              <a:ea typeface="黑体" panose="02010609060101010101" pitchFamily="49" charset="-122"/>
              <a:cs typeface="Arial" panose="020B0604020202020204" pitchFamily="34" charset="0"/>
            </a:rPr>
            <a:t>滞后误差是同一载荷在加载时的误差和卸载时的差确定的，其大小确定了传感器是否可以在具有除皮功能的衡器上使用，或根据传感器滞后误差特性，需要对衡器除皮功能的能力进行限定，例如规定的最大除皮不是最大称量。</a:t>
          </a:r>
          <a:endParaRPr lang="zh-CN" altLang="en-US" sz="1600" kern="1200" dirty="0">
            <a:latin typeface="Arial" panose="020B0604020202020204" pitchFamily="34" charset="0"/>
            <a:ea typeface="黑体" panose="02010609060101010101" pitchFamily="49" charset="-122"/>
            <a:cs typeface="Arial" panose="020B0604020202020204" pitchFamily="34" charset="0"/>
          </a:endParaRPr>
        </a:p>
      </dsp:txBody>
      <dsp:txXfrm>
        <a:off x="1213893" y="3777245"/>
        <a:ext cx="6984000" cy="1114238"/>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57D0D12-7A59-402C-B5C8-922CB3FD046A}">
      <dsp:nvSpPr>
        <dsp:cNvPr id="0" name=""/>
        <dsp:cNvSpPr/>
      </dsp:nvSpPr>
      <dsp:spPr>
        <a:xfrm rot="5400000">
          <a:off x="4659264" y="-2686091"/>
          <a:ext cx="726886" cy="6140850"/>
        </a:xfrm>
        <a:prstGeom prst="round2SameRect">
          <a:avLst/>
        </a:prstGeom>
        <a:noFill/>
        <a:ln w="0" cap="flat" cmpd="sng" algn="ctr">
          <a:solidFill>
            <a:schemeClr val="tx1">
              <a:alpha val="9000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71450" lvl="1" indent="-171450" algn="l" defTabSz="711200" rtl="0">
            <a:lnSpc>
              <a:spcPct val="90000"/>
            </a:lnSpc>
            <a:spcBef>
              <a:spcPct val="0"/>
            </a:spcBef>
            <a:spcAft>
              <a:spcPct val="15000"/>
            </a:spcAft>
            <a:buChar char="••"/>
          </a:pPr>
          <a:r>
            <a:rPr lang="zh-CN" altLang="en-US" sz="1600" kern="1200" dirty="0" smtClean="0">
              <a:latin typeface="黑体" panose="02010609060101010101" pitchFamily="49" charset="-122"/>
              <a:ea typeface="黑体" panose="02010609060101010101" pitchFamily="49" charset="-122"/>
            </a:rPr>
            <a:t>小 </a:t>
          </a:r>
          <a:r>
            <a:rPr lang="en-US" altLang="zh-CN" sz="1600" kern="1200" dirty="0" smtClean="0">
              <a:latin typeface="黑体" panose="02010609060101010101" pitchFamily="49" charset="-122"/>
              <a:ea typeface="黑体" panose="02010609060101010101" pitchFamily="49" charset="-122"/>
            </a:rPr>
            <a:t>- </a:t>
          </a:r>
          <a:r>
            <a:rPr lang="zh-CN" altLang="en-US" sz="1600" kern="1200" dirty="0" smtClean="0">
              <a:latin typeface="黑体" panose="02010609060101010101" pitchFamily="49" charset="-122"/>
              <a:ea typeface="黑体" panose="02010609060101010101" pitchFamily="49" charset="-122"/>
            </a:rPr>
            <a:t>高准确度和大分度数，没有好的线性度不可能有高精度；</a:t>
          </a:r>
          <a:endParaRPr lang="zh-CN" altLang="en-US" sz="1600" kern="1200" dirty="0">
            <a:latin typeface="黑体" panose="02010609060101010101" pitchFamily="49" charset="-122"/>
            <a:ea typeface="黑体" panose="02010609060101010101" pitchFamily="49" charset="-122"/>
          </a:endParaRPr>
        </a:p>
      </dsp:txBody>
      <dsp:txXfrm rot="-5400000">
        <a:off x="1952282" y="56375"/>
        <a:ext cx="6105366" cy="655918"/>
      </dsp:txXfrm>
    </dsp:sp>
    <dsp:sp modelId="{FEFD1FC1-D88A-41CA-A6CD-DB136BF01412}">
      <dsp:nvSpPr>
        <dsp:cNvPr id="0" name=""/>
        <dsp:cNvSpPr/>
      </dsp:nvSpPr>
      <dsp:spPr>
        <a:xfrm>
          <a:off x="260292" y="3648"/>
          <a:ext cx="1691989" cy="761369"/>
        </a:xfrm>
        <a:prstGeom prst="roundRect">
          <a:avLst/>
        </a:prstGeom>
        <a:solidFill>
          <a:schemeClr val="accent3"/>
        </a:solidFill>
        <a:ln w="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30480" rIns="60960" bIns="30480" numCol="1" spcCol="1270" anchor="ctr" anchorCtr="0">
          <a:noAutofit/>
        </a:bodyPr>
        <a:lstStyle/>
        <a:p>
          <a:pPr lvl="0" algn="l" defTabSz="711200" rtl="0">
            <a:lnSpc>
              <a:spcPct val="90000"/>
            </a:lnSpc>
            <a:spcBef>
              <a:spcPct val="0"/>
            </a:spcBef>
            <a:spcAft>
              <a:spcPct val="35000"/>
            </a:spcAft>
          </a:pPr>
          <a:r>
            <a:rPr lang="zh-CN" altLang="en-US" sz="1600" kern="1200" baseline="0" smtClean="0">
              <a:latin typeface="黑体" panose="02010609060101010101" pitchFamily="49" charset="-122"/>
              <a:ea typeface="黑体" panose="02010609060101010101" pitchFamily="49" charset="-122"/>
            </a:rPr>
            <a:t>线性误差</a:t>
          </a:r>
          <a:endParaRPr lang="zh-CN" altLang="en-US" sz="1600" kern="1200">
            <a:latin typeface="黑体" panose="02010609060101010101" pitchFamily="49" charset="-122"/>
            <a:ea typeface="黑体" panose="02010609060101010101" pitchFamily="49" charset="-122"/>
          </a:endParaRPr>
        </a:p>
      </dsp:txBody>
      <dsp:txXfrm>
        <a:off x="297459" y="40815"/>
        <a:ext cx="1617655" cy="687035"/>
      </dsp:txXfrm>
    </dsp:sp>
    <dsp:sp modelId="{FFD69FDB-F3CA-45F5-8462-AC4FBD3D0E9D}">
      <dsp:nvSpPr>
        <dsp:cNvPr id="0" name=""/>
        <dsp:cNvSpPr/>
      </dsp:nvSpPr>
      <dsp:spPr>
        <a:xfrm rot="5400000">
          <a:off x="4659264" y="-1860655"/>
          <a:ext cx="726886" cy="6140850"/>
        </a:xfrm>
        <a:prstGeom prst="round2SameRect">
          <a:avLst/>
        </a:prstGeom>
        <a:noFill/>
        <a:ln w="0" cap="flat" cmpd="sng" algn="ctr">
          <a:solidFill>
            <a:schemeClr val="tx1">
              <a:alpha val="9000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71450" lvl="1" indent="-171450" algn="l" defTabSz="711200" rtl="0">
            <a:lnSpc>
              <a:spcPct val="90000"/>
            </a:lnSpc>
            <a:spcBef>
              <a:spcPct val="0"/>
            </a:spcBef>
            <a:spcAft>
              <a:spcPct val="15000"/>
            </a:spcAft>
            <a:buChar char="••"/>
          </a:pPr>
          <a:r>
            <a:rPr lang="zh-CN" altLang="en-US" sz="1600" kern="1200" dirty="0" smtClean="0">
              <a:latin typeface="黑体" panose="02010609060101010101" pitchFamily="49" charset="-122"/>
              <a:ea typeface="黑体" panose="02010609060101010101" pitchFamily="49" charset="-122"/>
            </a:rPr>
            <a:t>小 </a:t>
          </a:r>
          <a:r>
            <a:rPr lang="en-US" altLang="zh-CN" sz="1600" kern="1200" dirty="0" smtClean="0">
              <a:latin typeface="黑体" panose="02010609060101010101" pitchFamily="49" charset="-122"/>
              <a:ea typeface="黑体" panose="02010609060101010101" pitchFamily="49" charset="-122"/>
            </a:rPr>
            <a:t>- </a:t>
          </a:r>
          <a:r>
            <a:rPr lang="zh-CN" altLang="en-US" sz="1600" kern="1200" dirty="0" smtClean="0">
              <a:latin typeface="黑体" panose="02010609060101010101" pitchFamily="49" charset="-122"/>
              <a:ea typeface="黑体" panose="02010609060101010101" pitchFamily="49" charset="-122"/>
            </a:rPr>
            <a:t>满足净重（除皮功能）称量误差要求，滞后大不可能满称量范围除皮</a:t>
          </a:r>
          <a:endParaRPr lang="zh-CN" altLang="en-US" sz="1600" kern="1200" dirty="0">
            <a:latin typeface="黑体" panose="02010609060101010101" pitchFamily="49" charset="-122"/>
            <a:ea typeface="黑体" panose="02010609060101010101" pitchFamily="49" charset="-122"/>
          </a:endParaRPr>
        </a:p>
      </dsp:txBody>
      <dsp:txXfrm rot="-5400000">
        <a:off x="1952282" y="881811"/>
        <a:ext cx="6105366" cy="655918"/>
      </dsp:txXfrm>
    </dsp:sp>
    <dsp:sp modelId="{23D51D2E-D171-419D-B537-5FB9DDB8D293}">
      <dsp:nvSpPr>
        <dsp:cNvPr id="0" name=""/>
        <dsp:cNvSpPr/>
      </dsp:nvSpPr>
      <dsp:spPr>
        <a:xfrm>
          <a:off x="260292" y="829085"/>
          <a:ext cx="1691989" cy="761369"/>
        </a:xfrm>
        <a:prstGeom prst="roundRect">
          <a:avLst/>
        </a:prstGeom>
        <a:solidFill>
          <a:schemeClr val="accent3"/>
        </a:solidFill>
        <a:ln w="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30480" rIns="60960" bIns="30480" numCol="1" spcCol="1270" anchor="ctr" anchorCtr="0">
          <a:noAutofit/>
        </a:bodyPr>
        <a:lstStyle/>
        <a:p>
          <a:pPr lvl="0" algn="l" defTabSz="711200" rtl="0">
            <a:lnSpc>
              <a:spcPct val="90000"/>
            </a:lnSpc>
            <a:spcBef>
              <a:spcPct val="0"/>
            </a:spcBef>
            <a:spcAft>
              <a:spcPct val="35000"/>
            </a:spcAft>
          </a:pPr>
          <a:r>
            <a:rPr lang="zh-CN" altLang="en-US" sz="1600" kern="1200" baseline="0" smtClean="0">
              <a:latin typeface="黑体" panose="02010609060101010101" pitchFamily="49" charset="-122"/>
              <a:ea typeface="黑体" panose="02010609060101010101" pitchFamily="49" charset="-122"/>
            </a:rPr>
            <a:t>滞后</a:t>
          </a:r>
          <a:endParaRPr lang="zh-CN" altLang="en-US" sz="1600" kern="1200">
            <a:latin typeface="黑体" panose="02010609060101010101" pitchFamily="49" charset="-122"/>
            <a:ea typeface="黑体" panose="02010609060101010101" pitchFamily="49" charset="-122"/>
          </a:endParaRPr>
        </a:p>
      </dsp:txBody>
      <dsp:txXfrm>
        <a:off x="297459" y="866252"/>
        <a:ext cx="1617655" cy="687035"/>
      </dsp:txXfrm>
    </dsp:sp>
    <dsp:sp modelId="{6AB948B2-8DA4-4609-89BB-455567AD661C}">
      <dsp:nvSpPr>
        <dsp:cNvPr id="0" name=""/>
        <dsp:cNvSpPr/>
      </dsp:nvSpPr>
      <dsp:spPr>
        <a:xfrm rot="5400000">
          <a:off x="4659264" y="-1035218"/>
          <a:ext cx="726886" cy="6140850"/>
        </a:xfrm>
        <a:prstGeom prst="round2SameRect">
          <a:avLst/>
        </a:prstGeom>
        <a:noFill/>
        <a:ln w="0" cap="flat" cmpd="sng" algn="ctr">
          <a:solidFill>
            <a:schemeClr val="tx1">
              <a:alpha val="9000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71450" lvl="1" indent="-171450" algn="l" defTabSz="711200" rtl="0">
            <a:lnSpc>
              <a:spcPct val="90000"/>
            </a:lnSpc>
            <a:spcBef>
              <a:spcPct val="0"/>
            </a:spcBef>
            <a:spcAft>
              <a:spcPct val="15000"/>
            </a:spcAft>
            <a:buChar char="••"/>
          </a:pPr>
          <a:r>
            <a:rPr lang="zh-CN" altLang="en-US" sz="1600" kern="1200" dirty="0" smtClean="0">
              <a:latin typeface="黑体" panose="02010609060101010101" pitchFamily="49" charset="-122"/>
              <a:ea typeface="黑体" panose="02010609060101010101" pitchFamily="49" charset="-122"/>
            </a:rPr>
            <a:t>小 </a:t>
          </a:r>
          <a:r>
            <a:rPr lang="en-US" altLang="zh-CN" sz="1600" kern="1200" dirty="0" smtClean="0">
              <a:latin typeface="黑体" panose="02010609060101010101" pitchFamily="49" charset="-122"/>
              <a:ea typeface="黑体" panose="02010609060101010101" pitchFamily="49" charset="-122"/>
            </a:rPr>
            <a:t>- </a:t>
          </a:r>
          <a:r>
            <a:rPr lang="zh-CN" altLang="en-US" sz="1600" kern="1200" dirty="0" smtClean="0">
              <a:latin typeface="黑体" panose="02010609060101010101" pitchFamily="49" charset="-122"/>
              <a:ea typeface="黑体" panose="02010609060101010101" pitchFamily="49" charset="-122"/>
            </a:rPr>
            <a:t>满足多分度值衡器，没有小的回零就没有多分度衡器</a:t>
          </a:r>
          <a:endParaRPr lang="zh-CN" altLang="en-US" sz="1600" kern="1200" dirty="0">
            <a:latin typeface="黑体" panose="02010609060101010101" pitchFamily="49" charset="-122"/>
            <a:ea typeface="黑体" panose="02010609060101010101" pitchFamily="49" charset="-122"/>
          </a:endParaRPr>
        </a:p>
      </dsp:txBody>
      <dsp:txXfrm rot="-5400000">
        <a:off x="1952282" y="1707248"/>
        <a:ext cx="6105366" cy="655918"/>
      </dsp:txXfrm>
    </dsp:sp>
    <dsp:sp modelId="{8EF2DBCD-43D8-4A29-BADE-4DA771CA5BD2}">
      <dsp:nvSpPr>
        <dsp:cNvPr id="0" name=""/>
        <dsp:cNvSpPr/>
      </dsp:nvSpPr>
      <dsp:spPr>
        <a:xfrm>
          <a:off x="260292" y="1654521"/>
          <a:ext cx="1691989" cy="761369"/>
        </a:xfrm>
        <a:prstGeom prst="roundRect">
          <a:avLst/>
        </a:prstGeom>
        <a:solidFill>
          <a:schemeClr val="accent3"/>
        </a:solidFill>
        <a:ln w="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30480" rIns="60960" bIns="30480" numCol="1" spcCol="1270" anchor="ctr" anchorCtr="0">
          <a:noAutofit/>
        </a:bodyPr>
        <a:lstStyle/>
        <a:p>
          <a:pPr lvl="0" algn="l" defTabSz="711200" rtl="0">
            <a:lnSpc>
              <a:spcPct val="90000"/>
            </a:lnSpc>
            <a:spcBef>
              <a:spcPct val="0"/>
            </a:spcBef>
            <a:spcAft>
              <a:spcPct val="35000"/>
            </a:spcAft>
          </a:pPr>
          <a:r>
            <a:rPr lang="zh-CN" altLang="en-US" sz="1600" kern="1200" baseline="0" dirty="0" smtClean="0">
              <a:latin typeface="黑体" panose="02010609060101010101" pitchFamily="49" charset="-122"/>
              <a:ea typeface="黑体" panose="02010609060101010101" pitchFamily="49" charset="-122"/>
            </a:rPr>
            <a:t>蠕变回零（</a:t>
          </a:r>
          <a:r>
            <a:rPr lang="en-US" altLang="zh-CN" sz="1600" kern="1200" baseline="0" dirty="0" smtClean="0">
              <a:latin typeface="黑体" panose="02010609060101010101" pitchFamily="49" charset="-122"/>
              <a:ea typeface="黑体" panose="02010609060101010101" pitchFamily="49" charset="-122"/>
            </a:rPr>
            <a:t>Z</a:t>
          </a:r>
          <a:r>
            <a:rPr lang="zh-CN" altLang="en-US" sz="1600" kern="1200" baseline="0" dirty="0" smtClean="0">
              <a:latin typeface="黑体" panose="02010609060101010101" pitchFamily="49" charset="-122"/>
              <a:ea typeface="黑体" panose="02010609060101010101" pitchFamily="49" charset="-122"/>
            </a:rPr>
            <a:t>）</a:t>
          </a:r>
          <a:endParaRPr lang="zh-CN" altLang="en-US" sz="1600" kern="1200" dirty="0">
            <a:latin typeface="黑体" panose="02010609060101010101" pitchFamily="49" charset="-122"/>
            <a:ea typeface="黑体" panose="02010609060101010101" pitchFamily="49" charset="-122"/>
          </a:endParaRPr>
        </a:p>
      </dsp:txBody>
      <dsp:txXfrm>
        <a:off x="297459" y="1691688"/>
        <a:ext cx="1617655" cy="687035"/>
      </dsp:txXfrm>
    </dsp:sp>
    <dsp:sp modelId="{8ED7C832-B523-494A-81F3-AF45F1891806}">
      <dsp:nvSpPr>
        <dsp:cNvPr id="0" name=""/>
        <dsp:cNvSpPr/>
      </dsp:nvSpPr>
      <dsp:spPr>
        <a:xfrm rot="5400000">
          <a:off x="4659264" y="-209782"/>
          <a:ext cx="726886" cy="6140850"/>
        </a:xfrm>
        <a:prstGeom prst="round2SameRect">
          <a:avLst/>
        </a:prstGeom>
        <a:noFill/>
        <a:ln w="0" cap="flat" cmpd="sng" algn="ctr">
          <a:solidFill>
            <a:schemeClr val="tx1">
              <a:alpha val="9000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71450" lvl="1" indent="-171450" algn="l" defTabSz="711200" rtl="0">
            <a:lnSpc>
              <a:spcPct val="90000"/>
            </a:lnSpc>
            <a:spcBef>
              <a:spcPct val="0"/>
            </a:spcBef>
            <a:spcAft>
              <a:spcPct val="15000"/>
            </a:spcAft>
            <a:buChar char="••"/>
          </a:pPr>
          <a:r>
            <a:rPr lang="zh-CN" altLang="en-US" sz="1600" kern="1200" dirty="0" smtClean="0">
              <a:latin typeface="黑体" panose="02010609060101010101" pitchFamily="49" charset="-122"/>
              <a:ea typeface="黑体" panose="02010609060101010101" pitchFamily="49" charset="-122"/>
            </a:rPr>
            <a:t>小 </a:t>
          </a:r>
          <a:r>
            <a:rPr lang="en-US" altLang="zh-CN" sz="1600" kern="1200" dirty="0" smtClean="0">
              <a:latin typeface="黑体" panose="02010609060101010101" pitchFamily="49" charset="-122"/>
              <a:ea typeface="黑体" panose="02010609060101010101" pitchFamily="49" charset="-122"/>
            </a:rPr>
            <a:t>- </a:t>
          </a:r>
          <a:r>
            <a:rPr lang="zh-CN" altLang="en-US" sz="1600" kern="1200" dirty="0" smtClean="0">
              <a:latin typeface="黑体" panose="02010609060101010101" pitchFamily="49" charset="-122"/>
              <a:ea typeface="黑体" panose="02010609060101010101" pitchFamily="49" charset="-122"/>
            </a:rPr>
            <a:t>利用大容量传感器解决衡器需要大的静载荷（自动衡器）和实现添加皮重功能</a:t>
          </a:r>
          <a:endParaRPr lang="zh-CN" altLang="en-US" sz="1600" kern="1200" dirty="0">
            <a:latin typeface="黑体" panose="02010609060101010101" pitchFamily="49" charset="-122"/>
            <a:ea typeface="黑体" panose="02010609060101010101" pitchFamily="49" charset="-122"/>
          </a:endParaRPr>
        </a:p>
      </dsp:txBody>
      <dsp:txXfrm rot="-5400000">
        <a:off x="1952282" y="2532684"/>
        <a:ext cx="6105366" cy="655918"/>
      </dsp:txXfrm>
    </dsp:sp>
    <dsp:sp modelId="{E348F3FA-6052-4CA0-8965-17A03BAF582E}">
      <dsp:nvSpPr>
        <dsp:cNvPr id="0" name=""/>
        <dsp:cNvSpPr/>
      </dsp:nvSpPr>
      <dsp:spPr>
        <a:xfrm>
          <a:off x="260292" y="2479958"/>
          <a:ext cx="1691989" cy="761369"/>
        </a:xfrm>
        <a:prstGeom prst="roundRect">
          <a:avLst/>
        </a:prstGeom>
        <a:solidFill>
          <a:schemeClr val="accent3"/>
        </a:solidFill>
        <a:ln w="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30480" rIns="60960" bIns="30480" numCol="1" spcCol="1270" anchor="ctr" anchorCtr="0">
          <a:noAutofit/>
        </a:bodyPr>
        <a:lstStyle/>
        <a:p>
          <a:pPr lvl="0" algn="l" defTabSz="711200" rtl="0">
            <a:lnSpc>
              <a:spcPct val="90000"/>
            </a:lnSpc>
            <a:spcBef>
              <a:spcPct val="0"/>
            </a:spcBef>
            <a:spcAft>
              <a:spcPct val="35000"/>
            </a:spcAft>
          </a:pPr>
          <a:r>
            <a:rPr lang="zh-CN" altLang="en-US" sz="1600" kern="1200" baseline="0" smtClean="0">
              <a:latin typeface="黑体" panose="02010609060101010101" pitchFamily="49" charset="-122"/>
              <a:ea typeface="黑体" panose="02010609060101010101" pitchFamily="49" charset="-122"/>
            </a:rPr>
            <a:t>最小检定分度值</a:t>
          </a:r>
          <a:endParaRPr lang="zh-CN" altLang="en-US" sz="1600" kern="1200">
            <a:latin typeface="黑体" panose="02010609060101010101" pitchFamily="49" charset="-122"/>
            <a:ea typeface="黑体" panose="02010609060101010101" pitchFamily="49" charset="-122"/>
          </a:endParaRPr>
        </a:p>
      </dsp:txBody>
      <dsp:txXfrm>
        <a:off x="297459" y="2517125"/>
        <a:ext cx="1617655" cy="687035"/>
      </dsp:txXfrm>
    </dsp:sp>
    <dsp:sp modelId="{11FA5B66-9F35-4F3A-AE52-B7AF75725BE0}">
      <dsp:nvSpPr>
        <dsp:cNvPr id="0" name=""/>
        <dsp:cNvSpPr/>
      </dsp:nvSpPr>
      <dsp:spPr>
        <a:xfrm rot="5400000">
          <a:off x="4659264" y="615654"/>
          <a:ext cx="726886" cy="6140850"/>
        </a:xfrm>
        <a:prstGeom prst="round2SameRect">
          <a:avLst/>
        </a:prstGeom>
        <a:noFill/>
        <a:ln w="0" cap="flat" cmpd="sng" algn="ctr">
          <a:solidFill>
            <a:schemeClr val="tx1">
              <a:alpha val="9000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71450" lvl="1" indent="-171450" algn="l" defTabSz="711200" rtl="0">
            <a:lnSpc>
              <a:spcPct val="90000"/>
            </a:lnSpc>
            <a:spcBef>
              <a:spcPct val="0"/>
            </a:spcBef>
            <a:spcAft>
              <a:spcPct val="15000"/>
            </a:spcAft>
            <a:buChar char="••"/>
          </a:pPr>
          <a:r>
            <a:rPr lang="zh-CN" altLang="en-US" sz="1600" kern="1200" dirty="0" smtClean="0">
              <a:latin typeface="黑体" panose="02010609060101010101" pitchFamily="49" charset="-122"/>
              <a:ea typeface="黑体" panose="02010609060101010101" pitchFamily="49" charset="-122"/>
            </a:rPr>
            <a:t>好 </a:t>
          </a:r>
          <a:r>
            <a:rPr lang="en-US" altLang="zh-CN" sz="1600" kern="1200" dirty="0" smtClean="0">
              <a:latin typeface="黑体" panose="02010609060101010101" pitchFamily="49" charset="-122"/>
              <a:ea typeface="黑体" panose="02010609060101010101" pitchFamily="49" charset="-122"/>
            </a:rPr>
            <a:t>- </a:t>
          </a:r>
          <a:r>
            <a:rPr lang="zh-CN" altLang="en-US" sz="1600" kern="1200" dirty="0" smtClean="0">
              <a:latin typeface="黑体" panose="02010609060101010101" pitchFamily="49" charset="-122"/>
              <a:ea typeface="黑体" panose="02010609060101010101" pitchFamily="49" charset="-122"/>
            </a:rPr>
            <a:t>更广宽的应用市场，高精度</a:t>
          </a:r>
          <a:endParaRPr lang="zh-CN" altLang="en-US" sz="1600" kern="1200" dirty="0">
            <a:latin typeface="黑体" panose="02010609060101010101" pitchFamily="49" charset="-122"/>
            <a:ea typeface="黑体" panose="02010609060101010101" pitchFamily="49" charset="-122"/>
          </a:endParaRPr>
        </a:p>
      </dsp:txBody>
      <dsp:txXfrm rot="-5400000">
        <a:off x="1952282" y="3358120"/>
        <a:ext cx="6105366" cy="655918"/>
      </dsp:txXfrm>
    </dsp:sp>
    <dsp:sp modelId="{DBB3932C-7957-44B2-BEBC-8F14E2307AF5}">
      <dsp:nvSpPr>
        <dsp:cNvPr id="0" name=""/>
        <dsp:cNvSpPr/>
      </dsp:nvSpPr>
      <dsp:spPr>
        <a:xfrm>
          <a:off x="260292" y="3305394"/>
          <a:ext cx="1691989" cy="761369"/>
        </a:xfrm>
        <a:prstGeom prst="roundRect">
          <a:avLst/>
        </a:prstGeom>
        <a:solidFill>
          <a:schemeClr val="accent3"/>
        </a:solidFill>
        <a:ln w="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30480" rIns="60960" bIns="30480" numCol="1" spcCol="1270" anchor="ctr" anchorCtr="0">
          <a:noAutofit/>
        </a:bodyPr>
        <a:lstStyle/>
        <a:p>
          <a:pPr lvl="0" algn="l" defTabSz="711200" rtl="0">
            <a:lnSpc>
              <a:spcPct val="90000"/>
            </a:lnSpc>
            <a:spcBef>
              <a:spcPct val="0"/>
            </a:spcBef>
            <a:spcAft>
              <a:spcPct val="35000"/>
            </a:spcAft>
          </a:pPr>
          <a:r>
            <a:rPr lang="zh-CN" altLang="en-US" sz="1600" kern="1200" baseline="0" smtClean="0">
              <a:latin typeface="黑体" panose="02010609060101010101" pitchFamily="49" charset="-122"/>
              <a:ea typeface="黑体" panose="02010609060101010101" pitchFamily="49" charset="-122"/>
            </a:rPr>
            <a:t>灵敏度温度特性 </a:t>
          </a:r>
          <a:endParaRPr lang="zh-CN" altLang="en-US" sz="1600" kern="1200">
            <a:latin typeface="黑体" panose="02010609060101010101" pitchFamily="49" charset="-122"/>
            <a:ea typeface="黑体" panose="02010609060101010101" pitchFamily="49" charset="-122"/>
          </a:endParaRPr>
        </a:p>
      </dsp:txBody>
      <dsp:txXfrm>
        <a:off x="297459" y="3342561"/>
        <a:ext cx="1617655" cy="687035"/>
      </dsp:txXfrm>
    </dsp:sp>
    <dsp:sp modelId="{8BA96FAC-1BFD-482E-945C-2FE5C8865DB5}">
      <dsp:nvSpPr>
        <dsp:cNvPr id="0" name=""/>
        <dsp:cNvSpPr/>
      </dsp:nvSpPr>
      <dsp:spPr>
        <a:xfrm rot="5400000">
          <a:off x="4659264" y="1441090"/>
          <a:ext cx="726886" cy="6140850"/>
        </a:xfrm>
        <a:prstGeom prst="round2SameRect">
          <a:avLst/>
        </a:prstGeom>
        <a:noFill/>
        <a:ln w="0" cap="flat" cmpd="sng" algn="ctr">
          <a:solidFill>
            <a:schemeClr val="tx1">
              <a:alpha val="9000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71450" lvl="1" indent="-171450" algn="l" defTabSz="711200" rtl="0">
            <a:lnSpc>
              <a:spcPct val="90000"/>
            </a:lnSpc>
            <a:spcBef>
              <a:spcPct val="0"/>
            </a:spcBef>
            <a:spcAft>
              <a:spcPct val="15000"/>
            </a:spcAft>
            <a:buChar char="••"/>
          </a:pPr>
          <a:r>
            <a:rPr lang="zh-CN" altLang="en-US" sz="1600" kern="1200" dirty="0" smtClean="0">
              <a:latin typeface="黑体" panose="02010609060101010101" pitchFamily="49" charset="-122"/>
              <a:ea typeface="黑体" panose="02010609060101010101" pitchFamily="49" charset="-122"/>
            </a:rPr>
            <a:t>好 </a:t>
          </a:r>
          <a:r>
            <a:rPr lang="en-US" altLang="zh-CN" sz="1600" kern="1200" dirty="0" smtClean="0">
              <a:latin typeface="黑体" panose="02010609060101010101" pitchFamily="49" charset="-122"/>
              <a:ea typeface="黑体" panose="02010609060101010101" pitchFamily="49" charset="-122"/>
            </a:rPr>
            <a:t>- </a:t>
          </a:r>
          <a:r>
            <a:rPr lang="zh-CN" altLang="en-US" sz="1600" kern="1200" dirty="0" smtClean="0">
              <a:latin typeface="黑体" panose="02010609060101010101" pitchFamily="49" charset="-122"/>
              <a:ea typeface="黑体" panose="02010609060101010101" pitchFamily="49" charset="-122"/>
            </a:rPr>
            <a:t>称量结果有高的可信度</a:t>
          </a:r>
          <a:endParaRPr lang="zh-CN" altLang="en-US" sz="1600" kern="1200" dirty="0">
            <a:latin typeface="黑体" panose="02010609060101010101" pitchFamily="49" charset="-122"/>
            <a:ea typeface="黑体" panose="02010609060101010101" pitchFamily="49" charset="-122"/>
          </a:endParaRPr>
        </a:p>
      </dsp:txBody>
      <dsp:txXfrm rot="-5400000">
        <a:off x="1952282" y="4183556"/>
        <a:ext cx="6105366" cy="655918"/>
      </dsp:txXfrm>
    </dsp:sp>
    <dsp:sp modelId="{0E871D42-1C12-4D84-BFE7-1A67F6E3D3C4}">
      <dsp:nvSpPr>
        <dsp:cNvPr id="0" name=""/>
        <dsp:cNvSpPr/>
      </dsp:nvSpPr>
      <dsp:spPr>
        <a:xfrm>
          <a:off x="260292" y="4130831"/>
          <a:ext cx="1691989" cy="761369"/>
        </a:xfrm>
        <a:prstGeom prst="roundRect">
          <a:avLst/>
        </a:prstGeom>
        <a:solidFill>
          <a:schemeClr val="accent3"/>
        </a:solidFill>
        <a:ln w="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30480" rIns="60960" bIns="30480" numCol="1" spcCol="1270" anchor="ctr" anchorCtr="0">
          <a:noAutofit/>
        </a:bodyPr>
        <a:lstStyle/>
        <a:p>
          <a:pPr lvl="0" algn="l" defTabSz="711200" rtl="0">
            <a:lnSpc>
              <a:spcPct val="90000"/>
            </a:lnSpc>
            <a:spcBef>
              <a:spcPct val="0"/>
            </a:spcBef>
            <a:spcAft>
              <a:spcPct val="35000"/>
            </a:spcAft>
          </a:pPr>
          <a:r>
            <a:rPr lang="zh-CN" altLang="en-US" sz="1600" kern="1200" baseline="0" smtClean="0">
              <a:latin typeface="黑体" panose="02010609060101010101" pitchFamily="49" charset="-122"/>
              <a:ea typeface="黑体" panose="02010609060101010101" pitchFamily="49" charset="-122"/>
            </a:rPr>
            <a:t>重复性</a:t>
          </a:r>
          <a:endParaRPr lang="zh-CN" altLang="en-US" sz="1600" kern="1200">
            <a:latin typeface="黑体" panose="02010609060101010101" pitchFamily="49" charset="-122"/>
            <a:ea typeface="黑体" panose="02010609060101010101" pitchFamily="49" charset="-122"/>
          </a:endParaRPr>
        </a:p>
      </dsp:txBody>
      <dsp:txXfrm>
        <a:off x="297459" y="4167998"/>
        <a:ext cx="1617655" cy="687035"/>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9BDA6DC-B290-4D1B-973C-18FB181975B6}">
      <dsp:nvSpPr>
        <dsp:cNvPr id="0" name=""/>
        <dsp:cNvSpPr/>
      </dsp:nvSpPr>
      <dsp:spPr>
        <a:xfrm>
          <a:off x="0" y="542661"/>
          <a:ext cx="1439990" cy="719997"/>
        </a:xfrm>
        <a:prstGeom prst="roundRect">
          <a:avLst>
            <a:gd name="adj" fmla="val 10000"/>
          </a:avLst>
        </a:prstGeom>
        <a:solidFill>
          <a:schemeClr val="bg1"/>
        </a:solidFill>
        <a:ln w="0" cap="flat" cmpd="sng" algn="ctr">
          <a:noFill/>
          <a:prstDash val="solid"/>
        </a:ln>
        <a:effectLst/>
      </dsp:spPr>
      <dsp:style>
        <a:lnRef idx="2">
          <a:schemeClr val="dk1"/>
        </a:lnRef>
        <a:fillRef idx="1">
          <a:schemeClr val="lt1"/>
        </a:fillRef>
        <a:effectRef idx="0">
          <a:schemeClr val="dk1"/>
        </a:effectRef>
        <a:fontRef idx="minor">
          <a:schemeClr val="dk1"/>
        </a:fontRef>
      </dsp:style>
      <dsp:txBody>
        <a:bodyPr spcFirstLastPara="0" vert="horz" wrap="square" lIns="53340" tIns="53340" rIns="53340" bIns="53340" numCol="1" spcCol="1270" anchor="ctr" anchorCtr="0">
          <a:noAutofit/>
        </a:bodyPr>
        <a:lstStyle/>
        <a:p>
          <a:pPr lvl="0" algn="ctr" defTabSz="622300">
            <a:lnSpc>
              <a:spcPct val="90000"/>
            </a:lnSpc>
            <a:spcBef>
              <a:spcPct val="0"/>
            </a:spcBef>
            <a:spcAft>
              <a:spcPct val="35000"/>
            </a:spcAft>
          </a:pPr>
          <a:r>
            <a:rPr lang="en-US" altLang="en-US" sz="1400" b="0" kern="1200" dirty="0" smtClean="0">
              <a:solidFill>
                <a:schemeClr val="tx1"/>
              </a:solidFill>
            </a:rPr>
            <a:t>Verified Update</a:t>
          </a:r>
          <a:endParaRPr lang="zh-CN" altLang="en-US" sz="1400" b="0" kern="1200" dirty="0">
            <a:solidFill>
              <a:schemeClr val="tx1"/>
            </a:solidFill>
          </a:endParaRPr>
        </a:p>
      </dsp:txBody>
      <dsp:txXfrm>
        <a:off x="21088" y="563749"/>
        <a:ext cx="1397814" cy="677821"/>
      </dsp:txXfrm>
    </dsp:sp>
    <dsp:sp modelId="{36535F4E-E312-4A0A-A2E2-7807979CECC3}">
      <dsp:nvSpPr>
        <dsp:cNvPr id="0" name=""/>
        <dsp:cNvSpPr/>
      </dsp:nvSpPr>
      <dsp:spPr>
        <a:xfrm>
          <a:off x="1379155" y="830661"/>
          <a:ext cx="433086" cy="143998"/>
        </a:xfrm>
        <a:prstGeom prst="rightArrow">
          <a:avLst>
            <a:gd name="adj1" fmla="val 60000"/>
            <a:gd name="adj2" fmla="val 50000"/>
          </a:avLst>
        </a:prstGeom>
        <a:solidFill>
          <a:schemeClr val="accent5">
            <a:lumMod val="20000"/>
            <a:lumOff val="80000"/>
          </a:schemeClr>
        </a:solidFill>
        <a:ln w="0" cap="flat" cmpd="sng" algn="ctr">
          <a:solidFill>
            <a:schemeClr val="dk1"/>
          </a:solidFill>
          <a:prstDash val="solid"/>
        </a:ln>
        <a:effectLst/>
      </dsp:spPr>
      <dsp:style>
        <a:lnRef idx="2">
          <a:schemeClr val="dk1"/>
        </a:lnRef>
        <a:fillRef idx="1">
          <a:schemeClr val="lt1"/>
        </a:fillRef>
        <a:effectRef idx="0">
          <a:schemeClr val="dk1"/>
        </a:effectRef>
        <a:fontRef idx="minor">
          <a:schemeClr val="dk1"/>
        </a:fontRef>
      </dsp:style>
      <dsp:txBody>
        <a:bodyPr spcFirstLastPara="0" vert="horz" wrap="square" lIns="0" tIns="0" rIns="0" bIns="0" numCol="1" spcCol="1270" anchor="ctr" anchorCtr="0">
          <a:noAutofit/>
        </a:bodyPr>
        <a:lstStyle/>
        <a:p>
          <a:pPr lvl="0" algn="ctr" defTabSz="266700">
            <a:lnSpc>
              <a:spcPct val="90000"/>
            </a:lnSpc>
            <a:spcBef>
              <a:spcPct val="0"/>
            </a:spcBef>
            <a:spcAft>
              <a:spcPct val="35000"/>
            </a:spcAft>
          </a:pPr>
          <a:endParaRPr lang="zh-CN" altLang="en-US" sz="600" kern="1200"/>
        </a:p>
      </dsp:txBody>
      <dsp:txXfrm>
        <a:off x="1379155" y="859461"/>
        <a:ext cx="389887" cy="86398"/>
      </dsp:txXfrm>
    </dsp:sp>
    <dsp:sp modelId="{83601969-2293-4CA7-B2CA-24C46D6060CE}">
      <dsp:nvSpPr>
        <dsp:cNvPr id="0" name=""/>
        <dsp:cNvSpPr/>
      </dsp:nvSpPr>
      <dsp:spPr>
        <a:xfrm>
          <a:off x="1905191" y="542661"/>
          <a:ext cx="1439990" cy="719997"/>
        </a:xfrm>
        <a:prstGeom prst="roundRect">
          <a:avLst>
            <a:gd name="adj" fmla="val 10000"/>
          </a:avLst>
        </a:prstGeom>
        <a:solidFill>
          <a:schemeClr val="accent5">
            <a:lumMod val="20000"/>
            <a:lumOff val="80000"/>
          </a:schemeClr>
        </a:solidFill>
        <a:ln w="0" cap="flat" cmpd="sng" algn="ctr">
          <a:solidFill>
            <a:schemeClr val="dk1"/>
          </a:solidFill>
          <a:prstDash val="solid"/>
        </a:ln>
        <a:effectLst/>
      </dsp:spPr>
      <dsp:style>
        <a:lnRef idx="2">
          <a:schemeClr val="dk1"/>
        </a:lnRef>
        <a:fillRef idx="1">
          <a:schemeClr val="lt1"/>
        </a:fillRef>
        <a:effectRef idx="0">
          <a:schemeClr val="dk1"/>
        </a:effectRef>
        <a:fontRef idx="minor">
          <a:schemeClr val="dk1"/>
        </a:fontRef>
      </dsp:style>
      <dsp:txBody>
        <a:bodyPr spcFirstLastPara="0" vert="horz" wrap="square" lIns="53340" tIns="53340" rIns="53340" bIns="53340" numCol="1" spcCol="1270" anchor="ctr" anchorCtr="0">
          <a:noAutofit/>
        </a:bodyPr>
        <a:lstStyle/>
        <a:p>
          <a:pPr lvl="0" algn="ctr" defTabSz="622300">
            <a:lnSpc>
              <a:spcPct val="90000"/>
            </a:lnSpc>
            <a:spcBef>
              <a:spcPct val="0"/>
            </a:spcBef>
            <a:spcAft>
              <a:spcPct val="35000"/>
            </a:spcAft>
          </a:pPr>
          <a:r>
            <a:rPr lang="en-US" altLang="en-US" sz="1400" b="0" kern="1200" dirty="0" smtClean="0">
              <a:solidFill>
                <a:schemeClr val="tx1"/>
              </a:solidFill>
            </a:rPr>
            <a:t>Normal operating mode</a:t>
          </a:r>
          <a:endParaRPr lang="zh-CN" altLang="en-US" sz="1400" b="0" kern="1200" dirty="0">
            <a:solidFill>
              <a:schemeClr val="tx1"/>
            </a:solidFill>
          </a:endParaRPr>
        </a:p>
      </dsp:txBody>
      <dsp:txXfrm>
        <a:off x="1926279" y="563749"/>
        <a:ext cx="1397814" cy="677821"/>
      </dsp:txXfrm>
    </dsp:sp>
    <dsp:sp modelId="{0CDF27E3-DE3E-4087-B792-207828920725}">
      <dsp:nvSpPr>
        <dsp:cNvPr id="0" name=""/>
        <dsp:cNvSpPr/>
      </dsp:nvSpPr>
      <dsp:spPr>
        <a:xfrm>
          <a:off x="3503485" y="830661"/>
          <a:ext cx="263785" cy="143998"/>
        </a:xfrm>
        <a:prstGeom prst="rightArrow">
          <a:avLst>
            <a:gd name="adj1" fmla="val 60000"/>
            <a:gd name="adj2" fmla="val 50000"/>
          </a:avLst>
        </a:prstGeom>
        <a:solidFill>
          <a:schemeClr val="accent5">
            <a:lumMod val="20000"/>
            <a:lumOff val="80000"/>
          </a:schemeClr>
        </a:solidFill>
        <a:ln>
          <a:solidFill>
            <a:srgbClr val="000104"/>
          </a:solid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266700">
            <a:lnSpc>
              <a:spcPct val="90000"/>
            </a:lnSpc>
            <a:spcBef>
              <a:spcPct val="0"/>
            </a:spcBef>
            <a:spcAft>
              <a:spcPct val="35000"/>
            </a:spcAft>
          </a:pPr>
          <a:endParaRPr lang="zh-CN" altLang="en-US" sz="600" kern="1200"/>
        </a:p>
      </dsp:txBody>
      <dsp:txXfrm>
        <a:off x="3503485" y="859461"/>
        <a:ext cx="220586" cy="86398"/>
      </dsp:txXfrm>
    </dsp:sp>
    <dsp:sp modelId="{DB403AFC-76C1-46E4-9FF7-53EB9C25926D}">
      <dsp:nvSpPr>
        <dsp:cNvPr id="0" name=""/>
        <dsp:cNvSpPr/>
      </dsp:nvSpPr>
      <dsp:spPr>
        <a:xfrm>
          <a:off x="3943525" y="542661"/>
          <a:ext cx="1944011" cy="719997"/>
        </a:xfrm>
        <a:prstGeom prst="flowChartDecision">
          <a:avLst/>
        </a:prstGeom>
        <a:solidFill>
          <a:schemeClr val="accent5">
            <a:lumMod val="20000"/>
            <a:lumOff val="80000"/>
          </a:schemeClr>
        </a:solidFill>
        <a:ln w="0" cap="flat" cmpd="sng" algn="ctr">
          <a:solidFill>
            <a:schemeClr val="dk1"/>
          </a:solidFill>
          <a:prstDash val="solid"/>
        </a:ln>
        <a:effectLst/>
      </dsp:spPr>
      <dsp:style>
        <a:lnRef idx="2">
          <a:schemeClr val="dk1"/>
        </a:lnRef>
        <a:fillRef idx="1">
          <a:schemeClr val="lt1"/>
        </a:fillRef>
        <a:effectRef idx="0">
          <a:schemeClr val="dk1"/>
        </a:effectRef>
        <a:fontRef idx="minor">
          <a:schemeClr val="dk1"/>
        </a:fontRef>
      </dsp:style>
      <dsp:txBody>
        <a:bodyPr spcFirstLastPara="0" vert="horz" wrap="square" lIns="53340" tIns="53340" rIns="53340" bIns="53340" numCol="1" spcCol="1270" anchor="ctr" anchorCtr="0">
          <a:noAutofit/>
        </a:bodyPr>
        <a:lstStyle/>
        <a:p>
          <a:pPr lvl="0" algn="ctr" defTabSz="622300">
            <a:lnSpc>
              <a:spcPct val="90000"/>
            </a:lnSpc>
            <a:spcBef>
              <a:spcPct val="0"/>
            </a:spcBef>
            <a:spcAft>
              <a:spcPct val="35000"/>
            </a:spcAft>
          </a:pPr>
          <a:r>
            <a:rPr lang="en-US" altLang="en-US" sz="1400" b="0" kern="1200" dirty="0" smtClean="0">
              <a:solidFill>
                <a:schemeClr val="tx1"/>
              </a:solidFill>
            </a:rPr>
            <a:t>Request for update?</a:t>
          </a:r>
          <a:endParaRPr lang="zh-CN" altLang="en-US" sz="1400" b="0" kern="1200" dirty="0">
            <a:solidFill>
              <a:schemeClr val="tx1"/>
            </a:solidFill>
          </a:endParaRPr>
        </a:p>
      </dsp:txBody>
      <dsp:txXfrm>
        <a:off x="4429528" y="722660"/>
        <a:ext cx="972005" cy="359999"/>
      </dsp:txXfrm>
    </dsp:sp>
    <dsp:sp modelId="{A5A7B238-5BA1-4190-897F-82C30EE627B5}">
      <dsp:nvSpPr>
        <dsp:cNvPr id="0" name=""/>
        <dsp:cNvSpPr/>
      </dsp:nvSpPr>
      <dsp:spPr>
        <a:xfrm rot="14">
          <a:off x="6066156" y="830666"/>
          <a:ext cx="277649" cy="143998"/>
        </a:xfrm>
        <a:prstGeom prst="rightArrow">
          <a:avLst>
            <a:gd name="adj1" fmla="val 60000"/>
            <a:gd name="adj2" fmla="val 50000"/>
          </a:avLst>
        </a:prstGeom>
        <a:solidFill>
          <a:schemeClr val="accent5">
            <a:lumMod val="20000"/>
            <a:lumOff val="80000"/>
          </a:schemeClr>
        </a:solidFill>
        <a:ln w="0" cap="flat" cmpd="sng" algn="ctr">
          <a:solidFill>
            <a:srgbClr val="000104"/>
          </a:solidFill>
          <a:prstDash val="solid"/>
        </a:ln>
        <a:effectLst/>
      </dsp:spPr>
      <dsp:style>
        <a:lnRef idx="2">
          <a:schemeClr val="dk1"/>
        </a:lnRef>
        <a:fillRef idx="1">
          <a:schemeClr val="lt1"/>
        </a:fillRef>
        <a:effectRef idx="0">
          <a:schemeClr val="dk1"/>
        </a:effectRef>
        <a:fontRef idx="minor">
          <a:schemeClr val="dk1"/>
        </a:fontRef>
      </dsp:style>
      <dsp:txBody>
        <a:bodyPr spcFirstLastPara="0" vert="horz" wrap="square" lIns="0" tIns="0" rIns="0" bIns="0" numCol="1" spcCol="1270" anchor="ctr" anchorCtr="0">
          <a:noAutofit/>
        </a:bodyPr>
        <a:lstStyle/>
        <a:p>
          <a:pPr lvl="0" algn="ctr" defTabSz="266700">
            <a:lnSpc>
              <a:spcPct val="90000"/>
            </a:lnSpc>
            <a:spcBef>
              <a:spcPct val="0"/>
            </a:spcBef>
            <a:spcAft>
              <a:spcPct val="35000"/>
            </a:spcAft>
          </a:pPr>
          <a:endParaRPr lang="zh-CN" altLang="en-US" sz="600" kern="1200"/>
        </a:p>
      </dsp:txBody>
      <dsp:txXfrm>
        <a:off x="6066156" y="859466"/>
        <a:ext cx="234450" cy="86398"/>
      </dsp:txXfrm>
    </dsp:sp>
    <dsp:sp modelId="{B81E5A0E-751D-42CF-B203-433E386DDAB3}">
      <dsp:nvSpPr>
        <dsp:cNvPr id="0" name=""/>
        <dsp:cNvSpPr/>
      </dsp:nvSpPr>
      <dsp:spPr>
        <a:xfrm>
          <a:off x="6542060" y="542671"/>
          <a:ext cx="1439990" cy="719997"/>
        </a:xfrm>
        <a:prstGeom prst="roundRect">
          <a:avLst>
            <a:gd name="adj" fmla="val 10000"/>
          </a:avLst>
        </a:prstGeom>
        <a:solidFill>
          <a:schemeClr val="accent5">
            <a:lumMod val="20000"/>
            <a:lumOff val="80000"/>
          </a:schemeClr>
        </a:solidFill>
        <a:ln w="0" cap="flat" cmpd="sng" algn="ctr">
          <a:solidFill>
            <a:schemeClr val="dk1"/>
          </a:solidFill>
          <a:prstDash val="solid"/>
        </a:ln>
        <a:effectLst/>
      </dsp:spPr>
      <dsp:style>
        <a:lnRef idx="2">
          <a:schemeClr val="dk1"/>
        </a:lnRef>
        <a:fillRef idx="1">
          <a:schemeClr val="lt1"/>
        </a:fillRef>
        <a:effectRef idx="0">
          <a:schemeClr val="dk1"/>
        </a:effectRef>
        <a:fontRef idx="minor">
          <a:schemeClr val="dk1"/>
        </a:fontRef>
      </dsp:style>
      <dsp:txBody>
        <a:bodyPr spcFirstLastPara="0" vert="horz" wrap="square" lIns="53340" tIns="53340" rIns="53340" bIns="53340" numCol="1" spcCol="1270" anchor="ctr" anchorCtr="0">
          <a:noAutofit/>
        </a:bodyPr>
        <a:lstStyle/>
        <a:p>
          <a:pPr lvl="0" algn="ctr" defTabSz="622300">
            <a:lnSpc>
              <a:spcPct val="90000"/>
            </a:lnSpc>
            <a:spcBef>
              <a:spcPct val="0"/>
            </a:spcBef>
            <a:spcAft>
              <a:spcPct val="35000"/>
            </a:spcAft>
          </a:pPr>
          <a:r>
            <a:rPr lang="en-US" altLang="en-US" sz="1400" b="0" kern="1200" dirty="0" smtClean="0">
              <a:solidFill>
                <a:schemeClr val="tx1"/>
              </a:solidFill>
            </a:rPr>
            <a:t>Loading of updated files </a:t>
          </a:r>
          <a:endParaRPr lang="zh-CN" altLang="en-US" sz="1400" b="0" kern="1200" dirty="0">
            <a:solidFill>
              <a:schemeClr val="tx1"/>
            </a:solidFill>
          </a:endParaRPr>
        </a:p>
      </dsp:txBody>
      <dsp:txXfrm>
        <a:off x="6563148" y="563759"/>
        <a:ext cx="1397814" cy="677821"/>
      </dsp:txXfrm>
    </dsp:sp>
    <dsp:sp modelId="{7E963315-5291-40A3-B1FA-75C4D0470B33}">
      <dsp:nvSpPr>
        <dsp:cNvPr id="0" name=""/>
        <dsp:cNvSpPr/>
      </dsp:nvSpPr>
      <dsp:spPr>
        <a:xfrm rot="5400000">
          <a:off x="7145354" y="1404255"/>
          <a:ext cx="233403" cy="143998"/>
        </a:xfrm>
        <a:prstGeom prst="rightArrow">
          <a:avLst>
            <a:gd name="adj1" fmla="val 60000"/>
            <a:gd name="adj2" fmla="val 50000"/>
          </a:avLst>
        </a:prstGeom>
        <a:solidFill>
          <a:schemeClr val="lt1"/>
        </a:solidFill>
        <a:ln w="0" cap="flat" cmpd="sng" algn="ctr">
          <a:solidFill>
            <a:schemeClr val="dk1"/>
          </a:solidFill>
          <a:prstDash val="solid"/>
        </a:ln>
        <a:effectLst/>
      </dsp:spPr>
      <dsp:style>
        <a:lnRef idx="2">
          <a:schemeClr val="dk1"/>
        </a:lnRef>
        <a:fillRef idx="1">
          <a:schemeClr val="lt1"/>
        </a:fillRef>
        <a:effectRef idx="0">
          <a:schemeClr val="dk1"/>
        </a:effectRef>
        <a:fontRef idx="minor">
          <a:schemeClr val="dk1"/>
        </a:fontRef>
      </dsp:style>
      <dsp:txBody>
        <a:bodyPr spcFirstLastPara="0" vert="horz" wrap="square" lIns="0" tIns="0" rIns="0" bIns="0" numCol="1" spcCol="1270" anchor="ctr" anchorCtr="0">
          <a:noAutofit/>
        </a:bodyPr>
        <a:lstStyle/>
        <a:p>
          <a:pPr lvl="0" algn="ctr" defTabSz="622300">
            <a:lnSpc>
              <a:spcPct val="90000"/>
            </a:lnSpc>
            <a:spcBef>
              <a:spcPct val="0"/>
            </a:spcBef>
            <a:spcAft>
              <a:spcPct val="35000"/>
            </a:spcAft>
          </a:pPr>
          <a:endParaRPr lang="zh-CN" altLang="en-US" sz="1400" kern="1200"/>
        </a:p>
      </dsp:txBody>
      <dsp:txXfrm rot="-5400000">
        <a:off x="7218857" y="1359553"/>
        <a:ext cx="86398" cy="190204"/>
      </dsp:txXfrm>
    </dsp:sp>
    <dsp:sp modelId="{253BD70B-36D9-4E22-8639-8D8DF7FF920B}">
      <dsp:nvSpPr>
        <dsp:cNvPr id="0" name=""/>
        <dsp:cNvSpPr/>
      </dsp:nvSpPr>
      <dsp:spPr>
        <a:xfrm>
          <a:off x="6542060" y="1703053"/>
          <a:ext cx="1439990" cy="719997"/>
        </a:xfrm>
        <a:prstGeom prst="roundRect">
          <a:avLst>
            <a:gd name="adj" fmla="val 10000"/>
          </a:avLst>
        </a:prstGeom>
        <a:solidFill>
          <a:schemeClr val="accent5">
            <a:lumMod val="20000"/>
            <a:lumOff val="80000"/>
          </a:schemeClr>
        </a:solidFill>
        <a:ln w="0" cap="flat" cmpd="sng" algn="ctr">
          <a:solidFill>
            <a:schemeClr val="dk1"/>
          </a:solidFill>
          <a:prstDash val="solid"/>
        </a:ln>
        <a:effectLst/>
      </dsp:spPr>
      <dsp:style>
        <a:lnRef idx="2">
          <a:schemeClr val="dk1"/>
        </a:lnRef>
        <a:fillRef idx="1">
          <a:schemeClr val="lt1"/>
        </a:fillRef>
        <a:effectRef idx="0">
          <a:schemeClr val="dk1"/>
        </a:effectRef>
        <a:fontRef idx="minor">
          <a:schemeClr val="dk1"/>
        </a:fontRef>
      </dsp:style>
      <dsp:txBody>
        <a:bodyPr spcFirstLastPara="0" vert="horz" wrap="square" lIns="53340" tIns="53340" rIns="53340" bIns="53340" numCol="1" spcCol="1270" anchor="ctr" anchorCtr="0">
          <a:noAutofit/>
        </a:bodyPr>
        <a:lstStyle/>
        <a:p>
          <a:pPr lvl="0" algn="ctr" defTabSz="622300">
            <a:lnSpc>
              <a:spcPct val="90000"/>
            </a:lnSpc>
            <a:spcBef>
              <a:spcPct val="0"/>
            </a:spcBef>
            <a:spcAft>
              <a:spcPct val="35000"/>
            </a:spcAft>
          </a:pPr>
          <a:r>
            <a:rPr lang="en-US" altLang="en-US" sz="1400" b="0" kern="1200" dirty="0" smtClean="0">
              <a:solidFill>
                <a:schemeClr val="tx1"/>
              </a:solidFill>
            </a:rPr>
            <a:t>Installation and activation of updated files </a:t>
          </a:r>
          <a:endParaRPr lang="zh-CN" altLang="en-US" sz="1400" b="0" kern="1200" dirty="0">
            <a:solidFill>
              <a:schemeClr val="tx1"/>
            </a:solidFill>
          </a:endParaRPr>
        </a:p>
      </dsp:txBody>
      <dsp:txXfrm>
        <a:off x="6563148" y="1724141"/>
        <a:ext cx="1397814" cy="677821"/>
      </dsp:txXfrm>
    </dsp:sp>
    <dsp:sp modelId="{BFBD961E-19CC-46C7-BA34-42C9CA685D06}">
      <dsp:nvSpPr>
        <dsp:cNvPr id="0" name=""/>
        <dsp:cNvSpPr/>
      </dsp:nvSpPr>
      <dsp:spPr>
        <a:xfrm rot="5398045">
          <a:off x="7120550" y="2610677"/>
          <a:ext cx="283715" cy="143998"/>
        </a:xfrm>
        <a:prstGeom prst="rightArrow">
          <a:avLst>
            <a:gd name="adj1" fmla="val 60000"/>
            <a:gd name="adj2" fmla="val 50000"/>
          </a:avLst>
        </a:prstGeom>
        <a:solidFill>
          <a:schemeClr val="lt1"/>
        </a:solidFill>
        <a:ln w="0" cap="flat" cmpd="sng" algn="ctr">
          <a:solidFill>
            <a:schemeClr val="dk1"/>
          </a:solidFill>
          <a:prstDash val="solid"/>
        </a:ln>
        <a:effectLst/>
      </dsp:spPr>
      <dsp:style>
        <a:lnRef idx="2">
          <a:schemeClr val="dk1"/>
        </a:lnRef>
        <a:fillRef idx="1">
          <a:schemeClr val="lt1"/>
        </a:fillRef>
        <a:effectRef idx="0">
          <a:schemeClr val="dk1"/>
        </a:effectRef>
        <a:fontRef idx="minor">
          <a:schemeClr val="dk1"/>
        </a:fontRef>
      </dsp:style>
      <dsp:txBody>
        <a:bodyPr spcFirstLastPara="0" vert="horz" wrap="square" lIns="0" tIns="0" rIns="0" bIns="0" numCol="1" spcCol="1270" anchor="ctr" anchorCtr="0">
          <a:noAutofit/>
        </a:bodyPr>
        <a:lstStyle/>
        <a:p>
          <a:pPr lvl="0" algn="ctr" defTabSz="800100">
            <a:lnSpc>
              <a:spcPct val="90000"/>
            </a:lnSpc>
            <a:spcBef>
              <a:spcPct val="0"/>
            </a:spcBef>
            <a:spcAft>
              <a:spcPct val="35000"/>
            </a:spcAft>
          </a:pPr>
          <a:endParaRPr lang="zh-CN" altLang="en-US" sz="1800" kern="1200"/>
        </a:p>
      </dsp:txBody>
      <dsp:txXfrm rot="-5400000">
        <a:off x="7219196" y="2540819"/>
        <a:ext cx="86398" cy="240516"/>
      </dsp:txXfrm>
    </dsp:sp>
    <dsp:sp modelId="{D72FA901-AC79-478D-8078-49715B0A58EA}">
      <dsp:nvSpPr>
        <dsp:cNvPr id="0" name=""/>
        <dsp:cNvSpPr/>
      </dsp:nvSpPr>
      <dsp:spPr>
        <a:xfrm>
          <a:off x="6542774" y="2958362"/>
          <a:ext cx="1439990" cy="719997"/>
        </a:xfrm>
        <a:prstGeom prst="roundRect">
          <a:avLst>
            <a:gd name="adj" fmla="val 10000"/>
          </a:avLst>
        </a:prstGeom>
        <a:solidFill>
          <a:schemeClr val="accent1">
            <a:lumMod val="40000"/>
            <a:lumOff val="60000"/>
          </a:schemeClr>
        </a:solidFill>
        <a:ln w="0" cap="flat" cmpd="sng" algn="ctr">
          <a:solidFill>
            <a:schemeClr val="dk1"/>
          </a:solidFill>
          <a:prstDash val="solid"/>
        </a:ln>
        <a:effectLst/>
      </dsp:spPr>
      <dsp:style>
        <a:lnRef idx="2">
          <a:schemeClr val="dk1"/>
        </a:lnRef>
        <a:fillRef idx="1">
          <a:schemeClr val="lt1"/>
        </a:fillRef>
        <a:effectRef idx="0">
          <a:schemeClr val="dk1"/>
        </a:effectRef>
        <a:fontRef idx="minor">
          <a:schemeClr val="dk1"/>
        </a:fontRef>
      </dsp:style>
      <dsp:txBody>
        <a:bodyPr spcFirstLastPara="0" vert="horz" wrap="square" lIns="53340" tIns="53340" rIns="53340" bIns="53340" numCol="1" spcCol="1270" anchor="ctr" anchorCtr="0">
          <a:noAutofit/>
        </a:bodyPr>
        <a:lstStyle/>
        <a:p>
          <a:pPr lvl="0" algn="ctr" defTabSz="622300">
            <a:lnSpc>
              <a:spcPct val="90000"/>
            </a:lnSpc>
            <a:spcBef>
              <a:spcPct val="0"/>
            </a:spcBef>
            <a:spcAft>
              <a:spcPct val="35000"/>
            </a:spcAft>
          </a:pPr>
          <a:r>
            <a:rPr lang="en-US" altLang="en-US" sz="1400" b="0" kern="1200" dirty="0" smtClean="0">
              <a:solidFill>
                <a:schemeClr val="tx1"/>
              </a:solidFill>
            </a:rPr>
            <a:t>verification by a person at place</a:t>
          </a:r>
          <a:endParaRPr lang="zh-CN" altLang="en-US" sz="1400" b="0" kern="1200" dirty="0">
            <a:solidFill>
              <a:schemeClr val="tx1"/>
            </a:solidFill>
          </a:endParaRPr>
        </a:p>
      </dsp:txBody>
      <dsp:txXfrm>
        <a:off x="6563862" y="2979450"/>
        <a:ext cx="1397814" cy="677821"/>
      </dsp:txXfrm>
    </dsp:sp>
    <dsp:sp modelId="{B26C465B-E181-4147-B44F-8BD7CAAF3483}">
      <dsp:nvSpPr>
        <dsp:cNvPr id="0" name=""/>
        <dsp:cNvSpPr/>
      </dsp:nvSpPr>
      <dsp:spPr>
        <a:xfrm rot="10755078">
          <a:off x="6191231" y="3258741"/>
          <a:ext cx="248437" cy="143998"/>
        </a:xfrm>
        <a:prstGeom prst="rightArrow">
          <a:avLst>
            <a:gd name="adj1" fmla="val 60000"/>
            <a:gd name="adj2" fmla="val 50000"/>
          </a:avLst>
        </a:prstGeom>
        <a:solidFill>
          <a:schemeClr val="lt1"/>
        </a:solidFill>
        <a:ln w="0" cap="flat" cmpd="sng" algn="ctr">
          <a:solidFill>
            <a:schemeClr val="dk1"/>
          </a:solidFill>
          <a:prstDash val="solid"/>
        </a:ln>
        <a:effectLst/>
      </dsp:spPr>
      <dsp:style>
        <a:lnRef idx="2">
          <a:schemeClr val="dk1"/>
        </a:lnRef>
        <a:fillRef idx="1">
          <a:schemeClr val="lt1"/>
        </a:fillRef>
        <a:effectRef idx="0">
          <a:schemeClr val="dk1"/>
        </a:effectRef>
        <a:fontRef idx="minor">
          <a:schemeClr val="dk1"/>
        </a:fontRef>
      </dsp:style>
      <dsp:txBody>
        <a:bodyPr spcFirstLastPara="0" vert="horz" wrap="square" lIns="0" tIns="0" rIns="0" bIns="0" numCol="1" spcCol="1270" anchor="ctr" anchorCtr="0">
          <a:noAutofit/>
        </a:bodyPr>
        <a:lstStyle/>
        <a:p>
          <a:pPr lvl="0" algn="ctr" defTabSz="266700">
            <a:lnSpc>
              <a:spcPct val="90000"/>
            </a:lnSpc>
            <a:spcBef>
              <a:spcPct val="0"/>
            </a:spcBef>
            <a:spcAft>
              <a:spcPct val="35000"/>
            </a:spcAft>
          </a:pPr>
          <a:endParaRPr lang="zh-CN" altLang="en-US" sz="600" kern="1200"/>
        </a:p>
      </dsp:txBody>
      <dsp:txXfrm rot="10800000">
        <a:off x="6234428" y="3287259"/>
        <a:ext cx="205238" cy="86398"/>
      </dsp:txXfrm>
    </dsp:sp>
    <dsp:sp modelId="{9BF49C09-70EB-440C-961B-D7217F0695D6}">
      <dsp:nvSpPr>
        <dsp:cNvPr id="0" name=""/>
        <dsp:cNvSpPr/>
      </dsp:nvSpPr>
      <dsp:spPr>
        <a:xfrm>
          <a:off x="3986070" y="2987539"/>
          <a:ext cx="2087994" cy="719997"/>
        </a:xfrm>
        <a:prstGeom prst="flowChartDecision">
          <a:avLst/>
        </a:prstGeom>
        <a:solidFill>
          <a:schemeClr val="accent5">
            <a:lumMod val="20000"/>
            <a:lumOff val="80000"/>
          </a:schemeClr>
        </a:solidFill>
        <a:ln w="0" cap="flat" cmpd="sng" algn="ctr">
          <a:solidFill>
            <a:schemeClr val="dk1"/>
          </a:solidFill>
          <a:prstDash val="solid"/>
        </a:ln>
        <a:effectLst/>
      </dsp:spPr>
      <dsp:style>
        <a:lnRef idx="2">
          <a:schemeClr val="dk1"/>
        </a:lnRef>
        <a:fillRef idx="1">
          <a:schemeClr val="lt1"/>
        </a:fillRef>
        <a:effectRef idx="0">
          <a:schemeClr val="dk1"/>
        </a:effectRef>
        <a:fontRef idx="minor">
          <a:schemeClr val="dk1"/>
        </a:fontRef>
      </dsp:style>
      <dsp:txBody>
        <a:bodyPr spcFirstLastPara="0" vert="horz" wrap="square" lIns="53340" tIns="53340" rIns="53340" bIns="53340" numCol="1" spcCol="1270" anchor="ctr" anchorCtr="0">
          <a:noAutofit/>
        </a:bodyPr>
        <a:lstStyle/>
        <a:p>
          <a:pPr lvl="0" algn="ctr" defTabSz="622300">
            <a:lnSpc>
              <a:spcPct val="90000"/>
            </a:lnSpc>
            <a:spcBef>
              <a:spcPct val="0"/>
            </a:spcBef>
            <a:spcAft>
              <a:spcPct val="35000"/>
            </a:spcAft>
          </a:pPr>
          <a:r>
            <a:rPr lang="en-US" altLang="en-US" sz="1400" b="0" kern="1200" dirty="0" smtClean="0">
              <a:solidFill>
                <a:schemeClr val="tx1"/>
              </a:solidFill>
            </a:rPr>
            <a:t>Is verification </a:t>
          </a:r>
          <a:r>
            <a:rPr lang="en-US" altLang="zh-CN" sz="1400" b="0" kern="1200" dirty="0" smtClean="0">
              <a:solidFill>
                <a:schemeClr val="tx1"/>
              </a:solidFill>
            </a:rPr>
            <a:t>su</a:t>
          </a:r>
          <a:r>
            <a:rPr lang="en-US" altLang="en-US" sz="1400" b="0" kern="1200" dirty="0" smtClean="0">
              <a:solidFill>
                <a:schemeClr val="tx1"/>
              </a:solidFill>
            </a:rPr>
            <a:t>ccessful?</a:t>
          </a:r>
          <a:endParaRPr lang="zh-CN" altLang="en-US" sz="1400" b="0" kern="1200" dirty="0">
            <a:solidFill>
              <a:schemeClr val="tx1"/>
            </a:solidFill>
          </a:endParaRPr>
        </a:p>
      </dsp:txBody>
      <dsp:txXfrm>
        <a:off x="4508069" y="3167538"/>
        <a:ext cx="1043997" cy="359999"/>
      </dsp:txXfrm>
    </dsp:sp>
    <dsp:sp modelId="{F5DFFE96-ABE7-491B-9A0B-89425A21AAA0}">
      <dsp:nvSpPr>
        <dsp:cNvPr id="0" name=""/>
        <dsp:cNvSpPr/>
      </dsp:nvSpPr>
      <dsp:spPr>
        <a:xfrm rot="10824813">
          <a:off x="3720678" y="3266765"/>
          <a:ext cx="187546" cy="143998"/>
        </a:xfrm>
        <a:prstGeom prst="rightArrow">
          <a:avLst>
            <a:gd name="adj1" fmla="val 60000"/>
            <a:gd name="adj2" fmla="val 50000"/>
          </a:avLst>
        </a:prstGeom>
        <a:solidFill>
          <a:schemeClr val="lt1"/>
        </a:solidFill>
        <a:ln w="0" cap="flat" cmpd="sng" algn="ctr">
          <a:solidFill>
            <a:schemeClr val="dk1"/>
          </a:solidFill>
          <a:prstDash val="solid"/>
        </a:ln>
        <a:effectLst/>
      </dsp:spPr>
      <dsp:style>
        <a:lnRef idx="2">
          <a:schemeClr val="dk1"/>
        </a:lnRef>
        <a:fillRef idx="1">
          <a:schemeClr val="lt1"/>
        </a:fillRef>
        <a:effectRef idx="0">
          <a:schemeClr val="dk1"/>
        </a:effectRef>
        <a:fontRef idx="minor">
          <a:schemeClr val="dk1"/>
        </a:fontRef>
      </dsp:style>
      <dsp:txBody>
        <a:bodyPr spcFirstLastPara="0" vert="horz" wrap="square" lIns="0" tIns="0" rIns="0" bIns="0" numCol="1" spcCol="1270" anchor="ctr" anchorCtr="0">
          <a:noAutofit/>
        </a:bodyPr>
        <a:lstStyle/>
        <a:p>
          <a:pPr lvl="0" algn="ctr" defTabSz="266700">
            <a:lnSpc>
              <a:spcPct val="90000"/>
            </a:lnSpc>
            <a:spcBef>
              <a:spcPct val="0"/>
            </a:spcBef>
            <a:spcAft>
              <a:spcPct val="35000"/>
            </a:spcAft>
          </a:pPr>
          <a:endParaRPr lang="zh-CN" altLang="en-US" sz="600" kern="1200"/>
        </a:p>
      </dsp:txBody>
      <dsp:txXfrm rot="10800000">
        <a:off x="3763876" y="3295721"/>
        <a:ext cx="144347" cy="86398"/>
      </dsp:txXfrm>
    </dsp:sp>
    <dsp:sp modelId="{2923BACD-9EF7-4B75-9795-A5908A7843C4}">
      <dsp:nvSpPr>
        <dsp:cNvPr id="0" name=""/>
        <dsp:cNvSpPr/>
      </dsp:nvSpPr>
      <dsp:spPr>
        <a:xfrm>
          <a:off x="2084223" y="2971863"/>
          <a:ext cx="1547994" cy="719997"/>
        </a:xfrm>
        <a:prstGeom prst="flowChartAlternateProcess">
          <a:avLst/>
        </a:prstGeom>
        <a:solidFill>
          <a:schemeClr val="accent5">
            <a:lumMod val="20000"/>
            <a:lumOff val="80000"/>
          </a:schemeClr>
        </a:solidFill>
        <a:ln w="0" cap="flat" cmpd="sng" algn="ctr">
          <a:solidFill>
            <a:schemeClr val="dk1"/>
          </a:solidFill>
          <a:prstDash val="solid"/>
        </a:ln>
        <a:effectLst/>
      </dsp:spPr>
      <dsp:style>
        <a:lnRef idx="2">
          <a:schemeClr val="dk1"/>
        </a:lnRef>
        <a:fillRef idx="1">
          <a:schemeClr val="lt1"/>
        </a:fillRef>
        <a:effectRef idx="0">
          <a:schemeClr val="dk1"/>
        </a:effectRef>
        <a:fontRef idx="minor">
          <a:schemeClr val="dk1"/>
        </a:fontRef>
      </dsp:style>
      <dsp:txBody>
        <a:bodyPr spcFirstLastPara="0" vert="horz" wrap="square" lIns="53340" tIns="53340" rIns="53340" bIns="53340" numCol="1" spcCol="1270" anchor="ctr" anchorCtr="0">
          <a:noAutofit/>
        </a:bodyPr>
        <a:lstStyle/>
        <a:p>
          <a:pPr lvl="0" algn="ctr" defTabSz="622300">
            <a:lnSpc>
              <a:spcPct val="90000"/>
            </a:lnSpc>
            <a:spcBef>
              <a:spcPct val="0"/>
            </a:spcBef>
            <a:spcAft>
              <a:spcPct val="35000"/>
            </a:spcAft>
          </a:pPr>
          <a:r>
            <a:rPr lang="en-US" altLang="en-US" sz="1400" b="0" kern="1200" dirty="0" smtClean="0">
              <a:solidFill>
                <a:schemeClr val="tx1"/>
              </a:solidFill>
            </a:rPr>
            <a:t>Apply verification mark</a:t>
          </a:r>
          <a:endParaRPr lang="zh-CN" altLang="en-US" sz="1400" b="0" kern="1200" dirty="0">
            <a:solidFill>
              <a:schemeClr val="tx1"/>
            </a:solidFill>
          </a:endParaRPr>
        </a:p>
      </dsp:txBody>
      <dsp:txXfrm>
        <a:off x="2119370" y="3007010"/>
        <a:ext cx="1477700" cy="649703"/>
      </dsp:txXfrm>
    </dsp:sp>
    <dsp:sp modelId="{683C242A-EEE1-47CE-84A8-CBFB8105BE15}">
      <dsp:nvSpPr>
        <dsp:cNvPr id="0" name=""/>
        <dsp:cNvSpPr/>
      </dsp:nvSpPr>
      <dsp:spPr>
        <a:xfrm rot="10743822">
          <a:off x="1784930" y="3275675"/>
          <a:ext cx="211518" cy="143998"/>
        </a:xfrm>
        <a:prstGeom prst="rightArrow">
          <a:avLst>
            <a:gd name="adj1" fmla="val 60000"/>
            <a:gd name="adj2" fmla="val 50000"/>
          </a:avLst>
        </a:prstGeom>
        <a:solidFill>
          <a:schemeClr val="lt1"/>
        </a:solidFill>
        <a:ln w="0" cap="flat" cmpd="sng" algn="ctr">
          <a:solidFill>
            <a:schemeClr val="dk1"/>
          </a:solidFill>
          <a:prstDash val="solid"/>
        </a:ln>
        <a:effectLst/>
      </dsp:spPr>
      <dsp:style>
        <a:lnRef idx="2">
          <a:schemeClr val="dk1"/>
        </a:lnRef>
        <a:fillRef idx="1">
          <a:schemeClr val="lt1"/>
        </a:fillRef>
        <a:effectRef idx="0">
          <a:schemeClr val="dk1"/>
        </a:effectRef>
        <a:fontRef idx="minor">
          <a:schemeClr val="dk1"/>
        </a:fontRef>
      </dsp:style>
      <dsp:txBody>
        <a:bodyPr spcFirstLastPara="0" vert="horz" wrap="square" lIns="0" tIns="0" rIns="0" bIns="0" numCol="1" spcCol="1270" anchor="ctr" anchorCtr="0">
          <a:noAutofit/>
        </a:bodyPr>
        <a:lstStyle/>
        <a:p>
          <a:pPr lvl="0" algn="ctr" defTabSz="266700">
            <a:lnSpc>
              <a:spcPct val="90000"/>
            </a:lnSpc>
            <a:spcBef>
              <a:spcPct val="0"/>
            </a:spcBef>
            <a:spcAft>
              <a:spcPct val="35000"/>
            </a:spcAft>
          </a:pPr>
          <a:endParaRPr lang="zh-CN" altLang="en-US" sz="600" kern="1200"/>
        </a:p>
      </dsp:txBody>
      <dsp:txXfrm rot="10800000">
        <a:off x="1828126" y="3304122"/>
        <a:ext cx="168319" cy="86398"/>
      </dsp:txXfrm>
    </dsp:sp>
    <dsp:sp modelId="{D750250D-D0C1-4967-9665-90224A611861}">
      <dsp:nvSpPr>
        <dsp:cNvPr id="0" name=""/>
        <dsp:cNvSpPr/>
      </dsp:nvSpPr>
      <dsp:spPr>
        <a:xfrm>
          <a:off x="245194" y="3002801"/>
          <a:ext cx="1439990" cy="719997"/>
        </a:xfrm>
        <a:prstGeom prst="roundRect">
          <a:avLst>
            <a:gd name="adj" fmla="val 10000"/>
          </a:avLst>
        </a:prstGeom>
        <a:solidFill>
          <a:schemeClr val="accent5">
            <a:lumMod val="20000"/>
            <a:lumOff val="80000"/>
          </a:schemeClr>
        </a:solidFill>
        <a:ln w="0" cap="flat" cmpd="sng" algn="ctr">
          <a:solidFill>
            <a:schemeClr val="dk1"/>
          </a:solidFill>
          <a:prstDash val="solid"/>
        </a:ln>
        <a:effectLst/>
      </dsp:spPr>
      <dsp:style>
        <a:lnRef idx="2">
          <a:schemeClr val="dk1"/>
        </a:lnRef>
        <a:fillRef idx="1">
          <a:schemeClr val="lt1"/>
        </a:fillRef>
        <a:effectRef idx="0">
          <a:schemeClr val="dk1"/>
        </a:effectRef>
        <a:fontRef idx="minor">
          <a:schemeClr val="dk1"/>
        </a:fontRef>
      </dsp:style>
      <dsp:txBody>
        <a:bodyPr spcFirstLastPara="0" vert="horz" wrap="square" lIns="53340" tIns="53340" rIns="53340" bIns="53340" numCol="1" spcCol="1270" anchor="ctr" anchorCtr="0">
          <a:noAutofit/>
        </a:bodyPr>
        <a:lstStyle/>
        <a:p>
          <a:pPr lvl="0" algn="ctr" defTabSz="622300">
            <a:lnSpc>
              <a:spcPct val="90000"/>
            </a:lnSpc>
            <a:spcBef>
              <a:spcPct val="0"/>
            </a:spcBef>
            <a:spcAft>
              <a:spcPct val="35000"/>
            </a:spcAft>
          </a:pPr>
          <a:r>
            <a:rPr lang="en-US" altLang="en-US" sz="1400" b="0" kern="1200" dirty="0" smtClean="0">
              <a:solidFill>
                <a:schemeClr val="tx1"/>
              </a:solidFill>
            </a:rPr>
            <a:t>Restart</a:t>
          </a:r>
          <a:endParaRPr lang="zh-CN" altLang="en-US" sz="1400" b="0" kern="1200" dirty="0">
            <a:solidFill>
              <a:schemeClr val="tx1"/>
            </a:solidFill>
          </a:endParaRPr>
        </a:p>
      </dsp:txBody>
      <dsp:txXfrm>
        <a:off x="266282" y="3023889"/>
        <a:ext cx="1397814" cy="677821"/>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9BDA6DC-B290-4D1B-973C-18FB181975B6}">
      <dsp:nvSpPr>
        <dsp:cNvPr id="0" name=""/>
        <dsp:cNvSpPr/>
      </dsp:nvSpPr>
      <dsp:spPr>
        <a:xfrm>
          <a:off x="232579" y="386652"/>
          <a:ext cx="1027991" cy="720002"/>
        </a:xfrm>
        <a:prstGeom prst="roundRect">
          <a:avLst>
            <a:gd name="adj" fmla="val 10000"/>
          </a:avLst>
        </a:prstGeom>
        <a:solidFill>
          <a:schemeClr val="bg1"/>
        </a:solidFill>
        <a:ln w="0" cap="flat" cmpd="sng" algn="ctr">
          <a:noFill/>
          <a:prstDash val="solid"/>
        </a:ln>
        <a:effectLst/>
      </dsp:spPr>
      <dsp:style>
        <a:lnRef idx="2">
          <a:schemeClr val="dk1"/>
        </a:lnRef>
        <a:fillRef idx="1">
          <a:schemeClr val="lt1"/>
        </a:fillRef>
        <a:effectRef idx="0">
          <a:schemeClr val="dk1"/>
        </a:effectRef>
        <a:fontRef idx="minor">
          <a:schemeClr val="dk1"/>
        </a:fontRef>
      </dsp:style>
      <dsp:txBody>
        <a:bodyPr spcFirstLastPara="0" vert="horz" wrap="square" lIns="53340" tIns="53340" rIns="53340" bIns="53340" numCol="1" spcCol="1270" anchor="ctr" anchorCtr="0">
          <a:noAutofit/>
        </a:bodyPr>
        <a:lstStyle/>
        <a:p>
          <a:pPr lvl="0" algn="ctr" defTabSz="622300">
            <a:lnSpc>
              <a:spcPct val="90000"/>
            </a:lnSpc>
            <a:spcBef>
              <a:spcPct val="0"/>
            </a:spcBef>
            <a:spcAft>
              <a:spcPct val="35000"/>
            </a:spcAft>
          </a:pPr>
          <a:r>
            <a:rPr lang="en-US" altLang="en-US" sz="1400" b="0" kern="1200" dirty="0" smtClean="0">
              <a:solidFill>
                <a:schemeClr val="tx1"/>
              </a:solidFill>
            </a:rPr>
            <a:t>Traced Update</a:t>
          </a:r>
          <a:endParaRPr lang="zh-CN" altLang="en-US" sz="1400" b="0" kern="1200" dirty="0">
            <a:solidFill>
              <a:schemeClr val="tx1"/>
            </a:solidFill>
          </a:endParaRPr>
        </a:p>
      </dsp:txBody>
      <dsp:txXfrm>
        <a:off x="253667" y="407740"/>
        <a:ext cx="985815" cy="677826"/>
      </dsp:txXfrm>
    </dsp:sp>
    <dsp:sp modelId="{36535F4E-E312-4A0A-A2E2-7807979CECC3}">
      <dsp:nvSpPr>
        <dsp:cNvPr id="0" name=""/>
        <dsp:cNvSpPr/>
      </dsp:nvSpPr>
      <dsp:spPr>
        <a:xfrm rot="35563">
          <a:off x="1198879" y="681784"/>
          <a:ext cx="288001" cy="143999"/>
        </a:xfrm>
        <a:prstGeom prst="rightArrow">
          <a:avLst>
            <a:gd name="adj1" fmla="val 60000"/>
            <a:gd name="adj2" fmla="val 50000"/>
          </a:avLst>
        </a:prstGeom>
        <a:solidFill>
          <a:schemeClr val="accent5">
            <a:lumMod val="20000"/>
            <a:lumOff val="80000"/>
          </a:schemeClr>
        </a:solidFill>
        <a:ln w="0" cap="flat" cmpd="sng" algn="ctr">
          <a:solidFill>
            <a:srgbClr val="002060"/>
          </a:solidFill>
          <a:prstDash val="solid"/>
        </a:ln>
        <a:effectLst/>
      </dsp:spPr>
      <dsp:style>
        <a:lnRef idx="2">
          <a:schemeClr val="dk1"/>
        </a:lnRef>
        <a:fillRef idx="1">
          <a:schemeClr val="lt1"/>
        </a:fillRef>
        <a:effectRef idx="0">
          <a:schemeClr val="dk1"/>
        </a:effectRef>
        <a:fontRef idx="minor">
          <a:schemeClr val="dk1"/>
        </a:fontRef>
      </dsp:style>
      <dsp:txBody>
        <a:bodyPr spcFirstLastPara="0" vert="horz" wrap="square" lIns="0" tIns="0" rIns="0" bIns="0" numCol="1" spcCol="1270" anchor="ctr" anchorCtr="0">
          <a:noAutofit/>
        </a:bodyPr>
        <a:lstStyle/>
        <a:p>
          <a:pPr lvl="0" algn="ctr" defTabSz="266700">
            <a:lnSpc>
              <a:spcPct val="90000"/>
            </a:lnSpc>
            <a:spcBef>
              <a:spcPct val="0"/>
            </a:spcBef>
            <a:spcAft>
              <a:spcPct val="35000"/>
            </a:spcAft>
          </a:pPr>
          <a:endParaRPr lang="zh-CN" altLang="en-US" sz="600" kern="1200"/>
        </a:p>
      </dsp:txBody>
      <dsp:txXfrm>
        <a:off x="1198880" y="710361"/>
        <a:ext cx="244801" cy="86399"/>
      </dsp:txXfrm>
    </dsp:sp>
    <dsp:sp modelId="{83601969-2293-4CA7-B2CA-24C46D6060CE}">
      <dsp:nvSpPr>
        <dsp:cNvPr id="0" name=""/>
        <dsp:cNvSpPr/>
      </dsp:nvSpPr>
      <dsp:spPr>
        <a:xfrm>
          <a:off x="1622015" y="382817"/>
          <a:ext cx="1600952" cy="762346"/>
        </a:xfrm>
        <a:prstGeom prst="roundRect">
          <a:avLst>
            <a:gd name="adj" fmla="val 10000"/>
          </a:avLst>
        </a:prstGeom>
        <a:solidFill>
          <a:schemeClr val="accent5">
            <a:lumMod val="20000"/>
            <a:lumOff val="80000"/>
          </a:schemeClr>
        </a:solidFill>
        <a:ln w="0" cap="flat" cmpd="sng" algn="ctr">
          <a:solidFill>
            <a:schemeClr val="dk1"/>
          </a:solidFill>
          <a:prstDash val="solid"/>
        </a:ln>
        <a:effectLst/>
      </dsp:spPr>
      <dsp:style>
        <a:lnRef idx="2">
          <a:schemeClr val="dk1"/>
        </a:lnRef>
        <a:fillRef idx="1">
          <a:schemeClr val="lt1"/>
        </a:fillRef>
        <a:effectRef idx="0">
          <a:schemeClr val="dk1"/>
        </a:effectRef>
        <a:fontRef idx="minor">
          <a:schemeClr val="dk1"/>
        </a:fontRef>
      </dsp:style>
      <dsp:txBody>
        <a:bodyPr spcFirstLastPara="0" vert="horz" wrap="square" lIns="53340" tIns="53340" rIns="53340" bIns="53340" numCol="1" spcCol="1270" anchor="ctr" anchorCtr="0">
          <a:noAutofit/>
        </a:bodyPr>
        <a:lstStyle/>
        <a:p>
          <a:pPr lvl="0" algn="ctr" defTabSz="622300">
            <a:lnSpc>
              <a:spcPct val="90000"/>
            </a:lnSpc>
            <a:spcBef>
              <a:spcPct val="0"/>
            </a:spcBef>
            <a:spcAft>
              <a:spcPct val="35000"/>
            </a:spcAft>
          </a:pPr>
          <a:r>
            <a:rPr lang="en-US" altLang="en-US" sz="1400" b="0" kern="1200" dirty="0" smtClean="0">
              <a:solidFill>
                <a:schemeClr val="tx1"/>
              </a:solidFill>
            </a:rPr>
            <a:t>Normal operating mode</a:t>
          </a:r>
          <a:endParaRPr lang="zh-CN" altLang="en-US" sz="1400" b="0" kern="1200" dirty="0">
            <a:solidFill>
              <a:schemeClr val="tx1"/>
            </a:solidFill>
          </a:endParaRPr>
        </a:p>
      </dsp:txBody>
      <dsp:txXfrm>
        <a:off x="1644343" y="405145"/>
        <a:ext cx="1556296" cy="717690"/>
      </dsp:txXfrm>
    </dsp:sp>
    <dsp:sp modelId="{0CDF27E3-DE3E-4087-B792-207828920725}">
      <dsp:nvSpPr>
        <dsp:cNvPr id="0" name=""/>
        <dsp:cNvSpPr/>
      </dsp:nvSpPr>
      <dsp:spPr>
        <a:xfrm>
          <a:off x="3372989" y="691991"/>
          <a:ext cx="287998" cy="143999"/>
        </a:xfrm>
        <a:prstGeom prst="rightArrow">
          <a:avLst>
            <a:gd name="adj1" fmla="val 60000"/>
            <a:gd name="adj2" fmla="val 50000"/>
          </a:avLst>
        </a:prstGeom>
        <a:solidFill>
          <a:schemeClr val="accent5">
            <a:lumMod val="20000"/>
            <a:lumOff val="80000"/>
          </a:schemeClr>
        </a:solidFill>
        <a:ln>
          <a:solidFill>
            <a:srgbClr val="000104"/>
          </a:solid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266700">
            <a:lnSpc>
              <a:spcPct val="90000"/>
            </a:lnSpc>
            <a:spcBef>
              <a:spcPct val="0"/>
            </a:spcBef>
            <a:spcAft>
              <a:spcPct val="35000"/>
            </a:spcAft>
          </a:pPr>
          <a:endParaRPr lang="zh-CN" altLang="en-US" sz="600" kern="1200"/>
        </a:p>
      </dsp:txBody>
      <dsp:txXfrm>
        <a:off x="3372989" y="720791"/>
        <a:ext cx="244798" cy="86399"/>
      </dsp:txXfrm>
    </dsp:sp>
    <dsp:sp modelId="{DB403AFC-76C1-46E4-9FF7-53EB9C25926D}">
      <dsp:nvSpPr>
        <dsp:cNvPr id="0" name=""/>
        <dsp:cNvSpPr/>
      </dsp:nvSpPr>
      <dsp:spPr>
        <a:xfrm>
          <a:off x="3733325" y="382817"/>
          <a:ext cx="2055982" cy="762346"/>
        </a:xfrm>
        <a:prstGeom prst="flowChartDecision">
          <a:avLst/>
        </a:prstGeom>
        <a:solidFill>
          <a:schemeClr val="accent5">
            <a:lumMod val="20000"/>
            <a:lumOff val="80000"/>
          </a:schemeClr>
        </a:solidFill>
        <a:ln w="0" cap="flat" cmpd="sng" algn="ctr">
          <a:solidFill>
            <a:schemeClr val="dk1"/>
          </a:solidFill>
          <a:prstDash val="solid"/>
        </a:ln>
        <a:effectLst/>
      </dsp:spPr>
      <dsp:style>
        <a:lnRef idx="2">
          <a:schemeClr val="dk1"/>
        </a:lnRef>
        <a:fillRef idx="1">
          <a:schemeClr val="lt1"/>
        </a:fillRef>
        <a:effectRef idx="0">
          <a:schemeClr val="dk1"/>
        </a:effectRef>
        <a:fontRef idx="minor">
          <a:schemeClr val="dk1"/>
        </a:fontRef>
      </dsp:style>
      <dsp:txBody>
        <a:bodyPr spcFirstLastPara="0" vert="horz" wrap="square" lIns="53340" tIns="53340" rIns="53340" bIns="53340" numCol="1" spcCol="1270" anchor="ctr" anchorCtr="0">
          <a:noAutofit/>
        </a:bodyPr>
        <a:lstStyle/>
        <a:p>
          <a:pPr lvl="0" algn="ctr" defTabSz="622300">
            <a:lnSpc>
              <a:spcPct val="90000"/>
            </a:lnSpc>
            <a:spcBef>
              <a:spcPct val="0"/>
            </a:spcBef>
            <a:spcAft>
              <a:spcPct val="35000"/>
            </a:spcAft>
          </a:pPr>
          <a:r>
            <a:rPr lang="en-US" altLang="en-US" sz="1400" b="0" kern="1200" dirty="0" smtClean="0">
              <a:solidFill>
                <a:schemeClr val="tx1"/>
              </a:solidFill>
            </a:rPr>
            <a:t>Request for update?</a:t>
          </a:r>
          <a:endParaRPr lang="zh-CN" altLang="en-US" sz="1400" b="0" kern="1200" dirty="0">
            <a:solidFill>
              <a:schemeClr val="tx1"/>
            </a:solidFill>
          </a:endParaRPr>
        </a:p>
      </dsp:txBody>
      <dsp:txXfrm>
        <a:off x="4247321" y="573404"/>
        <a:ext cx="1027991" cy="381173"/>
      </dsp:txXfrm>
    </dsp:sp>
    <dsp:sp modelId="{A5A7B238-5BA1-4190-897F-82C30EE627B5}">
      <dsp:nvSpPr>
        <dsp:cNvPr id="0" name=""/>
        <dsp:cNvSpPr/>
      </dsp:nvSpPr>
      <dsp:spPr>
        <a:xfrm rot="21594029">
          <a:off x="5885914" y="689749"/>
          <a:ext cx="332648" cy="143999"/>
        </a:xfrm>
        <a:prstGeom prst="rightArrow">
          <a:avLst>
            <a:gd name="adj1" fmla="val 60000"/>
            <a:gd name="adj2" fmla="val 50000"/>
          </a:avLst>
        </a:prstGeom>
        <a:solidFill>
          <a:schemeClr val="accent5">
            <a:lumMod val="20000"/>
            <a:lumOff val="80000"/>
          </a:schemeClr>
        </a:solidFill>
        <a:ln w="0" cap="flat" cmpd="sng" algn="ctr">
          <a:solidFill>
            <a:srgbClr val="000104"/>
          </a:solidFill>
          <a:prstDash val="solid"/>
        </a:ln>
        <a:effectLst/>
      </dsp:spPr>
      <dsp:style>
        <a:lnRef idx="2">
          <a:schemeClr val="dk1"/>
        </a:lnRef>
        <a:fillRef idx="1">
          <a:schemeClr val="lt1"/>
        </a:fillRef>
        <a:effectRef idx="0">
          <a:schemeClr val="dk1"/>
        </a:effectRef>
        <a:fontRef idx="minor">
          <a:schemeClr val="dk1"/>
        </a:fontRef>
      </dsp:style>
      <dsp:txBody>
        <a:bodyPr spcFirstLastPara="0" vert="horz" wrap="square" lIns="0" tIns="0" rIns="0" bIns="0" numCol="1" spcCol="1270" anchor="ctr" anchorCtr="0">
          <a:noAutofit/>
        </a:bodyPr>
        <a:lstStyle/>
        <a:p>
          <a:pPr lvl="0" algn="ctr" defTabSz="266700">
            <a:lnSpc>
              <a:spcPct val="90000"/>
            </a:lnSpc>
            <a:spcBef>
              <a:spcPct val="0"/>
            </a:spcBef>
            <a:spcAft>
              <a:spcPct val="35000"/>
            </a:spcAft>
          </a:pPr>
          <a:endParaRPr lang="zh-CN" altLang="en-US" sz="600" kern="1200"/>
        </a:p>
      </dsp:txBody>
      <dsp:txXfrm>
        <a:off x="5885914" y="718587"/>
        <a:ext cx="289448" cy="86399"/>
      </dsp:txXfrm>
    </dsp:sp>
    <dsp:sp modelId="{B81E5A0E-751D-42CF-B203-433E386DDAB3}">
      <dsp:nvSpPr>
        <dsp:cNvPr id="0" name=""/>
        <dsp:cNvSpPr/>
      </dsp:nvSpPr>
      <dsp:spPr>
        <a:xfrm>
          <a:off x="6331432" y="378847"/>
          <a:ext cx="1431837" cy="762346"/>
        </a:xfrm>
        <a:prstGeom prst="roundRect">
          <a:avLst>
            <a:gd name="adj" fmla="val 10000"/>
          </a:avLst>
        </a:prstGeom>
        <a:solidFill>
          <a:schemeClr val="accent5">
            <a:lumMod val="20000"/>
            <a:lumOff val="80000"/>
          </a:schemeClr>
        </a:solidFill>
        <a:ln w="0" cap="flat" cmpd="sng" algn="ctr">
          <a:solidFill>
            <a:schemeClr val="dk1"/>
          </a:solidFill>
          <a:prstDash val="solid"/>
        </a:ln>
        <a:effectLst/>
      </dsp:spPr>
      <dsp:style>
        <a:lnRef idx="2">
          <a:schemeClr val="dk1"/>
        </a:lnRef>
        <a:fillRef idx="1">
          <a:schemeClr val="lt1"/>
        </a:fillRef>
        <a:effectRef idx="0">
          <a:schemeClr val="dk1"/>
        </a:effectRef>
        <a:fontRef idx="minor">
          <a:schemeClr val="dk1"/>
        </a:fontRef>
      </dsp:style>
      <dsp:txBody>
        <a:bodyPr spcFirstLastPara="0" vert="horz" wrap="square" lIns="53340" tIns="53340" rIns="53340" bIns="53340" numCol="1" spcCol="1270" anchor="ctr" anchorCtr="0">
          <a:noAutofit/>
        </a:bodyPr>
        <a:lstStyle/>
        <a:p>
          <a:pPr lvl="0" algn="ctr" defTabSz="622300">
            <a:lnSpc>
              <a:spcPct val="90000"/>
            </a:lnSpc>
            <a:spcBef>
              <a:spcPct val="0"/>
            </a:spcBef>
            <a:spcAft>
              <a:spcPct val="35000"/>
            </a:spcAft>
          </a:pPr>
          <a:r>
            <a:rPr lang="en-US" altLang="en-US" sz="1400" b="0" kern="1200" dirty="0" smtClean="0">
              <a:solidFill>
                <a:schemeClr val="tx1"/>
              </a:solidFill>
            </a:rPr>
            <a:t>Loading of updated files </a:t>
          </a:r>
          <a:endParaRPr lang="zh-CN" altLang="en-US" sz="1400" b="0" kern="1200" dirty="0">
            <a:solidFill>
              <a:schemeClr val="tx1"/>
            </a:solidFill>
          </a:endParaRPr>
        </a:p>
      </dsp:txBody>
      <dsp:txXfrm>
        <a:off x="6353760" y="401175"/>
        <a:ext cx="1387181" cy="717690"/>
      </dsp:txXfrm>
    </dsp:sp>
    <dsp:sp modelId="{7E963315-5291-40A3-B1FA-75C4D0470B33}">
      <dsp:nvSpPr>
        <dsp:cNvPr id="0" name=""/>
        <dsp:cNvSpPr/>
      </dsp:nvSpPr>
      <dsp:spPr>
        <a:xfrm rot="5309602">
          <a:off x="6999213" y="1180986"/>
          <a:ext cx="122207" cy="143999"/>
        </a:xfrm>
        <a:prstGeom prst="rightArrow">
          <a:avLst>
            <a:gd name="adj1" fmla="val 60000"/>
            <a:gd name="adj2" fmla="val 50000"/>
          </a:avLst>
        </a:prstGeom>
        <a:solidFill>
          <a:schemeClr val="lt1"/>
        </a:solidFill>
        <a:ln w="0" cap="flat" cmpd="sng" algn="ctr">
          <a:solidFill>
            <a:schemeClr val="dk1"/>
          </a:solidFill>
          <a:prstDash val="solid"/>
        </a:ln>
        <a:effectLst/>
      </dsp:spPr>
      <dsp:style>
        <a:lnRef idx="2">
          <a:schemeClr val="dk1"/>
        </a:lnRef>
        <a:fillRef idx="1">
          <a:schemeClr val="lt1"/>
        </a:fillRef>
        <a:effectRef idx="0">
          <a:schemeClr val="dk1"/>
        </a:effectRef>
        <a:fontRef idx="minor">
          <a:schemeClr val="dk1"/>
        </a:fontRef>
      </dsp:style>
      <dsp:txBody>
        <a:bodyPr spcFirstLastPara="0" vert="horz" wrap="square" lIns="0" tIns="0" rIns="0" bIns="0" numCol="1" spcCol="1270" anchor="ctr" anchorCtr="0">
          <a:noAutofit/>
        </a:bodyPr>
        <a:lstStyle/>
        <a:p>
          <a:pPr lvl="0" algn="ctr" defTabSz="266700">
            <a:lnSpc>
              <a:spcPct val="90000"/>
            </a:lnSpc>
            <a:spcBef>
              <a:spcPct val="0"/>
            </a:spcBef>
            <a:spcAft>
              <a:spcPct val="35000"/>
            </a:spcAft>
          </a:pPr>
          <a:endParaRPr lang="zh-CN" altLang="en-US" sz="600" kern="1200"/>
        </a:p>
      </dsp:txBody>
      <dsp:txXfrm rot="-5400000">
        <a:off x="7016635" y="1191888"/>
        <a:ext cx="86399" cy="85545"/>
      </dsp:txXfrm>
    </dsp:sp>
    <dsp:sp modelId="{253BD70B-36D9-4E22-8639-8D8DF7FF920B}">
      <dsp:nvSpPr>
        <dsp:cNvPr id="0" name=""/>
        <dsp:cNvSpPr/>
      </dsp:nvSpPr>
      <dsp:spPr>
        <a:xfrm>
          <a:off x="6011462" y="1371693"/>
          <a:ext cx="2124005" cy="762346"/>
        </a:xfrm>
        <a:prstGeom prst="flowChartDecision">
          <a:avLst/>
        </a:prstGeom>
        <a:solidFill>
          <a:schemeClr val="accent5">
            <a:lumMod val="20000"/>
            <a:lumOff val="80000"/>
          </a:schemeClr>
        </a:solidFill>
        <a:ln w="0" cap="flat" cmpd="sng" algn="ctr">
          <a:solidFill>
            <a:schemeClr val="dk1"/>
          </a:solidFill>
          <a:prstDash val="solid"/>
        </a:ln>
        <a:effectLst/>
      </dsp:spPr>
      <dsp:style>
        <a:lnRef idx="2">
          <a:schemeClr val="dk1"/>
        </a:lnRef>
        <a:fillRef idx="1">
          <a:schemeClr val="lt1"/>
        </a:fillRef>
        <a:effectRef idx="0">
          <a:schemeClr val="dk1"/>
        </a:effectRef>
        <a:fontRef idx="minor">
          <a:schemeClr val="dk1"/>
        </a:fontRef>
      </dsp:style>
      <dsp:txBody>
        <a:bodyPr spcFirstLastPara="0" vert="horz" wrap="square" lIns="53340" tIns="53340" rIns="53340" bIns="53340" numCol="1" spcCol="1270" anchor="ctr" anchorCtr="0">
          <a:noAutofit/>
        </a:bodyPr>
        <a:lstStyle/>
        <a:p>
          <a:pPr lvl="0" algn="ctr" defTabSz="622300">
            <a:lnSpc>
              <a:spcPct val="90000"/>
            </a:lnSpc>
            <a:spcBef>
              <a:spcPct val="0"/>
            </a:spcBef>
            <a:spcAft>
              <a:spcPct val="35000"/>
            </a:spcAft>
          </a:pPr>
          <a:r>
            <a:rPr lang="en-US" altLang="en-US" sz="1400" b="0" kern="1200" dirty="0" smtClean="0">
              <a:solidFill>
                <a:schemeClr val="tx1"/>
              </a:solidFill>
            </a:rPr>
            <a:t>Is integrity valid?</a:t>
          </a:r>
          <a:endParaRPr lang="zh-CN" altLang="en-US" sz="1400" b="0" kern="1200" dirty="0">
            <a:solidFill>
              <a:schemeClr val="tx1"/>
            </a:solidFill>
          </a:endParaRPr>
        </a:p>
      </dsp:txBody>
      <dsp:txXfrm>
        <a:off x="6542463" y="1562280"/>
        <a:ext cx="1062003" cy="381173"/>
      </dsp:txXfrm>
    </dsp:sp>
    <dsp:sp modelId="{BFBD961E-19CC-46C7-BA34-42C9CA685D06}">
      <dsp:nvSpPr>
        <dsp:cNvPr id="0" name=""/>
        <dsp:cNvSpPr/>
      </dsp:nvSpPr>
      <dsp:spPr>
        <a:xfrm rot="5360277">
          <a:off x="6983492" y="2238488"/>
          <a:ext cx="192831" cy="143999"/>
        </a:xfrm>
        <a:prstGeom prst="rightArrow">
          <a:avLst>
            <a:gd name="adj1" fmla="val 60000"/>
            <a:gd name="adj2" fmla="val 50000"/>
          </a:avLst>
        </a:prstGeom>
        <a:solidFill>
          <a:schemeClr val="lt1"/>
        </a:solidFill>
        <a:ln w="0" cap="flat" cmpd="sng" algn="ctr">
          <a:solidFill>
            <a:schemeClr val="dk1"/>
          </a:solidFill>
          <a:prstDash val="solid"/>
        </a:ln>
        <a:effectLst/>
      </dsp:spPr>
      <dsp:style>
        <a:lnRef idx="2">
          <a:schemeClr val="dk1"/>
        </a:lnRef>
        <a:fillRef idx="1">
          <a:schemeClr val="lt1"/>
        </a:fillRef>
        <a:effectRef idx="0">
          <a:schemeClr val="dk1"/>
        </a:effectRef>
        <a:fontRef idx="minor">
          <a:schemeClr val="dk1"/>
        </a:fontRef>
      </dsp:style>
      <dsp:txBody>
        <a:bodyPr spcFirstLastPara="0" vert="horz" wrap="square" lIns="0" tIns="0" rIns="0" bIns="0" numCol="1" spcCol="1270" anchor="ctr" anchorCtr="0">
          <a:noAutofit/>
        </a:bodyPr>
        <a:lstStyle/>
        <a:p>
          <a:pPr lvl="0" algn="ctr" defTabSz="488950">
            <a:lnSpc>
              <a:spcPct val="90000"/>
            </a:lnSpc>
            <a:spcBef>
              <a:spcPct val="0"/>
            </a:spcBef>
            <a:spcAft>
              <a:spcPct val="35000"/>
            </a:spcAft>
          </a:pPr>
          <a:endParaRPr lang="zh-CN" altLang="en-US" sz="1100" kern="1200"/>
        </a:p>
      </dsp:txBody>
      <dsp:txXfrm rot="-5400000">
        <a:off x="7036458" y="2214073"/>
        <a:ext cx="86399" cy="149631"/>
      </dsp:txXfrm>
    </dsp:sp>
    <dsp:sp modelId="{D72FA901-AC79-478D-8078-49715B0A58EA}">
      <dsp:nvSpPr>
        <dsp:cNvPr id="0" name=""/>
        <dsp:cNvSpPr/>
      </dsp:nvSpPr>
      <dsp:spPr>
        <a:xfrm>
          <a:off x="6006476" y="2497850"/>
          <a:ext cx="2160002" cy="762346"/>
        </a:xfrm>
        <a:prstGeom prst="flowChartDecision">
          <a:avLst/>
        </a:prstGeom>
        <a:solidFill>
          <a:schemeClr val="accent5">
            <a:lumMod val="20000"/>
            <a:lumOff val="80000"/>
          </a:schemeClr>
        </a:solidFill>
        <a:ln w="0" cap="flat" cmpd="sng" algn="ctr">
          <a:solidFill>
            <a:schemeClr val="dk1"/>
          </a:solidFill>
          <a:prstDash val="solid"/>
        </a:ln>
        <a:effectLst/>
      </dsp:spPr>
      <dsp:style>
        <a:lnRef idx="2">
          <a:schemeClr val="dk1"/>
        </a:lnRef>
        <a:fillRef idx="1">
          <a:schemeClr val="lt1"/>
        </a:fillRef>
        <a:effectRef idx="0">
          <a:schemeClr val="dk1"/>
        </a:effectRef>
        <a:fontRef idx="minor">
          <a:schemeClr val="dk1"/>
        </a:fontRef>
      </dsp:style>
      <dsp:txBody>
        <a:bodyPr spcFirstLastPara="0" vert="horz" wrap="square" lIns="53340" tIns="53340" rIns="53340" bIns="53340" numCol="1" spcCol="1270" anchor="ctr" anchorCtr="0">
          <a:noAutofit/>
        </a:bodyPr>
        <a:lstStyle/>
        <a:p>
          <a:pPr lvl="0" algn="ctr" defTabSz="622300">
            <a:lnSpc>
              <a:spcPct val="90000"/>
            </a:lnSpc>
            <a:spcBef>
              <a:spcPct val="0"/>
            </a:spcBef>
            <a:spcAft>
              <a:spcPct val="35000"/>
            </a:spcAft>
          </a:pPr>
          <a:r>
            <a:rPr lang="en-US" altLang="en-US" sz="1400" b="0" kern="1200" dirty="0" smtClean="0">
              <a:solidFill>
                <a:schemeClr val="tx1"/>
              </a:solidFill>
            </a:rPr>
            <a:t>Is authenticity valid?</a:t>
          </a:r>
          <a:endParaRPr lang="zh-CN" altLang="en-US" sz="1400" b="0" kern="1200" dirty="0">
            <a:solidFill>
              <a:schemeClr val="tx1"/>
            </a:solidFill>
          </a:endParaRPr>
        </a:p>
      </dsp:txBody>
      <dsp:txXfrm>
        <a:off x="6546477" y="2688437"/>
        <a:ext cx="1080001" cy="381173"/>
      </dsp:txXfrm>
    </dsp:sp>
    <dsp:sp modelId="{B26C465B-E181-4147-B44F-8BD7CAAF3483}">
      <dsp:nvSpPr>
        <dsp:cNvPr id="0" name=""/>
        <dsp:cNvSpPr/>
      </dsp:nvSpPr>
      <dsp:spPr>
        <a:xfrm rot="5347089">
          <a:off x="6980739" y="3398352"/>
          <a:ext cx="229681" cy="143999"/>
        </a:xfrm>
        <a:prstGeom prst="rightArrow">
          <a:avLst>
            <a:gd name="adj1" fmla="val 60000"/>
            <a:gd name="adj2" fmla="val 50000"/>
          </a:avLst>
        </a:prstGeom>
        <a:solidFill>
          <a:schemeClr val="lt1"/>
        </a:solidFill>
        <a:ln w="0" cap="flat" cmpd="sng" algn="ctr">
          <a:solidFill>
            <a:schemeClr val="dk1"/>
          </a:solidFill>
          <a:prstDash val="solid"/>
        </a:ln>
        <a:effectLst/>
      </dsp:spPr>
      <dsp:style>
        <a:lnRef idx="2">
          <a:schemeClr val="dk1"/>
        </a:lnRef>
        <a:fillRef idx="1">
          <a:schemeClr val="lt1"/>
        </a:fillRef>
        <a:effectRef idx="0">
          <a:schemeClr val="dk1"/>
        </a:effectRef>
        <a:fontRef idx="minor">
          <a:schemeClr val="dk1"/>
        </a:fontRef>
      </dsp:style>
      <dsp:txBody>
        <a:bodyPr spcFirstLastPara="0" vert="horz" wrap="square" lIns="0" tIns="0" rIns="0" bIns="0" numCol="1" spcCol="1270" anchor="ctr" anchorCtr="0">
          <a:noAutofit/>
        </a:bodyPr>
        <a:lstStyle/>
        <a:p>
          <a:pPr lvl="0" algn="ctr" defTabSz="622300">
            <a:lnSpc>
              <a:spcPct val="90000"/>
            </a:lnSpc>
            <a:spcBef>
              <a:spcPct val="0"/>
            </a:spcBef>
            <a:spcAft>
              <a:spcPct val="35000"/>
            </a:spcAft>
          </a:pPr>
          <a:endParaRPr lang="zh-CN" altLang="en-US" sz="1400" kern="1200"/>
        </a:p>
      </dsp:txBody>
      <dsp:txXfrm rot="-5400000">
        <a:off x="7052048" y="3355514"/>
        <a:ext cx="86399" cy="186481"/>
      </dsp:txXfrm>
    </dsp:sp>
    <dsp:sp modelId="{9BF49C09-70EB-440C-961B-D7217F0695D6}">
      <dsp:nvSpPr>
        <dsp:cNvPr id="0" name=""/>
        <dsp:cNvSpPr/>
      </dsp:nvSpPr>
      <dsp:spPr>
        <a:xfrm>
          <a:off x="6227905" y="3693506"/>
          <a:ext cx="1753952" cy="762346"/>
        </a:xfrm>
        <a:prstGeom prst="roundRect">
          <a:avLst>
            <a:gd name="adj" fmla="val 10000"/>
          </a:avLst>
        </a:prstGeom>
        <a:solidFill>
          <a:schemeClr val="accent5">
            <a:lumMod val="20000"/>
            <a:lumOff val="80000"/>
          </a:schemeClr>
        </a:solidFill>
        <a:ln w="0" cap="flat" cmpd="sng" algn="ctr">
          <a:solidFill>
            <a:schemeClr val="dk1"/>
          </a:solidFill>
          <a:prstDash val="solid"/>
        </a:ln>
        <a:effectLst/>
      </dsp:spPr>
      <dsp:style>
        <a:lnRef idx="2">
          <a:schemeClr val="dk1"/>
        </a:lnRef>
        <a:fillRef idx="1">
          <a:schemeClr val="lt1"/>
        </a:fillRef>
        <a:effectRef idx="0">
          <a:schemeClr val="dk1"/>
        </a:effectRef>
        <a:fontRef idx="minor">
          <a:schemeClr val="dk1"/>
        </a:fontRef>
      </dsp:style>
      <dsp:txBody>
        <a:bodyPr spcFirstLastPara="0" vert="horz" wrap="square" lIns="53340" tIns="53340" rIns="53340" bIns="53340" numCol="1" spcCol="1270" anchor="ctr" anchorCtr="0">
          <a:noAutofit/>
        </a:bodyPr>
        <a:lstStyle/>
        <a:p>
          <a:pPr lvl="0" algn="ctr" defTabSz="622300">
            <a:lnSpc>
              <a:spcPct val="90000"/>
            </a:lnSpc>
            <a:spcBef>
              <a:spcPct val="0"/>
            </a:spcBef>
            <a:spcAft>
              <a:spcPct val="35000"/>
            </a:spcAft>
          </a:pPr>
          <a:r>
            <a:rPr lang="en-US" altLang="en-US" sz="1400" b="0" kern="1200" dirty="0" smtClean="0">
              <a:solidFill>
                <a:schemeClr val="tx1"/>
              </a:solidFill>
            </a:rPr>
            <a:t>Installation and activation of updated files</a:t>
          </a:r>
          <a:endParaRPr lang="zh-CN" altLang="en-US" sz="1400" b="0" kern="1200" dirty="0">
            <a:solidFill>
              <a:schemeClr val="tx1"/>
            </a:solidFill>
          </a:endParaRPr>
        </a:p>
      </dsp:txBody>
      <dsp:txXfrm>
        <a:off x="6250233" y="3715834"/>
        <a:ext cx="1709296" cy="717690"/>
      </dsp:txXfrm>
    </dsp:sp>
    <dsp:sp modelId="{F5DFFE96-ABE7-491B-9A0B-89425A21AAA0}">
      <dsp:nvSpPr>
        <dsp:cNvPr id="0" name=""/>
        <dsp:cNvSpPr/>
      </dsp:nvSpPr>
      <dsp:spPr>
        <a:xfrm rot="10800000">
          <a:off x="4945737" y="4002680"/>
          <a:ext cx="1152004" cy="143999"/>
        </a:xfrm>
        <a:prstGeom prst="rightArrow">
          <a:avLst/>
        </a:prstGeom>
        <a:solidFill>
          <a:schemeClr val="accent4">
            <a:lumMod val="20000"/>
            <a:lumOff val="80000"/>
          </a:schemeClr>
        </a:solidFill>
        <a:ln w="0" cap="flat" cmpd="sng" algn="ctr">
          <a:solidFill>
            <a:schemeClr val="dk1"/>
          </a:solidFill>
          <a:prstDash val="solid"/>
        </a:ln>
        <a:effectLst/>
      </dsp:spPr>
      <dsp:style>
        <a:lnRef idx="2">
          <a:schemeClr val="dk1"/>
        </a:lnRef>
        <a:fillRef idx="1">
          <a:schemeClr val="lt1"/>
        </a:fillRef>
        <a:effectRef idx="0">
          <a:schemeClr val="dk1"/>
        </a:effectRef>
        <a:fontRef idx="minor">
          <a:schemeClr val="dk1"/>
        </a:fontRef>
      </dsp:style>
      <dsp:txBody>
        <a:bodyPr spcFirstLastPara="0" vert="horz" wrap="square" lIns="0" tIns="0" rIns="0" bIns="0" numCol="1" spcCol="1270" anchor="ctr" anchorCtr="0">
          <a:noAutofit/>
        </a:bodyPr>
        <a:lstStyle/>
        <a:p>
          <a:pPr lvl="0" algn="ctr" defTabSz="266700">
            <a:lnSpc>
              <a:spcPct val="90000"/>
            </a:lnSpc>
            <a:spcBef>
              <a:spcPct val="0"/>
            </a:spcBef>
            <a:spcAft>
              <a:spcPct val="35000"/>
            </a:spcAft>
          </a:pPr>
          <a:endParaRPr lang="zh-CN" altLang="en-US" sz="600" kern="1200"/>
        </a:p>
      </dsp:txBody>
      <dsp:txXfrm rot="10800000">
        <a:off x="4988937" y="4031480"/>
        <a:ext cx="1108804" cy="86399"/>
      </dsp:txXfrm>
    </dsp:sp>
    <dsp:sp modelId="{2923BACD-9EF7-4B75-9795-A5908A7843C4}">
      <dsp:nvSpPr>
        <dsp:cNvPr id="0" name=""/>
        <dsp:cNvSpPr/>
      </dsp:nvSpPr>
      <dsp:spPr>
        <a:xfrm>
          <a:off x="2178485" y="3693506"/>
          <a:ext cx="1762270" cy="762346"/>
        </a:xfrm>
        <a:prstGeom prst="flowChartAlternateProcess">
          <a:avLst/>
        </a:prstGeom>
        <a:solidFill>
          <a:schemeClr val="accent1">
            <a:lumMod val="40000"/>
            <a:lumOff val="60000"/>
          </a:schemeClr>
        </a:solidFill>
        <a:ln w="0" cap="flat" cmpd="sng" algn="ctr">
          <a:solidFill>
            <a:schemeClr val="dk1"/>
          </a:solidFill>
          <a:prstDash val="solid"/>
        </a:ln>
        <a:effectLst/>
      </dsp:spPr>
      <dsp:style>
        <a:lnRef idx="2">
          <a:schemeClr val="dk1"/>
        </a:lnRef>
        <a:fillRef idx="1">
          <a:schemeClr val="lt1"/>
        </a:fillRef>
        <a:effectRef idx="0">
          <a:schemeClr val="dk1"/>
        </a:effectRef>
        <a:fontRef idx="minor">
          <a:schemeClr val="dk1"/>
        </a:fontRef>
      </dsp:style>
      <dsp:txBody>
        <a:bodyPr spcFirstLastPara="0" vert="horz" wrap="square" lIns="53340" tIns="53340" rIns="53340" bIns="53340" numCol="1" spcCol="1270" anchor="ctr" anchorCtr="0">
          <a:noAutofit/>
        </a:bodyPr>
        <a:lstStyle/>
        <a:p>
          <a:pPr lvl="0" algn="ctr" defTabSz="622300">
            <a:lnSpc>
              <a:spcPct val="90000"/>
            </a:lnSpc>
            <a:spcBef>
              <a:spcPct val="0"/>
            </a:spcBef>
            <a:spcAft>
              <a:spcPct val="35000"/>
            </a:spcAft>
          </a:pPr>
          <a:r>
            <a:rPr lang="en-US" altLang="en-US" sz="1400" b="0" kern="1200" dirty="0" smtClean="0">
              <a:solidFill>
                <a:schemeClr val="tx1"/>
              </a:solidFill>
            </a:rPr>
            <a:t>Record information</a:t>
          </a:r>
          <a:endParaRPr lang="zh-CN" altLang="en-US" sz="1400" b="0" kern="1200" dirty="0" smtClean="0">
            <a:solidFill>
              <a:schemeClr val="tx1"/>
            </a:solidFill>
          </a:endParaRPr>
        </a:p>
        <a:p>
          <a:pPr lvl="0" algn="ctr" defTabSz="622300">
            <a:lnSpc>
              <a:spcPct val="90000"/>
            </a:lnSpc>
            <a:spcBef>
              <a:spcPct val="0"/>
            </a:spcBef>
            <a:spcAft>
              <a:spcPct val="35000"/>
            </a:spcAft>
          </a:pPr>
          <a:r>
            <a:rPr lang="en-US" altLang="en-US" sz="1400" b="0" kern="1200" dirty="0" smtClean="0">
              <a:solidFill>
                <a:schemeClr val="tx1"/>
              </a:solidFill>
            </a:rPr>
            <a:t>about update to audit trail</a:t>
          </a:r>
          <a:endParaRPr lang="zh-CN" altLang="en-US" sz="1400" b="0" kern="1200" dirty="0">
            <a:solidFill>
              <a:schemeClr val="tx1"/>
            </a:solidFill>
          </a:endParaRPr>
        </a:p>
      </dsp:txBody>
      <dsp:txXfrm>
        <a:off x="2215699" y="3730720"/>
        <a:ext cx="1687842" cy="687918"/>
      </dsp:txXfrm>
    </dsp:sp>
    <dsp:sp modelId="{683C242A-EEE1-47CE-84A8-CBFB8105BE15}">
      <dsp:nvSpPr>
        <dsp:cNvPr id="0" name=""/>
        <dsp:cNvSpPr/>
      </dsp:nvSpPr>
      <dsp:spPr>
        <a:xfrm rot="10800000">
          <a:off x="1860085" y="4002680"/>
          <a:ext cx="225002" cy="143999"/>
        </a:xfrm>
        <a:prstGeom prst="rightArrow">
          <a:avLst>
            <a:gd name="adj1" fmla="val 60000"/>
            <a:gd name="adj2" fmla="val 50000"/>
          </a:avLst>
        </a:prstGeom>
        <a:solidFill>
          <a:schemeClr val="lt1"/>
        </a:solidFill>
        <a:ln w="0" cap="flat" cmpd="sng" algn="ctr">
          <a:solidFill>
            <a:schemeClr val="dk1"/>
          </a:solidFill>
          <a:prstDash val="solid"/>
        </a:ln>
        <a:effectLst/>
      </dsp:spPr>
      <dsp:style>
        <a:lnRef idx="2">
          <a:schemeClr val="dk1"/>
        </a:lnRef>
        <a:fillRef idx="1">
          <a:schemeClr val="lt1"/>
        </a:fillRef>
        <a:effectRef idx="0">
          <a:schemeClr val="dk1"/>
        </a:effectRef>
        <a:fontRef idx="minor">
          <a:schemeClr val="dk1"/>
        </a:fontRef>
      </dsp:style>
      <dsp:txBody>
        <a:bodyPr spcFirstLastPara="0" vert="horz" wrap="square" lIns="0" tIns="0" rIns="0" bIns="0" numCol="1" spcCol="1270" anchor="ctr" anchorCtr="0">
          <a:noAutofit/>
        </a:bodyPr>
        <a:lstStyle/>
        <a:p>
          <a:pPr lvl="0" algn="ctr" defTabSz="266700">
            <a:lnSpc>
              <a:spcPct val="90000"/>
            </a:lnSpc>
            <a:spcBef>
              <a:spcPct val="0"/>
            </a:spcBef>
            <a:spcAft>
              <a:spcPct val="35000"/>
            </a:spcAft>
          </a:pPr>
          <a:endParaRPr lang="zh-CN" altLang="en-US" sz="600" kern="1200"/>
        </a:p>
      </dsp:txBody>
      <dsp:txXfrm rot="10800000">
        <a:off x="1903285" y="4031480"/>
        <a:ext cx="181802" cy="86399"/>
      </dsp:txXfrm>
    </dsp:sp>
    <dsp:sp modelId="{D750250D-D0C1-4967-9665-90224A611861}">
      <dsp:nvSpPr>
        <dsp:cNvPr id="0" name=""/>
        <dsp:cNvSpPr/>
      </dsp:nvSpPr>
      <dsp:spPr>
        <a:xfrm>
          <a:off x="0" y="3693506"/>
          <a:ext cx="1753952" cy="762346"/>
        </a:xfrm>
        <a:prstGeom prst="roundRect">
          <a:avLst>
            <a:gd name="adj" fmla="val 10000"/>
          </a:avLst>
        </a:prstGeom>
        <a:solidFill>
          <a:schemeClr val="accent5">
            <a:lumMod val="20000"/>
            <a:lumOff val="80000"/>
          </a:schemeClr>
        </a:solidFill>
        <a:ln w="0" cap="flat" cmpd="sng" algn="ctr">
          <a:solidFill>
            <a:schemeClr val="dk1"/>
          </a:solidFill>
          <a:prstDash val="solid"/>
        </a:ln>
        <a:effectLst/>
      </dsp:spPr>
      <dsp:style>
        <a:lnRef idx="2">
          <a:schemeClr val="dk1"/>
        </a:lnRef>
        <a:fillRef idx="1">
          <a:schemeClr val="lt1"/>
        </a:fillRef>
        <a:effectRef idx="0">
          <a:schemeClr val="dk1"/>
        </a:effectRef>
        <a:fontRef idx="minor">
          <a:schemeClr val="dk1"/>
        </a:fontRef>
      </dsp:style>
      <dsp:txBody>
        <a:bodyPr spcFirstLastPara="0" vert="horz" wrap="square" lIns="53340" tIns="53340" rIns="53340" bIns="53340" numCol="1" spcCol="1270" anchor="ctr" anchorCtr="0">
          <a:noAutofit/>
        </a:bodyPr>
        <a:lstStyle/>
        <a:p>
          <a:pPr lvl="0" algn="ctr" defTabSz="622300">
            <a:lnSpc>
              <a:spcPct val="90000"/>
            </a:lnSpc>
            <a:spcBef>
              <a:spcPct val="0"/>
            </a:spcBef>
            <a:spcAft>
              <a:spcPct val="35000"/>
            </a:spcAft>
          </a:pPr>
          <a:r>
            <a:rPr lang="en-US" altLang="en-US" sz="1400" b="0" kern="1200" dirty="0" smtClean="0">
              <a:solidFill>
                <a:schemeClr val="tx1"/>
              </a:solidFill>
            </a:rPr>
            <a:t>Restart</a:t>
          </a:r>
          <a:endParaRPr lang="zh-CN" altLang="en-US" sz="1400" b="0" kern="1200" dirty="0">
            <a:solidFill>
              <a:schemeClr val="tx1"/>
            </a:solidFill>
          </a:endParaRPr>
        </a:p>
      </dsp:txBody>
      <dsp:txXfrm>
        <a:off x="22328" y="3715834"/>
        <a:ext cx="1709296" cy="717690"/>
      </dsp:txXfrm>
    </dsp:sp>
  </dsp:spTree>
</dsp:drawing>
</file>

<file path=ppt/diagrams/layout1.xml><?xml version="1.0" encoding="utf-8"?>
<dgm:layoutDef xmlns:dgm="http://schemas.openxmlformats.org/drawingml/2006/diagram" xmlns:a="http://schemas.openxmlformats.org/drawingml/2006/main" uniqueId="urn:microsoft.com/office/officeart/2008/layout/HorizontalMultiLevelHierarchy">
  <dgm:title val=""/>
  <dgm:desc val=""/>
  <dgm:catLst>
    <dgm:cat type="hierarchy" pri="46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clrData>
  <dgm:layoutNode name="Name0">
    <dgm:varLst>
      <dgm:chPref val="1"/>
      <dgm:dir/>
      <dgm:animOne val="branch"/>
      <dgm:animLvl val="lvl"/>
      <dgm:resizeHandles val="exact"/>
    </dgm:varLst>
    <dgm:choose name="Name1">
      <dgm:if name="Name2" func="var" arg="dir" op="equ" val="norm">
        <dgm:alg type="hierChild">
          <dgm:param type="linDir" val="fromT"/>
          <dgm:param type="chAlign" val="l"/>
        </dgm:alg>
      </dgm:if>
      <dgm:else name="Name3">
        <dgm:alg type="hierChild">
          <dgm:param type="linDir" val="fromT"/>
          <dgm:param type="chAlign" val="r"/>
        </dgm:alg>
      </dgm:else>
    </dgm:choose>
    <dgm:shape xmlns:r="http://schemas.openxmlformats.org/officeDocument/2006/relationships" r:blip="">
      <dgm:adjLst/>
    </dgm:shape>
    <dgm:presOf/>
    <dgm:constrLst>
      <dgm:constr type="h" for="des" forName="LevelOneTextNode" refType="h"/>
      <dgm:constr type="w" for="des" forName="LevelOneTextNode" refType="h" refFor="des" refForName="LevelOneTextNode" fact="0.19"/>
      <dgm:constr type="h" for="des" forName="LevelTwoTextNode" refType="w" refFor="des" refForName="LevelOneTextNode"/>
      <dgm:constr type="w" for="des" forName="LevelTwoTextNode" refType="h" refFor="des" refForName="LevelTwoTextNode" fact="3.28"/>
      <dgm:constr type="sibSp" refType="h" refFor="des" refForName="LevelTwoTextNode" op="equ" fact="0.25"/>
      <dgm:constr type="sibSp" for="des" forName="level2hierChild" refType="h" refFor="des" refForName="LevelTwoTextNode" op="equ" fact="0.25"/>
      <dgm:constr type="sibSp" for="des" forName="level3hierChild" refType="h" refFor="des" refForName="LevelTwoTextNode" op="equ" fact="0.25"/>
      <dgm:constr type="sp" for="des" forName="root1" refType="w" refFor="des" refForName="LevelTwoTextNode" fact="0.2"/>
      <dgm:constr type="sp" for="des" forName="root2" refType="sp" refFor="des" refForName="root1" op="equ"/>
      <dgm:constr type="primFontSz" for="des" forName="LevelOneTextNode" op="equ" val="65"/>
      <dgm:constr type="primFontSz" for="des" forName="LevelTwoTextNode" op="equ" val="65"/>
      <dgm:constr type="primFontSz" for="des" forName="LevelTwoTextNode" refType="primFontSz" refFor="des" refForName="LevelOneTextNode" op="lte"/>
      <dgm:constr type="primFontSz" for="des" forName="connTx" op="equ" val="50"/>
      <dgm:constr type="primFontSz" for="des" forName="connTx" refType="primFontSz" refFor="des" refForName="LevelOneTextNode" op="lte" fact="0.78"/>
    </dgm:constrLst>
    <dgm:forEach name="Name4" axis="ch">
      <dgm:forEach name="Name5" axis="self" ptType="node">
        <dgm:layoutNode name="root1">
          <dgm:choose name="Name6">
            <dgm:if name="Name7" func="var" arg="dir" op="equ" val="norm">
              <dgm:alg type="hierRoot">
                <dgm:param type="hierAlign" val="lCtrCh"/>
              </dgm:alg>
            </dgm:if>
            <dgm:else name="Name8">
              <dgm:alg type="hierRoot">
                <dgm:param type="hierAlign" val="rCtrCh"/>
              </dgm:alg>
            </dgm:else>
          </dgm:choose>
          <dgm:shape xmlns:r="http://schemas.openxmlformats.org/officeDocument/2006/relationships" r:blip="">
            <dgm:adjLst/>
          </dgm:shape>
          <dgm:presOf/>
          <dgm:layoutNode name="LevelOneTextNode" styleLbl="node0">
            <dgm:varLst>
              <dgm:chPref val="3"/>
            </dgm:varLst>
            <dgm:alg type="tx">
              <dgm:param type="autoTxRot" val="grav"/>
            </dgm:alg>
            <dgm:choose name="Name9">
              <dgm:if name="Name10" func="var" arg="dir" op="equ" val="norm">
                <dgm:shape xmlns:r="http://schemas.openxmlformats.org/officeDocument/2006/relationships" rot="270" type="rect" r:blip="">
                  <dgm:adjLst/>
                </dgm:shape>
              </dgm:if>
              <dgm:else name="Name11">
                <dgm:shape xmlns:r="http://schemas.openxmlformats.org/officeDocument/2006/relationships" rot="90" type="rect" r:blip="">
                  <dgm:adjLst/>
                </dgm:shape>
              </dgm:else>
            </dgm:choose>
            <dgm:presOf axis="self"/>
            <dgm:constrLst>
              <dgm:constr type="tMarg" refType="primFontSz" fact="0.05"/>
              <dgm:constr type="bMarg" refType="primFontSz" fact="0.05"/>
              <dgm:constr type="lMarg" refType="primFontSz" fact="0.05"/>
              <dgm:constr type="rMarg" refType="primFontSz" fact="0.05"/>
            </dgm:constrLst>
            <dgm:ruleLst>
              <dgm:rule type="primFontSz" val="2" fact="NaN" max="NaN"/>
            </dgm:ruleLst>
          </dgm:layoutNode>
          <dgm:layoutNode name="level2hierChild">
            <dgm:choose name="Name12">
              <dgm:if name="Name13" func="var" arg="dir" op="equ" val="norm">
                <dgm:alg type="hierChild">
                  <dgm:param type="linDir" val="fromT"/>
                  <dgm:param type="chAlign" val="l"/>
                </dgm:alg>
              </dgm:if>
              <dgm:else name="Name14">
                <dgm:alg type="hierChild">
                  <dgm:param type="linDir" val="fromT"/>
                  <dgm:param type="chAlign" val="r"/>
                </dgm:alg>
              </dgm:else>
            </dgm:choose>
            <dgm:shape xmlns:r="http://schemas.openxmlformats.org/officeDocument/2006/relationships" r:blip="">
              <dgm:adjLst/>
            </dgm:shape>
            <dgm:presOf/>
            <dgm:forEach name="repeat" axis="ch">
              <dgm:forEach name="Name15" axis="self" ptType="parTrans" cnt="1">
                <dgm:layoutNode name="conn2-1">
                  <dgm:choose name="Name16">
                    <dgm:if name="Name17" func="var" arg="dir" op="equ" val="norm">
                      <dgm:alg type="conn">
                        <dgm:param type="dim" val="1D"/>
                        <dgm:param type="begPts" val="midR"/>
                        <dgm:param type="endPts" val="midL"/>
                        <dgm:param type="endSty" val="noArr"/>
                        <dgm:param type="connRout" val="bend"/>
                      </dgm:alg>
                    </dgm:if>
                    <dgm:else name="Name18">
                      <dgm:alg type="conn">
                        <dgm:param type="dim" val="1D"/>
                        <dgm:param type="begPts" val="midL"/>
                        <dgm:param type="endPts" val="midR"/>
                        <dgm:param type="endSty" val="noArr"/>
                        <dgm:param type="connRout" val="bend"/>
                      </dgm:alg>
                    </dgm:else>
                  </dgm:choose>
                  <dgm:shape xmlns:r="http://schemas.openxmlformats.org/officeDocument/2006/relationships" type="conn" r:blip="" zOrderOff="-99999">
                    <dgm:adjLst/>
                  </dgm:shape>
                  <dgm:presOf axis="self"/>
                  <dgm:constrLst>
                    <dgm:constr type="w" val="1"/>
                    <dgm:constr type="h" val="5"/>
                    <dgm:constr type="connDist"/>
                    <dgm:constr type="begPad"/>
                    <dgm:constr type="endPad"/>
                    <dgm:constr type="userA" for="ch" refType="connDist"/>
                  </dgm:constr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9" axis="self" ptType="node">
                <dgm:layoutNode name="root2">
                  <dgm:choose name="Name20">
                    <dgm:if name="Name21" func="var" arg="dir" op="equ" val="norm">
                      <dgm:alg type="hierRoot">
                        <dgm:param type="hierAlign" val="lCtrCh"/>
                      </dgm:alg>
                    </dgm:if>
                    <dgm:else name="Name22">
                      <dgm:alg type="hierRoot">
                        <dgm:param type="hierAlign" val="rCtrCh"/>
                      </dgm:alg>
                    </dgm:else>
                  </dgm:choose>
                  <dgm:shape xmlns:r="http://schemas.openxmlformats.org/officeDocument/2006/relationships" r:blip="">
                    <dgm:adjLst/>
                  </dgm:shape>
                  <dgm:presOf/>
                  <dgm:layoutNode name="LevelTwoTextNode">
                    <dgm:varLst>
                      <dgm:chPref val="3"/>
                    </dgm:varLst>
                    <dgm:alg type="tx"/>
                    <dgm:shape xmlns:r="http://schemas.openxmlformats.org/officeDocument/2006/relationships" type="rect" r:blip="">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2" fact="NaN" max="NaN"/>
                    </dgm:ruleLst>
                  </dgm:layoutNode>
                  <dgm:layoutNode name="level3hierChild">
                    <dgm:choose name="Name23">
                      <dgm:if name="Name24" func="var" arg="dir" op="equ" val="norm">
                        <dgm:alg type="hierChild">
                          <dgm:param type="linDir" val="fromT"/>
                          <dgm:param type="chAlign" val="l"/>
                        </dgm:alg>
                      </dgm:if>
                      <dgm:else name="Name25">
                        <dgm:alg type="hierChild">
                          <dgm:param type="linDir" val="fromT"/>
                          <dgm:param type="chAlign" val="r"/>
                        </dgm:alg>
                      </dgm:else>
                    </dgm:choose>
                    <dgm:shape xmlns:r="http://schemas.openxmlformats.org/officeDocument/2006/relationships" r:blip="">
                      <dgm:adjLst/>
                    </dgm:shape>
                    <dgm:presOf/>
                    <dgm:forEach name="Name26" ref="repeat"/>
                  </dgm:layoutNode>
                </dgm:layoutNode>
              </dgm:forEach>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process5">
  <dgm:title val=""/>
  <dgm:desc val=""/>
  <dgm:catLst>
    <dgm:cat type="process" pri="17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diagram">
    <dgm:varLst>
      <dgm:dir/>
      <dgm:resizeHandles val="exact"/>
    </dgm:varLst>
    <dgm:choose name="Name0">
      <dgm:if name="Name1" axis="self" func="var" arg="dir" op="equ" val="norm">
        <dgm:alg type="snake">
          <dgm:param type="grDir" val="tL"/>
          <dgm:param type="flowDir" val="row"/>
          <dgm:param type="contDir" val="revDir"/>
          <dgm:param type="bkpt" val="endCnv"/>
        </dgm:alg>
      </dgm:if>
      <dgm:else name="Name2">
        <dgm:alg type="snake">
          <dgm:param type="grDir" val="tR"/>
          <dgm:param type="flowDir" val="row"/>
          <dgm:param type="contDir" val="rev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4"/>
      <dgm:constr type="sp" refType="w" refFor="ch" refForName="sibTrans"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process5">
  <dgm:title val=""/>
  <dgm:desc val=""/>
  <dgm:catLst>
    <dgm:cat type="process" pri="17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diagram">
    <dgm:varLst>
      <dgm:dir/>
      <dgm:resizeHandles val="exact"/>
    </dgm:varLst>
    <dgm:choose name="Name0">
      <dgm:if name="Name1" axis="self" func="var" arg="dir" op="equ" val="norm">
        <dgm:alg type="snake">
          <dgm:param type="grDir" val="tL"/>
          <dgm:param type="flowDir" val="row"/>
          <dgm:param type="contDir" val="revDir"/>
          <dgm:param type="bkpt" val="endCnv"/>
        </dgm:alg>
      </dgm:if>
      <dgm:else name="Name2">
        <dgm:alg type="snake">
          <dgm:param type="grDir" val="tR"/>
          <dgm:param type="flowDir" val="row"/>
          <dgm:param type="contDir" val="rev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4"/>
      <dgm:constr type="sp" refType="w" refFor="ch" refForName="sibTrans"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rawings/drawing1.xml><?xml version="1.0" encoding="utf-8"?>
<c:userShapes xmlns:c="http://schemas.openxmlformats.org/drawingml/2006/chart">
  <cdr:relSizeAnchor xmlns:cdr="http://schemas.openxmlformats.org/drawingml/2006/chartDrawing">
    <cdr:from>
      <cdr:x>0.3261</cdr:x>
      <cdr:y>0.44544</cdr:y>
    </cdr:from>
    <cdr:to>
      <cdr:x>0.4452</cdr:x>
      <cdr:y>0.50284</cdr:y>
    </cdr:to>
    <cdr:sp macro="" textlink="">
      <cdr:nvSpPr>
        <cdr:cNvPr id="2" name="TextBox 1"/>
        <cdr:cNvSpPr txBox="1"/>
      </cdr:nvSpPr>
      <cdr:spPr>
        <a:xfrm xmlns:a="http://schemas.openxmlformats.org/drawingml/2006/main">
          <a:off x="2661311" y="1910687"/>
          <a:ext cx="972000" cy="246221"/>
        </a:xfrm>
        <a:prstGeom xmlns:a="http://schemas.openxmlformats.org/drawingml/2006/main" prst="rect">
          <a:avLst/>
        </a:prstGeom>
        <a:noFill xmlns:a="http://schemas.openxmlformats.org/drawingml/2006/main"/>
      </cdr:spPr>
      <cdr:txBody>
        <a:bodyPr xmlns:a="http://schemas.openxmlformats.org/drawingml/2006/main" vertOverflow="clip" wrap="square" lIns="0" tIns="0" rIns="0" bIns="0" rtlCol="0">
          <a:spAutoFit/>
        </a:bodyPr>
        <a:lstStyle xmlns:a="http://schemas.openxmlformats.org/drawingml/2006/main"/>
        <a:p xmlns:a="http://schemas.openxmlformats.org/drawingml/2006/main">
          <a:pPr marL="144000" indent="0" algn="l">
            <a:spcBef>
              <a:spcPts val="0"/>
            </a:spcBef>
            <a:spcAft>
              <a:spcPts val="0"/>
            </a:spcAft>
            <a:buClr>
              <a:schemeClr val="accent1"/>
            </a:buClr>
          </a:pPr>
          <a:endParaRPr lang="zh-CN" altLang="en-US" sz="1600" dirty="0" smtClean="0">
            <a:solidFill>
              <a:schemeClr val="tx1"/>
            </a:solidFill>
            <a:latin typeface="黑体" panose="02010609060101010101" pitchFamily="49" charset="-122"/>
            <a:ea typeface="黑体" panose="02010609060101010101" pitchFamily="49" charset="-122"/>
          </a:endParaRPr>
        </a:p>
      </cdr:txBody>
    </cdr:sp>
  </cdr:relSizeAnchor>
</c:userShapes>
</file>

<file path=ppt/drawings/drawing2.xml><?xml version="1.0" encoding="utf-8"?>
<c:userShapes xmlns:c="http://schemas.openxmlformats.org/drawingml/2006/chart">
  <cdr:relSizeAnchor xmlns:cdr="http://schemas.openxmlformats.org/drawingml/2006/chartDrawing">
    <cdr:from>
      <cdr:x>0.3261</cdr:x>
      <cdr:y>0.44544</cdr:y>
    </cdr:from>
    <cdr:to>
      <cdr:x>0.4452</cdr:x>
      <cdr:y>0.50284</cdr:y>
    </cdr:to>
    <cdr:sp macro="" textlink="">
      <cdr:nvSpPr>
        <cdr:cNvPr id="2" name="TextBox 1"/>
        <cdr:cNvSpPr txBox="1"/>
      </cdr:nvSpPr>
      <cdr:spPr>
        <a:xfrm xmlns:a="http://schemas.openxmlformats.org/drawingml/2006/main">
          <a:off x="2661311" y="1910687"/>
          <a:ext cx="972000" cy="246221"/>
        </a:xfrm>
        <a:prstGeom xmlns:a="http://schemas.openxmlformats.org/drawingml/2006/main" prst="rect">
          <a:avLst/>
        </a:prstGeom>
        <a:noFill xmlns:a="http://schemas.openxmlformats.org/drawingml/2006/main"/>
      </cdr:spPr>
      <cdr:txBody>
        <a:bodyPr xmlns:a="http://schemas.openxmlformats.org/drawingml/2006/main" vertOverflow="clip" wrap="square" lIns="0" tIns="0" rIns="0" bIns="0" rtlCol="0">
          <a:spAutoFit/>
        </a:bodyPr>
        <a:lstStyle xmlns:a="http://schemas.openxmlformats.org/drawingml/2006/main"/>
        <a:p xmlns:a="http://schemas.openxmlformats.org/drawingml/2006/main">
          <a:pPr marL="144000" indent="0" algn="l">
            <a:spcBef>
              <a:spcPts val="0"/>
            </a:spcBef>
            <a:spcAft>
              <a:spcPts val="0"/>
            </a:spcAft>
            <a:buClr>
              <a:schemeClr val="accent1"/>
            </a:buClr>
          </a:pPr>
          <a:endParaRPr lang="zh-CN" altLang="en-US" sz="1600" dirty="0" smtClean="0">
            <a:solidFill>
              <a:schemeClr val="tx1"/>
            </a:solidFill>
            <a:latin typeface="黑体" panose="02010609060101010101" pitchFamily="49" charset="-122"/>
            <a:ea typeface="黑体" panose="02010609060101010101" pitchFamily="49" charset="-122"/>
          </a:endParaRPr>
        </a:p>
      </cdr:txBody>
    </cdr:sp>
  </cdr:relSizeAnchor>
</c:userShapes>
</file>

<file path=ppt/drawings/drawing3.xml><?xml version="1.0" encoding="utf-8"?>
<c:userShapes xmlns:c="http://schemas.openxmlformats.org/drawingml/2006/chart">
  <cdr:relSizeAnchor xmlns:cdr="http://schemas.openxmlformats.org/drawingml/2006/chartDrawing">
    <cdr:from>
      <cdr:x>0.3261</cdr:x>
      <cdr:y>0.44544</cdr:y>
    </cdr:from>
    <cdr:to>
      <cdr:x>0.4452</cdr:x>
      <cdr:y>0.50284</cdr:y>
    </cdr:to>
    <cdr:sp macro="" textlink="">
      <cdr:nvSpPr>
        <cdr:cNvPr id="2" name="TextBox 1"/>
        <cdr:cNvSpPr txBox="1"/>
      </cdr:nvSpPr>
      <cdr:spPr>
        <a:xfrm xmlns:a="http://schemas.openxmlformats.org/drawingml/2006/main">
          <a:off x="2661311" y="1910687"/>
          <a:ext cx="972000" cy="246221"/>
        </a:xfrm>
        <a:prstGeom xmlns:a="http://schemas.openxmlformats.org/drawingml/2006/main" prst="rect">
          <a:avLst/>
        </a:prstGeom>
        <a:noFill xmlns:a="http://schemas.openxmlformats.org/drawingml/2006/main"/>
      </cdr:spPr>
      <cdr:txBody>
        <a:bodyPr xmlns:a="http://schemas.openxmlformats.org/drawingml/2006/main" vertOverflow="clip" wrap="square" lIns="0" tIns="0" rIns="0" bIns="0" rtlCol="0">
          <a:spAutoFit/>
        </a:bodyPr>
        <a:lstStyle xmlns:a="http://schemas.openxmlformats.org/drawingml/2006/main"/>
        <a:p xmlns:a="http://schemas.openxmlformats.org/drawingml/2006/main">
          <a:pPr marL="144000" indent="0" algn="l">
            <a:spcBef>
              <a:spcPts val="0"/>
            </a:spcBef>
            <a:spcAft>
              <a:spcPts val="0"/>
            </a:spcAft>
            <a:buClr>
              <a:schemeClr val="accent1"/>
            </a:buClr>
          </a:pPr>
          <a:endParaRPr lang="zh-CN" altLang="en-US" sz="1600" dirty="0" smtClean="0">
            <a:solidFill>
              <a:schemeClr val="tx1"/>
            </a:solidFill>
            <a:latin typeface="黑体" panose="02010609060101010101" pitchFamily="49" charset="-122"/>
            <a:ea typeface="黑体" panose="02010609060101010101" pitchFamily="49" charset="-122"/>
          </a:endParaRPr>
        </a:p>
      </cdr:txBody>
    </cdr:sp>
  </cdr:relSizeAnchor>
</c:userShapes>
</file>

<file path=ppt/drawings/drawing4.xml><?xml version="1.0" encoding="utf-8"?>
<c:userShapes xmlns:c="http://schemas.openxmlformats.org/drawingml/2006/chart">
  <cdr:relSizeAnchor xmlns:cdr="http://schemas.openxmlformats.org/drawingml/2006/chartDrawing">
    <cdr:from>
      <cdr:x>0.23859</cdr:x>
      <cdr:y>0.33207</cdr:y>
    </cdr:from>
    <cdr:to>
      <cdr:x>0.29904</cdr:x>
      <cdr:y>0.49933</cdr:y>
    </cdr:to>
    <cdr:sp macro="" textlink="">
      <cdr:nvSpPr>
        <cdr:cNvPr id="2" name="左大括号 1"/>
        <cdr:cNvSpPr/>
      </cdr:nvSpPr>
      <cdr:spPr>
        <a:xfrm xmlns:a="http://schemas.openxmlformats.org/drawingml/2006/main">
          <a:off x="1993070" y="1625789"/>
          <a:ext cx="504967" cy="818865"/>
        </a:xfrm>
        <a:prstGeom xmlns:a="http://schemas.openxmlformats.org/drawingml/2006/main" prst="leftBrace">
          <a:avLst/>
        </a:prstGeom>
        <a:noFill xmlns:a="http://schemas.openxmlformats.org/drawingml/2006/main"/>
        <a:ln xmlns:a="http://schemas.openxmlformats.org/drawingml/2006/main">
          <a:solidFill>
            <a:schemeClr val="tx1"/>
          </a:solidFill>
        </a:ln>
      </cdr:spPr>
      <cdr:style>
        <a:lnRef xmlns:a="http://schemas.openxmlformats.org/drawingml/2006/main" idx="1">
          <a:schemeClr val="dk1"/>
        </a:lnRef>
        <a:fillRef xmlns:a="http://schemas.openxmlformats.org/drawingml/2006/main" idx="0">
          <a:schemeClr val="dk1"/>
        </a:fillRef>
        <a:effectRef xmlns:a="http://schemas.openxmlformats.org/drawingml/2006/main" idx="0">
          <a:schemeClr val="dk1"/>
        </a:effectRef>
        <a:fontRef xmlns:a="http://schemas.openxmlformats.org/drawingml/2006/main" idx="minor">
          <a:schemeClr val="tx1"/>
        </a:fontRef>
      </cdr:style>
      <cdr:txBody>
        <a:bodyPr xmlns:a="http://schemas.openxmlformats.org/drawingml/2006/main" vertOverflow="clip" rtlCol="0" anchor="ctr"/>
        <a:lstStyle xmlns:a="http://schemas.openxmlformats.org/drawingml/2006/main"/>
        <a:p xmlns:a="http://schemas.openxmlformats.org/drawingml/2006/main">
          <a:endParaRPr lang="zh-CN"/>
        </a:p>
      </cdr:txBody>
    </cdr:sp>
  </cdr:relSizeAnchor>
</c:userShape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5457454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Folienbildplatzhalter 3"/>
          <p:cNvSpPr>
            <a:spLocks noGrp="1" noRot="1" noChangeAspect="1"/>
          </p:cNvSpPr>
          <p:nvPr>
            <p:ph type="sldImg" idx="2"/>
          </p:nvPr>
        </p:nvSpPr>
        <p:spPr>
          <a:xfrm>
            <a:off x="919163" y="746125"/>
            <a:ext cx="4967287" cy="3725863"/>
          </a:xfrm>
          <a:prstGeom prst="rect">
            <a:avLst/>
          </a:prstGeom>
          <a:noFill/>
          <a:ln w="12700">
            <a:solidFill>
              <a:prstClr val="black"/>
            </a:solidFill>
          </a:ln>
        </p:spPr>
        <p:txBody>
          <a:bodyPr vert="horz" lIns="95679" tIns="47839" rIns="95679" bIns="47839" rtlCol="0" anchor="ctr"/>
          <a:lstStyle/>
          <a:p>
            <a:endParaRPr lang="en-US"/>
          </a:p>
        </p:txBody>
      </p:sp>
      <p:sp>
        <p:nvSpPr>
          <p:cNvPr id="5" name="Notizenplatzhalter 4"/>
          <p:cNvSpPr>
            <a:spLocks noGrp="1"/>
          </p:cNvSpPr>
          <p:nvPr>
            <p:ph type="body" sz="quarter" idx="3"/>
          </p:nvPr>
        </p:nvSpPr>
        <p:spPr>
          <a:xfrm>
            <a:off x="915425" y="4721186"/>
            <a:ext cx="4966435" cy="4472702"/>
          </a:xfrm>
          <a:prstGeom prst="rect">
            <a:avLst/>
          </a:prstGeom>
        </p:spPr>
        <p:txBody>
          <a:bodyPr vert="horz" lIns="95679" tIns="47839" rIns="95679" bIns="47839" rtlCol="0">
            <a:normAutofit/>
          </a:bodyPr>
          <a:lstStyle/>
          <a:p>
            <a:pPr lvl="0"/>
            <a:r>
              <a:rPr lang="en-US" dirty="0" err="1" smtClean="0"/>
              <a:t>Textmasterformate</a:t>
            </a:r>
            <a:r>
              <a:rPr lang="en-US" dirty="0" smtClean="0"/>
              <a:t> </a:t>
            </a:r>
            <a:r>
              <a:rPr lang="en-US" dirty="0" err="1" smtClean="0"/>
              <a:t>durch</a:t>
            </a:r>
            <a:r>
              <a:rPr lang="en-US" dirty="0" smtClean="0"/>
              <a:t> </a:t>
            </a:r>
            <a:r>
              <a:rPr lang="en-US" dirty="0" err="1" smtClean="0"/>
              <a:t>Klicken</a:t>
            </a:r>
            <a:r>
              <a:rPr lang="en-US" dirty="0" smtClean="0"/>
              <a:t> </a:t>
            </a:r>
            <a:r>
              <a:rPr lang="en-US" dirty="0" err="1" smtClean="0"/>
              <a:t>bearbeiten</a:t>
            </a:r>
            <a:endParaRPr lang="en-US" dirty="0" smtClean="0"/>
          </a:p>
          <a:p>
            <a:pPr lvl="1"/>
            <a:r>
              <a:rPr lang="en-US" dirty="0" err="1" smtClean="0"/>
              <a:t>Zweite</a:t>
            </a:r>
            <a:r>
              <a:rPr lang="en-US" dirty="0" smtClean="0"/>
              <a:t> </a:t>
            </a:r>
            <a:r>
              <a:rPr lang="en-US" dirty="0" err="1" smtClean="0"/>
              <a:t>Ebene</a:t>
            </a:r>
            <a:endParaRPr lang="en-US" dirty="0" smtClean="0"/>
          </a:p>
          <a:p>
            <a:pPr lvl="2"/>
            <a:r>
              <a:rPr lang="en-US" dirty="0" err="1" smtClean="0"/>
              <a:t>Dritte</a:t>
            </a:r>
            <a:r>
              <a:rPr lang="en-US" dirty="0" smtClean="0"/>
              <a:t> </a:t>
            </a:r>
            <a:r>
              <a:rPr lang="en-US" dirty="0" err="1" smtClean="0"/>
              <a:t>Ebene</a:t>
            </a:r>
            <a:endParaRPr lang="en-US" dirty="0" smtClean="0"/>
          </a:p>
          <a:p>
            <a:pPr lvl="3"/>
            <a:r>
              <a:rPr lang="en-US" dirty="0" err="1" smtClean="0"/>
              <a:t>Vierte</a:t>
            </a:r>
            <a:r>
              <a:rPr lang="en-US" dirty="0" smtClean="0"/>
              <a:t> </a:t>
            </a:r>
            <a:r>
              <a:rPr lang="en-US" dirty="0" err="1" smtClean="0"/>
              <a:t>Ebene</a:t>
            </a:r>
            <a:endParaRPr lang="en-US" dirty="0" smtClean="0"/>
          </a:p>
          <a:p>
            <a:pPr lvl="4"/>
            <a:r>
              <a:rPr lang="en-US" dirty="0" err="1" smtClean="0"/>
              <a:t>Fünfte</a:t>
            </a:r>
            <a:r>
              <a:rPr lang="en-US" dirty="0" smtClean="0"/>
              <a:t> </a:t>
            </a:r>
            <a:r>
              <a:rPr lang="en-US" dirty="0" err="1" smtClean="0"/>
              <a:t>Ebene</a:t>
            </a:r>
            <a:endParaRPr lang="en-US" dirty="0"/>
          </a:p>
        </p:txBody>
      </p:sp>
    </p:spTree>
    <p:extLst>
      <p:ext uri="{BB962C8B-B14F-4D97-AF65-F5344CB8AC3E}">
        <p14:creationId xmlns:p14="http://schemas.microsoft.com/office/powerpoint/2010/main" val="20408362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zh-CN" altLang="en-US" dirty="0" smtClean="0"/>
              <a:t>有关机构使用以及计量管理用要求不在本简介内容中，例如传感器族的划分、样机的选择、传感器标记等。</a:t>
            </a:r>
            <a:endParaRPr lang="en-US" dirty="0"/>
          </a:p>
        </p:txBody>
      </p:sp>
      <p:sp>
        <p:nvSpPr>
          <p:cNvPr id="4" name="Foliennummernplatzhalter 3"/>
          <p:cNvSpPr>
            <a:spLocks noGrp="1"/>
          </p:cNvSpPr>
          <p:nvPr>
            <p:ph type="sldNum" sz="quarter" idx="10"/>
          </p:nvPr>
        </p:nvSpPr>
        <p:spPr>
          <a:xfrm>
            <a:off x="5200591" y="9352978"/>
            <a:ext cx="685755" cy="496967"/>
          </a:xfrm>
          <a:prstGeom prst="rect">
            <a:avLst/>
          </a:prstGeom>
        </p:spPr>
        <p:txBody>
          <a:bodyPr lIns="90708" tIns="45354" rIns="90708" bIns="45354"/>
          <a:lstStyle/>
          <a:p>
            <a:fld id="{B37E420F-8DC5-4183-89F9-42805A72DA7D}" type="slidenum">
              <a:rPr lang="en-US" smtClean="0"/>
              <a:pPr/>
              <a:t>2</a:t>
            </a:fld>
            <a:endParaRPr lang="en-US"/>
          </a:p>
        </p:txBody>
      </p:sp>
    </p:spTree>
    <p:extLst>
      <p:ext uri="{BB962C8B-B14F-4D97-AF65-F5344CB8AC3E}">
        <p14:creationId xmlns:p14="http://schemas.microsoft.com/office/powerpoint/2010/main" val="166397708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smtClean="0"/>
              <a:t>OIM</a:t>
            </a:r>
            <a:r>
              <a:rPr lang="zh-CN" altLang="en-US" dirty="0" smtClean="0"/>
              <a:t>国际建议新的模板将都会按这种结构组成，第一部分为计量和技术要求，第二部分为计量管理和性能测试，第三部分为测试报告格式（模板），适用的附录</a:t>
            </a:r>
            <a:endParaRPr lang="zh-CN" altLang="en-US" dirty="0"/>
          </a:p>
        </p:txBody>
      </p:sp>
    </p:spTree>
    <p:extLst>
      <p:ext uri="{BB962C8B-B14F-4D97-AF65-F5344CB8AC3E}">
        <p14:creationId xmlns:p14="http://schemas.microsoft.com/office/powerpoint/2010/main" val="41492035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zh-CN" altLang="en-US" dirty="0" smtClean="0"/>
              <a:t>简述仅选取了新增术语、描述变化比较大的术语、传感器性能和测试常用术语</a:t>
            </a:r>
            <a:endParaRPr lang="en-US" dirty="0"/>
          </a:p>
        </p:txBody>
      </p:sp>
      <p:sp>
        <p:nvSpPr>
          <p:cNvPr id="4" name="Foliennummernplatzhalter 3"/>
          <p:cNvSpPr>
            <a:spLocks noGrp="1"/>
          </p:cNvSpPr>
          <p:nvPr>
            <p:ph type="sldNum" sz="quarter" idx="10"/>
          </p:nvPr>
        </p:nvSpPr>
        <p:spPr>
          <a:xfrm>
            <a:off x="5200591" y="9352978"/>
            <a:ext cx="685755" cy="496967"/>
          </a:xfrm>
          <a:prstGeom prst="rect">
            <a:avLst/>
          </a:prstGeom>
        </p:spPr>
        <p:txBody>
          <a:bodyPr lIns="90708" tIns="45354" rIns="90708" bIns="45354"/>
          <a:lstStyle/>
          <a:p>
            <a:fld id="{B37E420F-8DC5-4183-89F9-42805A72DA7D}" type="slidenum">
              <a:rPr lang="en-US" smtClean="0"/>
              <a:pPr/>
              <a:t>5</a:t>
            </a:fld>
            <a:endParaRPr lang="en-US"/>
          </a:p>
        </p:txBody>
      </p:sp>
    </p:spTree>
    <p:extLst>
      <p:ext uri="{BB962C8B-B14F-4D97-AF65-F5344CB8AC3E}">
        <p14:creationId xmlns:p14="http://schemas.microsoft.com/office/powerpoint/2010/main" val="166397708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smtClean="0"/>
              <a:t>2000</a:t>
            </a:r>
            <a:r>
              <a:rPr lang="zh-CN" altLang="en-US" dirty="0" smtClean="0"/>
              <a:t>版将称重传感器定义为力传感器范畴。</a:t>
            </a:r>
            <a:endParaRPr lang="en-US" altLang="zh-CN" dirty="0" smtClean="0"/>
          </a:p>
          <a:p>
            <a:r>
              <a:rPr lang="en-US" altLang="zh-CN" dirty="0" smtClean="0"/>
              <a:t>2017</a:t>
            </a:r>
            <a:r>
              <a:rPr lang="zh-CN" altLang="en-US" dirty="0" smtClean="0"/>
              <a:t>明确仅适用于测量质量（本标准定义下的称重传感器）</a:t>
            </a:r>
            <a:endParaRPr lang="zh-CN" altLang="en-US" dirty="0"/>
          </a:p>
        </p:txBody>
      </p:sp>
    </p:spTree>
    <p:extLst>
      <p:ext uri="{BB962C8B-B14F-4D97-AF65-F5344CB8AC3E}">
        <p14:creationId xmlns:p14="http://schemas.microsoft.com/office/powerpoint/2010/main" val="195457550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新概念，老产品</a:t>
            </a:r>
            <a:endParaRPr lang="en-US" altLang="zh-CN" dirty="0" smtClean="0"/>
          </a:p>
          <a:p>
            <a:r>
              <a:rPr lang="zh-CN" altLang="en-US" dirty="0" smtClean="0"/>
              <a:t>补偿直接参与测量和信号</a:t>
            </a:r>
            <a:r>
              <a:rPr lang="zh-CN" altLang="en-US" dirty="0" smtClean="0"/>
              <a:t>转换</a:t>
            </a:r>
            <a:endParaRPr lang="en-US" altLang="zh-CN" dirty="0" smtClean="0"/>
          </a:p>
          <a:p>
            <a:r>
              <a:rPr lang="zh-CN" altLang="en-US" dirty="0" smtClean="0"/>
              <a:t>补偿量无放大和缩小</a:t>
            </a:r>
            <a:endParaRPr lang="zh-CN" altLang="en-US" dirty="0"/>
          </a:p>
        </p:txBody>
      </p:sp>
    </p:spTree>
    <p:extLst>
      <p:ext uri="{BB962C8B-B14F-4D97-AF65-F5344CB8AC3E}">
        <p14:creationId xmlns:p14="http://schemas.microsoft.com/office/powerpoint/2010/main" val="195457550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这里的有源电子技术通常指有放大器电路，将载荷信号转换为电压或电流信号。</a:t>
            </a:r>
            <a:endParaRPr lang="en-US" altLang="zh-CN" dirty="0" smtClean="0"/>
          </a:p>
          <a:p>
            <a:r>
              <a:rPr lang="zh-CN" altLang="en-US" dirty="0" smtClean="0"/>
              <a:t>通过附加测量实现补偿</a:t>
            </a:r>
            <a:endParaRPr lang="zh-CN" altLang="en-US" dirty="0"/>
          </a:p>
        </p:txBody>
      </p:sp>
    </p:spTree>
    <p:extLst>
      <p:ext uri="{BB962C8B-B14F-4D97-AF65-F5344CB8AC3E}">
        <p14:creationId xmlns:p14="http://schemas.microsoft.com/office/powerpoint/2010/main" val="159226586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有将信号数字化功能的传感器，</a:t>
            </a:r>
            <a:endParaRPr lang="en-US" altLang="zh-CN" dirty="0" smtClean="0"/>
          </a:p>
          <a:p>
            <a:r>
              <a:rPr lang="zh-CN" altLang="en-US" dirty="0" smtClean="0"/>
              <a:t>可以包括不带质量单位的任何数据处理，</a:t>
            </a:r>
            <a:endParaRPr lang="en-US" altLang="zh-CN" dirty="0" smtClean="0"/>
          </a:p>
          <a:p>
            <a:r>
              <a:rPr lang="zh-CN" altLang="en-US" dirty="0" smtClean="0"/>
              <a:t>质量大小与数据的关系由其它装置实现</a:t>
            </a:r>
            <a:endParaRPr lang="en-US" altLang="zh-CN" dirty="0" smtClean="0"/>
          </a:p>
          <a:p>
            <a:endParaRPr lang="zh-CN" altLang="en-US" dirty="0"/>
          </a:p>
        </p:txBody>
      </p:sp>
    </p:spTree>
    <p:extLst>
      <p:ext uri="{BB962C8B-B14F-4D97-AF65-F5344CB8AC3E}">
        <p14:creationId xmlns:p14="http://schemas.microsoft.com/office/powerpoint/2010/main" val="294872754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这是从</a:t>
            </a:r>
            <a:r>
              <a:rPr lang="en-US" altLang="zh-CN" dirty="0" smtClean="0"/>
              <a:t>VIML</a:t>
            </a:r>
            <a:r>
              <a:rPr lang="zh-CN" altLang="en-US" dirty="0" smtClean="0"/>
              <a:t>引用过来的，并非传感器需要所有标识</a:t>
            </a:r>
            <a:r>
              <a:rPr lang="zh-CN" altLang="en-US" dirty="0" smtClean="0"/>
              <a:t>信息</a:t>
            </a:r>
            <a:endParaRPr lang="en-US" altLang="zh-CN"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zh-CN" altLang="en-US" dirty="0" smtClean="0"/>
              <a:t>其它标识：安全、食品、防爆</a:t>
            </a:r>
            <a:r>
              <a:rPr lang="en-US" altLang="zh-CN" dirty="0" smtClean="0"/>
              <a:t>……</a:t>
            </a:r>
            <a:endParaRPr lang="zh-CN" altLang="en-US" dirty="0" smtClean="0"/>
          </a:p>
          <a:p>
            <a:endParaRPr lang="zh-CN" altLang="en-US" dirty="0"/>
          </a:p>
        </p:txBody>
      </p:sp>
    </p:spTree>
    <p:extLst>
      <p:ext uri="{BB962C8B-B14F-4D97-AF65-F5344CB8AC3E}">
        <p14:creationId xmlns:p14="http://schemas.microsoft.com/office/powerpoint/2010/main" val="263886963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引用</a:t>
            </a:r>
            <a:r>
              <a:rPr lang="en-US" altLang="zh-CN" dirty="0" smtClean="0"/>
              <a:t>VIML</a:t>
            </a:r>
            <a:r>
              <a:rPr lang="zh-CN" altLang="en-US" dirty="0" smtClean="0"/>
              <a:t>，</a:t>
            </a:r>
            <a:r>
              <a:rPr lang="zh-CN" altLang="en-US" dirty="0" smtClean="0"/>
              <a:t>法制</a:t>
            </a:r>
            <a:r>
              <a:rPr lang="zh-CN" altLang="en-US" dirty="0" smtClean="0"/>
              <a:t>计量器具必须接受</a:t>
            </a:r>
            <a:r>
              <a:rPr lang="zh-CN" altLang="en-US" dirty="0" smtClean="0"/>
              <a:t>计量监管。</a:t>
            </a:r>
            <a:endParaRPr lang="en-US" altLang="zh-CN" dirty="0" smtClean="0"/>
          </a:p>
        </p:txBody>
      </p:sp>
    </p:spTree>
    <p:extLst>
      <p:ext uri="{BB962C8B-B14F-4D97-AF65-F5344CB8AC3E}">
        <p14:creationId xmlns:p14="http://schemas.microsoft.com/office/powerpoint/2010/main" val="341753309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引用</a:t>
            </a:r>
            <a:r>
              <a:rPr lang="en-US" altLang="zh-CN" dirty="0" smtClean="0"/>
              <a:t>VIML</a:t>
            </a:r>
            <a:r>
              <a:rPr lang="zh-CN" altLang="en-US" dirty="0" smtClean="0"/>
              <a:t>，铅封的作用，铅封装置的作用和特点</a:t>
            </a:r>
            <a:endParaRPr lang="en-US" altLang="zh-CN" dirty="0" smtClean="0"/>
          </a:p>
          <a:p>
            <a:pPr marL="228600" indent="-228600">
              <a:buAutoNum type="arabicPeriod"/>
            </a:pPr>
            <a:r>
              <a:rPr lang="zh-CN" altLang="en-US" dirty="0" smtClean="0"/>
              <a:t>未破坏标识处于受保护状态</a:t>
            </a:r>
            <a:endParaRPr lang="en-US" altLang="zh-CN" dirty="0" smtClean="0"/>
          </a:p>
          <a:p>
            <a:pPr marL="228600" indent="-228600">
              <a:buAutoNum type="arabicPeriod"/>
            </a:pPr>
            <a:r>
              <a:rPr lang="zh-CN" altLang="en-US" dirty="0" smtClean="0"/>
              <a:t>破坏后的状态是明显的，易于被发现的</a:t>
            </a:r>
            <a:endParaRPr lang="en-US" altLang="zh-CN" dirty="0" smtClean="0"/>
          </a:p>
          <a:p>
            <a:pPr marL="228600" indent="-228600">
              <a:buAutoNum type="arabicPeriod"/>
            </a:pPr>
            <a:r>
              <a:rPr lang="zh-CN" altLang="en-US" dirty="0" smtClean="0"/>
              <a:t>破坏后的称量结果不具有法定地位</a:t>
            </a:r>
            <a:endParaRPr lang="zh-CN" altLang="en-US" dirty="0"/>
          </a:p>
        </p:txBody>
      </p:sp>
    </p:spTree>
    <p:extLst>
      <p:ext uri="{BB962C8B-B14F-4D97-AF65-F5344CB8AC3E}">
        <p14:creationId xmlns:p14="http://schemas.microsoft.com/office/powerpoint/2010/main" val="336401434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例外的描述来自于</a:t>
            </a:r>
            <a:r>
              <a:rPr lang="en-US" altLang="zh-CN" dirty="0" smtClean="0"/>
              <a:t>VIML</a:t>
            </a:r>
            <a:r>
              <a:rPr lang="zh-CN" altLang="en-US" dirty="0" smtClean="0"/>
              <a:t>，</a:t>
            </a:r>
            <a:endParaRPr lang="zh-CN" altLang="en-US" dirty="0"/>
          </a:p>
        </p:txBody>
      </p:sp>
    </p:spTree>
    <p:extLst>
      <p:ext uri="{BB962C8B-B14F-4D97-AF65-F5344CB8AC3E}">
        <p14:creationId xmlns:p14="http://schemas.microsoft.com/office/powerpoint/2010/main" val="162673183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耐久性、显著增差的例外描述均来自</a:t>
            </a:r>
            <a:r>
              <a:rPr lang="en-US" altLang="zh-CN" dirty="0" smtClean="0"/>
              <a:t>VIML</a:t>
            </a:r>
            <a:r>
              <a:rPr lang="zh-CN" altLang="en-US" dirty="0" smtClean="0"/>
              <a:t>，且相同。标准都强调其适用用相关衡器整机要求确定</a:t>
            </a:r>
            <a:endParaRPr lang="zh-CN" altLang="en-US" dirty="0"/>
          </a:p>
        </p:txBody>
      </p:sp>
    </p:spTree>
    <p:extLst>
      <p:ext uri="{BB962C8B-B14F-4D97-AF65-F5344CB8AC3E}">
        <p14:creationId xmlns:p14="http://schemas.microsoft.com/office/powerpoint/2010/main" val="220300714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新版本取消了所有这样不超出最大允许误差的描述；</a:t>
            </a:r>
            <a:endParaRPr lang="zh-CN" altLang="en-US" dirty="0"/>
          </a:p>
        </p:txBody>
      </p:sp>
    </p:spTree>
    <p:extLst>
      <p:ext uri="{BB962C8B-B14F-4D97-AF65-F5344CB8AC3E}">
        <p14:creationId xmlns:p14="http://schemas.microsoft.com/office/powerpoint/2010/main" val="143408023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作为评价传感器性能，载荷范围至少在</a:t>
            </a:r>
            <a:r>
              <a:rPr lang="en-US" altLang="zh-CN" dirty="0" smtClean="0"/>
              <a:t>0.1 ~ 0.9Emax</a:t>
            </a:r>
            <a:r>
              <a:rPr lang="zh-CN" altLang="en-US" dirty="0" smtClean="0"/>
              <a:t>范围，否则可能评价不出所有范围的特性</a:t>
            </a:r>
            <a:endParaRPr lang="en-US" altLang="zh-CN" dirty="0" smtClean="0"/>
          </a:p>
          <a:p>
            <a:r>
              <a:rPr lang="en-US" altLang="zh-CN" dirty="0" err="1" smtClean="0"/>
              <a:t>Emin</a:t>
            </a:r>
            <a:r>
              <a:rPr lang="en-US" altLang="zh-CN" dirty="0" smtClean="0"/>
              <a:t> </a:t>
            </a:r>
            <a:r>
              <a:rPr lang="en-US" altLang="zh-CN" dirty="0" smtClean="0"/>
              <a:t>&lt;= </a:t>
            </a:r>
            <a:r>
              <a:rPr lang="en-US" altLang="zh-CN" dirty="0" err="1" smtClean="0"/>
              <a:t>Dmin</a:t>
            </a:r>
            <a:r>
              <a:rPr lang="en-US" altLang="zh-CN" dirty="0" smtClean="0"/>
              <a:t> &lt;= 0.1Emax</a:t>
            </a:r>
            <a:r>
              <a:rPr lang="en-US" altLang="zh-CN" baseline="0" dirty="0" smtClean="0"/>
              <a:t> </a:t>
            </a:r>
            <a:r>
              <a:rPr lang="zh-CN" altLang="en-US" baseline="0" dirty="0" smtClean="0"/>
              <a:t>隐含了</a:t>
            </a:r>
            <a:r>
              <a:rPr lang="en-US" altLang="zh-CN" baseline="0" dirty="0" err="1" smtClean="0"/>
              <a:t>Emin</a:t>
            </a:r>
            <a:r>
              <a:rPr lang="en-US" altLang="zh-CN" baseline="0" dirty="0" smtClean="0"/>
              <a:t> &lt;= 0.1Emax,</a:t>
            </a:r>
            <a:r>
              <a:rPr lang="zh-CN" altLang="en-US" baseline="0" dirty="0" smtClean="0"/>
              <a:t>意义在于传感器最小静载荷不能太大，否则会给应用带来问题</a:t>
            </a:r>
            <a:r>
              <a:rPr lang="zh-CN" altLang="en-US" baseline="0" dirty="0" smtClean="0"/>
              <a:t>。</a:t>
            </a:r>
            <a:endParaRPr lang="en-US" altLang="zh-CN" baseline="0" dirty="0" smtClean="0"/>
          </a:p>
          <a:p>
            <a:r>
              <a:rPr lang="zh-CN" altLang="en-US" baseline="0" dirty="0" smtClean="0"/>
              <a:t>与指示器评价不同，一个必须在最大范围评价，一个必须在最小分度值的范围评价</a:t>
            </a:r>
            <a:endParaRPr lang="zh-CN" altLang="en-US" dirty="0"/>
          </a:p>
        </p:txBody>
      </p:sp>
    </p:spTree>
    <p:extLst>
      <p:ext uri="{BB962C8B-B14F-4D97-AF65-F5344CB8AC3E}">
        <p14:creationId xmlns:p14="http://schemas.microsoft.com/office/powerpoint/2010/main" val="104764560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smtClean="0"/>
          </a:p>
          <a:p>
            <a:r>
              <a:rPr lang="zh-CN" altLang="en-US" dirty="0" smtClean="0"/>
              <a:t>检定分度值是有单位的，不要求</a:t>
            </a:r>
            <a:r>
              <a:rPr lang="en-US" altLang="zh-CN" dirty="0" smtClean="0"/>
              <a:t>1</a:t>
            </a:r>
            <a:r>
              <a:rPr lang="zh-CN" altLang="en-US" dirty="0" smtClean="0"/>
              <a:t>、</a:t>
            </a:r>
            <a:r>
              <a:rPr lang="en-US" altLang="zh-CN" dirty="0" smtClean="0"/>
              <a:t>2</a:t>
            </a:r>
            <a:r>
              <a:rPr lang="zh-CN" altLang="en-US" dirty="0" smtClean="0"/>
              <a:t>、</a:t>
            </a:r>
            <a:r>
              <a:rPr lang="en-US" altLang="zh-CN" dirty="0" smtClean="0"/>
              <a:t>5</a:t>
            </a:r>
            <a:r>
              <a:rPr lang="zh-CN" altLang="en-US" dirty="0" smtClean="0"/>
              <a:t>型式，</a:t>
            </a:r>
            <a:endParaRPr lang="en-US" altLang="zh-CN" dirty="0" smtClean="0"/>
          </a:p>
          <a:p>
            <a:r>
              <a:rPr lang="zh-CN" altLang="en-US" dirty="0" smtClean="0"/>
              <a:t>评价时使用的分度值必须大于</a:t>
            </a:r>
            <a:r>
              <a:rPr lang="en-US" altLang="zh-CN" dirty="0" smtClean="0"/>
              <a:t>0.8</a:t>
            </a:r>
            <a:r>
              <a:rPr lang="zh-CN" altLang="en-US" dirty="0" smtClean="0"/>
              <a:t>检定分度值</a:t>
            </a:r>
            <a:r>
              <a:rPr lang="en-US" altLang="zh-CN" dirty="0" err="1" smtClean="0"/>
              <a:t>Emax</a:t>
            </a:r>
            <a:r>
              <a:rPr lang="en-US" altLang="zh-CN" dirty="0" smtClean="0"/>
              <a:t>/</a:t>
            </a:r>
            <a:r>
              <a:rPr lang="en-US" altLang="zh-CN" dirty="0" err="1" smtClean="0"/>
              <a:t>nLC</a:t>
            </a:r>
            <a:endParaRPr lang="zh-CN" altLang="en-US" dirty="0"/>
          </a:p>
        </p:txBody>
      </p:sp>
    </p:spTree>
    <p:extLst>
      <p:ext uri="{BB962C8B-B14F-4D97-AF65-F5344CB8AC3E}">
        <p14:creationId xmlns:p14="http://schemas.microsoft.com/office/powerpoint/2010/main" val="104764560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97368848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smtClean="0"/>
              <a:t>No Load</a:t>
            </a:r>
            <a:r>
              <a:rPr lang="zh-CN" altLang="en-US" dirty="0" smtClean="0"/>
              <a:t>，</a:t>
            </a:r>
            <a:r>
              <a:rPr lang="en-US" altLang="zh-CN" dirty="0" err="1" smtClean="0"/>
              <a:t>Emin</a:t>
            </a:r>
            <a:r>
              <a:rPr lang="zh-CN" altLang="en-US" dirty="0" smtClean="0"/>
              <a:t>，</a:t>
            </a:r>
            <a:r>
              <a:rPr lang="en-US" altLang="zh-CN" dirty="0" smtClean="0"/>
              <a:t>Minimum Load </a:t>
            </a:r>
            <a:r>
              <a:rPr lang="zh-CN" altLang="en-US" dirty="0" smtClean="0"/>
              <a:t>有时是相同的，不是必须不同的，对有些传感器测试有时需要</a:t>
            </a:r>
            <a:r>
              <a:rPr lang="en-US" altLang="zh-CN" dirty="0" err="1" smtClean="0"/>
              <a:t>Dmin</a:t>
            </a:r>
            <a:r>
              <a:rPr lang="zh-CN" altLang="en-US" dirty="0" smtClean="0"/>
              <a:t>不等于</a:t>
            </a:r>
            <a:r>
              <a:rPr lang="en-US" altLang="zh-CN" dirty="0" err="1" smtClean="0"/>
              <a:t>Emin</a:t>
            </a:r>
            <a:r>
              <a:rPr lang="zh-CN" altLang="en-US" dirty="0" smtClean="0"/>
              <a:t>；</a:t>
            </a:r>
            <a:endParaRPr lang="en-US" altLang="zh-CN" dirty="0" smtClean="0"/>
          </a:p>
          <a:p>
            <a:r>
              <a:rPr lang="en-US" altLang="zh-CN" dirty="0" err="1" smtClean="0"/>
              <a:t>Dmax</a:t>
            </a:r>
            <a:r>
              <a:rPr lang="zh-CN" altLang="en-US" dirty="0" smtClean="0"/>
              <a:t>不应大于</a:t>
            </a:r>
            <a:r>
              <a:rPr lang="en-US" altLang="zh-CN" dirty="0" err="1" smtClean="0"/>
              <a:t>Emax</a:t>
            </a:r>
            <a:r>
              <a:rPr lang="zh-CN" altLang="en-US" dirty="0" smtClean="0"/>
              <a:t>，</a:t>
            </a:r>
            <a:endParaRPr lang="zh-CN" altLang="en-US" dirty="0"/>
          </a:p>
        </p:txBody>
      </p:sp>
    </p:spTree>
    <p:extLst>
      <p:ext uri="{BB962C8B-B14F-4D97-AF65-F5344CB8AC3E}">
        <p14:creationId xmlns:p14="http://schemas.microsoft.com/office/powerpoint/2010/main" val="210664198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直接测量 </a:t>
            </a:r>
            <a:r>
              <a:rPr lang="en-US" altLang="zh-CN" dirty="0" smtClean="0"/>
              <a:t>—— </a:t>
            </a:r>
            <a:r>
              <a:rPr lang="zh-CN" altLang="en-US" dirty="0" smtClean="0"/>
              <a:t>衡器测试、使用中对质量的测量。</a:t>
            </a:r>
            <a:endParaRPr lang="zh-CN" altLang="en-US" dirty="0"/>
          </a:p>
        </p:txBody>
      </p:sp>
    </p:spTree>
    <p:extLst>
      <p:ext uri="{BB962C8B-B14F-4D97-AF65-F5344CB8AC3E}">
        <p14:creationId xmlns:p14="http://schemas.microsoft.com/office/powerpoint/2010/main" val="411065639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所有国际建议都引入了该基本组成，对不同衡器附加一些变化，例如皮带秤增加积分器模块</a:t>
            </a:r>
            <a:endParaRPr lang="en-US" altLang="zh-CN" dirty="0" smtClean="0"/>
          </a:p>
          <a:p>
            <a:r>
              <a:rPr lang="zh-CN" altLang="en-US" dirty="0" smtClean="0"/>
              <a:t>明确传感器的范围限于</a:t>
            </a:r>
            <a:r>
              <a:rPr lang="en-US" altLang="zh-CN" dirty="0" smtClean="0"/>
              <a:t>2</a:t>
            </a:r>
            <a:r>
              <a:rPr lang="zh-CN" altLang="en-US" dirty="0" smtClean="0"/>
              <a:t>或（和</a:t>
            </a:r>
            <a:r>
              <a:rPr lang="en-US" altLang="zh-CN" dirty="0" smtClean="0"/>
              <a:t>3</a:t>
            </a:r>
            <a:r>
              <a:rPr lang="zh-CN" altLang="en-US" dirty="0" smtClean="0"/>
              <a:t>），仅数字处理，不包括数据处理。</a:t>
            </a:r>
            <a:endParaRPr lang="zh-CN" altLang="en-US" dirty="0"/>
          </a:p>
        </p:txBody>
      </p:sp>
    </p:spTree>
    <p:extLst>
      <p:ext uri="{BB962C8B-B14F-4D97-AF65-F5344CB8AC3E}">
        <p14:creationId xmlns:p14="http://schemas.microsoft.com/office/powerpoint/2010/main" val="158009672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细化传感器组成，明确了无源模拟、有源模拟、数字、以及不属于</a:t>
            </a:r>
            <a:r>
              <a:rPr lang="en-US" altLang="zh-CN" dirty="0" smtClean="0"/>
              <a:t>R60</a:t>
            </a:r>
            <a:r>
              <a:rPr lang="zh-CN" altLang="en-US" dirty="0" smtClean="0"/>
              <a:t>范围的</a:t>
            </a:r>
            <a:endParaRPr lang="zh-CN" altLang="en-US" dirty="0"/>
          </a:p>
        </p:txBody>
      </p:sp>
    </p:spTree>
    <p:extLst>
      <p:ext uri="{BB962C8B-B14F-4D97-AF65-F5344CB8AC3E}">
        <p14:creationId xmlns:p14="http://schemas.microsoft.com/office/powerpoint/2010/main" val="282097023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en-US" dirty="0"/>
          </a:p>
        </p:txBody>
      </p:sp>
      <p:sp>
        <p:nvSpPr>
          <p:cNvPr id="4" name="Foliennummernplatzhalter 3"/>
          <p:cNvSpPr>
            <a:spLocks noGrp="1"/>
          </p:cNvSpPr>
          <p:nvPr>
            <p:ph type="sldNum" sz="quarter" idx="10"/>
          </p:nvPr>
        </p:nvSpPr>
        <p:spPr>
          <a:xfrm>
            <a:off x="5200591" y="9352978"/>
            <a:ext cx="685755" cy="496967"/>
          </a:xfrm>
          <a:prstGeom prst="rect">
            <a:avLst/>
          </a:prstGeom>
        </p:spPr>
        <p:txBody>
          <a:bodyPr lIns="90708" tIns="45354" rIns="90708" bIns="45354"/>
          <a:lstStyle/>
          <a:p>
            <a:fld id="{B37E420F-8DC5-4183-89F9-42805A72DA7D}" type="slidenum">
              <a:rPr lang="en-US" smtClean="0"/>
              <a:pPr/>
              <a:t>24</a:t>
            </a:fld>
            <a:endParaRPr lang="en-US"/>
          </a:p>
        </p:txBody>
      </p:sp>
    </p:spTree>
    <p:extLst>
      <p:ext uri="{BB962C8B-B14F-4D97-AF65-F5344CB8AC3E}">
        <p14:creationId xmlns:p14="http://schemas.microsoft.com/office/powerpoint/2010/main" val="166397708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29173816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dirty="0" smtClean="0"/>
              <a:t>MPE</a:t>
            </a:r>
            <a:r>
              <a:rPr lang="zh-CN" altLang="en-US" dirty="0" smtClean="0"/>
              <a:t>与</a:t>
            </a:r>
            <a:r>
              <a:rPr lang="en-US" altLang="zh-CN" dirty="0" smtClean="0"/>
              <a:t>3</a:t>
            </a:r>
            <a:r>
              <a:rPr lang="zh-CN" altLang="en-US" dirty="0" smtClean="0"/>
              <a:t>个基本参数之间的关系，</a:t>
            </a:r>
            <a:r>
              <a:rPr lang="en-US" altLang="zh-CN" dirty="0" smtClean="0"/>
              <a:t>3</a:t>
            </a:r>
            <a:r>
              <a:rPr lang="zh-CN" altLang="en-US" dirty="0" smtClean="0"/>
              <a:t>个参数的落脚点是允许误差</a:t>
            </a:r>
            <a:endParaRPr lang="en-US" altLang="zh-CN" dirty="0" smtClean="0"/>
          </a:p>
          <a:p>
            <a:r>
              <a:rPr lang="zh-CN" altLang="en-US" dirty="0" smtClean="0"/>
              <a:t>分配系数不可能是大于</a:t>
            </a:r>
            <a:r>
              <a:rPr lang="en-US" altLang="zh-CN" dirty="0" smtClean="0"/>
              <a:t>0.8</a:t>
            </a:r>
            <a:r>
              <a:rPr lang="zh-CN" altLang="en-US" dirty="0" smtClean="0"/>
              <a:t>，除非</a:t>
            </a:r>
            <a:r>
              <a:rPr lang="en-US" altLang="zh-CN" dirty="0" smtClean="0"/>
              <a:t>1</a:t>
            </a:r>
            <a:r>
              <a:rPr lang="zh-CN" altLang="en-US" dirty="0" smtClean="0"/>
              <a:t>，因为机械、电气连接固定为</a:t>
            </a:r>
            <a:r>
              <a:rPr lang="en-US" altLang="zh-CN" dirty="0" smtClean="0"/>
              <a:t>0.5</a:t>
            </a:r>
            <a:r>
              <a:rPr lang="zh-CN" altLang="en-US" dirty="0" smtClean="0"/>
              <a:t>，剩余的只有</a:t>
            </a:r>
            <a:r>
              <a:rPr lang="en-US" altLang="zh-CN" dirty="0" smtClean="0"/>
              <a:t>0.75</a:t>
            </a:r>
            <a:r>
              <a:rPr lang="zh-CN" altLang="en-US" dirty="0" smtClean="0"/>
              <a:t>（</a:t>
            </a:r>
            <a:r>
              <a:rPr lang="en-US" altLang="zh-CN" dirty="0" smtClean="0"/>
              <a:t>0.86^2)</a:t>
            </a:r>
          </a:p>
          <a:p>
            <a:r>
              <a:rPr lang="zh-CN" altLang="en-US" dirty="0" smtClean="0"/>
              <a:t>分配系数不建议使用两位小数（</a:t>
            </a:r>
            <a:r>
              <a:rPr lang="en-US" altLang="zh-CN" dirty="0" smtClean="0"/>
              <a:t>3</a:t>
            </a:r>
            <a:r>
              <a:rPr lang="zh-CN" altLang="en-US" dirty="0" smtClean="0"/>
              <a:t>位小数位），平定误差到</a:t>
            </a:r>
            <a:r>
              <a:rPr lang="en-US" altLang="zh-CN" dirty="0" smtClean="0"/>
              <a:t>0.01v</a:t>
            </a:r>
            <a:r>
              <a:rPr lang="zh-CN" altLang="en-US" dirty="0" smtClean="0"/>
              <a:t>是合适的，不需要</a:t>
            </a:r>
            <a:r>
              <a:rPr lang="en-US" altLang="zh-CN" dirty="0" smtClean="0"/>
              <a:t>0.001v</a:t>
            </a:r>
          </a:p>
          <a:p>
            <a:endParaRPr lang="zh-CN" altLang="en-US" dirty="0"/>
          </a:p>
        </p:txBody>
      </p:sp>
    </p:spTree>
    <p:extLst>
      <p:ext uri="{BB962C8B-B14F-4D97-AF65-F5344CB8AC3E}">
        <p14:creationId xmlns:p14="http://schemas.microsoft.com/office/powerpoint/2010/main" val="226141471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2" indent="0" algn="l" defTabSz="914400" rtl="0" eaLnBrk="1" fontAlgn="auto" latinLnBrk="0" hangingPunct="1">
              <a:lnSpc>
                <a:spcPct val="100000"/>
              </a:lnSpc>
              <a:spcBef>
                <a:spcPts val="0"/>
              </a:spcBef>
              <a:spcAft>
                <a:spcPts val="0"/>
              </a:spcAft>
              <a:buClrTx/>
              <a:buSzTx/>
              <a:buFontTx/>
              <a:buNone/>
              <a:tabLst/>
              <a:defRPr/>
            </a:pPr>
            <a:r>
              <a:rPr lang="zh-CN" altLang="en-US" dirty="0" smtClean="0">
                <a:latin typeface="黑体" panose="02010609060101010101" pitchFamily="49" charset="-122"/>
                <a:ea typeface="黑体" panose="02010609060101010101" pitchFamily="49" charset="-122"/>
              </a:rPr>
              <a:t>在</a:t>
            </a:r>
            <a:r>
              <a:rPr lang="en-US" altLang="zh-CN" dirty="0" smtClean="0">
                <a:latin typeface="黑体" panose="02010609060101010101" pitchFamily="49" charset="-122"/>
                <a:ea typeface="黑体" panose="02010609060101010101" pitchFamily="49" charset="-122"/>
              </a:rPr>
              <a:t>R76</a:t>
            </a:r>
            <a:r>
              <a:rPr lang="zh-CN" altLang="en-US" dirty="0" smtClean="0">
                <a:latin typeface="黑体" panose="02010609060101010101" pitchFamily="49" charset="-122"/>
                <a:ea typeface="黑体" panose="02010609060101010101" pitchFamily="49" charset="-122"/>
              </a:rPr>
              <a:t>中，最大允许误差也称为最大允许综合误差；</a:t>
            </a:r>
            <a:endParaRPr lang="en-US" altLang="zh-CN" dirty="0" smtClean="0">
              <a:latin typeface="黑体" panose="02010609060101010101" pitchFamily="49" charset="-122"/>
              <a:ea typeface="黑体" panose="02010609060101010101" pitchFamily="49" charset="-122"/>
            </a:endParaRPr>
          </a:p>
          <a:p>
            <a:pPr marL="0" marR="0" lvl="2" indent="0" algn="l" defTabSz="914400" rtl="0" eaLnBrk="1" fontAlgn="auto" latinLnBrk="0" hangingPunct="1">
              <a:lnSpc>
                <a:spcPct val="100000"/>
              </a:lnSpc>
              <a:spcBef>
                <a:spcPts val="0"/>
              </a:spcBef>
              <a:spcAft>
                <a:spcPts val="0"/>
              </a:spcAft>
              <a:buClrTx/>
              <a:buSzTx/>
              <a:buFontTx/>
              <a:buNone/>
              <a:tabLst/>
              <a:defRPr/>
            </a:pPr>
            <a:r>
              <a:rPr lang="zh-CN" altLang="en-US" dirty="0" smtClean="0">
                <a:latin typeface="黑体" panose="02010609060101010101" pitchFamily="49" charset="-122"/>
                <a:ea typeface="黑体" panose="02010609060101010101" pitchFamily="49" charset="-122"/>
              </a:rPr>
              <a:t>最大允许误差包括非线性误差（加载线性、卸载线性）、和规定范围内温度对灵敏度的影响，其它误差不包含在该范围内，遵循各自独立项的规定值。</a:t>
            </a:r>
            <a:endParaRPr lang="en-US" altLang="zh-CN" dirty="0" smtClean="0">
              <a:latin typeface="黑体" panose="02010609060101010101" pitchFamily="49" charset="-122"/>
              <a:ea typeface="黑体" panose="02010609060101010101" pitchFamily="49" charset="-122"/>
            </a:endParaRPr>
          </a:p>
          <a:p>
            <a:endParaRPr lang="zh-CN" altLang="en-US" dirty="0"/>
          </a:p>
        </p:txBody>
      </p:sp>
    </p:spTree>
    <p:extLst>
      <p:ext uri="{BB962C8B-B14F-4D97-AF65-F5344CB8AC3E}">
        <p14:creationId xmlns:p14="http://schemas.microsoft.com/office/powerpoint/2010/main" val="291975736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对计量而言，确定误差是由非线性误差，还是温度引起的以及大小没有实际现实意义。</a:t>
            </a:r>
            <a:endParaRPr lang="en-US" altLang="zh-CN" dirty="0" smtClean="0"/>
          </a:p>
          <a:p>
            <a:r>
              <a:rPr lang="zh-CN" altLang="en-US" dirty="0" smtClean="0"/>
              <a:t>一般测量中通常仅考虑平均加载非线性误差和卸载非线性误差；</a:t>
            </a:r>
            <a:endParaRPr lang="en-US" altLang="zh-CN" dirty="0" smtClean="0"/>
          </a:p>
          <a:p>
            <a:r>
              <a:rPr lang="zh-CN" altLang="en-US" dirty="0" smtClean="0"/>
              <a:t>如需要，称重传感器还需要考虑加载非线性与卸载非线性的差（称为滞后），它的大小与衡器的除皮功能应用相关；</a:t>
            </a:r>
            <a:endParaRPr lang="zh-CN" altLang="en-US" dirty="0"/>
          </a:p>
        </p:txBody>
      </p:sp>
    </p:spTree>
    <p:extLst>
      <p:ext uri="{BB962C8B-B14F-4D97-AF65-F5344CB8AC3E}">
        <p14:creationId xmlns:p14="http://schemas.microsoft.com/office/powerpoint/2010/main" val="231288534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常温误差控制应</a:t>
            </a:r>
            <a:r>
              <a:rPr lang="zh-CN" altLang="en-US" dirty="0" smtClean="0"/>
              <a:t>使用合适的</a:t>
            </a:r>
            <a:r>
              <a:rPr lang="zh-CN" altLang="en-US" dirty="0" smtClean="0"/>
              <a:t>系数</a:t>
            </a:r>
            <a:endParaRPr lang="zh-CN" altLang="en-US" dirty="0"/>
          </a:p>
        </p:txBody>
      </p:sp>
    </p:spTree>
    <p:extLst>
      <p:ext uri="{BB962C8B-B14F-4D97-AF65-F5344CB8AC3E}">
        <p14:creationId xmlns:p14="http://schemas.microsoft.com/office/powerpoint/2010/main" val="429330809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毛重特性符合要求，</a:t>
            </a:r>
            <a:r>
              <a:rPr lang="en-US" altLang="zh-CN" dirty="0" smtClean="0"/>
              <a:t>7.5kg</a:t>
            </a:r>
            <a:r>
              <a:rPr lang="zh-CN" altLang="en-US" dirty="0" smtClean="0"/>
              <a:t>处的称量误差为正</a:t>
            </a:r>
            <a:r>
              <a:rPr lang="en-US" altLang="zh-CN" dirty="0" smtClean="0"/>
              <a:t>2.5g</a:t>
            </a:r>
            <a:r>
              <a:rPr lang="zh-CN" altLang="en-US" dirty="0" smtClean="0"/>
              <a:t>和负</a:t>
            </a:r>
            <a:r>
              <a:rPr lang="en-US" altLang="zh-CN" dirty="0" smtClean="0"/>
              <a:t>2.5g</a:t>
            </a:r>
            <a:endParaRPr lang="zh-CN" altLang="en-US" dirty="0"/>
          </a:p>
        </p:txBody>
      </p:sp>
    </p:spTree>
    <p:extLst>
      <p:ext uri="{BB962C8B-B14F-4D97-AF65-F5344CB8AC3E}">
        <p14:creationId xmlns:p14="http://schemas.microsoft.com/office/powerpoint/2010/main" val="366072230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除皮操作后，建立新的净重零。</a:t>
            </a:r>
            <a:endParaRPr lang="zh-CN" altLang="en-US" dirty="0"/>
          </a:p>
        </p:txBody>
      </p:sp>
    </p:spTree>
    <p:extLst>
      <p:ext uri="{BB962C8B-B14F-4D97-AF65-F5344CB8AC3E}">
        <p14:creationId xmlns:p14="http://schemas.microsoft.com/office/powerpoint/2010/main" val="368550255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除皮后净重称量应根据净重载荷符合新确定的允许误差，皮重</a:t>
            </a:r>
            <a:r>
              <a:rPr lang="en-US" altLang="zh-CN" dirty="0" smtClean="0"/>
              <a:t>7.5kg</a:t>
            </a:r>
            <a:r>
              <a:rPr lang="zh-CN" altLang="en-US" dirty="0" smtClean="0"/>
              <a:t>，以负的净重载荷指示</a:t>
            </a:r>
            <a:endParaRPr lang="en-US" altLang="zh-CN" dirty="0" smtClean="0"/>
          </a:p>
          <a:p>
            <a:r>
              <a:rPr lang="zh-CN" altLang="en-US" dirty="0" smtClean="0"/>
              <a:t>继续除皮后的净重称量操作，在卸载时因滞后特性产生卸载误差大于最大允许误差</a:t>
            </a:r>
            <a:endParaRPr lang="en-US" altLang="zh-CN" dirty="0" smtClean="0"/>
          </a:p>
          <a:p>
            <a:r>
              <a:rPr lang="zh-CN" altLang="en-US" dirty="0" smtClean="0"/>
              <a:t>使用中除皮后是不可能预加载，且除皮后也不允许清零操作，因此除皮后的净重称量回零必须是</a:t>
            </a:r>
            <a:r>
              <a:rPr lang="en-US" altLang="zh-CN" dirty="0" smtClean="0"/>
              <a:t>0.5e</a:t>
            </a:r>
            <a:r>
              <a:rPr lang="zh-CN" altLang="en-US" dirty="0" smtClean="0"/>
              <a:t>（</a:t>
            </a:r>
            <a:r>
              <a:rPr lang="en-US" altLang="zh-CN" dirty="0" smtClean="0"/>
              <a:t>v</a:t>
            </a:r>
            <a:r>
              <a:rPr lang="zh-CN" altLang="en-US" dirty="0" smtClean="0"/>
              <a:t>）以下</a:t>
            </a:r>
            <a:endParaRPr lang="zh-CN" altLang="en-US" dirty="0"/>
          </a:p>
        </p:txBody>
      </p:sp>
    </p:spTree>
    <p:extLst>
      <p:ext uri="{BB962C8B-B14F-4D97-AF65-F5344CB8AC3E}">
        <p14:creationId xmlns:p14="http://schemas.microsoft.com/office/powerpoint/2010/main" val="279755679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mc:AlternateContent xmlns:mc="http://schemas.openxmlformats.org/markup-compatibility/2006">
        <mc:Choice xmlns:a14="http://schemas.microsoft.com/office/drawing/2010/main" Requires="a14">
          <p:sp>
            <p:nvSpPr>
              <p:cNvPr id="3" name="备注占位符 2"/>
              <p:cNvSpPr>
                <a:spLocks noGrp="1"/>
              </p:cNvSpPr>
              <p:nvPr>
                <p:ph type="body" idx="1"/>
              </p:nvPr>
            </p:nvSpPr>
            <p:spPr/>
            <p:txBody>
              <a:bodyPr/>
              <a:lstStyle/>
              <a:p>
                <a:pPr marL="342900" indent="-342900">
                  <a:spcAft>
                    <a:spcPts val="600"/>
                  </a:spcAft>
                  <a:buClr>
                    <a:schemeClr val="accent1"/>
                  </a:buClr>
                  <a:buFont typeface="+mj-lt"/>
                  <a:buAutoNum type="arabicPeriod"/>
                </a:pPr>
                <a:r>
                  <a:rPr lang="zh-CN" altLang="en-US" sz="1200" dirty="0" smtClean="0">
                    <a:latin typeface="Arial" panose="020B0604020202020204" pitchFamily="34" charset="0"/>
                    <a:ea typeface="黑体" panose="02010609060101010101" pitchFamily="49" charset="-122"/>
                    <a:cs typeface="Arial" panose="020B0604020202020204" pitchFamily="34" charset="0"/>
                  </a:rPr>
                  <a:t>蠕变和回零必须在设定的标准环境和规定的高温和低温</a:t>
                </a:r>
                <a:r>
                  <a:rPr lang="zh-CN" altLang="en-US" sz="1200" dirty="0">
                    <a:latin typeface="Arial" panose="020B0604020202020204" pitchFamily="34" charset="0"/>
                    <a:ea typeface="黑体" panose="02010609060101010101" pitchFamily="49" charset="-122"/>
                    <a:cs typeface="Arial" panose="020B0604020202020204" pitchFamily="34" charset="0"/>
                  </a:rPr>
                  <a:t>下</a:t>
                </a:r>
                <a:r>
                  <a:rPr lang="zh-CN" altLang="en-US" sz="1200" dirty="0" smtClean="0">
                    <a:latin typeface="Arial" panose="020B0604020202020204" pitchFamily="34" charset="0"/>
                    <a:ea typeface="黑体" panose="02010609060101010101" pitchFamily="49" charset="-122"/>
                    <a:cs typeface="Arial" panose="020B0604020202020204" pitchFamily="34" charset="0"/>
                  </a:rPr>
                  <a:t>测试；</a:t>
                </a:r>
                <a:endParaRPr lang="en-US" altLang="zh-CN" sz="1200" dirty="0" smtClean="0">
                  <a:latin typeface="Arial" panose="020B0604020202020204" pitchFamily="34" charset="0"/>
                  <a:ea typeface="黑体" panose="02010609060101010101" pitchFamily="49" charset="-122"/>
                  <a:cs typeface="Arial" panose="020B0604020202020204" pitchFamily="34" charset="0"/>
                </a:endParaRPr>
              </a:p>
              <a:p>
                <a:pPr marL="342900" indent="-342900">
                  <a:spcAft>
                    <a:spcPts val="600"/>
                  </a:spcAft>
                  <a:buClr>
                    <a:schemeClr val="accent1"/>
                  </a:buClr>
                  <a:buFont typeface="+mj-lt"/>
                  <a:buAutoNum type="arabicPeriod"/>
                </a:pPr>
                <a:r>
                  <a:rPr lang="zh-CN" altLang="en-US" sz="1200" dirty="0" smtClean="0">
                    <a:latin typeface="Arial" panose="020B0604020202020204" pitchFamily="34" charset="0"/>
                    <a:ea typeface="黑体" panose="02010609060101010101" pitchFamily="49" charset="-122"/>
                    <a:cs typeface="Arial" panose="020B0604020202020204" pitchFamily="34" charset="0"/>
                  </a:rPr>
                  <a:t>如果不能按标准</a:t>
                </a:r>
                <a:r>
                  <a:rPr lang="zh-CN" altLang="en-US" sz="1200" dirty="0">
                    <a:latin typeface="Arial" panose="020B0604020202020204" pitchFamily="34" charset="0"/>
                    <a:ea typeface="黑体" panose="02010609060101010101" pitchFamily="49" charset="-122"/>
                    <a:cs typeface="Arial" panose="020B0604020202020204" pitchFamily="34" charset="0"/>
                  </a:rPr>
                  <a:t>中</a:t>
                </a:r>
                <a:r>
                  <a:rPr lang="zh-CN" altLang="en-US" sz="1200" dirty="0" smtClean="0">
                    <a:latin typeface="Arial" panose="020B0604020202020204" pitchFamily="34" charset="0"/>
                    <a:ea typeface="黑体" panose="02010609060101010101" pitchFamily="49" charset="-122"/>
                    <a:cs typeface="Arial" panose="020B0604020202020204" pitchFamily="34" charset="0"/>
                  </a:rPr>
                  <a:t>初读数时间加载和读数，应在完成加载后立即读数；</a:t>
                </a:r>
                <a:endParaRPr lang="en-US" altLang="zh-CN" sz="1200" dirty="0" smtClean="0">
                  <a:latin typeface="Arial" panose="020B0604020202020204" pitchFamily="34" charset="0"/>
                  <a:ea typeface="黑体" panose="02010609060101010101" pitchFamily="49" charset="-122"/>
                  <a:cs typeface="Arial" panose="020B0604020202020204" pitchFamily="34" charset="0"/>
                </a:endParaRPr>
              </a:p>
              <a:p>
                <a:pPr marL="342900" indent="-342900">
                  <a:buClr>
                    <a:schemeClr val="accent1"/>
                  </a:buClr>
                  <a:buFont typeface="+mj-lt"/>
                  <a:buAutoNum type="arabicPeriod"/>
                </a:pPr>
                <a:r>
                  <a:rPr lang="zh-CN" altLang="en-US" sz="1200" dirty="0" smtClean="0">
                    <a:latin typeface="Arial" panose="020B0604020202020204" pitchFamily="34" charset="0"/>
                    <a:ea typeface="黑体" panose="02010609060101010101" pitchFamily="49" charset="-122"/>
                    <a:cs typeface="Arial" panose="020B0604020202020204" pitchFamily="34" charset="0"/>
                  </a:rPr>
                  <a:t>传感器蠕变的</a:t>
                </a:r>
                <a14:m>
                  <m:oMath xmlns:m="http://schemas.openxmlformats.org/officeDocument/2006/math">
                    <m:sSub>
                      <m:sSubPr>
                        <m:ctrlPr>
                          <a:rPr lang="en-US" altLang="zh-CN" sz="1200" i="1" smtClean="0">
                            <a:latin typeface="Cambria Math"/>
                            <a:ea typeface="黑体" panose="02010609060101010101" pitchFamily="49" charset="-122"/>
                            <a:cs typeface="Arial" panose="020B0604020202020204" pitchFamily="34" charset="0"/>
                          </a:rPr>
                        </m:ctrlPr>
                      </m:sSubPr>
                      <m:e>
                        <m:r>
                          <a:rPr lang="en-US" altLang="zh-CN" sz="1200" b="0" i="1" smtClean="0">
                            <a:latin typeface="Cambria Math"/>
                            <a:ea typeface="黑体" panose="02010609060101010101" pitchFamily="49" charset="-122"/>
                            <a:cs typeface="Arial" panose="020B0604020202020204" pitchFamily="34" charset="0"/>
                          </a:rPr>
                          <m:t>𝑝</m:t>
                        </m:r>
                      </m:e>
                      <m:sub>
                        <m:r>
                          <a:rPr lang="en-US" altLang="zh-CN" sz="1200" b="0" i="1" smtClean="0">
                            <a:latin typeface="Cambria Math"/>
                            <a:ea typeface="黑体" panose="02010609060101010101" pitchFamily="49" charset="-122"/>
                            <a:cs typeface="Arial" panose="020B0604020202020204" pitchFamily="34" charset="0"/>
                          </a:rPr>
                          <m:t>𝐿𝐶</m:t>
                        </m:r>
                      </m:sub>
                    </m:sSub>
                  </m:oMath>
                </a14:m>
                <a:r>
                  <a:rPr lang="zh-CN" altLang="en-US" sz="1200" dirty="0" smtClean="0">
                    <a:latin typeface="Arial" panose="020B0604020202020204" pitchFamily="34" charset="0"/>
                    <a:ea typeface="黑体" panose="02010609060101010101" pitchFamily="49" charset="-122"/>
                    <a:cs typeface="Arial" panose="020B0604020202020204" pitchFamily="34" charset="0"/>
                  </a:rPr>
                  <a:t> </a:t>
                </a:r>
                <a:r>
                  <a:rPr lang="zh-CN" altLang="en-US" sz="1200" dirty="0">
                    <a:latin typeface="Arial" panose="020B0604020202020204" pitchFamily="34" charset="0"/>
                    <a:ea typeface="黑体" panose="02010609060101010101" pitchFamily="49" charset="-122"/>
                    <a:cs typeface="Arial" panose="020B0604020202020204" pitchFamily="34" charset="0"/>
                  </a:rPr>
                  <a:t>恒等于 </a:t>
                </a:r>
                <a:r>
                  <a:rPr lang="en-US" altLang="zh-CN" sz="1200" dirty="0">
                    <a:latin typeface="Arial" panose="020B0604020202020204" pitchFamily="34" charset="0"/>
                    <a:ea typeface="黑体" panose="02010609060101010101" pitchFamily="49" charset="-122"/>
                    <a:cs typeface="Arial" panose="020B0604020202020204" pitchFamily="34" charset="0"/>
                  </a:rPr>
                  <a:t>0.7</a:t>
                </a:r>
                <a:r>
                  <a:rPr lang="zh-CN" altLang="en-US" sz="1200" dirty="0" smtClean="0">
                    <a:latin typeface="Arial" panose="020B0604020202020204" pitchFamily="34" charset="0"/>
                    <a:ea typeface="黑体" panose="02010609060101010101" pitchFamily="49" charset="-122"/>
                    <a:cs typeface="Arial" panose="020B0604020202020204" pitchFamily="34" charset="0"/>
                  </a:rPr>
                  <a:t>，</a:t>
                </a:r>
                <a:r>
                  <a:rPr lang="en-US" altLang="zh-CN" sz="1200" dirty="0" err="1" smtClean="0">
                    <a:latin typeface="Arial" panose="020B0604020202020204" pitchFamily="34" charset="0"/>
                    <a:ea typeface="黑体" panose="02010609060101010101" pitchFamily="49" charset="-122"/>
                    <a:cs typeface="Arial" panose="020B0604020202020204" pitchFamily="34" charset="0"/>
                  </a:rPr>
                  <a:t>mpc</a:t>
                </a:r>
                <a:r>
                  <a:rPr lang="en-US" altLang="zh-CN" sz="1200" dirty="0" smtClean="0">
                    <a:latin typeface="Arial" panose="020B0604020202020204" pitchFamily="34" charset="0"/>
                    <a:ea typeface="黑体" panose="02010609060101010101" pitchFamily="49" charset="-122"/>
                    <a:cs typeface="Arial" panose="020B0604020202020204" pitchFamily="34" charset="0"/>
                  </a:rPr>
                  <a:t>=0.49mpe,</a:t>
                </a:r>
                <a:r>
                  <a:rPr lang="zh-CN" altLang="en-US" sz="1200" dirty="0" smtClean="0">
                    <a:latin typeface="Arial" panose="020B0604020202020204" pitchFamily="34" charset="0"/>
                    <a:ea typeface="黑体" panose="02010609060101010101" pitchFamily="49" charset="-122"/>
                    <a:cs typeface="Arial" panose="020B0604020202020204" pitchFamily="34" charset="0"/>
                  </a:rPr>
                  <a:t>除非</a:t>
                </a:r>
                <a:r>
                  <a:rPr lang="zh-CN" altLang="en-US" sz="1200" dirty="0" smtClean="0">
                    <a:latin typeface="Arial" panose="020B0604020202020204" pitchFamily="34" charset="0"/>
                    <a:ea typeface="黑体" panose="02010609060101010101" pitchFamily="49" charset="-122"/>
                    <a:cs typeface="Arial" panose="020B0604020202020204" pitchFamily="34" charset="0"/>
                  </a:rPr>
                  <a:t>不是传感器模块</a:t>
                </a:r>
                <a:r>
                  <a:rPr lang="en-US" altLang="zh-CN" sz="1200" dirty="0" smtClean="0">
                    <a:latin typeface="Arial" panose="020B0604020202020204" pitchFamily="34" charset="0"/>
                    <a:ea typeface="黑体" panose="02010609060101010101" pitchFamily="49" charset="-122"/>
                    <a:cs typeface="Arial" panose="020B0604020202020204" pitchFamily="34" charset="0"/>
                  </a:rPr>
                  <a:t>(</a:t>
                </a:r>
                <a:r>
                  <a:rPr lang="zh-CN" altLang="en-US" sz="1200" dirty="0">
                    <a:latin typeface="Arial" panose="020B0604020202020204" pitchFamily="34" charset="0"/>
                    <a:ea typeface="黑体" panose="02010609060101010101" pitchFamily="49" charset="-122"/>
                    <a:cs typeface="Arial" panose="020B0604020202020204" pitchFamily="34" charset="0"/>
                  </a:rPr>
                  <a:t>整机和称重</a:t>
                </a:r>
                <a:r>
                  <a:rPr lang="zh-CN" altLang="en-US" sz="1200" dirty="0" smtClean="0">
                    <a:latin typeface="Arial" panose="020B0604020202020204" pitchFamily="34" charset="0"/>
                    <a:ea typeface="黑体" panose="02010609060101010101" pitchFamily="49" charset="-122"/>
                    <a:cs typeface="Arial" panose="020B0604020202020204" pitchFamily="34" charset="0"/>
                  </a:rPr>
                  <a:t>模块，</a:t>
                </a:r>
                <a:r>
                  <a:rPr lang="zh-CN" altLang="en-US" sz="1200" dirty="0">
                    <a:latin typeface="Arial" panose="020B0604020202020204" pitchFamily="34" charset="0"/>
                    <a:ea typeface="黑体" panose="02010609060101010101" pitchFamily="49" charset="-122"/>
                    <a:cs typeface="Arial" panose="020B0604020202020204" pitchFamily="34" charset="0"/>
                  </a:rPr>
                  <a:t>按</a:t>
                </a:r>
                <a:r>
                  <a:rPr lang="en-US" altLang="zh-CN" sz="1200" dirty="0">
                    <a:latin typeface="Arial" panose="020B0604020202020204" pitchFamily="34" charset="0"/>
                    <a:ea typeface="黑体" panose="02010609060101010101" pitchFamily="49" charset="-122"/>
                    <a:cs typeface="Arial" panose="020B0604020202020204" pitchFamily="34" charset="0"/>
                  </a:rPr>
                  <a:t>R76</a:t>
                </a:r>
                <a:r>
                  <a:rPr lang="zh-CN" altLang="en-US" sz="1200" dirty="0" smtClean="0">
                    <a:latin typeface="Arial" panose="020B0604020202020204" pitchFamily="34" charset="0"/>
                    <a:ea typeface="黑体" panose="02010609060101010101" pitchFamily="49" charset="-122"/>
                    <a:cs typeface="Arial" panose="020B0604020202020204" pitchFamily="34" charset="0"/>
                  </a:rPr>
                  <a:t>评价</a:t>
                </a:r>
                <a:r>
                  <a:rPr lang="en-US" altLang="zh-CN" sz="1200" dirty="0" smtClean="0">
                    <a:latin typeface="Arial" panose="020B0604020202020204" pitchFamily="34" charset="0"/>
                    <a:ea typeface="黑体" panose="02010609060101010101" pitchFamily="49" charset="-122"/>
                    <a:cs typeface="Arial" panose="020B0604020202020204" pitchFamily="34" charset="0"/>
                  </a:rPr>
                  <a:t>).</a:t>
                </a:r>
                <a:endParaRPr lang="zh-CN" altLang="en-US" sz="1200" dirty="0" err="1" smtClean="0">
                  <a:latin typeface="Arial" panose="020B0604020202020204" pitchFamily="34" charset="0"/>
                  <a:ea typeface="黑体" panose="02010609060101010101" pitchFamily="49" charset="-122"/>
                  <a:cs typeface="Arial" panose="020B0604020202020204" pitchFamily="34" charset="0"/>
                </a:endParaRPr>
              </a:p>
              <a:p>
                <a:endParaRPr lang="zh-CN" altLang="en-US" dirty="0"/>
              </a:p>
            </p:txBody>
          </p:sp>
        </mc:Choice>
        <mc:Fallback>
          <p:sp>
            <p:nvSpPr>
              <p:cNvPr id="3" name="备注占位符 2"/>
              <p:cNvSpPr>
                <a:spLocks noGrp="1"/>
              </p:cNvSpPr>
              <p:nvPr>
                <p:ph type="body" idx="1"/>
              </p:nvPr>
            </p:nvSpPr>
            <p:spPr/>
            <p:txBody>
              <a:bodyPr/>
              <a:lstStyle/>
              <a:p>
                <a:pPr marL="342900" indent="-342900">
                  <a:spcAft>
                    <a:spcPts val="600"/>
                  </a:spcAft>
                  <a:buClr>
                    <a:schemeClr val="accent1"/>
                  </a:buClr>
                  <a:buFont typeface="+mj-lt"/>
                  <a:buAutoNum type="arabicPeriod"/>
                </a:pPr>
                <a:r>
                  <a:rPr lang="zh-CN" altLang="en-US" sz="1200" dirty="0" smtClean="0">
                    <a:latin typeface="Arial" panose="020B0604020202020204" pitchFamily="34" charset="0"/>
                    <a:ea typeface="黑体" panose="02010609060101010101" pitchFamily="49" charset="-122"/>
                    <a:cs typeface="Arial" panose="020B0604020202020204" pitchFamily="34" charset="0"/>
                  </a:rPr>
                  <a:t>蠕变和回零必须在设定的标准环境和规定的高温和低温</a:t>
                </a:r>
                <a:r>
                  <a:rPr lang="zh-CN" altLang="en-US" sz="1200" dirty="0">
                    <a:latin typeface="Arial" panose="020B0604020202020204" pitchFamily="34" charset="0"/>
                    <a:ea typeface="黑体" panose="02010609060101010101" pitchFamily="49" charset="-122"/>
                    <a:cs typeface="Arial" panose="020B0604020202020204" pitchFamily="34" charset="0"/>
                  </a:rPr>
                  <a:t>下</a:t>
                </a:r>
                <a:r>
                  <a:rPr lang="zh-CN" altLang="en-US" sz="1200" dirty="0" smtClean="0">
                    <a:latin typeface="Arial" panose="020B0604020202020204" pitchFamily="34" charset="0"/>
                    <a:ea typeface="黑体" panose="02010609060101010101" pitchFamily="49" charset="-122"/>
                    <a:cs typeface="Arial" panose="020B0604020202020204" pitchFamily="34" charset="0"/>
                  </a:rPr>
                  <a:t>测试；</a:t>
                </a:r>
                <a:endParaRPr lang="en-US" altLang="zh-CN" sz="1200" dirty="0" smtClean="0">
                  <a:latin typeface="Arial" panose="020B0604020202020204" pitchFamily="34" charset="0"/>
                  <a:ea typeface="黑体" panose="02010609060101010101" pitchFamily="49" charset="-122"/>
                  <a:cs typeface="Arial" panose="020B0604020202020204" pitchFamily="34" charset="0"/>
                </a:endParaRPr>
              </a:p>
              <a:p>
                <a:pPr marL="342900" indent="-342900">
                  <a:spcAft>
                    <a:spcPts val="600"/>
                  </a:spcAft>
                  <a:buClr>
                    <a:schemeClr val="accent1"/>
                  </a:buClr>
                  <a:buFont typeface="+mj-lt"/>
                  <a:buAutoNum type="arabicPeriod"/>
                </a:pPr>
                <a:r>
                  <a:rPr lang="zh-CN" altLang="en-US" sz="1200" dirty="0" smtClean="0">
                    <a:latin typeface="Arial" panose="020B0604020202020204" pitchFamily="34" charset="0"/>
                    <a:ea typeface="黑体" panose="02010609060101010101" pitchFamily="49" charset="-122"/>
                    <a:cs typeface="Arial" panose="020B0604020202020204" pitchFamily="34" charset="0"/>
                  </a:rPr>
                  <a:t>如果不能按标准</a:t>
                </a:r>
                <a:r>
                  <a:rPr lang="zh-CN" altLang="en-US" sz="1200" dirty="0">
                    <a:latin typeface="Arial" panose="020B0604020202020204" pitchFamily="34" charset="0"/>
                    <a:ea typeface="黑体" panose="02010609060101010101" pitchFamily="49" charset="-122"/>
                    <a:cs typeface="Arial" panose="020B0604020202020204" pitchFamily="34" charset="0"/>
                  </a:rPr>
                  <a:t>中</a:t>
                </a:r>
                <a:r>
                  <a:rPr lang="zh-CN" altLang="en-US" sz="1200" dirty="0" smtClean="0">
                    <a:latin typeface="Arial" panose="020B0604020202020204" pitchFamily="34" charset="0"/>
                    <a:ea typeface="黑体" panose="02010609060101010101" pitchFamily="49" charset="-122"/>
                    <a:cs typeface="Arial" panose="020B0604020202020204" pitchFamily="34" charset="0"/>
                  </a:rPr>
                  <a:t>初读数时间加载和读数，应在完成加载后立即读数；</a:t>
                </a:r>
                <a:endParaRPr lang="en-US" altLang="zh-CN" sz="1200" dirty="0" smtClean="0">
                  <a:latin typeface="Arial" panose="020B0604020202020204" pitchFamily="34" charset="0"/>
                  <a:ea typeface="黑体" panose="02010609060101010101" pitchFamily="49" charset="-122"/>
                  <a:cs typeface="Arial" panose="020B0604020202020204" pitchFamily="34" charset="0"/>
                </a:endParaRPr>
              </a:p>
              <a:p>
                <a:pPr marL="342900" indent="-342900">
                  <a:buClr>
                    <a:schemeClr val="accent1"/>
                  </a:buClr>
                  <a:buFont typeface="+mj-lt"/>
                  <a:buAutoNum type="arabicPeriod"/>
                </a:pPr>
                <a:r>
                  <a:rPr lang="zh-CN" altLang="en-US" sz="1200" dirty="0" smtClean="0">
                    <a:latin typeface="Arial" panose="020B0604020202020204" pitchFamily="34" charset="0"/>
                    <a:ea typeface="黑体" panose="02010609060101010101" pitchFamily="49" charset="-122"/>
                    <a:cs typeface="Arial" panose="020B0604020202020204" pitchFamily="34" charset="0"/>
                  </a:rPr>
                  <a:t>传感器蠕变的</a:t>
                </a:r>
                <a:r>
                  <a:rPr lang="en-US" altLang="zh-CN" sz="1200" b="0" i="0" smtClean="0">
                    <a:latin typeface="Cambria Math"/>
                    <a:ea typeface="黑体" panose="02010609060101010101" pitchFamily="49" charset="-122"/>
                    <a:cs typeface="Arial" panose="020B0604020202020204" pitchFamily="34" charset="0"/>
                  </a:rPr>
                  <a:t>𝑝_𝐿𝐶</a:t>
                </a:r>
                <a:r>
                  <a:rPr lang="zh-CN" altLang="en-US" sz="1200" dirty="0" smtClean="0">
                    <a:latin typeface="Arial" panose="020B0604020202020204" pitchFamily="34" charset="0"/>
                    <a:ea typeface="黑体" panose="02010609060101010101" pitchFamily="49" charset="-122"/>
                    <a:cs typeface="Arial" panose="020B0604020202020204" pitchFamily="34" charset="0"/>
                  </a:rPr>
                  <a:t> </a:t>
                </a:r>
                <a:r>
                  <a:rPr lang="zh-CN" altLang="en-US" sz="1200" dirty="0">
                    <a:latin typeface="Arial" panose="020B0604020202020204" pitchFamily="34" charset="0"/>
                    <a:ea typeface="黑体" panose="02010609060101010101" pitchFamily="49" charset="-122"/>
                    <a:cs typeface="Arial" panose="020B0604020202020204" pitchFamily="34" charset="0"/>
                  </a:rPr>
                  <a:t>恒等于 </a:t>
                </a:r>
                <a:r>
                  <a:rPr lang="en-US" altLang="zh-CN" sz="1200" dirty="0">
                    <a:latin typeface="Arial" panose="020B0604020202020204" pitchFamily="34" charset="0"/>
                    <a:ea typeface="黑体" panose="02010609060101010101" pitchFamily="49" charset="-122"/>
                    <a:cs typeface="Arial" panose="020B0604020202020204" pitchFamily="34" charset="0"/>
                  </a:rPr>
                  <a:t>0.7</a:t>
                </a:r>
                <a:r>
                  <a:rPr lang="zh-CN" altLang="en-US" sz="1200" dirty="0" smtClean="0">
                    <a:latin typeface="Arial" panose="020B0604020202020204" pitchFamily="34" charset="0"/>
                    <a:ea typeface="黑体" panose="02010609060101010101" pitchFamily="49" charset="-122"/>
                    <a:cs typeface="Arial" panose="020B0604020202020204" pitchFamily="34" charset="0"/>
                  </a:rPr>
                  <a:t>，</a:t>
                </a:r>
                <a:r>
                  <a:rPr lang="en-US" altLang="zh-CN" sz="1200" dirty="0" err="1" smtClean="0">
                    <a:latin typeface="Arial" panose="020B0604020202020204" pitchFamily="34" charset="0"/>
                    <a:ea typeface="黑体" panose="02010609060101010101" pitchFamily="49" charset="-122"/>
                    <a:cs typeface="Arial" panose="020B0604020202020204" pitchFamily="34" charset="0"/>
                  </a:rPr>
                  <a:t>mpc</a:t>
                </a:r>
                <a:r>
                  <a:rPr lang="en-US" altLang="zh-CN" sz="1200" dirty="0" smtClean="0">
                    <a:latin typeface="Arial" panose="020B0604020202020204" pitchFamily="34" charset="0"/>
                    <a:ea typeface="黑体" panose="02010609060101010101" pitchFamily="49" charset="-122"/>
                    <a:cs typeface="Arial" panose="020B0604020202020204" pitchFamily="34" charset="0"/>
                  </a:rPr>
                  <a:t>=0.49mpe,</a:t>
                </a:r>
                <a:r>
                  <a:rPr lang="zh-CN" altLang="en-US" sz="1200" dirty="0" smtClean="0">
                    <a:latin typeface="Arial" panose="020B0604020202020204" pitchFamily="34" charset="0"/>
                    <a:ea typeface="黑体" panose="02010609060101010101" pitchFamily="49" charset="-122"/>
                    <a:cs typeface="Arial" panose="020B0604020202020204" pitchFamily="34" charset="0"/>
                  </a:rPr>
                  <a:t>除非</a:t>
                </a:r>
                <a:r>
                  <a:rPr lang="zh-CN" altLang="en-US" sz="1200" dirty="0" smtClean="0">
                    <a:latin typeface="Arial" panose="020B0604020202020204" pitchFamily="34" charset="0"/>
                    <a:ea typeface="黑体" panose="02010609060101010101" pitchFamily="49" charset="-122"/>
                    <a:cs typeface="Arial" panose="020B0604020202020204" pitchFamily="34" charset="0"/>
                  </a:rPr>
                  <a:t>不是传感器模块</a:t>
                </a:r>
                <a:r>
                  <a:rPr lang="en-US" altLang="zh-CN" sz="1200" dirty="0" smtClean="0">
                    <a:latin typeface="Arial" panose="020B0604020202020204" pitchFamily="34" charset="0"/>
                    <a:ea typeface="黑体" panose="02010609060101010101" pitchFamily="49" charset="-122"/>
                    <a:cs typeface="Arial" panose="020B0604020202020204" pitchFamily="34" charset="0"/>
                  </a:rPr>
                  <a:t>(</a:t>
                </a:r>
                <a:r>
                  <a:rPr lang="zh-CN" altLang="en-US" sz="1200" dirty="0">
                    <a:latin typeface="Arial" panose="020B0604020202020204" pitchFamily="34" charset="0"/>
                    <a:ea typeface="黑体" panose="02010609060101010101" pitchFamily="49" charset="-122"/>
                    <a:cs typeface="Arial" panose="020B0604020202020204" pitchFamily="34" charset="0"/>
                  </a:rPr>
                  <a:t>整机和称重</a:t>
                </a:r>
                <a:r>
                  <a:rPr lang="zh-CN" altLang="en-US" sz="1200" dirty="0" smtClean="0">
                    <a:latin typeface="Arial" panose="020B0604020202020204" pitchFamily="34" charset="0"/>
                    <a:ea typeface="黑体" panose="02010609060101010101" pitchFamily="49" charset="-122"/>
                    <a:cs typeface="Arial" panose="020B0604020202020204" pitchFamily="34" charset="0"/>
                  </a:rPr>
                  <a:t>模块，</a:t>
                </a:r>
                <a:r>
                  <a:rPr lang="zh-CN" altLang="en-US" sz="1200" dirty="0">
                    <a:latin typeface="Arial" panose="020B0604020202020204" pitchFamily="34" charset="0"/>
                    <a:ea typeface="黑体" panose="02010609060101010101" pitchFamily="49" charset="-122"/>
                    <a:cs typeface="Arial" panose="020B0604020202020204" pitchFamily="34" charset="0"/>
                  </a:rPr>
                  <a:t>按</a:t>
                </a:r>
                <a:r>
                  <a:rPr lang="en-US" altLang="zh-CN" sz="1200" dirty="0">
                    <a:latin typeface="Arial" panose="020B0604020202020204" pitchFamily="34" charset="0"/>
                    <a:ea typeface="黑体" panose="02010609060101010101" pitchFamily="49" charset="-122"/>
                    <a:cs typeface="Arial" panose="020B0604020202020204" pitchFamily="34" charset="0"/>
                  </a:rPr>
                  <a:t>R76</a:t>
                </a:r>
                <a:r>
                  <a:rPr lang="zh-CN" altLang="en-US" sz="1200" dirty="0" smtClean="0">
                    <a:latin typeface="Arial" panose="020B0604020202020204" pitchFamily="34" charset="0"/>
                    <a:ea typeface="黑体" panose="02010609060101010101" pitchFamily="49" charset="-122"/>
                    <a:cs typeface="Arial" panose="020B0604020202020204" pitchFamily="34" charset="0"/>
                  </a:rPr>
                  <a:t>评价</a:t>
                </a:r>
                <a:r>
                  <a:rPr lang="en-US" altLang="zh-CN" sz="1200" dirty="0" smtClean="0">
                    <a:latin typeface="Arial" panose="020B0604020202020204" pitchFamily="34" charset="0"/>
                    <a:ea typeface="黑体" panose="02010609060101010101" pitchFamily="49" charset="-122"/>
                    <a:cs typeface="Arial" panose="020B0604020202020204" pitchFamily="34" charset="0"/>
                  </a:rPr>
                  <a:t>).</a:t>
                </a:r>
                <a:endParaRPr lang="zh-CN" altLang="en-US" sz="1200" dirty="0" err="1" smtClean="0">
                  <a:latin typeface="Arial" panose="020B0604020202020204" pitchFamily="34" charset="0"/>
                  <a:ea typeface="黑体" panose="02010609060101010101" pitchFamily="49" charset="-122"/>
                  <a:cs typeface="Arial" panose="020B0604020202020204" pitchFamily="34" charset="0"/>
                </a:endParaRPr>
              </a:p>
              <a:p>
                <a:endParaRPr lang="zh-CN" altLang="en-US" dirty="0"/>
              </a:p>
            </p:txBody>
          </p:sp>
        </mc:Fallback>
      </mc:AlternateContent>
    </p:spTree>
    <p:extLst>
      <p:ext uri="{BB962C8B-B14F-4D97-AF65-F5344CB8AC3E}">
        <p14:creationId xmlns:p14="http://schemas.microsoft.com/office/powerpoint/2010/main" val="15788047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该要求与</a:t>
            </a:r>
            <a:r>
              <a:rPr lang="en-US" altLang="zh-CN" dirty="0" smtClean="0"/>
              <a:t>R76</a:t>
            </a:r>
            <a:r>
              <a:rPr lang="zh-CN" altLang="en-US" dirty="0" smtClean="0"/>
              <a:t>一致，不定义</a:t>
            </a:r>
            <a:r>
              <a:rPr lang="en-US" altLang="zh-CN" dirty="0" smtClean="0"/>
              <a:t>Z</a:t>
            </a:r>
            <a:r>
              <a:rPr lang="zh-CN" altLang="en-US" dirty="0" smtClean="0"/>
              <a:t>的值，传感器不能用于</a:t>
            </a:r>
            <a:r>
              <a:rPr lang="en-US" altLang="zh-CN" dirty="0" smtClean="0"/>
              <a:t>MI</a:t>
            </a:r>
            <a:r>
              <a:rPr lang="zh-CN" altLang="en-US" dirty="0" smtClean="0"/>
              <a:t>，</a:t>
            </a:r>
            <a:endParaRPr lang="zh-CN" altLang="en-US" dirty="0"/>
          </a:p>
        </p:txBody>
      </p:sp>
    </p:spTree>
    <p:extLst>
      <p:ext uri="{BB962C8B-B14F-4D97-AF65-F5344CB8AC3E}">
        <p14:creationId xmlns:p14="http://schemas.microsoft.com/office/powerpoint/2010/main" val="141332019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载荷开始变化到</a:t>
            </a:r>
            <a:r>
              <a:rPr lang="zh-CN" altLang="en-US" dirty="0" smtClean="0"/>
              <a:t>读数期间</a:t>
            </a:r>
            <a:r>
              <a:rPr lang="zh-CN" altLang="en-US" dirty="0" smtClean="0"/>
              <a:t>的时间间隔，</a:t>
            </a:r>
            <a:endParaRPr lang="zh-CN" altLang="en-US" dirty="0"/>
          </a:p>
        </p:txBody>
      </p:sp>
    </p:spTree>
    <p:extLst>
      <p:ext uri="{BB962C8B-B14F-4D97-AF65-F5344CB8AC3E}">
        <p14:creationId xmlns:p14="http://schemas.microsoft.com/office/powerpoint/2010/main" val="405641755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加载时间为表中规定的一半，其余时间用于稳定。</a:t>
            </a:r>
            <a:endParaRPr lang="zh-CN" altLang="en-US" dirty="0"/>
          </a:p>
        </p:txBody>
      </p:sp>
    </p:spTree>
    <p:extLst>
      <p:ext uri="{BB962C8B-B14F-4D97-AF65-F5344CB8AC3E}">
        <p14:creationId xmlns:p14="http://schemas.microsoft.com/office/powerpoint/2010/main" val="140920452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加载时间为表中规定的一半，其余时间用于稳定</a:t>
            </a:r>
            <a:r>
              <a:rPr lang="zh-CN" altLang="en-US" dirty="0" smtClean="0"/>
              <a:t>。</a:t>
            </a:r>
            <a:endParaRPr lang="en-US" altLang="zh-CN" dirty="0" smtClean="0"/>
          </a:p>
          <a:p>
            <a:pPr marL="0" marR="0" lvl="2" indent="0" algn="l" defTabSz="914400" rtl="0" eaLnBrk="1" fontAlgn="auto" latinLnBrk="0" hangingPunct="1">
              <a:lnSpc>
                <a:spcPct val="100000"/>
              </a:lnSpc>
              <a:spcBef>
                <a:spcPts val="0"/>
              </a:spcBef>
              <a:spcAft>
                <a:spcPts val="0"/>
              </a:spcAft>
              <a:buClrTx/>
              <a:buSzTx/>
              <a:buFontTx/>
              <a:buNone/>
              <a:tabLst/>
              <a:defRPr/>
            </a:pPr>
            <a:r>
              <a:rPr lang="zh-CN" altLang="en-US" dirty="0" smtClean="0">
                <a:latin typeface="Arial" panose="020B0604020202020204" pitchFamily="34" charset="0"/>
                <a:ea typeface="黑体" panose="02010609060101010101" pitchFamily="49" charset="-122"/>
                <a:cs typeface="Arial" panose="020B0604020202020204" pitchFamily="34" charset="0"/>
              </a:rPr>
              <a:t>该结果只是记录在报告中，如果地区和国家认为与评价要求差异很大，在证书互认时，转证机构有条件时可以提出差异性测试要求。因此制造商设备的能力应尽可能满足加</a:t>
            </a:r>
            <a:r>
              <a:rPr lang="en-US" altLang="zh-CN" dirty="0" smtClean="0">
                <a:latin typeface="Arial" panose="020B0604020202020204" pitchFamily="34" charset="0"/>
                <a:ea typeface="黑体" panose="02010609060101010101" pitchFamily="49" charset="-122"/>
                <a:cs typeface="Arial" panose="020B0604020202020204" pitchFamily="34" charset="0"/>
              </a:rPr>
              <a:t>/</a:t>
            </a:r>
            <a:r>
              <a:rPr lang="zh-CN" altLang="en-US" dirty="0" smtClean="0">
                <a:latin typeface="Arial" panose="020B0604020202020204" pitchFamily="34" charset="0"/>
                <a:ea typeface="黑体" panose="02010609060101010101" pitchFamily="49" charset="-122"/>
                <a:cs typeface="Arial" panose="020B0604020202020204" pitchFamily="34" charset="0"/>
              </a:rPr>
              <a:t>卸载时间的要求。</a:t>
            </a:r>
            <a:endParaRPr lang="en-US" altLang="zh-CN" dirty="0" smtClean="0">
              <a:latin typeface="Arial" panose="020B0604020202020204" pitchFamily="34" charset="0"/>
              <a:ea typeface="黑体" panose="02010609060101010101" pitchFamily="49" charset="-122"/>
              <a:cs typeface="Arial" panose="020B0604020202020204" pitchFamily="34" charset="0"/>
            </a:endParaRPr>
          </a:p>
          <a:p>
            <a:endParaRPr lang="zh-CN" altLang="en-US" dirty="0"/>
          </a:p>
        </p:txBody>
      </p:sp>
    </p:spTree>
    <p:extLst>
      <p:ext uri="{BB962C8B-B14F-4D97-AF65-F5344CB8AC3E}">
        <p14:creationId xmlns:p14="http://schemas.microsoft.com/office/powerpoint/2010/main" val="140920452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误差分配系数，不可能是</a:t>
            </a:r>
            <a:r>
              <a:rPr lang="en-US" altLang="zh-CN" dirty="0" smtClean="0"/>
              <a:t>1.0</a:t>
            </a:r>
            <a:r>
              <a:rPr lang="zh-CN" altLang="en-US" dirty="0" smtClean="0"/>
              <a:t>，只能是</a:t>
            </a:r>
            <a:r>
              <a:rPr lang="en-US" altLang="zh-CN" dirty="0" smtClean="0"/>
              <a:t>0.7</a:t>
            </a:r>
            <a:r>
              <a:rPr lang="zh-CN" altLang="en-US" dirty="0" smtClean="0"/>
              <a:t>或</a:t>
            </a:r>
            <a:r>
              <a:rPr lang="en-US" altLang="zh-CN" dirty="0" smtClean="0"/>
              <a:t>0.8</a:t>
            </a:r>
            <a:r>
              <a:rPr lang="zh-CN" altLang="en-US" dirty="0" smtClean="0"/>
              <a:t>，当然可以小。</a:t>
            </a:r>
            <a:endParaRPr lang="zh-CN" altLang="en-US" dirty="0"/>
          </a:p>
        </p:txBody>
      </p:sp>
    </p:spTree>
    <p:extLst>
      <p:ext uri="{BB962C8B-B14F-4D97-AF65-F5344CB8AC3E}">
        <p14:creationId xmlns:p14="http://schemas.microsoft.com/office/powerpoint/2010/main" val="275552715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这些全是电子产品的附加要求</a:t>
            </a:r>
            <a:endParaRPr lang="zh-CN" altLang="en-US" dirty="0"/>
          </a:p>
        </p:txBody>
      </p:sp>
    </p:spTree>
    <p:extLst>
      <p:ext uri="{BB962C8B-B14F-4D97-AF65-F5344CB8AC3E}">
        <p14:creationId xmlns:p14="http://schemas.microsoft.com/office/powerpoint/2010/main" val="190051023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en-US" dirty="0"/>
          </a:p>
        </p:txBody>
      </p:sp>
      <p:sp>
        <p:nvSpPr>
          <p:cNvPr id="4" name="Foliennummernplatzhalter 3"/>
          <p:cNvSpPr>
            <a:spLocks noGrp="1"/>
          </p:cNvSpPr>
          <p:nvPr>
            <p:ph type="sldNum" sz="quarter" idx="10"/>
          </p:nvPr>
        </p:nvSpPr>
        <p:spPr>
          <a:xfrm>
            <a:off x="5200591" y="9352978"/>
            <a:ext cx="685755" cy="496967"/>
          </a:xfrm>
          <a:prstGeom prst="rect">
            <a:avLst/>
          </a:prstGeom>
        </p:spPr>
        <p:txBody>
          <a:bodyPr lIns="90708" tIns="45354" rIns="90708" bIns="45354"/>
          <a:lstStyle/>
          <a:p>
            <a:fld id="{B37E420F-8DC5-4183-89F9-42805A72DA7D}" type="slidenum">
              <a:rPr lang="en-US" smtClean="0"/>
              <a:pPr/>
              <a:t>75</a:t>
            </a:fld>
            <a:endParaRPr lang="en-US"/>
          </a:p>
        </p:txBody>
      </p:sp>
    </p:spTree>
    <p:extLst>
      <p:ext uri="{BB962C8B-B14F-4D97-AF65-F5344CB8AC3E}">
        <p14:creationId xmlns:p14="http://schemas.microsoft.com/office/powerpoint/2010/main" val="166397708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法制计量要求的实现总是通过技术的获管理的方法完成的，对产品而言总是技术的，不同的技术满足要求的能力是有差异的</a:t>
            </a:r>
            <a:endParaRPr lang="zh-CN" altLang="en-US" dirty="0"/>
          </a:p>
        </p:txBody>
      </p:sp>
    </p:spTree>
    <p:extLst>
      <p:ext uri="{BB962C8B-B14F-4D97-AF65-F5344CB8AC3E}">
        <p14:creationId xmlns:p14="http://schemas.microsoft.com/office/powerpoint/2010/main" val="4141046755"/>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2966218715"/>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smtClean="0"/>
              <a:t>AD</a:t>
            </a:r>
            <a:r>
              <a:rPr lang="zh-CN" altLang="en-US" dirty="0" smtClean="0"/>
              <a:t>（文档分析） </a:t>
            </a:r>
            <a:r>
              <a:rPr lang="en-US" altLang="zh-CN" dirty="0" smtClean="0"/>
              <a:t>+ VFTM</a:t>
            </a:r>
            <a:r>
              <a:rPr lang="zh-CN" altLang="en-US" dirty="0" smtClean="0"/>
              <a:t>（通过计量功能测试），或</a:t>
            </a:r>
            <a:r>
              <a:rPr lang="en-US" altLang="zh-CN" dirty="0" err="1" smtClean="0"/>
              <a:t>VFTSw</a:t>
            </a:r>
            <a:r>
              <a:rPr lang="zh-CN" altLang="en-US" dirty="0" smtClean="0"/>
              <a:t>（通过软件功能测试）来对技术方案符合性检查。</a:t>
            </a:r>
            <a:endParaRPr lang="en-US" altLang="zh-CN" dirty="0" smtClean="0"/>
          </a:p>
          <a:p>
            <a:r>
              <a:rPr lang="en-US" altLang="zh-CN" dirty="0" smtClean="0"/>
              <a:t>PA + DFA</a:t>
            </a:r>
            <a:r>
              <a:rPr lang="zh-CN" altLang="en-US" dirty="0" smtClean="0"/>
              <a:t>（数据流分析） </a:t>
            </a:r>
            <a:r>
              <a:rPr lang="en-US" altLang="zh-CN" dirty="0" smtClean="0"/>
              <a:t>+ CIWT</a:t>
            </a:r>
            <a:r>
              <a:rPr lang="zh-CN" altLang="en-US" dirty="0" smtClean="0"/>
              <a:t>（代码走查） </a:t>
            </a:r>
            <a:r>
              <a:rPr lang="en-US" altLang="zh-CN" dirty="0" smtClean="0"/>
              <a:t>+ SMT</a:t>
            </a:r>
            <a:r>
              <a:rPr lang="zh-CN" altLang="en-US" dirty="0" smtClean="0"/>
              <a:t>（软件模块测试）</a:t>
            </a:r>
            <a:endParaRPr lang="zh-CN" altLang="en-US" dirty="0"/>
          </a:p>
        </p:txBody>
      </p:sp>
    </p:spTree>
    <p:extLst>
      <p:ext uri="{BB962C8B-B14F-4D97-AF65-F5344CB8AC3E}">
        <p14:creationId xmlns:p14="http://schemas.microsoft.com/office/powerpoint/2010/main" val="2966218715"/>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en-US" dirty="0"/>
          </a:p>
        </p:txBody>
      </p:sp>
      <p:sp>
        <p:nvSpPr>
          <p:cNvPr id="4" name="Foliennummernplatzhalter 3"/>
          <p:cNvSpPr>
            <a:spLocks noGrp="1"/>
          </p:cNvSpPr>
          <p:nvPr>
            <p:ph type="sldNum" sz="quarter" idx="10"/>
          </p:nvPr>
        </p:nvSpPr>
        <p:spPr>
          <a:xfrm>
            <a:off x="5200591" y="9352978"/>
            <a:ext cx="685755" cy="496967"/>
          </a:xfrm>
          <a:prstGeom prst="rect">
            <a:avLst/>
          </a:prstGeom>
        </p:spPr>
        <p:txBody>
          <a:bodyPr lIns="90708" tIns="45354" rIns="90708" bIns="45354"/>
          <a:lstStyle/>
          <a:p>
            <a:fld id="{B37E420F-8DC5-4183-89F9-42805A72DA7D}" type="slidenum">
              <a:rPr lang="en-US" smtClean="0"/>
              <a:pPr/>
              <a:t>87</a:t>
            </a:fld>
            <a:endParaRPr lang="en-US"/>
          </a:p>
        </p:txBody>
      </p:sp>
    </p:spTree>
    <p:extLst>
      <p:ext uri="{BB962C8B-B14F-4D97-AF65-F5344CB8AC3E}">
        <p14:creationId xmlns:p14="http://schemas.microsoft.com/office/powerpoint/2010/main" val="399005407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MT: Cover Page">
    <p:spTree>
      <p:nvGrpSpPr>
        <p:cNvPr id="1" name=""/>
        <p:cNvGrpSpPr/>
        <p:nvPr/>
      </p:nvGrpSpPr>
      <p:grpSpPr>
        <a:xfrm>
          <a:off x="0" y="0"/>
          <a:ext cx="0" cy="0"/>
          <a:chOff x="0" y="0"/>
          <a:chExt cx="0" cy="0"/>
        </a:xfrm>
      </p:grpSpPr>
      <p:sp>
        <p:nvSpPr>
          <p:cNvPr id="11" name="Bildplatzhalter 10"/>
          <p:cNvSpPr>
            <a:spLocks noGrp="1"/>
          </p:cNvSpPr>
          <p:nvPr>
            <p:ph type="pic" sz="quarter" idx="10" hasCustomPrompt="1"/>
          </p:nvPr>
        </p:nvSpPr>
        <p:spPr>
          <a:xfrm>
            <a:off x="2411760" y="0"/>
            <a:ext cx="6732240" cy="2636838"/>
          </a:xfrm>
          <a:solidFill>
            <a:schemeClr val="tx2"/>
          </a:solidFill>
          <a:effectLst>
            <a:outerShdw blurRad="50800" dist="38100" dir="2700000" algn="tl" rotWithShape="0">
              <a:prstClr val="black">
                <a:alpha val="40000"/>
              </a:prstClr>
            </a:outerShdw>
          </a:effectLst>
        </p:spPr>
        <p:txBody>
          <a:bodyPr tIns="576000"/>
          <a:lstStyle>
            <a:lvl1pPr marL="0" indent="0" algn="ctr">
              <a:buNone/>
              <a:defRPr>
                <a:solidFill>
                  <a:schemeClr val="tx1"/>
                </a:solidFill>
              </a:defRPr>
            </a:lvl1pPr>
          </a:lstStyle>
          <a:p>
            <a:r>
              <a:rPr lang="en-US" dirty="0" smtClean="0"/>
              <a:t>Click </a:t>
            </a:r>
            <a:r>
              <a:rPr lang="en-US" dirty="0" err="1" smtClean="0"/>
              <a:t>to</a:t>
            </a:r>
            <a:r>
              <a:rPr lang="en-US" dirty="0" smtClean="0"/>
              <a:t> </a:t>
            </a:r>
            <a:r>
              <a:rPr lang="en-US" dirty="0" err="1" smtClean="0"/>
              <a:t>add</a:t>
            </a:r>
            <a:r>
              <a:rPr lang="en-US" dirty="0" smtClean="0"/>
              <a:t> </a:t>
            </a:r>
            <a:r>
              <a:rPr lang="en-US" dirty="0" err="1" smtClean="0"/>
              <a:t>picture</a:t>
            </a:r>
            <a:r>
              <a:rPr lang="en-US" dirty="0" smtClean="0"/>
              <a:t>…</a:t>
            </a:r>
            <a:endParaRPr lang="en-US" dirty="0"/>
          </a:p>
        </p:txBody>
      </p:sp>
      <p:sp>
        <p:nvSpPr>
          <p:cNvPr id="6" name="Rectangle 37"/>
          <p:cNvSpPr>
            <a:spLocks noChangeArrowheads="1"/>
          </p:cNvSpPr>
          <p:nvPr userDrawn="1"/>
        </p:nvSpPr>
        <p:spPr bwMode="gray">
          <a:xfrm>
            <a:off x="-1" y="0"/>
            <a:ext cx="2411761" cy="6166022"/>
          </a:xfrm>
          <a:prstGeom prst="rect">
            <a:avLst/>
          </a:prstGeom>
          <a:gradFill rotWithShape="0">
            <a:gsLst>
              <a:gs pos="0">
                <a:schemeClr val="tx1"/>
              </a:gs>
              <a:gs pos="98000">
                <a:schemeClr val="bg1"/>
              </a:gs>
              <a:gs pos="58000">
                <a:schemeClr val="bg2"/>
              </a:gs>
            </a:gsLst>
            <a:lin ang="5400000" scaled="1"/>
          </a:gradFill>
          <a:ln>
            <a:noFill/>
          </a:ln>
          <a:effectLst/>
          <a:extLst/>
        </p:spPr>
        <p:txBody>
          <a:bodyPr wrap="none" lIns="0" tIns="0" rIns="72000" bIns="0" anchor="ctr"/>
          <a:lstStyle/>
          <a:p>
            <a:pPr algn="ctr"/>
            <a:endParaRPr lang="en-US">
              <a:solidFill>
                <a:srgbClr val="6BD2FF"/>
              </a:solidFill>
            </a:endParaRPr>
          </a:p>
        </p:txBody>
      </p:sp>
      <p:sp>
        <p:nvSpPr>
          <p:cNvPr id="2" name="Titel"/>
          <p:cNvSpPr>
            <a:spLocks noGrp="1"/>
          </p:cNvSpPr>
          <p:nvPr>
            <p:ph type="ctrTitle" hasCustomPrompt="1"/>
          </p:nvPr>
        </p:nvSpPr>
        <p:spPr>
          <a:xfrm>
            <a:off x="2699792" y="2852936"/>
            <a:ext cx="6200120" cy="597686"/>
          </a:xfrm>
        </p:spPr>
        <p:txBody>
          <a:bodyPr anchor="b"/>
          <a:lstStyle>
            <a:lvl1pPr algn="l">
              <a:lnSpc>
                <a:spcPts val="3000"/>
              </a:lnSpc>
              <a:defRPr sz="3200" b="1">
                <a:solidFill>
                  <a:schemeClr val="tx1"/>
                </a:solidFill>
              </a:defRPr>
            </a:lvl1pPr>
          </a:lstStyle>
          <a:p>
            <a:r>
              <a:rPr lang="en-US" dirty="0" smtClean="0"/>
              <a:t>Click to add title…</a:t>
            </a:r>
            <a:endParaRPr lang="en-US" dirty="0"/>
          </a:p>
        </p:txBody>
      </p:sp>
      <p:sp>
        <p:nvSpPr>
          <p:cNvPr id="3" name="Untertitel"/>
          <p:cNvSpPr>
            <a:spLocks noGrp="1"/>
          </p:cNvSpPr>
          <p:nvPr>
            <p:ph type="subTitle" idx="1" hasCustomPrompt="1"/>
          </p:nvPr>
        </p:nvSpPr>
        <p:spPr>
          <a:xfrm>
            <a:off x="395289" y="1988840"/>
            <a:ext cx="1966312" cy="692581"/>
          </a:xfrm>
        </p:spPr>
        <p:txBody>
          <a:bodyPr rIns="72000" anchor="b"/>
          <a:lstStyle>
            <a:lvl1pPr marL="0" indent="0" algn="l">
              <a:spcBef>
                <a:spcPts val="0"/>
              </a:spcBef>
              <a:spcAft>
                <a:spcPts val="0"/>
              </a:spcAft>
              <a:buNone/>
              <a:defRPr sz="1400" baseline="0">
                <a:solidFill>
                  <a:schemeClr val="bg1"/>
                </a:solidFill>
              </a:defRPr>
            </a:lvl1pPr>
          </a:lstStyle>
          <a:p>
            <a:pPr lvl="0"/>
            <a:r>
              <a:rPr lang="en-US" dirty="0" smtClean="0"/>
              <a:t>Click to add place,</a:t>
            </a:r>
            <a:br>
              <a:rPr lang="en-US" dirty="0" smtClean="0"/>
            </a:br>
            <a:r>
              <a:rPr lang="en-US" dirty="0" smtClean="0"/>
              <a:t>date/author</a:t>
            </a:r>
          </a:p>
        </p:txBody>
      </p:sp>
      <p:sp>
        <p:nvSpPr>
          <p:cNvPr id="5" name="Textplatzhalter 4"/>
          <p:cNvSpPr>
            <a:spLocks noGrp="1"/>
          </p:cNvSpPr>
          <p:nvPr>
            <p:ph type="body" sz="quarter" idx="12" hasCustomPrompt="1"/>
          </p:nvPr>
        </p:nvSpPr>
        <p:spPr>
          <a:xfrm>
            <a:off x="2699792" y="3400223"/>
            <a:ext cx="6200121" cy="964882"/>
          </a:xfrm>
        </p:spPr>
        <p:txBody>
          <a:bodyPr/>
          <a:lstStyle>
            <a:lvl1pPr marL="0" indent="0">
              <a:buNone/>
              <a:defRPr sz="2400"/>
            </a:lvl1pPr>
            <a:lvl2pPr marL="0" indent="0">
              <a:buNone/>
              <a:defRPr sz="2400"/>
            </a:lvl2pPr>
            <a:lvl3pPr marL="0" indent="0">
              <a:buNone/>
              <a:defRPr sz="2400"/>
            </a:lvl3pPr>
            <a:lvl4pPr marL="0" indent="0">
              <a:buNone/>
              <a:defRPr sz="2400"/>
            </a:lvl4pPr>
            <a:lvl5pPr marL="0" indent="0">
              <a:buFont typeface="Arial" panose="020B0604020202020204" pitchFamily="34" charset="0"/>
              <a:buNone/>
              <a:defRPr sz="2400"/>
            </a:lvl5pPr>
          </a:lstStyle>
          <a:p>
            <a:pPr lvl="0"/>
            <a:r>
              <a:rPr lang="en-US" dirty="0" smtClean="0"/>
              <a:t>Click to add subtitle (optional)…</a:t>
            </a:r>
          </a:p>
        </p:txBody>
      </p:sp>
      <p:pic>
        <p:nvPicPr>
          <p:cNvPr id="4" name="Picture 3"/>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501321" y="5189156"/>
            <a:ext cx="2719479" cy="1668844"/>
          </a:xfrm>
          <a:prstGeom prst="rect">
            <a:avLst/>
          </a:prstGeom>
        </p:spPr>
      </p:pic>
    </p:spTree>
    <p:extLst>
      <p:ext uri="{BB962C8B-B14F-4D97-AF65-F5344CB8AC3E}">
        <p14:creationId xmlns:p14="http://schemas.microsoft.com/office/powerpoint/2010/main" val="1837208081"/>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MT: Cover Page 4 Images">
    <p:spTree>
      <p:nvGrpSpPr>
        <p:cNvPr id="1" name=""/>
        <p:cNvGrpSpPr/>
        <p:nvPr/>
      </p:nvGrpSpPr>
      <p:grpSpPr>
        <a:xfrm>
          <a:off x="0" y="0"/>
          <a:ext cx="0" cy="0"/>
          <a:chOff x="0" y="0"/>
          <a:chExt cx="0" cy="0"/>
        </a:xfrm>
      </p:grpSpPr>
      <p:sp>
        <p:nvSpPr>
          <p:cNvPr id="4" name="Rectangle 3"/>
          <p:cNvSpPr/>
          <p:nvPr userDrawn="1"/>
        </p:nvSpPr>
        <p:spPr>
          <a:xfrm>
            <a:off x="2434856" y="0"/>
            <a:ext cx="6709144" cy="2635199"/>
          </a:xfrm>
          <a:prstGeom prst="rect">
            <a:avLst/>
          </a:prstGeom>
          <a:solidFill>
            <a:schemeClr val="tx2"/>
          </a:solidFill>
          <a:ln>
            <a:noFill/>
          </a:ln>
          <a:effectLst>
            <a:outerShdw blurRad="50800" dist="38100" dir="2700000" algn="tl" rotWithShape="0">
              <a:prstClr val="black">
                <a:alpha val="40000"/>
              </a:prstClr>
            </a:outerShdw>
          </a:effectLst>
        </p:spPr>
        <p:style>
          <a:lnRef idx="2">
            <a:schemeClr val="accent4"/>
          </a:lnRef>
          <a:fillRef idx="1">
            <a:schemeClr val="lt1"/>
          </a:fillRef>
          <a:effectRef idx="0">
            <a:schemeClr val="accent4"/>
          </a:effectRef>
          <a:fontRef idx="minor">
            <a:schemeClr val="dk1"/>
          </a:fontRef>
        </p:style>
        <p:txBody>
          <a:bodyPr rtlCol="0" anchor="ctr"/>
          <a:lstStyle/>
          <a:p>
            <a:pPr algn="ctr"/>
            <a:endParaRPr lang="en-US" sz="1600" dirty="0" err="1" smtClean="0">
              <a:solidFill>
                <a:schemeClr val="bg1"/>
              </a:solidFill>
            </a:endParaRPr>
          </a:p>
        </p:txBody>
      </p:sp>
      <p:sp>
        <p:nvSpPr>
          <p:cNvPr id="6" name="Rectangle 37"/>
          <p:cNvSpPr>
            <a:spLocks noChangeArrowheads="1"/>
          </p:cNvSpPr>
          <p:nvPr userDrawn="1"/>
        </p:nvSpPr>
        <p:spPr bwMode="gray">
          <a:xfrm>
            <a:off x="-1" y="0"/>
            <a:ext cx="2411761" cy="6166022"/>
          </a:xfrm>
          <a:prstGeom prst="rect">
            <a:avLst/>
          </a:prstGeom>
          <a:gradFill rotWithShape="0">
            <a:gsLst>
              <a:gs pos="0">
                <a:schemeClr val="tx1"/>
              </a:gs>
              <a:gs pos="98000">
                <a:schemeClr val="bg1"/>
              </a:gs>
              <a:gs pos="58000">
                <a:schemeClr val="bg2"/>
              </a:gs>
            </a:gsLst>
            <a:lin ang="5400000" scaled="1"/>
          </a:gradFill>
          <a:ln>
            <a:noFill/>
          </a:ln>
          <a:effectLst/>
          <a:extLst/>
        </p:spPr>
        <p:txBody>
          <a:bodyPr wrap="none" lIns="0" tIns="0" rIns="72000" bIns="0" anchor="ctr"/>
          <a:lstStyle/>
          <a:p>
            <a:pPr algn="ctr"/>
            <a:endParaRPr lang="en-US">
              <a:solidFill>
                <a:srgbClr val="6BD2FF"/>
              </a:solidFill>
            </a:endParaRPr>
          </a:p>
        </p:txBody>
      </p:sp>
      <p:sp>
        <p:nvSpPr>
          <p:cNvPr id="2" name="Titel"/>
          <p:cNvSpPr>
            <a:spLocks noGrp="1"/>
          </p:cNvSpPr>
          <p:nvPr>
            <p:ph type="ctrTitle" hasCustomPrompt="1"/>
          </p:nvPr>
        </p:nvSpPr>
        <p:spPr>
          <a:xfrm>
            <a:off x="2699792" y="2852936"/>
            <a:ext cx="6192688" cy="597686"/>
          </a:xfrm>
        </p:spPr>
        <p:txBody>
          <a:bodyPr anchor="b"/>
          <a:lstStyle>
            <a:lvl1pPr algn="l">
              <a:lnSpc>
                <a:spcPts val="3000"/>
              </a:lnSpc>
              <a:defRPr sz="3200" b="1">
                <a:solidFill>
                  <a:schemeClr val="tx1"/>
                </a:solidFill>
              </a:defRPr>
            </a:lvl1pPr>
          </a:lstStyle>
          <a:p>
            <a:r>
              <a:rPr lang="en-US" dirty="0" smtClean="0"/>
              <a:t>Click to add title…</a:t>
            </a:r>
            <a:endParaRPr lang="en-US" dirty="0"/>
          </a:p>
        </p:txBody>
      </p:sp>
      <p:sp>
        <p:nvSpPr>
          <p:cNvPr id="3" name="Untertitel"/>
          <p:cNvSpPr>
            <a:spLocks noGrp="1"/>
          </p:cNvSpPr>
          <p:nvPr>
            <p:ph type="subTitle" idx="1" hasCustomPrompt="1"/>
          </p:nvPr>
        </p:nvSpPr>
        <p:spPr>
          <a:xfrm>
            <a:off x="395289" y="1988840"/>
            <a:ext cx="1966312" cy="692581"/>
          </a:xfrm>
        </p:spPr>
        <p:txBody>
          <a:bodyPr rIns="72000" anchor="b"/>
          <a:lstStyle>
            <a:lvl1pPr marL="0" indent="0" algn="l">
              <a:spcBef>
                <a:spcPts val="0"/>
              </a:spcBef>
              <a:spcAft>
                <a:spcPts val="0"/>
              </a:spcAft>
              <a:buNone/>
              <a:defRPr sz="1400" baseline="0">
                <a:solidFill>
                  <a:schemeClr val="bg1"/>
                </a:solidFill>
              </a:defRPr>
            </a:lvl1pPr>
          </a:lstStyle>
          <a:p>
            <a:pPr lvl="0"/>
            <a:r>
              <a:rPr lang="en-US" dirty="0" smtClean="0"/>
              <a:t>Click to add place,</a:t>
            </a:r>
            <a:br>
              <a:rPr lang="en-US" dirty="0" smtClean="0"/>
            </a:br>
            <a:r>
              <a:rPr lang="en-US" dirty="0" smtClean="0"/>
              <a:t>date/author</a:t>
            </a:r>
          </a:p>
        </p:txBody>
      </p:sp>
      <p:sp>
        <p:nvSpPr>
          <p:cNvPr id="5" name="Textplatzhalter 4"/>
          <p:cNvSpPr>
            <a:spLocks noGrp="1"/>
          </p:cNvSpPr>
          <p:nvPr>
            <p:ph type="body" sz="quarter" idx="12" hasCustomPrompt="1"/>
          </p:nvPr>
        </p:nvSpPr>
        <p:spPr>
          <a:xfrm>
            <a:off x="2699792" y="3400222"/>
            <a:ext cx="6192689" cy="964882"/>
          </a:xfrm>
        </p:spPr>
        <p:txBody>
          <a:bodyPr/>
          <a:lstStyle>
            <a:lvl1pPr marL="0" indent="0">
              <a:buNone/>
              <a:defRPr sz="2400"/>
            </a:lvl1pPr>
            <a:lvl2pPr marL="0" indent="0">
              <a:buNone/>
              <a:defRPr sz="2400"/>
            </a:lvl2pPr>
            <a:lvl3pPr marL="0" indent="0">
              <a:buNone/>
              <a:defRPr sz="2400"/>
            </a:lvl3pPr>
            <a:lvl4pPr marL="0" indent="0">
              <a:buNone/>
              <a:defRPr sz="2400"/>
            </a:lvl4pPr>
            <a:lvl5pPr marL="0" indent="0">
              <a:buFont typeface="Arial" panose="020B0604020202020204" pitchFamily="34" charset="0"/>
              <a:buNone/>
              <a:defRPr sz="2400"/>
            </a:lvl5pPr>
          </a:lstStyle>
          <a:p>
            <a:pPr lvl="0"/>
            <a:r>
              <a:rPr lang="en-US" dirty="0" smtClean="0"/>
              <a:t>Click to add subtitle (optional)…</a:t>
            </a:r>
          </a:p>
        </p:txBody>
      </p:sp>
      <p:sp>
        <p:nvSpPr>
          <p:cNvPr id="10" name="Bildplatzhalter 10"/>
          <p:cNvSpPr>
            <a:spLocks noGrp="1"/>
          </p:cNvSpPr>
          <p:nvPr>
            <p:ph type="pic" sz="quarter" idx="13" hasCustomPrompt="1"/>
          </p:nvPr>
        </p:nvSpPr>
        <p:spPr>
          <a:xfrm>
            <a:off x="2411760" y="0"/>
            <a:ext cx="1641840" cy="2636838"/>
          </a:xfrm>
          <a:solidFill>
            <a:schemeClr val="tx2"/>
          </a:solidFill>
          <a:effectLst/>
        </p:spPr>
        <p:txBody>
          <a:bodyPr tIns="576000"/>
          <a:lstStyle>
            <a:lvl1pPr marL="0" indent="0" algn="ctr">
              <a:buNone/>
              <a:defRPr>
                <a:solidFill>
                  <a:schemeClr val="tx1"/>
                </a:solidFill>
              </a:defRPr>
            </a:lvl1pPr>
          </a:lstStyle>
          <a:p>
            <a:r>
              <a:rPr lang="en-US" dirty="0" smtClean="0"/>
              <a:t>Click </a:t>
            </a:r>
            <a:r>
              <a:rPr lang="en-US" dirty="0" err="1" smtClean="0"/>
              <a:t>to</a:t>
            </a:r>
            <a:r>
              <a:rPr lang="en-US" dirty="0" smtClean="0"/>
              <a:t> </a:t>
            </a:r>
            <a:r>
              <a:rPr lang="en-US" dirty="0" err="1" smtClean="0"/>
              <a:t>add</a:t>
            </a:r>
            <a:r>
              <a:rPr lang="en-US" dirty="0" smtClean="0"/>
              <a:t> </a:t>
            </a:r>
            <a:r>
              <a:rPr lang="en-US" dirty="0" err="1" smtClean="0"/>
              <a:t>picture</a:t>
            </a:r>
            <a:r>
              <a:rPr lang="en-US" dirty="0" smtClean="0"/>
              <a:t>…</a:t>
            </a:r>
            <a:endParaRPr lang="en-US" dirty="0"/>
          </a:p>
        </p:txBody>
      </p:sp>
      <p:sp>
        <p:nvSpPr>
          <p:cNvPr id="14" name="Bildplatzhalter 10"/>
          <p:cNvSpPr>
            <a:spLocks noGrp="1"/>
          </p:cNvSpPr>
          <p:nvPr>
            <p:ph type="pic" sz="quarter" idx="14" hasCustomPrompt="1"/>
          </p:nvPr>
        </p:nvSpPr>
        <p:spPr>
          <a:xfrm>
            <a:off x="4108560" y="0"/>
            <a:ext cx="1641840" cy="2636838"/>
          </a:xfrm>
          <a:solidFill>
            <a:schemeClr val="tx2"/>
          </a:solidFill>
          <a:effectLst/>
        </p:spPr>
        <p:txBody>
          <a:bodyPr tIns="576000"/>
          <a:lstStyle>
            <a:lvl1pPr marL="0" indent="0" algn="ctr">
              <a:buNone/>
              <a:defRPr>
                <a:solidFill>
                  <a:schemeClr val="tx1"/>
                </a:solidFill>
              </a:defRPr>
            </a:lvl1pPr>
          </a:lstStyle>
          <a:p>
            <a:r>
              <a:rPr lang="en-US" dirty="0" smtClean="0"/>
              <a:t>Click </a:t>
            </a:r>
            <a:r>
              <a:rPr lang="en-US" dirty="0" err="1" smtClean="0"/>
              <a:t>to</a:t>
            </a:r>
            <a:r>
              <a:rPr lang="en-US" dirty="0" smtClean="0"/>
              <a:t> </a:t>
            </a:r>
            <a:r>
              <a:rPr lang="en-US" dirty="0" err="1" smtClean="0"/>
              <a:t>add</a:t>
            </a:r>
            <a:r>
              <a:rPr lang="en-US" dirty="0" smtClean="0"/>
              <a:t> </a:t>
            </a:r>
            <a:r>
              <a:rPr lang="en-US" dirty="0" err="1" smtClean="0"/>
              <a:t>picture</a:t>
            </a:r>
            <a:r>
              <a:rPr lang="en-US" dirty="0" smtClean="0"/>
              <a:t>…</a:t>
            </a:r>
            <a:endParaRPr lang="en-US" dirty="0"/>
          </a:p>
        </p:txBody>
      </p:sp>
      <p:sp>
        <p:nvSpPr>
          <p:cNvPr id="15" name="Bildplatzhalter 10"/>
          <p:cNvSpPr>
            <a:spLocks noGrp="1"/>
          </p:cNvSpPr>
          <p:nvPr>
            <p:ph type="pic" sz="quarter" idx="15" hasCustomPrompt="1"/>
          </p:nvPr>
        </p:nvSpPr>
        <p:spPr>
          <a:xfrm>
            <a:off x="5805360" y="0"/>
            <a:ext cx="1641840" cy="2636838"/>
          </a:xfrm>
          <a:solidFill>
            <a:schemeClr val="tx2"/>
          </a:solidFill>
          <a:effectLst/>
        </p:spPr>
        <p:txBody>
          <a:bodyPr tIns="576000"/>
          <a:lstStyle>
            <a:lvl1pPr marL="0" indent="0" algn="ctr">
              <a:buNone/>
              <a:defRPr>
                <a:solidFill>
                  <a:schemeClr val="tx1"/>
                </a:solidFill>
              </a:defRPr>
            </a:lvl1pPr>
          </a:lstStyle>
          <a:p>
            <a:r>
              <a:rPr lang="en-US" dirty="0" smtClean="0"/>
              <a:t>Click </a:t>
            </a:r>
            <a:r>
              <a:rPr lang="en-US" dirty="0" err="1" smtClean="0"/>
              <a:t>to</a:t>
            </a:r>
            <a:r>
              <a:rPr lang="en-US" dirty="0" smtClean="0"/>
              <a:t> </a:t>
            </a:r>
            <a:r>
              <a:rPr lang="en-US" dirty="0" err="1" smtClean="0"/>
              <a:t>add</a:t>
            </a:r>
            <a:r>
              <a:rPr lang="en-US" dirty="0" smtClean="0"/>
              <a:t> </a:t>
            </a:r>
            <a:r>
              <a:rPr lang="en-US" dirty="0" err="1" smtClean="0"/>
              <a:t>picture</a:t>
            </a:r>
            <a:r>
              <a:rPr lang="en-US" dirty="0" smtClean="0"/>
              <a:t>…</a:t>
            </a:r>
            <a:endParaRPr lang="en-US" dirty="0"/>
          </a:p>
        </p:txBody>
      </p:sp>
      <p:sp>
        <p:nvSpPr>
          <p:cNvPr id="16" name="Bildplatzhalter 10"/>
          <p:cNvSpPr>
            <a:spLocks noGrp="1"/>
          </p:cNvSpPr>
          <p:nvPr>
            <p:ph type="pic" sz="quarter" idx="16" hasCustomPrompt="1"/>
          </p:nvPr>
        </p:nvSpPr>
        <p:spPr>
          <a:xfrm>
            <a:off x="7502160" y="0"/>
            <a:ext cx="1641840" cy="2636838"/>
          </a:xfrm>
          <a:solidFill>
            <a:schemeClr val="tx2"/>
          </a:solidFill>
          <a:effectLst/>
        </p:spPr>
        <p:txBody>
          <a:bodyPr tIns="576000"/>
          <a:lstStyle>
            <a:lvl1pPr marL="0" indent="0" algn="ctr">
              <a:buNone/>
              <a:defRPr>
                <a:solidFill>
                  <a:schemeClr val="tx1"/>
                </a:solidFill>
              </a:defRPr>
            </a:lvl1pPr>
          </a:lstStyle>
          <a:p>
            <a:r>
              <a:rPr lang="en-US" dirty="0" smtClean="0"/>
              <a:t>Click </a:t>
            </a:r>
            <a:r>
              <a:rPr lang="en-US" dirty="0" err="1" smtClean="0"/>
              <a:t>to</a:t>
            </a:r>
            <a:r>
              <a:rPr lang="en-US" dirty="0" smtClean="0"/>
              <a:t> </a:t>
            </a:r>
            <a:r>
              <a:rPr lang="en-US" dirty="0" err="1" smtClean="0"/>
              <a:t>add</a:t>
            </a:r>
            <a:r>
              <a:rPr lang="en-US" dirty="0" smtClean="0"/>
              <a:t> </a:t>
            </a:r>
            <a:r>
              <a:rPr lang="en-US" dirty="0" err="1" smtClean="0"/>
              <a:t>picture</a:t>
            </a:r>
            <a:r>
              <a:rPr lang="en-US" dirty="0" smtClean="0"/>
              <a:t>…</a:t>
            </a:r>
            <a:endParaRPr lang="en-US" dirty="0"/>
          </a:p>
        </p:txBody>
      </p:sp>
      <p:pic>
        <p:nvPicPr>
          <p:cNvPr id="12" name="Picture 1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501321" y="5189156"/>
            <a:ext cx="2719479" cy="1668844"/>
          </a:xfrm>
          <a:prstGeom prst="rect">
            <a:avLst/>
          </a:prstGeom>
        </p:spPr>
      </p:pic>
    </p:spTree>
    <p:extLst>
      <p:ext uri="{BB962C8B-B14F-4D97-AF65-F5344CB8AC3E}">
        <p14:creationId xmlns:p14="http://schemas.microsoft.com/office/powerpoint/2010/main" val="3887821955"/>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MT: Cover Page Square Image">
    <p:spTree>
      <p:nvGrpSpPr>
        <p:cNvPr id="1" name=""/>
        <p:cNvGrpSpPr/>
        <p:nvPr/>
      </p:nvGrpSpPr>
      <p:grpSpPr>
        <a:xfrm>
          <a:off x="0" y="0"/>
          <a:ext cx="0" cy="0"/>
          <a:chOff x="0" y="0"/>
          <a:chExt cx="0" cy="0"/>
        </a:xfrm>
      </p:grpSpPr>
      <p:sp>
        <p:nvSpPr>
          <p:cNvPr id="7" name="Rectangle 6"/>
          <p:cNvSpPr/>
          <p:nvPr userDrawn="1"/>
        </p:nvSpPr>
        <p:spPr>
          <a:xfrm>
            <a:off x="2411760" y="0"/>
            <a:ext cx="4277040" cy="2636912"/>
          </a:xfrm>
          <a:prstGeom prst="rect">
            <a:avLst/>
          </a:prstGeom>
          <a:solidFill>
            <a:schemeClr val="accent4">
              <a:lumMod val="20000"/>
              <a:lumOff val="80000"/>
            </a:schemeClr>
          </a:solidFill>
          <a:ln>
            <a:noFill/>
          </a:ln>
        </p:spPr>
        <p:style>
          <a:lnRef idx="2">
            <a:schemeClr val="accent4"/>
          </a:lnRef>
          <a:fillRef idx="1">
            <a:schemeClr val="lt1"/>
          </a:fillRef>
          <a:effectRef idx="0">
            <a:schemeClr val="accent4"/>
          </a:effectRef>
          <a:fontRef idx="minor">
            <a:schemeClr val="dk1"/>
          </a:fontRef>
        </p:style>
        <p:txBody>
          <a:bodyPr rtlCol="0" anchor="ctr"/>
          <a:lstStyle/>
          <a:p>
            <a:pPr algn="ctr"/>
            <a:endParaRPr lang="en-US" sz="1600" dirty="0" err="1" smtClean="0">
              <a:solidFill>
                <a:schemeClr val="bg1"/>
              </a:solidFill>
            </a:endParaRPr>
          </a:p>
        </p:txBody>
      </p:sp>
      <p:sp>
        <p:nvSpPr>
          <p:cNvPr id="6" name="Rectangle 37"/>
          <p:cNvSpPr>
            <a:spLocks noChangeArrowheads="1"/>
          </p:cNvSpPr>
          <p:nvPr userDrawn="1"/>
        </p:nvSpPr>
        <p:spPr bwMode="gray">
          <a:xfrm>
            <a:off x="-1" y="0"/>
            <a:ext cx="2411761" cy="6166022"/>
          </a:xfrm>
          <a:prstGeom prst="rect">
            <a:avLst/>
          </a:prstGeom>
          <a:gradFill rotWithShape="0">
            <a:gsLst>
              <a:gs pos="0">
                <a:schemeClr val="tx1"/>
              </a:gs>
              <a:gs pos="98000">
                <a:schemeClr val="bg1"/>
              </a:gs>
              <a:gs pos="58000">
                <a:schemeClr val="bg2"/>
              </a:gs>
            </a:gsLst>
            <a:lin ang="5400000" scaled="1"/>
          </a:gradFill>
          <a:ln>
            <a:noFill/>
          </a:ln>
          <a:effectLst/>
          <a:extLst/>
        </p:spPr>
        <p:txBody>
          <a:bodyPr wrap="none" lIns="0" tIns="0" rIns="72000" bIns="0" anchor="ctr"/>
          <a:lstStyle/>
          <a:p>
            <a:pPr algn="ctr"/>
            <a:endParaRPr lang="en-US">
              <a:solidFill>
                <a:srgbClr val="6BD2FF"/>
              </a:solidFill>
            </a:endParaRPr>
          </a:p>
        </p:txBody>
      </p:sp>
      <p:sp>
        <p:nvSpPr>
          <p:cNvPr id="4" name="Rectangle 3"/>
          <p:cNvSpPr/>
          <p:nvPr userDrawn="1"/>
        </p:nvSpPr>
        <p:spPr>
          <a:xfrm>
            <a:off x="2433600" y="2642400"/>
            <a:ext cx="6710400" cy="4215600"/>
          </a:xfrm>
          <a:prstGeom prst="rect">
            <a:avLst/>
          </a:prstGeom>
          <a:solidFill>
            <a:schemeClr val="tx2"/>
          </a:solidFill>
          <a:ln>
            <a:noFill/>
          </a:ln>
        </p:spPr>
        <p:style>
          <a:lnRef idx="2">
            <a:schemeClr val="accent4"/>
          </a:lnRef>
          <a:fillRef idx="1">
            <a:schemeClr val="lt1"/>
          </a:fillRef>
          <a:effectRef idx="0">
            <a:schemeClr val="accent4"/>
          </a:effectRef>
          <a:fontRef idx="minor">
            <a:schemeClr val="dk1"/>
          </a:fontRef>
        </p:style>
        <p:txBody>
          <a:bodyPr rtlCol="0" anchor="ctr"/>
          <a:lstStyle/>
          <a:p>
            <a:pPr algn="ctr"/>
            <a:endParaRPr lang="en-US" sz="1600" dirty="0" err="1" smtClean="0">
              <a:solidFill>
                <a:schemeClr val="bg1"/>
              </a:solidFill>
            </a:endParaRPr>
          </a:p>
        </p:txBody>
      </p:sp>
      <p:sp>
        <p:nvSpPr>
          <p:cNvPr id="11" name="Bildplatzhalter 10"/>
          <p:cNvSpPr>
            <a:spLocks noGrp="1"/>
          </p:cNvSpPr>
          <p:nvPr>
            <p:ph type="pic" sz="quarter" idx="10" hasCustomPrompt="1"/>
          </p:nvPr>
        </p:nvSpPr>
        <p:spPr>
          <a:xfrm>
            <a:off x="6588224" y="0"/>
            <a:ext cx="2555775" cy="2636912"/>
          </a:xfrm>
          <a:solidFill>
            <a:schemeClr val="tx2"/>
          </a:solidFill>
          <a:effectLst>
            <a:outerShdw blurRad="50800" dist="38100" dir="2700000" algn="tl" rotWithShape="0">
              <a:prstClr val="black">
                <a:alpha val="40000"/>
              </a:prstClr>
            </a:outerShdw>
          </a:effectLst>
        </p:spPr>
        <p:txBody>
          <a:bodyPr tIns="576000"/>
          <a:lstStyle>
            <a:lvl1pPr marL="0" indent="0" algn="ctr">
              <a:buNone/>
              <a:defRPr>
                <a:solidFill>
                  <a:schemeClr val="tx1"/>
                </a:solidFill>
              </a:defRPr>
            </a:lvl1pPr>
          </a:lstStyle>
          <a:p>
            <a:r>
              <a:rPr lang="en-US" dirty="0" smtClean="0"/>
              <a:t>Click </a:t>
            </a:r>
            <a:r>
              <a:rPr lang="en-US" dirty="0" err="1" smtClean="0"/>
              <a:t>to</a:t>
            </a:r>
            <a:r>
              <a:rPr lang="en-US" dirty="0" smtClean="0"/>
              <a:t> </a:t>
            </a:r>
            <a:r>
              <a:rPr lang="en-US" dirty="0" err="1" smtClean="0"/>
              <a:t>add</a:t>
            </a:r>
            <a:r>
              <a:rPr lang="en-US" dirty="0" smtClean="0"/>
              <a:t> </a:t>
            </a:r>
            <a:r>
              <a:rPr lang="en-US" dirty="0" err="1" smtClean="0"/>
              <a:t>picture</a:t>
            </a:r>
            <a:r>
              <a:rPr lang="en-US" dirty="0" smtClean="0"/>
              <a:t>…</a:t>
            </a:r>
            <a:endParaRPr lang="en-US" dirty="0"/>
          </a:p>
        </p:txBody>
      </p:sp>
      <p:sp>
        <p:nvSpPr>
          <p:cNvPr id="2" name="Titel"/>
          <p:cNvSpPr>
            <a:spLocks noGrp="1"/>
          </p:cNvSpPr>
          <p:nvPr>
            <p:ph type="ctrTitle" hasCustomPrompt="1"/>
          </p:nvPr>
        </p:nvSpPr>
        <p:spPr>
          <a:xfrm>
            <a:off x="2699792" y="2836800"/>
            <a:ext cx="6192688" cy="613822"/>
          </a:xfrm>
        </p:spPr>
        <p:txBody>
          <a:bodyPr anchor="b"/>
          <a:lstStyle>
            <a:lvl1pPr algn="l">
              <a:lnSpc>
                <a:spcPts val="3000"/>
              </a:lnSpc>
              <a:defRPr sz="3200" b="1">
                <a:solidFill>
                  <a:schemeClr val="tx1"/>
                </a:solidFill>
              </a:defRPr>
            </a:lvl1pPr>
          </a:lstStyle>
          <a:p>
            <a:r>
              <a:rPr lang="en-US" dirty="0" smtClean="0"/>
              <a:t>Click to add title…</a:t>
            </a:r>
            <a:endParaRPr lang="en-US" dirty="0"/>
          </a:p>
        </p:txBody>
      </p:sp>
      <p:sp>
        <p:nvSpPr>
          <p:cNvPr id="3" name="Untertitel"/>
          <p:cNvSpPr>
            <a:spLocks noGrp="1"/>
          </p:cNvSpPr>
          <p:nvPr>
            <p:ph type="subTitle" idx="1" hasCustomPrompt="1"/>
          </p:nvPr>
        </p:nvSpPr>
        <p:spPr>
          <a:xfrm>
            <a:off x="395289" y="1988840"/>
            <a:ext cx="1966312" cy="692581"/>
          </a:xfrm>
        </p:spPr>
        <p:txBody>
          <a:bodyPr rIns="72000" anchor="b"/>
          <a:lstStyle>
            <a:lvl1pPr marL="0" indent="0" algn="l">
              <a:spcBef>
                <a:spcPts val="0"/>
              </a:spcBef>
              <a:spcAft>
                <a:spcPts val="0"/>
              </a:spcAft>
              <a:buNone/>
              <a:defRPr sz="1400" baseline="0">
                <a:solidFill>
                  <a:schemeClr val="bg1"/>
                </a:solidFill>
              </a:defRPr>
            </a:lvl1pPr>
          </a:lstStyle>
          <a:p>
            <a:pPr lvl="0"/>
            <a:r>
              <a:rPr lang="en-US" dirty="0" smtClean="0"/>
              <a:t>Click to add place,</a:t>
            </a:r>
            <a:br>
              <a:rPr lang="en-US" dirty="0" smtClean="0"/>
            </a:br>
            <a:r>
              <a:rPr lang="en-US" dirty="0" smtClean="0"/>
              <a:t>date/author</a:t>
            </a:r>
          </a:p>
        </p:txBody>
      </p:sp>
      <p:sp>
        <p:nvSpPr>
          <p:cNvPr id="5" name="Textplatzhalter 4"/>
          <p:cNvSpPr>
            <a:spLocks noGrp="1"/>
          </p:cNvSpPr>
          <p:nvPr>
            <p:ph type="body" sz="quarter" idx="12" hasCustomPrompt="1"/>
          </p:nvPr>
        </p:nvSpPr>
        <p:spPr>
          <a:xfrm>
            <a:off x="2699792" y="3400223"/>
            <a:ext cx="6192689" cy="964882"/>
          </a:xfrm>
        </p:spPr>
        <p:txBody>
          <a:bodyPr/>
          <a:lstStyle>
            <a:lvl1pPr marL="0" indent="0">
              <a:buNone/>
              <a:defRPr sz="2400"/>
            </a:lvl1pPr>
            <a:lvl2pPr marL="0" indent="0">
              <a:buNone/>
              <a:defRPr sz="2400"/>
            </a:lvl2pPr>
            <a:lvl3pPr marL="0" indent="0">
              <a:buNone/>
              <a:defRPr sz="2400"/>
            </a:lvl3pPr>
            <a:lvl4pPr marL="0" indent="0">
              <a:buNone/>
              <a:defRPr sz="2400"/>
            </a:lvl4pPr>
            <a:lvl5pPr marL="0" indent="0">
              <a:buFont typeface="Arial" panose="020B0604020202020204" pitchFamily="34" charset="0"/>
              <a:buNone/>
              <a:defRPr sz="2400"/>
            </a:lvl5pPr>
          </a:lstStyle>
          <a:p>
            <a:pPr lvl="0"/>
            <a:r>
              <a:rPr lang="en-US" dirty="0" smtClean="0"/>
              <a:t>Click to add subtitle (optional)…</a:t>
            </a:r>
          </a:p>
        </p:txBody>
      </p:sp>
      <p:pic>
        <p:nvPicPr>
          <p:cNvPr id="10" name="Picture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501321" y="5189156"/>
            <a:ext cx="2719479" cy="1668844"/>
          </a:xfrm>
          <a:prstGeom prst="rect">
            <a:avLst/>
          </a:prstGeom>
        </p:spPr>
      </p:pic>
    </p:spTree>
    <p:extLst>
      <p:ext uri="{BB962C8B-B14F-4D97-AF65-F5344CB8AC3E}">
        <p14:creationId xmlns:p14="http://schemas.microsoft.com/office/powerpoint/2010/main" val="2747746676"/>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MT: Chapter Slide">
    <p:spTree>
      <p:nvGrpSpPr>
        <p:cNvPr id="1" name=""/>
        <p:cNvGrpSpPr/>
        <p:nvPr/>
      </p:nvGrpSpPr>
      <p:grpSpPr>
        <a:xfrm>
          <a:off x="0" y="0"/>
          <a:ext cx="0" cy="0"/>
          <a:chOff x="0" y="0"/>
          <a:chExt cx="0" cy="0"/>
        </a:xfrm>
      </p:grpSpPr>
      <p:sp>
        <p:nvSpPr>
          <p:cNvPr id="6" name="Rectangle 37"/>
          <p:cNvSpPr>
            <a:spLocks noChangeArrowheads="1"/>
          </p:cNvSpPr>
          <p:nvPr userDrawn="1"/>
        </p:nvSpPr>
        <p:spPr bwMode="gray">
          <a:xfrm>
            <a:off x="0" y="0"/>
            <a:ext cx="4572000" cy="6237312"/>
          </a:xfrm>
          <a:prstGeom prst="rect">
            <a:avLst/>
          </a:prstGeom>
          <a:gradFill rotWithShape="0">
            <a:gsLst>
              <a:gs pos="0">
                <a:schemeClr val="tx1"/>
              </a:gs>
              <a:gs pos="100000">
                <a:schemeClr val="bg1"/>
              </a:gs>
              <a:gs pos="70000">
                <a:schemeClr val="bg2"/>
              </a:gs>
            </a:gsLst>
            <a:lin ang="5400000" scaled="1"/>
          </a:gradFill>
          <a:ln>
            <a:noFill/>
          </a:ln>
          <a:effectLst/>
          <a:extLst/>
        </p:spPr>
        <p:txBody>
          <a:bodyPr wrap="none" lIns="0" tIns="0" rIns="72000" bIns="0" anchor="ctr"/>
          <a:lstStyle/>
          <a:p>
            <a:pPr algn="ctr"/>
            <a:endParaRPr lang="de-DE">
              <a:solidFill>
                <a:srgbClr val="6BD2FF"/>
              </a:solidFill>
            </a:endParaRPr>
          </a:p>
        </p:txBody>
      </p:sp>
      <p:sp>
        <p:nvSpPr>
          <p:cNvPr id="3" name="Body1"/>
          <p:cNvSpPr>
            <a:spLocks noGrp="1"/>
          </p:cNvSpPr>
          <p:nvPr>
            <p:ph type="body" idx="1" hasCustomPrompt="1"/>
          </p:nvPr>
        </p:nvSpPr>
        <p:spPr>
          <a:xfrm>
            <a:off x="4716016" y="3212976"/>
            <a:ext cx="4032697" cy="3168773"/>
          </a:xfrm>
        </p:spPr>
        <p:txBody>
          <a:bodyPr anchor="t"/>
          <a:lstStyle>
            <a:lvl1pPr marL="216000" indent="-216000">
              <a:buFont typeface="Wingdings" panose="05000000000000000000" pitchFamily="2" charset="2"/>
              <a:buChar char="§"/>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smtClean="0"/>
              <a:t>Click to add chapter topic…</a:t>
            </a:r>
          </a:p>
        </p:txBody>
      </p:sp>
      <p:sp>
        <p:nvSpPr>
          <p:cNvPr id="4" name="Titel 3"/>
          <p:cNvSpPr>
            <a:spLocks noGrp="1"/>
          </p:cNvSpPr>
          <p:nvPr>
            <p:ph type="title" hasCustomPrompt="1"/>
          </p:nvPr>
        </p:nvSpPr>
        <p:spPr>
          <a:xfrm>
            <a:off x="395287" y="1484313"/>
            <a:ext cx="4032251" cy="1584637"/>
          </a:xfrm>
        </p:spPr>
        <p:txBody>
          <a:bodyPr/>
          <a:lstStyle>
            <a:lvl1pPr algn="r">
              <a:defRPr baseline="0"/>
            </a:lvl1pPr>
          </a:lstStyle>
          <a:p>
            <a:r>
              <a:rPr lang="en-US" noProof="0" dirty="0" smtClean="0"/>
              <a:t>Click to add chapter name…</a:t>
            </a:r>
            <a:endParaRPr lang="en-US" noProof="0" dirty="0"/>
          </a:p>
        </p:txBody>
      </p:sp>
      <p:cxnSp>
        <p:nvCxnSpPr>
          <p:cNvPr id="10" name="Gerade Verbindung 9"/>
          <p:cNvCxnSpPr/>
          <p:nvPr userDrawn="1"/>
        </p:nvCxnSpPr>
        <p:spPr bwMode="gray">
          <a:xfrm>
            <a:off x="4716000" y="2898000"/>
            <a:ext cx="4032693" cy="8175"/>
          </a:xfrm>
          <a:prstGeom prst="line">
            <a:avLst/>
          </a:prstGeom>
          <a:ln w="12700" cap="rnd">
            <a:solidFill>
              <a:schemeClr val="accent1"/>
            </a:solidFill>
            <a:prstDash val="sysDot"/>
          </a:ln>
        </p:spPr>
        <p:style>
          <a:lnRef idx="1">
            <a:schemeClr val="accent1"/>
          </a:lnRef>
          <a:fillRef idx="0">
            <a:schemeClr val="accent1"/>
          </a:fillRef>
          <a:effectRef idx="0">
            <a:schemeClr val="accent1"/>
          </a:effectRef>
          <a:fontRef idx="minor">
            <a:schemeClr val="tx1"/>
          </a:fontRef>
        </p:style>
      </p:cxnSp>
      <p:sp>
        <p:nvSpPr>
          <p:cNvPr id="8" name="Bildplatzhalter 7"/>
          <p:cNvSpPr>
            <a:spLocks noGrp="1"/>
          </p:cNvSpPr>
          <p:nvPr>
            <p:ph type="pic" sz="quarter" idx="11" hasCustomPrompt="1"/>
          </p:nvPr>
        </p:nvSpPr>
        <p:spPr>
          <a:xfrm>
            <a:off x="4572000" y="0"/>
            <a:ext cx="4572000" cy="2924175"/>
          </a:xfrm>
        </p:spPr>
        <p:txBody>
          <a:bodyPr tIns="864000"/>
          <a:lstStyle>
            <a:lvl1pPr marL="0" indent="0" algn="ctr">
              <a:buNone/>
              <a:defRPr/>
            </a:lvl1pPr>
          </a:lstStyle>
          <a:p>
            <a:r>
              <a:rPr lang="en-US" dirty="0" smtClean="0"/>
              <a:t>Click </a:t>
            </a:r>
            <a:r>
              <a:rPr lang="en-US" dirty="0" err="1" smtClean="0"/>
              <a:t>to</a:t>
            </a:r>
            <a:r>
              <a:rPr lang="en-US" dirty="0" smtClean="0"/>
              <a:t> </a:t>
            </a:r>
            <a:r>
              <a:rPr lang="en-US" dirty="0" err="1" smtClean="0"/>
              <a:t>add</a:t>
            </a:r>
            <a:r>
              <a:rPr lang="en-US" dirty="0" smtClean="0"/>
              <a:t> </a:t>
            </a:r>
            <a:r>
              <a:rPr lang="en-US" dirty="0" err="1" smtClean="0"/>
              <a:t>picture</a:t>
            </a:r>
            <a:r>
              <a:rPr lang="en-US" dirty="0" smtClean="0"/>
              <a:t>…</a:t>
            </a:r>
            <a:endParaRPr lang="en-US" dirty="0"/>
          </a:p>
        </p:txBody>
      </p:sp>
    </p:spTree>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MT: Text Only">
    <p:spTree>
      <p:nvGrpSpPr>
        <p:cNvPr id="1" name=""/>
        <p:cNvGrpSpPr/>
        <p:nvPr/>
      </p:nvGrpSpPr>
      <p:grpSpPr>
        <a:xfrm>
          <a:off x="0" y="0"/>
          <a:ext cx="0" cy="0"/>
          <a:chOff x="0" y="0"/>
          <a:chExt cx="0" cy="0"/>
        </a:xfrm>
      </p:grpSpPr>
      <p:sp>
        <p:nvSpPr>
          <p:cNvPr id="2" name="Headline"/>
          <p:cNvSpPr>
            <a:spLocks noGrp="1"/>
          </p:cNvSpPr>
          <p:nvPr>
            <p:ph type="title" hasCustomPrompt="1"/>
          </p:nvPr>
        </p:nvSpPr>
        <p:spPr/>
        <p:txBody>
          <a:bodyPr/>
          <a:lstStyle>
            <a:lvl1pPr>
              <a:defRPr/>
            </a:lvl1pPr>
          </a:lstStyle>
          <a:p>
            <a:r>
              <a:rPr lang="en-US" dirty="0" smtClean="0"/>
              <a:t>Click to add topic</a:t>
            </a:r>
            <a:endParaRPr lang="en-US" dirty="0"/>
          </a:p>
        </p:txBody>
      </p:sp>
      <p:sp>
        <p:nvSpPr>
          <p:cNvPr id="3" name="Body1"/>
          <p:cNvSpPr>
            <a:spLocks noGrp="1"/>
          </p:cNvSpPr>
          <p:nvPr>
            <p:ph idx="1"/>
          </p:nvPr>
        </p:nvSpPr>
        <p:spPr>
          <a:xfrm>
            <a:off x="395288" y="1016000"/>
            <a:ext cx="8353425" cy="5365750"/>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Foliennummernplatzhalter 3"/>
          <p:cNvSpPr>
            <a:spLocks noGrp="1"/>
          </p:cNvSpPr>
          <p:nvPr>
            <p:ph type="sldNum" sz="quarter" idx="100"/>
          </p:nvPr>
        </p:nvSpPr>
        <p:spPr/>
        <p:txBody>
          <a:bodyPr/>
          <a:lstStyle/>
          <a:p>
            <a:fld id="{2B2B68EE-DD1E-4368-AFCE-24A50EC7BF18}" type="slidenum">
              <a:rPr lang="en-US" smtClean="0"/>
              <a:pPr/>
              <a:t>‹#›</a:t>
            </a:fld>
            <a:endParaRPr lang="en-US" dirty="0"/>
          </a:p>
        </p:txBody>
      </p:sp>
      <p:sp>
        <p:nvSpPr>
          <p:cNvPr id="5" name="Footer Placeholder 4"/>
          <p:cNvSpPr>
            <a:spLocks noGrp="1"/>
          </p:cNvSpPr>
          <p:nvPr>
            <p:ph type="ftr" sz="quarter" idx="101"/>
          </p:nvPr>
        </p:nvSpPr>
        <p:spPr/>
        <p:txBody>
          <a:bodyPr/>
          <a:lstStyle/>
          <a:p>
            <a:r>
              <a:rPr lang="en-US" smtClean="0"/>
              <a:t>For internal use - Confidential</a:t>
            </a:r>
            <a:endParaRPr lang="en-US" dirty="0"/>
          </a:p>
        </p:txBody>
      </p:sp>
    </p:spTree>
    <p:extLst>
      <p:ext uri="{BB962C8B-B14F-4D97-AF65-F5344CB8AC3E}">
        <p14:creationId xmlns:p14="http://schemas.microsoft.com/office/powerpoint/2010/main" val="1600141920"/>
      </p:ext>
    </p:extLst>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MT: Standard Slide">
    <p:spTree>
      <p:nvGrpSpPr>
        <p:cNvPr id="1" name=""/>
        <p:cNvGrpSpPr/>
        <p:nvPr/>
      </p:nvGrpSpPr>
      <p:grpSpPr>
        <a:xfrm>
          <a:off x="0" y="0"/>
          <a:ext cx="0" cy="0"/>
          <a:chOff x="0" y="0"/>
          <a:chExt cx="0" cy="0"/>
        </a:xfrm>
      </p:grpSpPr>
      <p:sp>
        <p:nvSpPr>
          <p:cNvPr id="2" name="Headline"/>
          <p:cNvSpPr>
            <a:spLocks noGrp="1"/>
          </p:cNvSpPr>
          <p:nvPr>
            <p:ph type="title" hasCustomPrompt="1"/>
          </p:nvPr>
        </p:nvSpPr>
        <p:spPr>
          <a:xfrm>
            <a:off x="395536" y="188640"/>
            <a:ext cx="6912464" cy="573361"/>
          </a:xfrm>
        </p:spPr>
        <p:txBody>
          <a:bodyPr/>
          <a:lstStyle>
            <a:lvl1pPr>
              <a:defRPr/>
            </a:lvl1pPr>
          </a:lstStyle>
          <a:p>
            <a:r>
              <a:rPr lang="en-US" dirty="0" smtClean="0"/>
              <a:t>Click to add topic</a:t>
            </a:r>
            <a:endParaRPr lang="en-US" dirty="0"/>
          </a:p>
        </p:txBody>
      </p:sp>
      <p:sp>
        <p:nvSpPr>
          <p:cNvPr id="9" name="Subline"/>
          <p:cNvSpPr>
            <a:spLocks noGrp="1"/>
          </p:cNvSpPr>
          <p:nvPr>
            <p:ph type="title" idx="99" hasCustomPrompt="1"/>
          </p:nvPr>
        </p:nvSpPr>
        <p:spPr>
          <a:xfrm>
            <a:off x="395288" y="1016000"/>
            <a:ext cx="8353176" cy="324768"/>
          </a:xfrm>
        </p:spPr>
        <p:txBody>
          <a:bodyPr tIns="0" anchor="t" anchorCtr="0"/>
          <a:lstStyle>
            <a:lvl1pPr marL="0" indent="0">
              <a:lnSpc>
                <a:spcPct val="100000"/>
              </a:lnSpc>
              <a:spcAft>
                <a:spcPts val="0"/>
              </a:spcAft>
              <a:buNone/>
              <a:defRPr sz="1800" b="1">
                <a:solidFill>
                  <a:schemeClr val="accent1"/>
                </a:solidFill>
              </a:defRPr>
            </a:lvl1pPr>
          </a:lstStyle>
          <a:p>
            <a:pPr lvl="0"/>
            <a:r>
              <a:rPr lang="en-US" dirty="0" smtClean="0"/>
              <a:t>Click to add slide summary/conclusion</a:t>
            </a:r>
          </a:p>
        </p:txBody>
      </p:sp>
      <p:sp>
        <p:nvSpPr>
          <p:cNvPr id="3" name="Body1"/>
          <p:cNvSpPr>
            <a:spLocks noGrp="1"/>
          </p:cNvSpPr>
          <p:nvPr>
            <p:ph idx="1"/>
          </p:nvPr>
        </p:nvSpPr>
        <p:spPr>
          <a:xfrm>
            <a:off x="395288" y="1485900"/>
            <a:ext cx="8353426" cy="4895850"/>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235" name="Foliennummernplatzhalter 3"/>
          <p:cNvSpPr>
            <a:spLocks noGrp="1"/>
          </p:cNvSpPr>
          <p:nvPr>
            <p:ph type="sldNum" sz="quarter" idx="100"/>
          </p:nvPr>
        </p:nvSpPr>
        <p:spPr>
          <a:xfrm>
            <a:off x="8748000" y="327719"/>
            <a:ext cx="396000" cy="432000"/>
          </a:xfrm>
        </p:spPr>
        <p:txBody>
          <a:bodyPr/>
          <a:lstStyle/>
          <a:p>
            <a:fld id="{2B2B68EE-DD1E-4368-AFCE-24A50EC7BF18}" type="slidenum">
              <a:rPr lang="en-US" smtClean="0"/>
              <a:pPr/>
              <a:t>‹#›</a:t>
            </a:fld>
            <a:endParaRPr lang="en-US" dirty="0"/>
          </a:p>
        </p:txBody>
      </p:sp>
      <p:sp>
        <p:nvSpPr>
          <p:cNvPr id="5" name="Footer Placeholder 4"/>
          <p:cNvSpPr>
            <a:spLocks noGrp="1"/>
          </p:cNvSpPr>
          <p:nvPr>
            <p:ph type="ftr" sz="quarter" idx="101"/>
          </p:nvPr>
        </p:nvSpPr>
        <p:spPr>
          <a:xfrm>
            <a:off x="395536" y="6645600"/>
            <a:ext cx="8352927" cy="151200"/>
          </a:xfrm>
        </p:spPr>
        <p:txBody>
          <a:bodyPr/>
          <a:lstStyle/>
          <a:p>
            <a:r>
              <a:rPr lang="en-US" dirty="0" smtClean="0"/>
              <a:t>For internal use - Confidential</a:t>
            </a:r>
            <a:endParaRPr lang="en-US" dirty="0"/>
          </a:p>
        </p:txBody>
      </p:sp>
    </p:spTree>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MT: Full Page Chart Or Table">
    <p:spTree>
      <p:nvGrpSpPr>
        <p:cNvPr id="1" name=""/>
        <p:cNvGrpSpPr/>
        <p:nvPr/>
      </p:nvGrpSpPr>
      <p:grpSpPr>
        <a:xfrm>
          <a:off x="0" y="0"/>
          <a:ext cx="0" cy="0"/>
          <a:chOff x="0" y="0"/>
          <a:chExt cx="0" cy="0"/>
        </a:xfrm>
      </p:grpSpPr>
      <p:sp>
        <p:nvSpPr>
          <p:cNvPr id="2" name="Headline"/>
          <p:cNvSpPr>
            <a:spLocks noGrp="1"/>
          </p:cNvSpPr>
          <p:nvPr>
            <p:ph type="title" hasCustomPrompt="1"/>
          </p:nvPr>
        </p:nvSpPr>
        <p:spPr/>
        <p:txBody>
          <a:bodyPr/>
          <a:lstStyle>
            <a:lvl1pPr>
              <a:defRPr/>
            </a:lvl1pPr>
          </a:lstStyle>
          <a:p>
            <a:r>
              <a:rPr lang="en-US" dirty="0" smtClean="0"/>
              <a:t>Click to add topic</a:t>
            </a:r>
            <a:endParaRPr lang="en-US" dirty="0"/>
          </a:p>
        </p:txBody>
      </p:sp>
      <p:sp>
        <p:nvSpPr>
          <p:cNvPr id="9" name="Subline"/>
          <p:cNvSpPr>
            <a:spLocks noGrp="1"/>
          </p:cNvSpPr>
          <p:nvPr>
            <p:ph type="title" idx="99" hasCustomPrompt="1"/>
          </p:nvPr>
        </p:nvSpPr>
        <p:spPr>
          <a:xfrm>
            <a:off x="395536" y="1015999"/>
            <a:ext cx="8352928" cy="324769"/>
          </a:xfrm>
        </p:spPr>
        <p:txBody>
          <a:bodyPr tIns="0" anchor="t" anchorCtr="0"/>
          <a:lstStyle>
            <a:lvl1pPr marL="0" indent="0">
              <a:lnSpc>
                <a:spcPct val="100000"/>
              </a:lnSpc>
              <a:spcAft>
                <a:spcPts val="0"/>
              </a:spcAft>
              <a:buNone/>
              <a:defRPr sz="1800" b="1">
                <a:solidFill>
                  <a:schemeClr val="accent1"/>
                </a:solidFill>
              </a:defRPr>
            </a:lvl1pPr>
          </a:lstStyle>
          <a:p>
            <a:pPr lvl="0"/>
            <a:r>
              <a:rPr lang="en-US" dirty="0" smtClean="0"/>
              <a:t>Click to add slide summary/conclusion</a:t>
            </a:r>
          </a:p>
        </p:txBody>
      </p:sp>
      <p:sp>
        <p:nvSpPr>
          <p:cNvPr id="3" name="Body1"/>
          <p:cNvSpPr>
            <a:spLocks noGrp="1"/>
          </p:cNvSpPr>
          <p:nvPr>
            <p:ph idx="1" hasCustomPrompt="1"/>
          </p:nvPr>
        </p:nvSpPr>
        <p:spPr>
          <a:xfrm>
            <a:off x="395288" y="1485900"/>
            <a:ext cx="8353425" cy="4463380"/>
          </a:xfrm>
          <a:noFill/>
        </p:spPr>
        <p:txBody>
          <a:bodyPr/>
          <a:lstStyle>
            <a:lvl1pPr marL="0" indent="0">
              <a:buNone/>
              <a:defRPr baseline="0"/>
            </a:lvl1pPr>
          </a:lstStyle>
          <a:p>
            <a:pPr lvl="0"/>
            <a:r>
              <a:rPr lang="en-US" dirty="0" smtClean="0"/>
              <a:t>Click icon to insert chart or table</a:t>
            </a:r>
            <a:endParaRPr lang="en-US" dirty="0"/>
          </a:p>
        </p:txBody>
      </p:sp>
      <p:sp>
        <p:nvSpPr>
          <p:cNvPr id="4" name="Foliennummernplatzhalter 3"/>
          <p:cNvSpPr>
            <a:spLocks noGrp="1"/>
          </p:cNvSpPr>
          <p:nvPr>
            <p:ph type="sldNum" sz="quarter" idx="100"/>
          </p:nvPr>
        </p:nvSpPr>
        <p:spPr/>
        <p:txBody>
          <a:bodyPr/>
          <a:lstStyle/>
          <a:p>
            <a:fld id="{2B2B68EE-DD1E-4368-AFCE-24A50EC7BF18}" type="slidenum">
              <a:rPr lang="en-US" smtClean="0"/>
              <a:pPr/>
              <a:t>‹#›</a:t>
            </a:fld>
            <a:endParaRPr lang="en-US" dirty="0"/>
          </a:p>
        </p:txBody>
      </p:sp>
      <p:sp>
        <p:nvSpPr>
          <p:cNvPr id="6" name="Text Placeholder 5"/>
          <p:cNvSpPr>
            <a:spLocks noGrp="1"/>
          </p:cNvSpPr>
          <p:nvPr>
            <p:ph type="body" sz="quarter" idx="101" hasCustomPrompt="1"/>
          </p:nvPr>
        </p:nvSpPr>
        <p:spPr>
          <a:xfrm>
            <a:off x="395288" y="6093296"/>
            <a:ext cx="8353425" cy="288032"/>
          </a:xfrm>
        </p:spPr>
        <p:txBody>
          <a:bodyPr/>
          <a:lstStyle>
            <a:lvl1pPr marL="0" indent="0">
              <a:buNone/>
              <a:defRPr baseline="0"/>
            </a:lvl1pPr>
          </a:lstStyle>
          <a:p>
            <a:pPr lvl="0"/>
            <a:r>
              <a:rPr lang="en-US" dirty="0" smtClean="0"/>
              <a:t>Add chart/table description</a:t>
            </a:r>
            <a:endParaRPr lang="en-US" dirty="0"/>
          </a:p>
        </p:txBody>
      </p:sp>
      <p:sp>
        <p:nvSpPr>
          <p:cNvPr id="5" name="Footer Placeholder 4"/>
          <p:cNvSpPr>
            <a:spLocks noGrp="1"/>
          </p:cNvSpPr>
          <p:nvPr>
            <p:ph type="ftr" sz="quarter" idx="102"/>
          </p:nvPr>
        </p:nvSpPr>
        <p:spPr/>
        <p:txBody>
          <a:bodyPr/>
          <a:lstStyle/>
          <a:p>
            <a:r>
              <a:rPr lang="en-US" smtClean="0"/>
              <a:t>For internal use - Confidential</a:t>
            </a:r>
            <a:endParaRPr lang="en-US" dirty="0"/>
          </a:p>
        </p:txBody>
      </p:sp>
    </p:spTree>
    <p:extLst>
      <p:ext uri="{BB962C8B-B14F-4D97-AF65-F5344CB8AC3E}">
        <p14:creationId xmlns:p14="http://schemas.microsoft.com/office/powerpoint/2010/main" val="3962357460"/>
      </p:ext>
    </p:extLst>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MT: Tagline Only">
    <p:spTree>
      <p:nvGrpSpPr>
        <p:cNvPr id="1" name=""/>
        <p:cNvGrpSpPr/>
        <p:nvPr/>
      </p:nvGrpSpPr>
      <p:grpSpPr>
        <a:xfrm>
          <a:off x="0" y="0"/>
          <a:ext cx="0" cy="0"/>
          <a:chOff x="0" y="0"/>
          <a:chExt cx="0" cy="0"/>
        </a:xfrm>
      </p:grpSpPr>
      <p:sp>
        <p:nvSpPr>
          <p:cNvPr id="2" name="Headline"/>
          <p:cNvSpPr>
            <a:spLocks noGrp="1"/>
          </p:cNvSpPr>
          <p:nvPr>
            <p:ph type="title" hasCustomPrompt="1"/>
          </p:nvPr>
        </p:nvSpPr>
        <p:spPr/>
        <p:txBody>
          <a:bodyPr/>
          <a:lstStyle>
            <a:lvl1pPr>
              <a:defRPr baseline="0"/>
            </a:lvl1pPr>
          </a:lstStyle>
          <a:p>
            <a:r>
              <a:rPr lang="en-US" dirty="0" smtClean="0"/>
              <a:t>Click to add topic</a:t>
            </a:r>
            <a:endParaRPr lang="en-US" dirty="0"/>
          </a:p>
        </p:txBody>
      </p:sp>
      <p:sp>
        <p:nvSpPr>
          <p:cNvPr id="6" name="Subline"/>
          <p:cNvSpPr>
            <a:spLocks noGrp="1"/>
          </p:cNvSpPr>
          <p:nvPr>
            <p:ph type="title" idx="99" hasCustomPrompt="1"/>
          </p:nvPr>
        </p:nvSpPr>
        <p:spPr>
          <a:xfrm>
            <a:off x="395288" y="1015999"/>
            <a:ext cx="8353176" cy="324769"/>
          </a:xfrm>
        </p:spPr>
        <p:txBody>
          <a:bodyPr anchor="t" anchorCtr="0"/>
          <a:lstStyle>
            <a:lvl1pPr marL="0" indent="0">
              <a:lnSpc>
                <a:spcPct val="100000"/>
              </a:lnSpc>
              <a:spcAft>
                <a:spcPts val="0"/>
              </a:spcAft>
              <a:buNone/>
              <a:defRPr sz="1800" b="1">
                <a:solidFill>
                  <a:schemeClr val="accent1"/>
                </a:solidFill>
              </a:defRPr>
            </a:lvl1pPr>
          </a:lstStyle>
          <a:p>
            <a:pPr lvl="0"/>
            <a:r>
              <a:rPr lang="en-US" dirty="0" smtClean="0"/>
              <a:t>Click to add slide summary/conclusion</a:t>
            </a:r>
          </a:p>
        </p:txBody>
      </p:sp>
      <p:sp>
        <p:nvSpPr>
          <p:cNvPr id="3" name="Foliennummernplatzhalter 2"/>
          <p:cNvSpPr>
            <a:spLocks noGrp="1"/>
          </p:cNvSpPr>
          <p:nvPr>
            <p:ph type="sldNum" sz="quarter" idx="100"/>
          </p:nvPr>
        </p:nvSpPr>
        <p:spPr/>
        <p:txBody>
          <a:bodyPr/>
          <a:lstStyle/>
          <a:p>
            <a:fld id="{2B2B68EE-DD1E-4368-AFCE-24A50EC7BF18}" type="slidenum">
              <a:rPr lang="en-US" smtClean="0"/>
              <a:pPr/>
              <a:t>‹#›</a:t>
            </a:fld>
            <a:endParaRPr lang="en-US" dirty="0"/>
          </a:p>
        </p:txBody>
      </p:sp>
      <p:sp>
        <p:nvSpPr>
          <p:cNvPr id="4" name="Footer Placeholder 3"/>
          <p:cNvSpPr>
            <a:spLocks noGrp="1"/>
          </p:cNvSpPr>
          <p:nvPr>
            <p:ph type="ftr" sz="quarter" idx="101"/>
          </p:nvPr>
        </p:nvSpPr>
        <p:spPr/>
        <p:txBody>
          <a:bodyPr/>
          <a:lstStyle/>
          <a:p>
            <a:r>
              <a:rPr lang="en-US" smtClean="0"/>
              <a:t>For internal use - Confidential</a:t>
            </a:r>
            <a:endParaRPr lang="en-US" dirty="0"/>
          </a:p>
        </p:txBody>
      </p:sp>
    </p:spTree>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MT: Empty Slide">
    <p:spTree>
      <p:nvGrpSpPr>
        <p:cNvPr id="1" name=""/>
        <p:cNvGrpSpPr/>
        <p:nvPr/>
      </p:nvGrpSpPr>
      <p:grpSpPr>
        <a:xfrm>
          <a:off x="0" y="0"/>
          <a:ext cx="0" cy="0"/>
          <a:chOff x="0" y="0"/>
          <a:chExt cx="0" cy="0"/>
        </a:xfrm>
      </p:grpSpPr>
      <p:sp>
        <p:nvSpPr>
          <p:cNvPr id="2" name="Headline"/>
          <p:cNvSpPr>
            <a:spLocks noGrp="1"/>
          </p:cNvSpPr>
          <p:nvPr>
            <p:ph type="title" hasCustomPrompt="1"/>
          </p:nvPr>
        </p:nvSpPr>
        <p:spPr/>
        <p:txBody>
          <a:bodyPr/>
          <a:lstStyle>
            <a:lvl1pPr>
              <a:defRPr baseline="0"/>
            </a:lvl1pPr>
          </a:lstStyle>
          <a:p>
            <a:r>
              <a:rPr lang="en-US" dirty="0" smtClean="0"/>
              <a:t>Click to add topic</a:t>
            </a:r>
            <a:endParaRPr lang="en-US" dirty="0"/>
          </a:p>
        </p:txBody>
      </p:sp>
      <p:sp>
        <p:nvSpPr>
          <p:cNvPr id="3" name="Foliennummernplatzhalter 2"/>
          <p:cNvSpPr>
            <a:spLocks noGrp="1"/>
          </p:cNvSpPr>
          <p:nvPr>
            <p:ph type="sldNum" sz="quarter" idx="100"/>
          </p:nvPr>
        </p:nvSpPr>
        <p:spPr/>
        <p:txBody>
          <a:bodyPr/>
          <a:lstStyle/>
          <a:p>
            <a:fld id="{2B2B68EE-DD1E-4368-AFCE-24A50EC7BF18}" type="slidenum">
              <a:rPr lang="en-US" smtClean="0"/>
              <a:pPr/>
              <a:t>‹#›</a:t>
            </a:fld>
            <a:endParaRPr lang="en-US" dirty="0"/>
          </a:p>
        </p:txBody>
      </p:sp>
      <p:sp>
        <p:nvSpPr>
          <p:cNvPr id="4" name="Footer Placeholder 3"/>
          <p:cNvSpPr>
            <a:spLocks noGrp="1"/>
          </p:cNvSpPr>
          <p:nvPr>
            <p:ph type="ftr" sz="quarter" idx="101"/>
          </p:nvPr>
        </p:nvSpPr>
        <p:spPr/>
        <p:txBody>
          <a:bodyPr/>
          <a:lstStyle/>
          <a:p>
            <a:r>
              <a:rPr lang="en-US" smtClean="0"/>
              <a:t>For internal use - Confidential</a:t>
            </a:r>
            <a:endParaRPr lang="en-US" dirty="0"/>
          </a:p>
        </p:txBody>
      </p:sp>
    </p:spTree>
    <p:extLst>
      <p:ext uri="{BB962C8B-B14F-4D97-AF65-F5344CB8AC3E}">
        <p14:creationId xmlns:p14="http://schemas.microsoft.com/office/powerpoint/2010/main" val="3532708283"/>
      </p:ext>
    </p:extLst>
  </p:cSld>
  <p:clrMapOvr>
    <a:masterClrMapping/>
  </p:clrMapOvr>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MT: Horizontal Large Table Or Image">
    <p:spTree>
      <p:nvGrpSpPr>
        <p:cNvPr id="1" name=""/>
        <p:cNvGrpSpPr/>
        <p:nvPr/>
      </p:nvGrpSpPr>
      <p:grpSpPr>
        <a:xfrm>
          <a:off x="0" y="0"/>
          <a:ext cx="0" cy="0"/>
          <a:chOff x="0" y="0"/>
          <a:chExt cx="0" cy="0"/>
        </a:xfrm>
      </p:grpSpPr>
      <p:sp>
        <p:nvSpPr>
          <p:cNvPr id="2" name="Headline"/>
          <p:cNvSpPr>
            <a:spLocks noGrp="1"/>
          </p:cNvSpPr>
          <p:nvPr>
            <p:ph type="title" hasCustomPrompt="1"/>
          </p:nvPr>
        </p:nvSpPr>
        <p:spPr>
          <a:xfrm>
            <a:off x="395536" y="188641"/>
            <a:ext cx="6914902" cy="573984"/>
          </a:xfrm>
        </p:spPr>
        <p:txBody>
          <a:bodyPr/>
          <a:lstStyle>
            <a:lvl1pPr>
              <a:defRPr/>
            </a:lvl1pPr>
          </a:lstStyle>
          <a:p>
            <a:r>
              <a:rPr lang="en-US" dirty="0" smtClean="0"/>
              <a:t>Click to add topic</a:t>
            </a:r>
            <a:endParaRPr lang="en-US" dirty="0"/>
          </a:p>
        </p:txBody>
      </p:sp>
      <p:sp>
        <p:nvSpPr>
          <p:cNvPr id="9" name="Subline"/>
          <p:cNvSpPr>
            <a:spLocks noGrp="1"/>
          </p:cNvSpPr>
          <p:nvPr>
            <p:ph type="title" idx="99" hasCustomPrompt="1"/>
          </p:nvPr>
        </p:nvSpPr>
        <p:spPr>
          <a:xfrm>
            <a:off x="395287" y="1015999"/>
            <a:ext cx="8353425" cy="324769"/>
          </a:xfrm>
        </p:spPr>
        <p:txBody>
          <a:bodyPr anchor="t" anchorCtr="0"/>
          <a:lstStyle>
            <a:lvl1pPr marL="0" indent="0">
              <a:lnSpc>
                <a:spcPct val="100000"/>
              </a:lnSpc>
              <a:spcAft>
                <a:spcPts val="0"/>
              </a:spcAft>
              <a:buNone/>
              <a:defRPr sz="1800" b="1">
                <a:solidFill>
                  <a:schemeClr val="accent1"/>
                </a:solidFill>
              </a:defRPr>
            </a:lvl1pPr>
          </a:lstStyle>
          <a:p>
            <a:pPr lvl="0"/>
            <a:r>
              <a:rPr lang="en-US" dirty="0" smtClean="0"/>
              <a:t>Click to add slide summary/conclusion</a:t>
            </a:r>
          </a:p>
        </p:txBody>
      </p:sp>
      <p:sp>
        <p:nvSpPr>
          <p:cNvPr id="3" name="Body1"/>
          <p:cNvSpPr>
            <a:spLocks noGrp="1"/>
          </p:cNvSpPr>
          <p:nvPr>
            <p:ph idx="1"/>
          </p:nvPr>
        </p:nvSpPr>
        <p:spPr>
          <a:xfrm>
            <a:off x="395288" y="1484783"/>
            <a:ext cx="8353425" cy="2304257"/>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Foliennummernplatzhalter 3"/>
          <p:cNvSpPr>
            <a:spLocks noGrp="1"/>
          </p:cNvSpPr>
          <p:nvPr>
            <p:ph type="sldNum" sz="quarter" idx="100"/>
          </p:nvPr>
        </p:nvSpPr>
        <p:spPr/>
        <p:txBody>
          <a:bodyPr/>
          <a:lstStyle/>
          <a:p>
            <a:fld id="{2B2B68EE-DD1E-4368-AFCE-24A50EC7BF18}" type="slidenum">
              <a:rPr lang="en-US" smtClean="0"/>
              <a:pPr/>
              <a:t>‹#›</a:t>
            </a:fld>
            <a:endParaRPr lang="en-US" dirty="0"/>
          </a:p>
        </p:txBody>
      </p:sp>
      <p:sp>
        <p:nvSpPr>
          <p:cNvPr id="6" name="Content Placeholder 5"/>
          <p:cNvSpPr>
            <a:spLocks noGrp="1"/>
          </p:cNvSpPr>
          <p:nvPr>
            <p:ph sz="quarter" idx="103" hasCustomPrompt="1"/>
          </p:nvPr>
        </p:nvSpPr>
        <p:spPr>
          <a:xfrm>
            <a:off x="395288" y="3932238"/>
            <a:ext cx="8353425" cy="2449512"/>
          </a:xfrm>
        </p:spPr>
        <p:txBody>
          <a:bodyPr/>
          <a:lstStyle>
            <a:lvl1pPr marL="0" indent="0">
              <a:buNone/>
              <a:defRPr baseline="0"/>
            </a:lvl1pPr>
          </a:lstStyle>
          <a:p>
            <a:pPr lvl="0"/>
            <a:r>
              <a:rPr lang="en-US" dirty="0" smtClean="0"/>
              <a:t>Select icon below to add table or image</a:t>
            </a:r>
            <a:endParaRPr lang="en-US" dirty="0"/>
          </a:p>
        </p:txBody>
      </p:sp>
      <p:sp>
        <p:nvSpPr>
          <p:cNvPr id="5" name="Footer Placeholder 4"/>
          <p:cNvSpPr>
            <a:spLocks noGrp="1"/>
          </p:cNvSpPr>
          <p:nvPr>
            <p:ph type="ftr" sz="quarter" idx="104"/>
          </p:nvPr>
        </p:nvSpPr>
        <p:spPr/>
        <p:txBody>
          <a:bodyPr/>
          <a:lstStyle/>
          <a:p>
            <a:r>
              <a:rPr lang="en-US" smtClean="0"/>
              <a:t>For internal use - Confidential</a:t>
            </a:r>
            <a:endParaRPr lang="en-US" dirty="0"/>
          </a:p>
        </p:txBody>
      </p:sp>
    </p:spTree>
    <p:extLst>
      <p:ext uri="{BB962C8B-B14F-4D97-AF65-F5344CB8AC3E}">
        <p14:creationId xmlns:p14="http://schemas.microsoft.com/office/powerpoint/2010/main" val="244097528"/>
      </p:ext>
    </p:extLst>
  </p:cSld>
  <p:clrMapOvr>
    <a:masterClrMapping/>
  </p:clrMapOvr>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MT: Two Columns">
    <p:spTree>
      <p:nvGrpSpPr>
        <p:cNvPr id="1" name=""/>
        <p:cNvGrpSpPr/>
        <p:nvPr/>
      </p:nvGrpSpPr>
      <p:grpSpPr>
        <a:xfrm>
          <a:off x="0" y="0"/>
          <a:ext cx="0" cy="0"/>
          <a:chOff x="0" y="0"/>
          <a:chExt cx="0" cy="0"/>
        </a:xfrm>
      </p:grpSpPr>
      <p:sp>
        <p:nvSpPr>
          <p:cNvPr id="5" name="Titel"/>
          <p:cNvSpPr>
            <a:spLocks noGrp="1"/>
          </p:cNvSpPr>
          <p:nvPr>
            <p:ph type="title" hasCustomPrompt="1"/>
          </p:nvPr>
        </p:nvSpPr>
        <p:spPr/>
        <p:txBody>
          <a:bodyPr/>
          <a:lstStyle>
            <a:lvl1pPr>
              <a:defRPr/>
            </a:lvl1pPr>
          </a:lstStyle>
          <a:p>
            <a:r>
              <a:rPr lang="en-US" dirty="0" smtClean="0"/>
              <a:t>Click to add topic</a:t>
            </a:r>
            <a:endParaRPr lang="en-US" dirty="0"/>
          </a:p>
        </p:txBody>
      </p:sp>
      <p:sp>
        <p:nvSpPr>
          <p:cNvPr id="8" name="Subline"/>
          <p:cNvSpPr>
            <a:spLocks noGrp="1"/>
          </p:cNvSpPr>
          <p:nvPr>
            <p:ph type="title" idx="99" hasCustomPrompt="1"/>
          </p:nvPr>
        </p:nvSpPr>
        <p:spPr>
          <a:xfrm>
            <a:off x="395287" y="1015999"/>
            <a:ext cx="8353425" cy="324769"/>
          </a:xfrm>
        </p:spPr>
        <p:txBody>
          <a:bodyPr anchor="t" anchorCtr="0"/>
          <a:lstStyle>
            <a:lvl1pPr marL="0" indent="0">
              <a:lnSpc>
                <a:spcPct val="100000"/>
              </a:lnSpc>
              <a:spcAft>
                <a:spcPts val="0"/>
              </a:spcAft>
              <a:buNone/>
              <a:defRPr sz="1800" b="1">
                <a:solidFill>
                  <a:schemeClr val="accent1"/>
                </a:solidFill>
              </a:defRPr>
            </a:lvl1pPr>
          </a:lstStyle>
          <a:p>
            <a:pPr lvl="0"/>
            <a:r>
              <a:rPr lang="en-US" dirty="0" smtClean="0"/>
              <a:t>Click to add slide summary/conclusion</a:t>
            </a:r>
          </a:p>
        </p:txBody>
      </p:sp>
      <p:sp>
        <p:nvSpPr>
          <p:cNvPr id="7" name="Body1"/>
          <p:cNvSpPr>
            <a:spLocks noGrp="1"/>
          </p:cNvSpPr>
          <p:nvPr>
            <p:ph sz="quarter" idx="1"/>
          </p:nvPr>
        </p:nvSpPr>
        <p:spPr>
          <a:xfrm>
            <a:off x="395288" y="1485900"/>
            <a:ext cx="4032696" cy="4895850"/>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13" name="Body2"/>
          <p:cNvSpPr>
            <a:spLocks noGrp="1"/>
          </p:cNvSpPr>
          <p:nvPr>
            <p:ph sz="quarter" idx="2"/>
          </p:nvPr>
        </p:nvSpPr>
        <p:spPr>
          <a:xfrm>
            <a:off x="4716016" y="1485900"/>
            <a:ext cx="4032697" cy="4895850"/>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a:p>
        </p:txBody>
      </p:sp>
      <p:sp>
        <p:nvSpPr>
          <p:cNvPr id="2" name="Foliennummernplatzhalter 1"/>
          <p:cNvSpPr>
            <a:spLocks noGrp="1"/>
          </p:cNvSpPr>
          <p:nvPr>
            <p:ph type="sldNum" sz="quarter" idx="100"/>
          </p:nvPr>
        </p:nvSpPr>
        <p:spPr/>
        <p:txBody>
          <a:bodyPr/>
          <a:lstStyle/>
          <a:p>
            <a:fld id="{2B2B68EE-DD1E-4368-AFCE-24A50EC7BF18}" type="slidenum">
              <a:rPr lang="en-US" smtClean="0"/>
              <a:pPr/>
              <a:t>‹#›</a:t>
            </a:fld>
            <a:endParaRPr lang="en-US" dirty="0"/>
          </a:p>
        </p:txBody>
      </p:sp>
      <p:sp>
        <p:nvSpPr>
          <p:cNvPr id="3" name="Footer Placeholder 2"/>
          <p:cNvSpPr>
            <a:spLocks noGrp="1"/>
          </p:cNvSpPr>
          <p:nvPr>
            <p:ph type="ftr" sz="quarter" idx="101"/>
          </p:nvPr>
        </p:nvSpPr>
        <p:spPr/>
        <p:txBody>
          <a:bodyPr/>
          <a:lstStyle/>
          <a:p>
            <a:r>
              <a:rPr lang="en-US" smtClean="0"/>
              <a:t>For internal use - Confidential</a:t>
            </a:r>
            <a:endParaRPr lang="en-US" dirty="0"/>
          </a:p>
        </p:txBody>
      </p:sp>
    </p:spTree>
  </p:cSld>
  <p:clrMapOvr>
    <a:masterClrMapping/>
  </p:clrMapOvr>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MT: Text And Right Side Image">
    <p:spTree>
      <p:nvGrpSpPr>
        <p:cNvPr id="1" name=""/>
        <p:cNvGrpSpPr/>
        <p:nvPr/>
      </p:nvGrpSpPr>
      <p:grpSpPr>
        <a:xfrm>
          <a:off x="0" y="0"/>
          <a:ext cx="0" cy="0"/>
          <a:chOff x="0" y="0"/>
          <a:chExt cx="0" cy="0"/>
        </a:xfrm>
      </p:grpSpPr>
      <p:sp>
        <p:nvSpPr>
          <p:cNvPr id="5" name="Titel"/>
          <p:cNvSpPr>
            <a:spLocks noGrp="1"/>
          </p:cNvSpPr>
          <p:nvPr>
            <p:ph type="title" hasCustomPrompt="1"/>
          </p:nvPr>
        </p:nvSpPr>
        <p:spPr/>
        <p:txBody>
          <a:bodyPr/>
          <a:lstStyle>
            <a:lvl1pPr>
              <a:defRPr/>
            </a:lvl1pPr>
          </a:lstStyle>
          <a:p>
            <a:r>
              <a:rPr lang="en-US" dirty="0" smtClean="0"/>
              <a:t>Click to add topic</a:t>
            </a:r>
            <a:endParaRPr lang="en-US" dirty="0"/>
          </a:p>
        </p:txBody>
      </p:sp>
      <p:sp>
        <p:nvSpPr>
          <p:cNvPr id="8" name="Subline"/>
          <p:cNvSpPr>
            <a:spLocks noGrp="1"/>
          </p:cNvSpPr>
          <p:nvPr>
            <p:ph type="title" idx="99" hasCustomPrompt="1"/>
          </p:nvPr>
        </p:nvSpPr>
        <p:spPr>
          <a:xfrm>
            <a:off x="395288" y="1016000"/>
            <a:ext cx="8353176" cy="324768"/>
          </a:xfrm>
        </p:spPr>
        <p:txBody>
          <a:bodyPr anchor="t" anchorCtr="0"/>
          <a:lstStyle>
            <a:lvl1pPr marL="0" indent="0">
              <a:lnSpc>
                <a:spcPct val="100000"/>
              </a:lnSpc>
              <a:spcAft>
                <a:spcPts val="0"/>
              </a:spcAft>
              <a:buNone/>
              <a:defRPr sz="1800" b="1">
                <a:solidFill>
                  <a:schemeClr val="accent1"/>
                </a:solidFill>
              </a:defRPr>
            </a:lvl1pPr>
          </a:lstStyle>
          <a:p>
            <a:pPr lvl="0"/>
            <a:r>
              <a:rPr lang="en-US" dirty="0" smtClean="0"/>
              <a:t>Click to add slide summary/conclusion</a:t>
            </a:r>
          </a:p>
        </p:txBody>
      </p:sp>
      <p:sp>
        <p:nvSpPr>
          <p:cNvPr id="7" name="Body1"/>
          <p:cNvSpPr>
            <a:spLocks noGrp="1"/>
          </p:cNvSpPr>
          <p:nvPr>
            <p:ph sz="quarter" idx="1"/>
          </p:nvPr>
        </p:nvSpPr>
        <p:spPr>
          <a:xfrm>
            <a:off x="395536" y="1485900"/>
            <a:ext cx="4032448" cy="4895850"/>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2" name="Foliennummernplatzhalter 1"/>
          <p:cNvSpPr>
            <a:spLocks noGrp="1"/>
          </p:cNvSpPr>
          <p:nvPr>
            <p:ph type="sldNum" sz="quarter" idx="100"/>
          </p:nvPr>
        </p:nvSpPr>
        <p:spPr/>
        <p:txBody>
          <a:bodyPr/>
          <a:lstStyle/>
          <a:p>
            <a:fld id="{2B2B68EE-DD1E-4368-AFCE-24A50EC7BF18}" type="slidenum">
              <a:rPr lang="en-US" smtClean="0"/>
              <a:pPr/>
              <a:t>‹#›</a:t>
            </a:fld>
            <a:endParaRPr lang="en-US" dirty="0"/>
          </a:p>
        </p:txBody>
      </p:sp>
      <p:sp>
        <p:nvSpPr>
          <p:cNvPr id="6" name="Picture Placeholder 5"/>
          <p:cNvSpPr>
            <a:spLocks noGrp="1"/>
          </p:cNvSpPr>
          <p:nvPr>
            <p:ph type="pic" sz="quarter" idx="104" hasCustomPrompt="1"/>
          </p:nvPr>
        </p:nvSpPr>
        <p:spPr>
          <a:xfrm>
            <a:off x="4716015" y="1485900"/>
            <a:ext cx="4032698" cy="4895850"/>
          </a:xfrm>
          <a:noFill/>
        </p:spPr>
        <p:txBody>
          <a:bodyPr/>
          <a:lstStyle>
            <a:lvl1pPr marL="0" indent="0">
              <a:buNone/>
              <a:defRPr/>
            </a:lvl1pPr>
          </a:lstStyle>
          <a:p>
            <a:r>
              <a:rPr lang="en-US" dirty="0" smtClean="0"/>
              <a:t>Click icon to add image</a:t>
            </a:r>
            <a:endParaRPr lang="en-US" dirty="0"/>
          </a:p>
        </p:txBody>
      </p:sp>
      <p:sp>
        <p:nvSpPr>
          <p:cNvPr id="3" name="Footer Placeholder 2"/>
          <p:cNvSpPr>
            <a:spLocks noGrp="1"/>
          </p:cNvSpPr>
          <p:nvPr>
            <p:ph type="ftr" sz="quarter" idx="105"/>
          </p:nvPr>
        </p:nvSpPr>
        <p:spPr/>
        <p:txBody>
          <a:bodyPr/>
          <a:lstStyle/>
          <a:p>
            <a:r>
              <a:rPr lang="en-US" smtClean="0"/>
              <a:t>For internal use - Confidential</a:t>
            </a:r>
            <a:endParaRPr lang="en-US" dirty="0"/>
          </a:p>
        </p:txBody>
      </p:sp>
    </p:spTree>
    <p:extLst>
      <p:ext uri="{BB962C8B-B14F-4D97-AF65-F5344CB8AC3E}">
        <p14:creationId xmlns:p14="http://schemas.microsoft.com/office/powerpoint/2010/main" val="2640661273"/>
      </p:ext>
    </p:extLst>
  </p:cSld>
  <p:clrMapOvr>
    <a:masterClrMapping/>
  </p:clrMapOvr>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MT: Text And Two Images">
    <p:spTree>
      <p:nvGrpSpPr>
        <p:cNvPr id="1" name=""/>
        <p:cNvGrpSpPr/>
        <p:nvPr/>
      </p:nvGrpSpPr>
      <p:grpSpPr>
        <a:xfrm>
          <a:off x="0" y="0"/>
          <a:ext cx="0" cy="0"/>
          <a:chOff x="0" y="0"/>
          <a:chExt cx="0" cy="0"/>
        </a:xfrm>
      </p:grpSpPr>
      <p:sp>
        <p:nvSpPr>
          <p:cNvPr id="5" name="Titel"/>
          <p:cNvSpPr>
            <a:spLocks noGrp="1"/>
          </p:cNvSpPr>
          <p:nvPr>
            <p:ph type="title" hasCustomPrompt="1"/>
          </p:nvPr>
        </p:nvSpPr>
        <p:spPr/>
        <p:txBody>
          <a:bodyPr/>
          <a:lstStyle>
            <a:lvl1pPr>
              <a:defRPr/>
            </a:lvl1pPr>
          </a:lstStyle>
          <a:p>
            <a:r>
              <a:rPr lang="en-US" dirty="0" smtClean="0"/>
              <a:t>Click to add topic</a:t>
            </a:r>
            <a:endParaRPr lang="en-US" dirty="0"/>
          </a:p>
        </p:txBody>
      </p:sp>
      <p:sp>
        <p:nvSpPr>
          <p:cNvPr id="8" name="Subline"/>
          <p:cNvSpPr>
            <a:spLocks noGrp="1"/>
          </p:cNvSpPr>
          <p:nvPr>
            <p:ph type="title" idx="99" hasCustomPrompt="1"/>
          </p:nvPr>
        </p:nvSpPr>
        <p:spPr>
          <a:xfrm>
            <a:off x="395288" y="1015999"/>
            <a:ext cx="8353426" cy="324769"/>
          </a:xfrm>
        </p:spPr>
        <p:txBody>
          <a:bodyPr anchor="t" anchorCtr="0"/>
          <a:lstStyle>
            <a:lvl1pPr marL="0" indent="0">
              <a:lnSpc>
                <a:spcPct val="100000"/>
              </a:lnSpc>
              <a:spcAft>
                <a:spcPts val="0"/>
              </a:spcAft>
              <a:buNone/>
              <a:defRPr sz="1800" b="1">
                <a:solidFill>
                  <a:schemeClr val="accent1"/>
                </a:solidFill>
              </a:defRPr>
            </a:lvl1pPr>
          </a:lstStyle>
          <a:p>
            <a:pPr lvl="0"/>
            <a:r>
              <a:rPr lang="en-US" dirty="0" smtClean="0"/>
              <a:t>Click to add slide summary/conclusion</a:t>
            </a:r>
          </a:p>
        </p:txBody>
      </p:sp>
      <p:sp>
        <p:nvSpPr>
          <p:cNvPr id="7" name="Body1"/>
          <p:cNvSpPr>
            <a:spLocks noGrp="1"/>
          </p:cNvSpPr>
          <p:nvPr>
            <p:ph sz="quarter" idx="1"/>
          </p:nvPr>
        </p:nvSpPr>
        <p:spPr>
          <a:xfrm>
            <a:off x="395288" y="1485900"/>
            <a:ext cx="5472856" cy="4895850"/>
          </a:xfrm>
        </p:spPr>
        <p:txBody>
          <a:bodyPr/>
          <a:lstStyle>
            <a:lvl1pPr>
              <a:defRPr/>
            </a:lvl1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2" name="Foliennummernplatzhalter 1"/>
          <p:cNvSpPr>
            <a:spLocks noGrp="1"/>
          </p:cNvSpPr>
          <p:nvPr>
            <p:ph type="sldNum" sz="quarter" idx="100"/>
          </p:nvPr>
        </p:nvSpPr>
        <p:spPr/>
        <p:txBody>
          <a:bodyPr/>
          <a:lstStyle/>
          <a:p>
            <a:fld id="{2B2B68EE-DD1E-4368-AFCE-24A50EC7BF18}" type="slidenum">
              <a:rPr lang="en-US" smtClean="0"/>
              <a:pPr/>
              <a:t>‹#›</a:t>
            </a:fld>
            <a:endParaRPr lang="en-US" dirty="0"/>
          </a:p>
        </p:txBody>
      </p:sp>
      <p:sp>
        <p:nvSpPr>
          <p:cNvPr id="4" name="Picture Placeholder 3"/>
          <p:cNvSpPr>
            <a:spLocks noGrp="1"/>
          </p:cNvSpPr>
          <p:nvPr>
            <p:ph type="pic" sz="quarter" idx="101" hasCustomPrompt="1"/>
          </p:nvPr>
        </p:nvSpPr>
        <p:spPr>
          <a:xfrm>
            <a:off x="6156176" y="1485900"/>
            <a:ext cx="2592538" cy="2303140"/>
          </a:xfrm>
          <a:noFill/>
        </p:spPr>
        <p:txBody>
          <a:bodyPr/>
          <a:lstStyle>
            <a:lvl1pPr marL="0" indent="0">
              <a:buNone/>
              <a:defRPr/>
            </a:lvl1pPr>
          </a:lstStyle>
          <a:p>
            <a:r>
              <a:rPr lang="en-US" dirty="0" smtClean="0"/>
              <a:t>Click icon to add image</a:t>
            </a:r>
            <a:endParaRPr lang="en-US" dirty="0"/>
          </a:p>
        </p:txBody>
      </p:sp>
      <p:sp>
        <p:nvSpPr>
          <p:cNvPr id="224" name="Picture Placeholder 223"/>
          <p:cNvSpPr>
            <a:spLocks noGrp="1"/>
          </p:cNvSpPr>
          <p:nvPr>
            <p:ph type="pic" sz="quarter" idx="102" hasCustomPrompt="1"/>
          </p:nvPr>
        </p:nvSpPr>
        <p:spPr>
          <a:xfrm>
            <a:off x="6156176" y="4077072"/>
            <a:ext cx="2592537" cy="2304678"/>
          </a:xfrm>
          <a:noFill/>
        </p:spPr>
        <p:txBody>
          <a:bodyPr/>
          <a:lstStyle>
            <a:lvl1pPr marL="0" indent="0">
              <a:buNone/>
              <a:defRPr/>
            </a:lvl1pPr>
          </a:lstStyle>
          <a:p>
            <a:r>
              <a:rPr lang="en-US" dirty="0" smtClean="0"/>
              <a:t>Click icon to add image</a:t>
            </a:r>
            <a:endParaRPr lang="en-US" dirty="0"/>
          </a:p>
        </p:txBody>
      </p:sp>
      <p:sp>
        <p:nvSpPr>
          <p:cNvPr id="3" name="Footer Placeholder 2"/>
          <p:cNvSpPr>
            <a:spLocks noGrp="1"/>
          </p:cNvSpPr>
          <p:nvPr>
            <p:ph type="ftr" sz="quarter" idx="103"/>
          </p:nvPr>
        </p:nvSpPr>
        <p:spPr/>
        <p:txBody>
          <a:bodyPr/>
          <a:lstStyle/>
          <a:p>
            <a:r>
              <a:rPr lang="en-US" smtClean="0"/>
              <a:t>For internal use - Confidential</a:t>
            </a:r>
            <a:endParaRPr lang="en-US" dirty="0"/>
          </a:p>
        </p:txBody>
      </p:sp>
    </p:spTree>
    <p:extLst>
      <p:ext uri="{BB962C8B-B14F-4D97-AF65-F5344CB8AC3E}">
        <p14:creationId xmlns:p14="http://schemas.microsoft.com/office/powerpoint/2010/main" val="2568489470"/>
      </p:ext>
    </p:extLst>
  </p:cSld>
  <p:clrMapOvr>
    <a:masterClrMapping/>
  </p:clrMapOvr>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MT: Three Boxes">
    <p:spTree>
      <p:nvGrpSpPr>
        <p:cNvPr id="1" name=""/>
        <p:cNvGrpSpPr/>
        <p:nvPr/>
      </p:nvGrpSpPr>
      <p:grpSpPr>
        <a:xfrm>
          <a:off x="0" y="0"/>
          <a:ext cx="0" cy="0"/>
          <a:chOff x="0" y="0"/>
          <a:chExt cx="0" cy="0"/>
        </a:xfrm>
      </p:grpSpPr>
      <p:sp>
        <p:nvSpPr>
          <p:cNvPr id="5" name="Titel"/>
          <p:cNvSpPr>
            <a:spLocks noGrp="1"/>
          </p:cNvSpPr>
          <p:nvPr>
            <p:ph type="title" hasCustomPrompt="1"/>
          </p:nvPr>
        </p:nvSpPr>
        <p:spPr/>
        <p:txBody>
          <a:bodyPr/>
          <a:lstStyle>
            <a:lvl1pPr>
              <a:defRPr/>
            </a:lvl1pPr>
          </a:lstStyle>
          <a:p>
            <a:r>
              <a:rPr lang="en-US" dirty="0" smtClean="0"/>
              <a:t>Click to add topic</a:t>
            </a:r>
            <a:endParaRPr lang="en-US" dirty="0"/>
          </a:p>
        </p:txBody>
      </p:sp>
      <p:sp>
        <p:nvSpPr>
          <p:cNvPr id="8" name="Subline"/>
          <p:cNvSpPr>
            <a:spLocks noGrp="1"/>
          </p:cNvSpPr>
          <p:nvPr>
            <p:ph type="title" idx="99" hasCustomPrompt="1"/>
          </p:nvPr>
        </p:nvSpPr>
        <p:spPr>
          <a:xfrm>
            <a:off x="395288" y="1015999"/>
            <a:ext cx="8353425" cy="324769"/>
          </a:xfrm>
        </p:spPr>
        <p:txBody>
          <a:bodyPr anchor="t" anchorCtr="0"/>
          <a:lstStyle>
            <a:lvl1pPr marL="0" indent="0">
              <a:lnSpc>
                <a:spcPct val="100000"/>
              </a:lnSpc>
              <a:spcAft>
                <a:spcPts val="0"/>
              </a:spcAft>
              <a:buNone/>
              <a:defRPr sz="1800" b="1">
                <a:solidFill>
                  <a:schemeClr val="accent1"/>
                </a:solidFill>
              </a:defRPr>
            </a:lvl1pPr>
          </a:lstStyle>
          <a:p>
            <a:pPr lvl="0"/>
            <a:r>
              <a:rPr lang="en-US" dirty="0" smtClean="0"/>
              <a:t>Click to add slide summary/conclusion</a:t>
            </a:r>
          </a:p>
        </p:txBody>
      </p:sp>
      <p:sp>
        <p:nvSpPr>
          <p:cNvPr id="7" name="Body1"/>
          <p:cNvSpPr>
            <a:spLocks noGrp="1"/>
          </p:cNvSpPr>
          <p:nvPr>
            <p:ph sz="quarter" idx="1"/>
          </p:nvPr>
        </p:nvSpPr>
        <p:spPr>
          <a:xfrm>
            <a:off x="395288" y="1485900"/>
            <a:ext cx="4025050" cy="2303140"/>
          </a:xfrm>
        </p:spPr>
        <p:txBody>
          <a:bodyPr/>
          <a:lstStyle>
            <a:lvl1pPr>
              <a:defRPr/>
            </a:lvl1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13" name="Body2"/>
          <p:cNvSpPr>
            <a:spLocks noGrp="1"/>
          </p:cNvSpPr>
          <p:nvPr>
            <p:ph sz="quarter" idx="2"/>
          </p:nvPr>
        </p:nvSpPr>
        <p:spPr>
          <a:xfrm>
            <a:off x="4716015" y="1485900"/>
            <a:ext cx="4032698" cy="4895850"/>
          </a:xfrm>
        </p:spPr>
        <p:txBody>
          <a:bodyPr/>
          <a:lstStyle>
            <a:lvl1pPr>
              <a:defRPr/>
            </a:lvl1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2" name="Foliennummernplatzhalter 1"/>
          <p:cNvSpPr>
            <a:spLocks noGrp="1"/>
          </p:cNvSpPr>
          <p:nvPr>
            <p:ph type="sldNum" sz="quarter" idx="100"/>
          </p:nvPr>
        </p:nvSpPr>
        <p:spPr/>
        <p:txBody>
          <a:bodyPr/>
          <a:lstStyle/>
          <a:p>
            <a:fld id="{2B2B68EE-DD1E-4368-AFCE-24A50EC7BF18}" type="slidenum">
              <a:rPr lang="en-US" smtClean="0"/>
              <a:pPr/>
              <a:t>‹#›</a:t>
            </a:fld>
            <a:endParaRPr lang="en-US" dirty="0"/>
          </a:p>
        </p:txBody>
      </p:sp>
      <p:sp>
        <p:nvSpPr>
          <p:cNvPr id="9" name="Body3"/>
          <p:cNvSpPr>
            <a:spLocks noGrp="1"/>
          </p:cNvSpPr>
          <p:nvPr>
            <p:ph sz="quarter" idx="3"/>
          </p:nvPr>
        </p:nvSpPr>
        <p:spPr>
          <a:xfrm>
            <a:off x="395288" y="4077072"/>
            <a:ext cx="4032695" cy="2304678"/>
          </a:xfrm>
        </p:spPr>
        <p:txBody>
          <a:bodyPr/>
          <a:lstStyle>
            <a:lvl1pPr>
              <a:defRPr/>
            </a:lvl1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3" name="Footer Placeholder 2"/>
          <p:cNvSpPr>
            <a:spLocks noGrp="1"/>
          </p:cNvSpPr>
          <p:nvPr>
            <p:ph type="ftr" sz="quarter" idx="101"/>
          </p:nvPr>
        </p:nvSpPr>
        <p:spPr/>
        <p:txBody>
          <a:bodyPr/>
          <a:lstStyle/>
          <a:p>
            <a:r>
              <a:rPr lang="en-US" smtClean="0"/>
              <a:t>For internal use - Confidential</a:t>
            </a:r>
            <a:endParaRPr lang="en-US" dirty="0"/>
          </a:p>
        </p:txBody>
      </p:sp>
    </p:spTree>
    <p:extLst>
      <p:ext uri="{BB962C8B-B14F-4D97-AF65-F5344CB8AC3E}">
        <p14:creationId xmlns:p14="http://schemas.microsoft.com/office/powerpoint/2010/main" val="1565221855"/>
      </p:ext>
    </p:extLst>
  </p:cSld>
  <p:clrMapOvr>
    <a:masterClrMapping/>
  </p:clrMapOvr>
  <p:timing>
    <p:tnLst>
      <p:par>
        <p:cTn id="1" dur="indefinite" restart="never" nodeType="tmRoot"/>
      </p:par>
    </p:tn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MT: Three Columns">
    <p:spTree>
      <p:nvGrpSpPr>
        <p:cNvPr id="1" name=""/>
        <p:cNvGrpSpPr/>
        <p:nvPr/>
      </p:nvGrpSpPr>
      <p:grpSpPr>
        <a:xfrm>
          <a:off x="0" y="0"/>
          <a:ext cx="0" cy="0"/>
          <a:chOff x="0" y="0"/>
          <a:chExt cx="0" cy="0"/>
        </a:xfrm>
      </p:grpSpPr>
      <p:sp>
        <p:nvSpPr>
          <p:cNvPr id="5" name="Titel"/>
          <p:cNvSpPr>
            <a:spLocks noGrp="1"/>
          </p:cNvSpPr>
          <p:nvPr>
            <p:ph type="title" hasCustomPrompt="1"/>
          </p:nvPr>
        </p:nvSpPr>
        <p:spPr/>
        <p:txBody>
          <a:bodyPr/>
          <a:lstStyle>
            <a:lvl1pPr>
              <a:defRPr/>
            </a:lvl1pPr>
          </a:lstStyle>
          <a:p>
            <a:r>
              <a:rPr lang="en-US" dirty="0" smtClean="0"/>
              <a:t>Click to add topic</a:t>
            </a:r>
            <a:endParaRPr lang="en-US" dirty="0"/>
          </a:p>
        </p:txBody>
      </p:sp>
      <p:sp>
        <p:nvSpPr>
          <p:cNvPr id="8" name="Subline"/>
          <p:cNvSpPr>
            <a:spLocks noGrp="1"/>
          </p:cNvSpPr>
          <p:nvPr>
            <p:ph type="title" idx="99" hasCustomPrompt="1"/>
          </p:nvPr>
        </p:nvSpPr>
        <p:spPr>
          <a:xfrm>
            <a:off x="395288" y="1015999"/>
            <a:ext cx="8353425" cy="324769"/>
          </a:xfrm>
        </p:spPr>
        <p:txBody>
          <a:bodyPr anchor="t" anchorCtr="0"/>
          <a:lstStyle>
            <a:lvl1pPr marL="0" indent="0">
              <a:lnSpc>
                <a:spcPct val="100000"/>
              </a:lnSpc>
              <a:spcAft>
                <a:spcPts val="0"/>
              </a:spcAft>
              <a:buNone/>
              <a:defRPr sz="1800" b="1">
                <a:solidFill>
                  <a:schemeClr val="accent1"/>
                </a:solidFill>
              </a:defRPr>
            </a:lvl1pPr>
          </a:lstStyle>
          <a:p>
            <a:pPr lvl="0"/>
            <a:r>
              <a:rPr lang="en-US" dirty="0" smtClean="0"/>
              <a:t>Click to add slide summary/conclusion</a:t>
            </a:r>
          </a:p>
        </p:txBody>
      </p:sp>
      <p:sp>
        <p:nvSpPr>
          <p:cNvPr id="7" name="Body1"/>
          <p:cNvSpPr>
            <a:spLocks noGrp="1"/>
          </p:cNvSpPr>
          <p:nvPr>
            <p:ph sz="quarter" idx="1"/>
          </p:nvPr>
        </p:nvSpPr>
        <p:spPr>
          <a:xfrm>
            <a:off x="395288" y="1485900"/>
            <a:ext cx="2592536" cy="4895850"/>
          </a:xfrm>
          <a:solidFill>
            <a:schemeClr val="accent4">
              <a:lumMod val="20000"/>
              <a:lumOff val="80000"/>
            </a:schemeClr>
          </a:solidFill>
        </p:spPr>
        <p:txBody>
          <a:bodyPr lIns="72000" tIns="36000" rIns="72000" bIns="36000"/>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13" name="Body2"/>
          <p:cNvSpPr>
            <a:spLocks noGrp="1"/>
          </p:cNvSpPr>
          <p:nvPr>
            <p:ph sz="quarter" idx="2"/>
          </p:nvPr>
        </p:nvSpPr>
        <p:spPr>
          <a:xfrm>
            <a:off x="3275856" y="1485900"/>
            <a:ext cx="2592144" cy="4893469"/>
          </a:xfrm>
          <a:solidFill>
            <a:schemeClr val="accent4">
              <a:lumMod val="20000"/>
              <a:lumOff val="80000"/>
            </a:schemeClr>
          </a:solidFill>
        </p:spPr>
        <p:txBody>
          <a:bodyPr lIns="72000" tIns="36000" rIns="72000" bIns="36000"/>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9" name="Body3"/>
          <p:cNvSpPr>
            <a:spLocks noGrp="1"/>
          </p:cNvSpPr>
          <p:nvPr>
            <p:ph sz="quarter" idx="3"/>
          </p:nvPr>
        </p:nvSpPr>
        <p:spPr>
          <a:xfrm>
            <a:off x="6156176" y="1485900"/>
            <a:ext cx="2592538" cy="4895850"/>
          </a:xfrm>
          <a:solidFill>
            <a:schemeClr val="accent4">
              <a:lumMod val="20000"/>
              <a:lumOff val="80000"/>
            </a:schemeClr>
          </a:solidFill>
        </p:spPr>
        <p:txBody>
          <a:bodyPr lIns="72000" tIns="36000" rIns="72000" bIns="36000"/>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11" name="Foliennummernplatzhalter 10"/>
          <p:cNvSpPr>
            <a:spLocks noGrp="1"/>
          </p:cNvSpPr>
          <p:nvPr>
            <p:ph type="sldNum" sz="quarter" idx="104"/>
          </p:nvPr>
        </p:nvSpPr>
        <p:spPr/>
        <p:txBody>
          <a:bodyPr/>
          <a:lstStyle/>
          <a:p>
            <a:fld id="{2B2B68EE-DD1E-4368-AFCE-24A50EC7BF18}" type="slidenum">
              <a:rPr lang="en-US" noProof="1" smtClean="0"/>
              <a:pPr/>
              <a:t>‹#›</a:t>
            </a:fld>
            <a:endParaRPr lang="en-US" noProof="1"/>
          </a:p>
        </p:txBody>
      </p:sp>
      <p:sp>
        <p:nvSpPr>
          <p:cNvPr id="2" name="Footer Placeholder 1"/>
          <p:cNvSpPr>
            <a:spLocks noGrp="1"/>
          </p:cNvSpPr>
          <p:nvPr>
            <p:ph type="ftr" sz="quarter" idx="105"/>
          </p:nvPr>
        </p:nvSpPr>
        <p:spPr/>
        <p:txBody>
          <a:bodyPr/>
          <a:lstStyle/>
          <a:p>
            <a:r>
              <a:rPr lang="en-US" smtClean="0"/>
              <a:t>For internal use - Confidential</a:t>
            </a:r>
            <a:endParaRPr lang="en-US" dirty="0"/>
          </a:p>
        </p:txBody>
      </p:sp>
    </p:spTree>
    <p:extLst>
      <p:ext uri="{BB962C8B-B14F-4D97-AF65-F5344CB8AC3E}">
        <p14:creationId xmlns:p14="http://schemas.microsoft.com/office/powerpoint/2010/main" val="473982846"/>
      </p:ext>
    </p:extLst>
  </p:cSld>
  <p:clrMapOvr>
    <a:masterClrMapping/>
  </p:clrMapOvr>
  <p:timing>
    <p:tnLst>
      <p:par>
        <p:cTn id="1" dur="indefinite" restart="never" nodeType="tmRoot"/>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MT: Three Columns With Images">
    <p:spTree>
      <p:nvGrpSpPr>
        <p:cNvPr id="1" name=""/>
        <p:cNvGrpSpPr/>
        <p:nvPr/>
      </p:nvGrpSpPr>
      <p:grpSpPr>
        <a:xfrm>
          <a:off x="0" y="0"/>
          <a:ext cx="0" cy="0"/>
          <a:chOff x="0" y="0"/>
          <a:chExt cx="0" cy="0"/>
        </a:xfrm>
      </p:grpSpPr>
      <p:sp>
        <p:nvSpPr>
          <p:cNvPr id="5" name="Titel"/>
          <p:cNvSpPr>
            <a:spLocks noGrp="1"/>
          </p:cNvSpPr>
          <p:nvPr>
            <p:ph type="title" hasCustomPrompt="1"/>
          </p:nvPr>
        </p:nvSpPr>
        <p:spPr/>
        <p:txBody>
          <a:bodyPr/>
          <a:lstStyle>
            <a:lvl1pPr>
              <a:defRPr/>
            </a:lvl1pPr>
          </a:lstStyle>
          <a:p>
            <a:r>
              <a:rPr lang="en-US" dirty="0" smtClean="0"/>
              <a:t>Click to add topic</a:t>
            </a:r>
            <a:endParaRPr lang="en-US" dirty="0"/>
          </a:p>
        </p:txBody>
      </p:sp>
      <p:sp>
        <p:nvSpPr>
          <p:cNvPr id="8" name="Subline"/>
          <p:cNvSpPr>
            <a:spLocks noGrp="1"/>
          </p:cNvSpPr>
          <p:nvPr>
            <p:ph type="title" idx="99" hasCustomPrompt="1"/>
          </p:nvPr>
        </p:nvSpPr>
        <p:spPr>
          <a:xfrm>
            <a:off x="395288" y="1015999"/>
            <a:ext cx="8353426" cy="324769"/>
          </a:xfrm>
        </p:spPr>
        <p:txBody>
          <a:bodyPr anchor="t" anchorCtr="0"/>
          <a:lstStyle>
            <a:lvl1pPr marL="0" indent="0">
              <a:lnSpc>
                <a:spcPct val="100000"/>
              </a:lnSpc>
              <a:spcAft>
                <a:spcPts val="0"/>
              </a:spcAft>
              <a:buNone/>
              <a:defRPr sz="1800" b="1">
                <a:solidFill>
                  <a:schemeClr val="accent1"/>
                </a:solidFill>
              </a:defRPr>
            </a:lvl1pPr>
          </a:lstStyle>
          <a:p>
            <a:pPr lvl="0"/>
            <a:r>
              <a:rPr lang="en-US" dirty="0" smtClean="0"/>
              <a:t>Click to add slide summary/conclusion</a:t>
            </a:r>
          </a:p>
        </p:txBody>
      </p:sp>
      <p:sp>
        <p:nvSpPr>
          <p:cNvPr id="7" name="Body1"/>
          <p:cNvSpPr>
            <a:spLocks noGrp="1"/>
          </p:cNvSpPr>
          <p:nvPr>
            <p:ph sz="quarter" idx="1"/>
          </p:nvPr>
        </p:nvSpPr>
        <p:spPr>
          <a:xfrm>
            <a:off x="395288" y="3140968"/>
            <a:ext cx="2587201" cy="3240857"/>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13" name="Body2"/>
          <p:cNvSpPr>
            <a:spLocks noGrp="1"/>
          </p:cNvSpPr>
          <p:nvPr>
            <p:ph sz="quarter" idx="2"/>
          </p:nvPr>
        </p:nvSpPr>
        <p:spPr>
          <a:xfrm>
            <a:off x="3275855" y="3140968"/>
            <a:ext cx="2592289" cy="3240857"/>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9" name="Body3"/>
          <p:cNvSpPr>
            <a:spLocks noGrp="1"/>
          </p:cNvSpPr>
          <p:nvPr>
            <p:ph sz="quarter" idx="3"/>
          </p:nvPr>
        </p:nvSpPr>
        <p:spPr>
          <a:xfrm>
            <a:off x="6156176" y="3140968"/>
            <a:ext cx="2592537" cy="3240857"/>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11" name="Foliennummernplatzhalter 10"/>
          <p:cNvSpPr>
            <a:spLocks noGrp="1"/>
          </p:cNvSpPr>
          <p:nvPr>
            <p:ph type="sldNum" sz="quarter" idx="104"/>
          </p:nvPr>
        </p:nvSpPr>
        <p:spPr/>
        <p:txBody>
          <a:bodyPr/>
          <a:lstStyle/>
          <a:p>
            <a:fld id="{2B2B68EE-DD1E-4368-AFCE-24A50EC7BF18}" type="slidenum">
              <a:rPr lang="en-US" noProof="1" smtClean="0"/>
              <a:pPr/>
              <a:t>‹#›</a:t>
            </a:fld>
            <a:endParaRPr lang="en-US" noProof="1"/>
          </a:p>
        </p:txBody>
      </p:sp>
      <p:sp>
        <p:nvSpPr>
          <p:cNvPr id="3" name="Bildplatzhalter 2"/>
          <p:cNvSpPr>
            <a:spLocks noGrp="1"/>
          </p:cNvSpPr>
          <p:nvPr>
            <p:ph type="pic" sz="quarter" idx="106" hasCustomPrompt="1"/>
          </p:nvPr>
        </p:nvSpPr>
        <p:spPr>
          <a:xfrm>
            <a:off x="395288" y="1485900"/>
            <a:ext cx="2592536" cy="1439044"/>
          </a:xfrm>
          <a:noFill/>
        </p:spPr>
        <p:txBody>
          <a:bodyPr tIns="144000"/>
          <a:lstStyle>
            <a:lvl1pPr marL="0" indent="0" algn="ctr">
              <a:buNone/>
              <a:defRPr/>
            </a:lvl1pPr>
          </a:lstStyle>
          <a:p>
            <a:r>
              <a:rPr lang="en-US" dirty="0" smtClean="0"/>
              <a:t>Click icon to add image</a:t>
            </a:r>
            <a:endParaRPr lang="en-US" dirty="0"/>
          </a:p>
        </p:txBody>
      </p:sp>
      <p:sp>
        <p:nvSpPr>
          <p:cNvPr id="14" name="Bildplatzhalter 2"/>
          <p:cNvSpPr>
            <a:spLocks noGrp="1"/>
          </p:cNvSpPr>
          <p:nvPr>
            <p:ph type="pic" sz="quarter" idx="107" hasCustomPrompt="1"/>
          </p:nvPr>
        </p:nvSpPr>
        <p:spPr>
          <a:xfrm>
            <a:off x="3275856" y="1485900"/>
            <a:ext cx="2595206" cy="1439044"/>
          </a:xfrm>
          <a:noFill/>
        </p:spPr>
        <p:txBody>
          <a:bodyPr tIns="144000"/>
          <a:lstStyle>
            <a:lvl1pPr marL="0" indent="0" algn="ctr">
              <a:buNone/>
              <a:defRPr/>
            </a:lvl1pPr>
          </a:lstStyle>
          <a:p>
            <a:r>
              <a:rPr lang="en-US" dirty="0" smtClean="0"/>
              <a:t>Click icon to add image</a:t>
            </a:r>
            <a:endParaRPr lang="en-US" dirty="0"/>
          </a:p>
        </p:txBody>
      </p:sp>
      <p:sp>
        <p:nvSpPr>
          <p:cNvPr id="15" name="Bildplatzhalter 2"/>
          <p:cNvSpPr>
            <a:spLocks noGrp="1"/>
          </p:cNvSpPr>
          <p:nvPr>
            <p:ph type="pic" sz="quarter" idx="108" hasCustomPrompt="1"/>
          </p:nvPr>
        </p:nvSpPr>
        <p:spPr>
          <a:xfrm>
            <a:off x="6155652" y="1485900"/>
            <a:ext cx="2593061" cy="1428694"/>
          </a:xfrm>
          <a:noFill/>
        </p:spPr>
        <p:txBody>
          <a:bodyPr tIns="144000"/>
          <a:lstStyle>
            <a:lvl1pPr marL="0" indent="0" algn="ctr">
              <a:buNone/>
              <a:defRPr/>
            </a:lvl1pPr>
          </a:lstStyle>
          <a:p>
            <a:r>
              <a:rPr lang="en-US" dirty="0" smtClean="0"/>
              <a:t>Click icon to add image</a:t>
            </a:r>
            <a:endParaRPr lang="en-US" dirty="0"/>
          </a:p>
        </p:txBody>
      </p:sp>
      <p:sp>
        <p:nvSpPr>
          <p:cNvPr id="2" name="Footer Placeholder 1"/>
          <p:cNvSpPr>
            <a:spLocks noGrp="1"/>
          </p:cNvSpPr>
          <p:nvPr>
            <p:ph type="ftr" sz="quarter" idx="109"/>
          </p:nvPr>
        </p:nvSpPr>
        <p:spPr/>
        <p:txBody>
          <a:bodyPr/>
          <a:lstStyle/>
          <a:p>
            <a:r>
              <a:rPr lang="en-US" smtClean="0"/>
              <a:t>For internal use - Confidential</a:t>
            </a:r>
            <a:endParaRPr lang="en-US" dirty="0"/>
          </a:p>
        </p:txBody>
      </p:sp>
    </p:spTree>
    <p:extLst>
      <p:ext uri="{BB962C8B-B14F-4D97-AF65-F5344CB8AC3E}">
        <p14:creationId xmlns:p14="http://schemas.microsoft.com/office/powerpoint/2010/main" val="322756312"/>
      </p:ext>
    </p:extLst>
  </p:cSld>
  <p:clrMapOvr>
    <a:masterClrMapping/>
  </p:clrMapOvr>
  <p:timing>
    <p:tnLst>
      <p:par>
        <p:cTn id="1" dur="indefinite" restart="never" nodeType="tmRoot"/>
      </p:par>
    </p:tn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MT: Four Columns">
    <p:spTree>
      <p:nvGrpSpPr>
        <p:cNvPr id="1" name=""/>
        <p:cNvGrpSpPr/>
        <p:nvPr/>
      </p:nvGrpSpPr>
      <p:grpSpPr>
        <a:xfrm>
          <a:off x="0" y="0"/>
          <a:ext cx="0" cy="0"/>
          <a:chOff x="0" y="0"/>
          <a:chExt cx="0" cy="0"/>
        </a:xfrm>
      </p:grpSpPr>
      <p:sp>
        <p:nvSpPr>
          <p:cNvPr id="5" name="Titel"/>
          <p:cNvSpPr>
            <a:spLocks noGrp="1"/>
          </p:cNvSpPr>
          <p:nvPr>
            <p:ph type="title" hasCustomPrompt="1"/>
          </p:nvPr>
        </p:nvSpPr>
        <p:spPr/>
        <p:txBody>
          <a:bodyPr/>
          <a:lstStyle>
            <a:lvl1pPr>
              <a:defRPr/>
            </a:lvl1pPr>
          </a:lstStyle>
          <a:p>
            <a:r>
              <a:rPr lang="en-US" dirty="0" smtClean="0"/>
              <a:t>Click to add topic</a:t>
            </a:r>
            <a:endParaRPr lang="en-US" dirty="0"/>
          </a:p>
        </p:txBody>
      </p:sp>
      <p:sp>
        <p:nvSpPr>
          <p:cNvPr id="8" name="Subline"/>
          <p:cNvSpPr>
            <a:spLocks noGrp="1"/>
          </p:cNvSpPr>
          <p:nvPr>
            <p:ph type="title" idx="99" hasCustomPrompt="1"/>
          </p:nvPr>
        </p:nvSpPr>
        <p:spPr>
          <a:xfrm>
            <a:off x="395288" y="1015999"/>
            <a:ext cx="8353425" cy="324769"/>
          </a:xfrm>
        </p:spPr>
        <p:txBody>
          <a:bodyPr anchor="t" anchorCtr="0"/>
          <a:lstStyle>
            <a:lvl1pPr marL="0" indent="0">
              <a:lnSpc>
                <a:spcPct val="100000"/>
              </a:lnSpc>
              <a:spcAft>
                <a:spcPts val="0"/>
              </a:spcAft>
              <a:buNone/>
              <a:defRPr sz="1800" b="1">
                <a:solidFill>
                  <a:schemeClr val="accent1"/>
                </a:solidFill>
              </a:defRPr>
            </a:lvl1pPr>
          </a:lstStyle>
          <a:p>
            <a:pPr lvl="0"/>
            <a:r>
              <a:rPr lang="en-US" dirty="0" smtClean="0"/>
              <a:t>Click to add slide summary/conclusion</a:t>
            </a:r>
          </a:p>
        </p:txBody>
      </p:sp>
      <p:sp>
        <p:nvSpPr>
          <p:cNvPr id="7" name="Body1"/>
          <p:cNvSpPr>
            <a:spLocks noGrp="1"/>
          </p:cNvSpPr>
          <p:nvPr>
            <p:ph sz="quarter" idx="1"/>
          </p:nvPr>
        </p:nvSpPr>
        <p:spPr>
          <a:xfrm>
            <a:off x="395288" y="1484784"/>
            <a:ext cx="1872456" cy="4896544"/>
          </a:xfrm>
          <a:solidFill>
            <a:schemeClr val="accent4">
              <a:lumMod val="20000"/>
              <a:lumOff val="80000"/>
            </a:schemeClr>
          </a:solidFill>
        </p:spPr>
        <p:txBody>
          <a:bodyPr lIns="36000" rIns="36000"/>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13" name="Body2"/>
          <p:cNvSpPr>
            <a:spLocks noGrp="1"/>
          </p:cNvSpPr>
          <p:nvPr>
            <p:ph sz="quarter" idx="2"/>
          </p:nvPr>
        </p:nvSpPr>
        <p:spPr>
          <a:xfrm>
            <a:off x="2555776" y="1484784"/>
            <a:ext cx="1872208" cy="4896544"/>
          </a:xfrm>
          <a:solidFill>
            <a:schemeClr val="accent4">
              <a:lumMod val="20000"/>
              <a:lumOff val="80000"/>
            </a:schemeClr>
          </a:solidFill>
        </p:spPr>
        <p:txBody>
          <a:bodyPr lIns="36000" rIns="36000"/>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9" name="Body3"/>
          <p:cNvSpPr>
            <a:spLocks noGrp="1"/>
          </p:cNvSpPr>
          <p:nvPr>
            <p:ph sz="quarter" idx="3"/>
          </p:nvPr>
        </p:nvSpPr>
        <p:spPr>
          <a:xfrm>
            <a:off x="4716016" y="1485900"/>
            <a:ext cx="1872208" cy="4895428"/>
          </a:xfrm>
          <a:solidFill>
            <a:schemeClr val="accent4">
              <a:lumMod val="20000"/>
              <a:lumOff val="80000"/>
            </a:schemeClr>
          </a:solidFill>
        </p:spPr>
        <p:txBody>
          <a:bodyPr lIns="36000" rIns="36000"/>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a:p>
        </p:txBody>
      </p:sp>
      <p:sp>
        <p:nvSpPr>
          <p:cNvPr id="11" name="Foliennummernplatzhalter 10"/>
          <p:cNvSpPr>
            <a:spLocks noGrp="1"/>
          </p:cNvSpPr>
          <p:nvPr>
            <p:ph type="sldNum" sz="quarter" idx="104"/>
          </p:nvPr>
        </p:nvSpPr>
        <p:spPr/>
        <p:txBody>
          <a:bodyPr/>
          <a:lstStyle/>
          <a:p>
            <a:fld id="{2B2B68EE-DD1E-4368-AFCE-24A50EC7BF18}" type="slidenum">
              <a:rPr lang="en-US" noProof="1" smtClean="0"/>
              <a:pPr/>
              <a:t>‹#›</a:t>
            </a:fld>
            <a:endParaRPr lang="en-US" noProof="1"/>
          </a:p>
        </p:txBody>
      </p:sp>
      <p:sp>
        <p:nvSpPr>
          <p:cNvPr id="10" name="Body4"/>
          <p:cNvSpPr>
            <a:spLocks noGrp="1"/>
          </p:cNvSpPr>
          <p:nvPr>
            <p:ph sz="quarter" idx="4"/>
          </p:nvPr>
        </p:nvSpPr>
        <p:spPr>
          <a:xfrm>
            <a:off x="6876255" y="1485900"/>
            <a:ext cx="1872458" cy="4895850"/>
          </a:xfrm>
          <a:solidFill>
            <a:schemeClr val="accent4">
              <a:lumMod val="20000"/>
              <a:lumOff val="80000"/>
            </a:schemeClr>
          </a:solidFill>
        </p:spPr>
        <p:txBody>
          <a:bodyPr lIns="36000" rIns="36000"/>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2" name="Footer Placeholder 1"/>
          <p:cNvSpPr>
            <a:spLocks noGrp="1"/>
          </p:cNvSpPr>
          <p:nvPr>
            <p:ph type="ftr" sz="quarter" idx="105"/>
          </p:nvPr>
        </p:nvSpPr>
        <p:spPr/>
        <p:txBody>
          <a:bodyPr/>
          <a:lstStyle/>
          <a:p>
            <a:r>
              <a:rPr lang="en-US" smtClean="0"/>
              <a:t>For internal use - Confidential</a:t>
            </a:r>
            <a:endParaRPr lang="en-US" dirty="0"/>
          </a:p>
        </p:txBody>
      </p:sp>
    </p:spTree>
    <p:extLst>
      <p:ext uri="{BB962C8B-B14F-4D97-AF65-F5344CB8AC3E}">
        <p14:creationId xmlns:p14="http://schemas.microsoft.com/office/powerpoint/2010/main" val="383171137"/>
      </p:ext>
    </p:extLst>
  </p:cSld>
  <p:clrMapOvr>
    <a:masterClrMapping/>
  </p:clrMapOvr>
  <p:timing>
    <p:tnLst>
      <p:par>
        <p:cTn id="1" dur="indefinite" restart="never" nodeType="tmRoot"/>
      </p:par>
    </p:tnLst>
  </p:timing>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MT: Four Columns With Images">
    <p:spTree>
      <p:nvGrpSpPr>
        <p:cNvPr id="1" name=""/>
        <p:cNvGrpSpPr/>
        <p:nvPr/>
      </p:nvGrpSpPr>
      <p:grpSpPr>
        <a:xfrm>
          <a:off x="0" y="0"/>
          <a:ext cx="0" cy="0"/>
          <a:chOff x="0" y="0"/>
          <a:chExt cx="0" cy="0"/>
        </a:xfrm>
      </p:grpSpPr>
      <p:sp>
        <p:nvSpPr>
          <p:cNvPr id="5" name="Titel"/>
          <p:cNvSpPr>
            <a:spLocks noGrp="1"/>
          </p:cNvSpPr>
          <p:nvPr>
            <p:ph type="title" hasCustomPrompt="1"/>
          </p:nvPr>
        </p:nvSpPr>
        <p:spPr/>
        <p:txBody>
          <a:bodyPr/>
          <a:lstStyle>
            <a:lvl1pPr>
              <a:defRPr/>
            </a:lvl1pPr>
          </a:lstStyle>
          <a:p>
            <a:r>
              <a:rPr lang="en-US" dirty="0" smtClean="0"/>
              <a:t>Click to add topic</a:t>
            </a:r>
            <a:endParaRPr lang="en-US" dirty="0"/>
          </a:p>
        </p:txBody>
      </p:sp>
      <p:sp>
        <p:nvSpPr>
          <p:cNvPr id="8" name="Subline"/>
          <p:cNvSpPr>
            <a:spLocks noGrp="1"/>
          </p:cNvSpPr>
          <p:nvPr>
            <p:ph type="title" idx="99" hasCustomPrompt="1"/>
          </p:nvPr>
        </p:nvSpPr>
        <p:spPr>
          <a:xfrm>
            <a:off x="395288" y="1015999"/>
            <a:ext cx="8353425" cy="324769"/>
          </a:xfrm>
        </p:spPr>
        <p:txBody>
          <a:bodyPr anchor="t" anchorCtr="0"/>
          <a:lstStyle>
            <a:lvl1pPr marL="0" indent="0">
              <a:lnSpc>
                <a:spcPct val="100000"/>
              </a:lnSpc>
              <a:spcAft>
                <a:spcPts val="0"/>
              </a:spcAft>
              <a:buNone/>
              <a:defRPr sz="1800" b="1">
                <a:solidFill>
                  <a:schemeClr val="accent1"/>
                </a:solidFill>
              </a:defRPr>
            </a:lvl1pPr>
          </a:lstStyle>
          <a:p>
            <a:pPr lvl="0"/>
            <a:r>
              <a:rPr lang="en-US" dirty="0" smtClean="0"/>
              <a:t>Click to add slide summary/conclusion</a:t>
            </a:r>
          </a:p>
        </p:txBody>
      </p:sp>
      <p:sp>
        <p:nvSpPr>
          <p:cNvPr id="7" name="Body1"/>
          <p:cNvSpPr>
            <a:spLocks noGrp="1"/>
          </p:cNvSpPr>
          <p:nvPr>
            <p:ph sz="quarter" idx="1"/>
          </p:nvPr>
        </p:nvSpPr>
        <p:spPr>
          <a:xfrm>
            <a:off x="395536" y="3140968"/>
            <a:ext cx="1872208" cy="3240782"/>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13" name="Body2"/>
          <p:cNvSpPr>
            <a:spLocks noGrp="1"/>
          </p:cNvSpPr>
          <p:nvPr>
            <p:ph sz="quarter" idx="2"/>
          </p:nvPr>
        </p:nvSpPr>
        <p:spPr>
          <a:xfrm>
            <a:off x="2555776" y="3140968"/>
            <a:ext cx="1872208" cy="3240360"/>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9" name="Body3"/>
          <p:cNvSpPr>
            <a:spLocks noGrp="1"/>
          </p:cNvSpPr>
          <p:nvPr>
            <p:ph sz="quarter" idx="3"/>
          </p:nvPr>
        </p:nvSpPr>
        <p:spPr>
          <a:xfrm>
            <a:off x="4716016" y="3147550"/>
            <a:ext cx="1863614" cy="3234200"/>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11" name="Foliennummernplatzhalter 10"/>
          <p:cNvSpPr>
            <a:spLocks noGrp="1"/>
          </p:cNvSpPr>
          <p:nvPr>
            <p:ph type="sldNum" sz="quarter" idx="104"/>
          </p:nvPr>
        </p:nvSpPr>
        <p:spPr/>
        <p:txBody>
          <a:bodyPr/>
          <a:lstStyle/>
          <a:p>
            <a:fld id="{2B2B68EE-DD1E-4368-AFCE-24A50EC7BF18}" type="slidenum">
              <a:rPr lang="en-US" noProof="1" smtClean="0"/>
              <a:pPr/>
              <a:t>‹#›</a:t>
            </a:fld>
            <a:endParaRPr lang="en-US" noProof="1"/>
          </a:p>
        </p:txBody>
      </p:sp>
      <p:sp>
        <p:nvSpPr>
          <p:cNvPr id="10" name="Body4"/>
          <p:cNvSpPr>
            <a:spLocks noGrp="1"/>
          </p:cNvSpPr>
          <p:nvPr>
            <p:ph sz="quarter" idx="4"/>
          </p:nvPr>
        </p:nvSpPr>
        <p:spPr>
          <a:xfrm>
            <a:off x="6876256" y="3140968"/>
            <a:ext cx="1872457" cy="3240360"/>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3" name="Bildplatzhalter 2"/>
          <p:cNvSpPr>
            <a:spLocks noGrp="1"/>
          </p:cNvSpPr>
          <p:nvPr>
            <p:ph type="pic" sz="quarter" idx="106" hasCustomPrompt="1"/>
          </p:nvPr>
        </p:nvSpPr>
        <p:spPr>
          <a:xfrm>
            <a:off x="395288" y="1484784"/>
            <a:ext cx="1872456" cy="1440160"/>
          </a:xfrm>
          <a:noFill/>
        </p:spPr>
        <p:txBody>
          <a:bodyPr tIns="144000"/>
          <a:lstStyle>
            <a:lvl1pPr marL="0" indent="0" algn="ctr">
              <a:buNone/>
              <a:defRPr/>
            </a:lvl1pPr>
          </a:lstStyle>
          <a:p>
            <a:r>
              <a:rPr lang="en-US" dirty="0" smtClean="0"/>
              <a:t>Click icon to add image</a:t>
            </a:r>
            <a:endParaRPr lang="en-US" dirty="0"/>
          </a:p>
        </p:txBody>
      </p:sp>
      <p:sp>
        <p:nvSpPr>
          <p:cNvPr id="14" name="Bildplatzhalter 2"/>
          <p:cNvSpPr>
            <a:spLocks noGrp="1"/>
          </p:cNvSpPr>
          <p:nvPr>
            <p:ph type="pic" sz="quarter" idx="107" hasCustomPrompt="1"/>
          </p:nvPr>
        </p:nvSpPr>
        <p:spPr>
          <a:xfrm>
            <a:off x="2555776" y="1484784"/>
            <a:ext cx="1862724" cy="1437010"/>
          </a:xfrm>
          <a:noFill/>
        </p:spPr>
        <p:txBody>
          <a:bodyPr tIns="144000"/>
          <a:lstStyle>
            <a:lvl1pPr marL="0" indent="0" algn="ctr">
              <a:buNone/>
              <a:defRPr/>
            </a:lvl1pPr>
          </a:lstStyle>
          <a:p>
            <a:r>
              <a:rPr lang="en-US" dirty="0" smtClean="0"/>
              <a:t>Click icon to add image</a:t>
            </a:r>
            <a:endParaRPr lang="en-US" dirty="0"/>
          </a:p>
        </p:txBody>
      </p:sp>
      <p:sp>
        <p:nvSpPr>
          <p:cNvPr id="15" name="Bildplatzhalter 2"/>
          <p:cNvSpPr>
            <a:spLocks noGrp="1"/>
          </p:cNvSpPr>
          <p:nvPr>
            <p:ph type="pic" sz="quarter" idx="108" hasCustomPrompt="1"/>
          </p:nvPr>
        </p:nvSpPr>
        <p:spPr>
          <a:xfrm>
            <a:off x="4716016" y="1485900"/>
            <a:ext cx="1872208" cy="1439044"/>
          </a:xfrm>
          <a:noFill/>
        </p:spPr>
        <p:txBody>
          <a:bodyPr tIns="144000"/>
          <a:lstStyle>
            <a:lvl1pPr marL="0" indent="0" algn="ctr">
              <a:buNone/>
              <a:defRPr/>
            </a:lvl1pPr>
          </a:lstStyle>
          <a:p>
            <a:r>
              <a:rPr lang="en-US" dirty="0" smtClean="0"/>
              <a:t>Click icon to add image</a:t>
            </a:r>
            <a:endParaRPr lang="en-US" dirty="0"/>
          </a:p>
        </p:txBody>
      </p:sp>
      <p:sp>
        <p:nvSpPr>
          <p:cNvPr id="16" name="Bildplatzhalter 2"/>
          <p:cNvSpPr>
            <a:spLocks noGrp="1"/>
          </p:cNvSpPr>
          <p:nvPr>
            <p:ph type="pic" sz="quarter" idx="109" hasCustomPrompt="1"/>
          </p:nvPr>
        </p:nvSpPr>
        <p:spPr>
          <a:xfrm>
            <a:off x="6876255" y="1485900"/>
            <a:ext cx="1872458" cy="1439044"/>
          </a:xfrm>
          <a:noFill/>
        </p:spPr>
        <p:txBody>
          <a:bodyPr tIns="144000"/>
          <a:lstStyle>
            <a:lvl1pPr marL="0" indent="0" algn="ctr">
              <a:buNone/>
              <a:defRPr/>
            </a:lvl1pPr>
          </a:lstStyle>
          <a:p>
            <a:r>
              <a:rPr lang="en-US" dirty="0" smtClean="0"/>
              <a:t>Click icon to add image</a:t>
            </a:r>
            <a:endParaRPr lang="en-US" dirty="0"/>
          </a:p>
        </p:txBody>
      </p:sp>
      <p:sp>
        <p:nvSpPr>
          <p:cNvPr id="2" name="Footer Placeholder 1"/>
          <p:cNvSpPr>
            <a:spLocks noGrp="1"/>
          </p:cNvSpPr>
          <p:nvPr>
            <p:ph type="ftr" sz="quarter" idx="110"/>
          </p:nvPr>
        </p:nvSpPr>
        <p:spPr/>
        <p:txBody>
          <a:bodyPr/>
          <a:lstStyle/>
          <a:p>
            <a:r>
              <a:rPr lang="en-US" smtClean="0"/>
              <a:t>For internal use - Confidential</a:t>
            </a:r>
            <a:endParaRPr lang="en-US" dirty="0"/>
          </a:p>
        </p:txBody>
      </p:sp>
    </p:spTree>
    <p:extLst>
      <p:ext uri="{BB962C8B-B14F-4D97-AF65-F5344CB8AC3E}">
        <p14:creationId xmlns:p14="http://schemas.microsoft.com/office/powerpoint/2010/main" val="4249796530"/>
      </p:ext>
    </p:extLst>
  </p:cSld>
  <p:clrMapOvr>
    <a:masterClrMapping/>
  </p:clrMapOvr>
  <p:timing>
    <p:tnLst>
      <p:par>
        <p:cTn id="1" dur="indefinite" restart="never" nodeType="tmRoot"/>
      </p:par>
    </p:tnLst>
  </p:timing>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MT: SWOT">
    <p:spTree>
      <p:nvGrpSpPr>
        <p:cNvPr id="1" name=""/>
        <p:cNvGrpSpPr/>
        <p:nvPr/>
      </p:nvGrpSpPr>
      <p:grpSpPr>
        <a:xfrm>
          <a:off x="0" y="0"/>
          <a:ext cx="0" cy="0"/>
          <a:chOff x="0" y="0"/>
          <a:chExt cx="0" cy="0"/>
        </a:xfrm>
      </p:grpSpPr>
      <p:sp>
        <p:nvSpPr>
          <p:cNvPr id="2" name="Headline"/>
          <p:cNvSpPr>
            <a:spLocks noGrp="1"/>
          </p:cNvSpPr>
          <p:nvPr>
            <p:ph type="title" hasCustomPrompt="1"/>
          </p:nvPr>
        </p:nvSpPr>
        <p:spPr/>
        <p:txBody>
          <a:bodyPr/>
          <a:lstStyle>
            <a:lvl1pPr>
              <a:defRPr/>
            </a:lvl1pPr>
          </a:lstStyle>
          <a:p>
            <a:r>
              <a:rPr lang="en-US" dirty="0" smtClean="0"/>
              <a:t>Click to add topic</a:t>
            </a:r>
            <a:endParaRPr lang="en-US" dirty="0"/>
          </a:p>
        </p:txBody>
      </p:sp>
      <p:sp>
        <p:nvSpPr>
          <p:cNvPr id="10" name="Subline"/>
          <p:cNvSpPr>
            <a:spLocks noGrp="1"/>
          </p:cNvSpPr>
          <p:nvPr>
            <p:ph type="title" idx="99" hasCustomPrompt="1"/>
          </p:nvPr>
        </p:nvSpPr>
        <p:spPr>
          <a:xfrm>
            <a:off x="395287" y="1015999"/>
            <a:ext cx="8353425" cy="324769"/>
          </a:xfrm>
        </p:spPr>
        <p:txBody>
          <a:bodyPr anchor="t" anchorCtr="0"/>
          <a:lstStyle>
            <a:lvl1pPr marL="0" indent="0">
              <a:lnSpc>
                <a:spcPct val="100000"/>
              </a:lnSpc>
              <a:spcAft>
                <a:spcPts val="0"/>
              </a:spcAft>
              <a:buNone/>
              <a:defRPr sz="1800" b="1">
                <a:solidFill>
                  <a:schemeClr val="accent1"/>
                </a:solidFill>
              </a:defRPr>
            </a:lvl1pPr>
          </a:lstStyle>
          <a:p>
            <a:pPr lvl="0"/>
            <a:r>
              <a:rPr lang="en-US" dirty="0" smtClean="0"/>
              <a:t>Click to add slide summary/conclusion</a:t>
            </a:r>
          </a:p>
        </p:txBody>
      </p:sp>
      <p:sp>
        <p:nvSpPr>
          <p:cNvPr id="8" name="Body1"/>
          <p:cNvSpPr>
            <a:spLocks noGrp="1"/>
          </p:cNvSpPr>
          <p:nvPr>
            <p:ph sz="quarter" idx="2" hasCustomPrompt="1"/>
          </p:nvPr>
        </p:nvSpPr>
        <p:spPr>
          <a:xfrm>
            <a:off x="395536" y="2060576"/>
            <a:ext cx="4032448" cy="1728464"/>
          </a:xfrm>
          <a:solidFill>
            <a:schemeClr val="accent3">
              <a:lumMod val="20000"/>
              <a:lumOff val="80000"/>
            </a:schemeClr>
          </a:solidFill>
        </p:spPr>
        <p:txBody>
          <a:bodyPr lIns="72000" tIns="36000" rIns="72000" bIns="36000"/>
          <a:lstStyle>
            <a:lvl1pPr>
              <a:defRPr sz="1600"/>
            </a:lvl1pPr>
            <a:lvl2pPr>
              <a:defRPr sz="1600" baseline="0"/>
            </a:lvl2pPr>
            <a:lvl3pPr>
              <a:defRPr sz="1600"/>
            </a:lvl3pPr>
            <a:lvl4pPr>
              <a:defRPr sz="1600"/>
            </a:lvl4pPr>
            <a:lvl5pPr>
              <a:defRPr sz="1600"/>
            </a:lvl5pPr>
          </a:lstStyle>
          <a:p>
            <a:pPr lvl="0"/>
            <a:r>
              <a:rPr lang="en-US" dirty="0" smtClean="0"/>
              <a:t>Click to add text…</a:t>
            </a:r>
          </a:p>
          <a:p>
            <a:pPr lvl="1"/>
            <a:r>
              <a:rPr lang="en-US" dirty="0" smtClean="0"/>
              <a:t>Level 2</a:t>
            </a:r>
          </a:p>
          <a:p>
            <a:pPr lvl="2"/>
            <a:r>
              <a:rPr lang="en-US" dirty="0" smtClean="0"/>
              <a:t>Level 3</a:t>
            </a:r>
          </a:p>
          <a:p>
            <a:pPr lvl="3"/>
            <a:r>
              <a:rPr lang="en-US" dirty="0" smtClean="0"/>
              <a:t>Level 4</a:t>
            </a:r>
          </a:p>
          <a:p>
            <a:pPr lvl="4"/>
            <a:r>
              <a:rPr lang="en-US" dirty="0" smtClean="0"/>
              <a:t>Level 5</a:t>
            </a:r>
            <a:endParaRPr lang="en-US" dirty="0"/>
          </a:p>
        </p:txBody>
      </p:sp>
      <p:sp>
        <p:nvSpPr>
          <p:cNvPr id="14" name="Body2"/>
          <p:cNvSpPr>
            <a:spLocks noGrp="1"/>
          </p:cNvSpPr>
          <p:nvPr>
            <p:ph sz="quarter" idx="4" hasCustomPrompt="1"/>
          </p:nvPr>
        </p:nvSpPr>
        <p:spPr>
          <a:xfrm>
            <a:off x="4716017" y="2060848"/>
            <a:ext cx="4032696" cy="1728192"/>
          </a:xfrm>
          <a:solidFill>
            <a:schemeClr val="accent3">
              <a:lumMod val="20000"/>
              <a:lumOff val="80000"/>
            </a:schemeClr>
          </a:solidFill>
        </p:spPr>
        <p:txBody>
          <a:bodyPr lIns="72000" tIns="36000" rIns="72000" bIns="36000"/>
          <a:lstStyle>
            <a:lvl1pPr>
              <a:defRPr sz="1600" baseline="0"/>
            </a:lvl1pPr>
            <a:lvl2pPr>
              <a:defRPr sz="1600" baseline="0"/>
            </a:lvl2pPr>
            <a:lvl3pPr>
              <a:defRPr sz="1600"/>
            </a:lvl3pPr>
            <a:lvl4pPr>
              <a:defRPr sz="1600"/>
            </a:lvl4pPr>
            <a:lvl5pPr>
              <a:defRPr sz="1600"/>
            </a:lvl5pPr>
          </a:lstStyle>
          <a:p>
            <a:pPr lvl="0"/>
            <a:r>
              <a:rPr lang="en-US" dirty="0" smtClean="0"/>
              <a:t>Click to add text</a:t>
            </a:r>
          </a:p>
          <a:p>
            <a:pPr lvl="1"/>
            <a:r>
              <a:rPr lang="en-US" dirty="0" smtClean="0"/>
              <a:t>Level 2</a:t>
            </a:r>
          </a:p>
          <a:p>
            <a:pPr lvl="2"/>
            <a:r>
              <a:rPr lang="en-US" dirty="0" smtClean="0"/>
              <a:t>Level 3</a:t>
            </a:r>
          </a:p>
          <a:p>
            <a:pPr lvl="3"/>
            <a:r>
              <a:rPr lang="en-US" dirty="0" smtClean="0"/>
              <a:t>Level 4</a:t>
            </a:r>
          </a:p>
          <a:p>
            <a:pPr lvl="4"/>
            <a:r>
              <a:rPr lang="en-US" dirty="0" smtClean="0"/>
              <a:t>Level 5</a:t>
            </a:r>
            <a:endParaRPr lang="en-US" dirty="0"/>
          </a:p>
        </p:txBody>
      </p:sp>
      <p:sp>
        <p:nvSpPr>
          <p:cNvPr id="17" name="Body3"/>
          <p:cNvSpPr>
            <a:spLocks noGrp="1"/>
          </p:cNvSpPr>
          <p:nvPr>
            <p:ph sz="quarter" idx="6" hasCustomPrompt="1"/>
          </p:nvPr>
        </p:nvSpPr>
        <p:spPr>
          <a:xfrm>
            <a:off x="395288" y="4653136"/>
            <a:ext cx="4032696" cy="1728614"/>
          </a:xfrm>
          <a:solidFill>
            <a:schemeClr val="accent3">
              <a:lumMod val="20000"/>
              <a:lumOff val="80000"/>
            </a:schemeClr>
          </a:solidFill>
        </p:spPr>
        <p:txBody>
          <a:bodyPr lIns="72000" tIns="36000" rIns="72000" bIns="36000"/>
          <a:lstStyle>
            <a:lvl1pPr>
              <a:defRPr sz="1600"/>
            </a:lvl1pPr>
            <a:lvl2pPr>
              <a:defRPr sz="1600"/>
            </a:lvl2pPr>
            <a:lvl3pPr>
              <a:defRPr sz="1600"/>
            </a:lvl3pPr>
            <a:lvl4pPr>
              <a:defRPr sz="1600"/>
            </a:lvl4pPr>
            <a:lvl5pPr>
              <a:defRPr sz="1600"/>
            </a:lvl5pPr>
          </a:lstStyle>
          <a:p>
            <a:pPr lvl="0"/>
            <a:r>
              <a:rPr lang="en-US" dirty="0" smtClean="0"/>
              <a:t>Click to add text…</a:t>
            </a:r>
          </a:p>
          <a:p>
            <a:pPr lvl="1"/>
            <a:r>
              <a:rPr lang="en-US" dirty="0" smtClean="0"/>
              <a:t>Level 2</a:t>
            </a:r>
          </a:p>
          <a:p>
            <a:pPr lvl="2"/>
            <a:r>
              <a:rPr lang="en-US" dirty="0" smtClean="0"/>
              <a:t>Level 3</a:t>
            </a:r>
          </a:p>
          <a:p>
            <a:pPr lvl="3"/>
            <a:r>
              <a:rPr lang="en-US" dirty="0" smtClean="0"/>
              <a:t>Level 4</a:t>
            </a:r>
          </a:p>
          <a:p>
            <a:pPr lvl="4"/>
            <a:r>
              <a:rPr lang="en-US" dirty="0" smtClean="0"/>
              <a:t>Level 5</a:t>
            </a:r>
            <a:endParaRPr lang="en-US" dirty="0"/>
          </a:p>
        </p:txBody>
      </p:sp>
      <p:sp>
        <p:nvSpPr>
          <p:cNvPr id="18" name="Body4"/>
          <p:cNvSpPr>
            <a:spLocks noGrp="1"/>
          </p:cNvSpPr>
          <p:nvPr>
            <p:ph sz="quarter" idx="8" hasCustomPrompt="1"/>
          </p:nvPr>
        </p:nvSpPr>
        <p:spPr>
          <a:xfrm>
            <a:off x="4716016" y="4653136"/>
            <a:ext cx="4032697" cy="1728614"/>
          </a:xfrm>
          <a:solidFill>
            <a:schemeClr val="accent3">
              <a:lumMod val="20000"/>
              <a:lumOff val="80000"/>
            </a:schemeClr>
          </a:solidFill>
        </p:spPr>
        <p:txBody>
          <a:bodyPr lIns="72000" tIns="36000" rIns="72000" bIns="36000"/>
          <a:lstStyle>
            <a:lvl1pPr>
              <a:defRPr sz="1600"/>
            </a:lvl1pPr>
            <a:lvl2pPr>
              <a:defRPr sz="1600"/>
            </a:lvl2pPr>
            <a:lvl3pPr>
              <a:defRPr sz="1600"/>
            </a:lvl3pPr>
            <a:lvl4pPr>
              <a:defRPr sz="1600"/>
            </a:lvl4pPr>
            <a:lvl5pPr>
              <a:defRPr sz="1600"/>
            </a:lvl5pPr>
          </a:lstStyle>
          <a:p>
            <a:pPr lvl="0"/>
            <a:r>
              <a:rPr lang="en-US" dirty="0" smtClean="0"/>
              <a:t>Click to add text…</a:t>
            </a:r>
          </a:p>
          <a:p>
            <a:pPr lvl="1"/>
            <a:r>
              <a:rPr lang="en-US" dirty="0" smtClean="0"/>
              <a:t>Level 2</a:t>
            </a:r>
          </a:p>
          <a:p>
            <a:pPr lvl="2"/>
            <a:r>
              <a:rPr lang="en-US" dirty="0" smtClean="0"/>
              <a:t>Level 3</a:t>
            </a:r>
          </a:p>
          <a:p>
            <a:pPr lvl="3"/>
            <a:r>
              <a:rPr lang="en-US" dirty="0" smtClean="0"/>
              <a:t>Level 4</a:t>
            </a:r>
          </a:p>
          <a:p>
            <a:pPr lvl="4"/>
            <a:r>
              <a:rPr lang="en-US" dirty="0" smtClean="0"/>
              <a:t>Level 5</a:t>
            </a:r>
            <a:endParaRPr lang="en-US" dirty="0"/>
          </a:p>
        </p:txBody>
      </p:sp>
      <p:sp>
        <p:nvSpPr>
          <p:cNvPr id="5" name="TitelBalken2"/>
          <p:cNvSpPr>
            <a:spLocks noGrp="1"/>
          </p:cNvSpPr>
          <p:nvPr>
            <p:ph type="body" sz="quarter" idx="3"/>
          </p:nvPr>
        </p:nvSpPr>
        <p:spPr>
          <a:xfrm>
            <a:off x="4716015" y="1485900"/>
            <a:ext cx="4032697" cy="572294"/>
          </a:xfrm>
          <a:solidFill>
            <a:schemeClr val="bg2"/>
          </a:solidFill>
        </p:spPr>
        <p:txBody>
          <a:bodyPr lIns="72000" tIns="36000" rIns="72000" bIns="36000" anchor="t"/>
          <a:lstStyle>
            <a:lvl1pPr marL="0" indent="0">
              <a:buNone/>
              <a:defRPr sz="1600" b="0">
                <a:solidFill>
                  <a:schemeClr val="bg1"/>
                </a:solidFill>
              </a:defRPr>
            </a:lvl1pPr>
            <a:lvl2pPr marL="0" indent="0">
              <a:spcAft>
                <a:spcPts val="0"/>
              </a:spcAft>
              <a:buFont typeface="+mj-lt"/>
              <a:buNone/>
              <a:defRPr>
                <a:solidFill>
                  <a:schemeClr val="bg1"/>
                </a:solidFill>
              </a:defRPr>
            </a:lvl2pPr>
            <a:lvl3pPr marL="0" indent="0">
              <a:spcAft>
                <a:spcPts val="0"/>
              </a:spcAft>
              <a:buFont typeface="+mj-lt"/>
              <a:buNone/>
              <a:defRPr>
                <a:solidFill>
                  <a:schemeClr val="bg1"/>
                </a:solidFill>
              </a:defRPr>
            </a:lvl3pPr>
            <a:lvl4pPr marL="0" indent="0">
              <a:spcAft>
                <a:spcPts val="0"/>
              </a:spcAft>
              <a:buFont typeface="+mj-lt"/>
              <a:buNone/>
              <a:defRPr>
                <a:solidFill>
                  <a:schemeClr val="bg1"/>
                </a:solidFill>
              </a:defRPr>
            </a:lvl4pPr>
            <a:lvl5pPr marL="0" indent="0">
              <a:spcAft>
                <a:spcPts val="0"/>
              </a:spcAft>
              <a:buFont typeface="+mj-lt"/>
              <a:buNone/>
              <a:defRPr>
                <a:solidFill>
                  <a:schemeClr val="bg1"/>
                </a:solidFill>
              </a:defRPr>
            </a:lvl5pPr>
          </a:lstStyle>
          <a:p>
            <a:pPr lvl="0"/>
            <a:r>
              <a:rPr lang="zh-CN" altLang="en-US" smtClean="0"/>
              <a:t>单击此处编辑母版文本样式</a:t>
            </a:r>
          </a:p>
        </p:txBody>
      </p:sp>
      <p:sp>
        <p:nvSpPr>
          <p:cNvPr id="15" name="TitelBalken3"/>
          <p:cNvSpPr>
            <a:spLocks noGrp="1"/>
          </p:cNvSpPr>
          <p:nvPr>
            <p:ph type="body" idx="5"/>
          </p:nvPr>
        </p:nvSpPr>
        <p:spPr>
          <a:xfrm>
            <a:off x="395288" y="4077072"/>
            <a:ext cx="4032696" cy="576064"/>
          </a:xfrm>
          <a:solidFill>
            <a:schemeClr val="tx1"/>
          </a:solidFill>
        </p:spPr>
        <p:txBody>
          <a:bodyPr lIns="72000" tIns="36000" rIns="72000" bIns="36000" anchor="t"/>
          <a:lstStyle>
            <a:lvl1pPr marL="0" indent="0">
              <a:buNone/>
              <a:defRPr sz="1600" b="0" baseline="0">
                <a:solidFill>
                  <a:schemeClr val="bg1"/>
                </a:solidFill>
              </a:defRPr>
            </a:lvl1pPr>
            <a:lvl2pPr marL="0" indent="0">
              <a:spcAft>
                <a:spcPts val="0"/>
              </a:spcAft>
              <a:buFont typeface="+mj-lt"/>
              <a:buNone/>
              <a:defRPr>
                <a:solidFill>
                  <a:schemeClr val="bg1"/>
                </a:solidFill>
              </a:defRPr>
            </a:lvl2pPr>
            <a:lvl3pPr marL="0" indent="0">
              <a:spcAft>
                <a:spcPts val="0"/>
              </a:spcAft>
              <a:buFont typeface="+mj-lt"/>
              <a:buNone/>
              <a:defRPr>
                <a:solidFill>
                  <a:schemeClr val="bg1"/>
                </a:solidFill>
              </a:defRPr>
            </a:lvl3pPr>
            <a:lvl4pPr marL="0" indent="0">
              <a:spcAft>
                <a:spcPts val="0"/>
              </a:spcAft>
              <a:buFont typeface="+mj-lt"/>
              <a:buNone/>
              <a:defRPr>
                <a:solidFill>
                  <a:schemeClr val="bg1"/>
                </a:solidFill>
              </a:defRPr>
            </a:lvl4pPr>
            <a:lvl5pPr marL="0" indent="0">
              <a:spcAft>
                <a:spcPts val="0"/>
              </a:spcAft>
              <a:buFont typeface="+mj-lt"/>
              <a:buNone/>
              <a:defRPr>
                <a:solidFill>
                  <a:schemeClr val="bg1"/>
                </a:solidFill>
              </a:defRPr>
            </a:lvl5pPr>
          </a:lstStyle>
          <a:p>
            <a:pPr lvl="0"/>
            <a:r>
              <a:rPr lang="zh-CN" altLang="en-US" smtClean="0"/>
              <a:t>单击此处编辑母版文本样式</a:t>
            </a:r>
          </a:p>
        </p:txBody>
      </p:sp>
      <p:sp>
        <p:nvSpPr>
          <p:cNvPr id="16" name="TitelBalken4"/>
          <p:cNvSpPr>
            <a:spLocks noGrp="1"/>
          </p:cNvSpPr>
          <p:nvPr>
            <p:ph type="body" sz="quarter" idx="7"/>
          </p:nvPr>
        </p:nvSpPr>
        <p:spPr>
          <a:xfrm>
            <a:off x="4716016" y="4077072"/>
            <a:ext cx="4032698" cy="576064"/>
          </a:xfrm>
          <a:solidFill>
            <a:schemeClr val="accent6"/>
          </a:solidFill>
        </p:spPr>
        <p:txBody>
          <a:bodyPr lIns="72000" tIns="36000" rIns="72000" bIns="36000" anchor="t"/>
          <a:lstStyle>
            <a:lvl1pPr marL="0" indent="0">
              <a:buNone/>
              <a:defRPr sz="1600" b="0" baseline="0">
                <a:solidFill>
                  <a:schemeClr val="bg1"/>
                </a:solidFill>
              </a:defRPr>
            </a:lvl1pPr>
            <a:lvl2pPr marL="0" indent="0">
              <a:spcAft>
                <a:spcPts val="0"/>
              </a:spcAft>
              <a:buFont typeface="+mj-lt"/>
              <a:buNone/>
              <a:defRPr>
                <a:solidFill>
                  <a:schemeClr val="bg1"/>
                </a:solidFill>
              </a:defRPr>
            </a:lvl2pPr>
            <a:lvl3pPr marL="0" indent="0">
              <a:spcAft>
                <a:spcPts val="0"/>
              </a:spcAft>
              <a:buFont typeface="+mj-lt"/>
              <a:buNone/>
              <a:defRPr>
                <a:solidFill>
                  <a:schemeClr val="bg1"/>
                </a:solidFill>
              </a:defRPr>
            </a:lvl3pPr>
            <a:lvl4pPr marL="0" indent="0">
              <a:spcAft>
                <a:spcPts val="0"/>
              </a:spcAft>
              <a:buFont typeface="+mj-lt"/>
              <a:buNone/>
              <a:defRPr>
                <a:solidFill>
                  <a:schemeClr val="bg1"/>
                </a:solidFill>
              </a:defRPr>
            </a:lvl4pPr>
            <a:lvl5pPr marL="0" indent="0">
              <a:spcAft>
                <a:spcPts val="0"/>
              </a:spcAft>
              <a:buFont typeface="+mj-lt"/>
              <a:buNone/>
              <a:defRPr>
                <a:solidFill>
                  <a:schemeClr val="bg1"/>
                </a:solidFill>
              </a:defRPr>
            </a:lvl5pPr>
          </a:lstStyle>
          <a:p>
            <a:pPr lvl="0"/>
            <a:r>
              <a:rPr lang="zh-CN" altLang="en-US" smtClean="0"/>
              <a:t>单击此处编辑母版文本样式</a:t>
            </a:r>
          </a:p>
        </p:txBody>
      </p:sp>
      <p:sp>
        <p:nvSpPr>
          <p:cNvPr id="3" name="TitelBalken1"/>
          <p:cNvSpPr>
            <a:spLocks noGrp="1"/>
          </p:cNvSpPr>
          <p:nvPr>
            <p:ph type="body" idx="1"/>
          </p:nvPr>
        </p:nvSpPr>
        <p:spPr>
          <a:xfrm>
            <a:off x="395288" y="1484784"/>
            <a:ext cx="4032696" cy="573410"/>
          </a:xfrm>
          <a:solidFill>
            <a:schemeClr val="accent1"/>
          </a:solidFill>
        </p:spPr>
        <p:txBody>
          <a:bodyPr lIns="72000" tIns="36000" rIns="72000" bIns="36000" anchor="t"/>
          <a:lstStyle>
            <a:lvl1pPr marL="0" indent="0">
              <a:buNone/>
              <a:defRPr sz="1600" b="0" baseline="0">
                <a:solidFill>
                  <a:schemeClr val="bg1"/>
                </a:solidFill>
              </a:defRPr>
            </a:lvl1pPr>
            <a:lvl2pPr marL="0" indent="0">
              <a:spcAft>
                <a:spcPts val="0"/>
              </a:spcAft>
              <a:buFont typeface="+mj-lt"/>
              <a:buNone/>
              <a:defRPr b="0">
                <a:solidFill>
                  <a:schemeClr val="bg1"/>
                </a:solidFill>
              </a:defRPr>
            </a:lvl2pPr>
            <a:lvl3pPr marL="0" indent="0">
              <a:spcAft>
                <a:spcPts val="0"/>
              </a:spcAft>
              <a:buFont typeface="+mj-lt"/>
              <a:buNone/>
              <a:defRPr b="0">
                <a:solidFill>
                  <a:schemeClr val="bg1"/>
                </a:solidFill>
              </a:defRPr>
            </a:lvl3pPr>
            <a:lvl4pPr marL="0" indent="0">
              <a:spcAft>
                <a:spcPts val="0"/>
              </a:spcAft>
              <a:buFont typeface="+mj-lt"/>
              <a:buNone/>
              <a:defRPr b="0">
                <a:solidFill>
                  <a:schemeClr val="bg1"/>
                </a:solidFill>
              </a:defRPr>
            </a:lvl4pPr>
            <a:lvl5pPr marL="0" indent="0">
              <a:spcAft>
                <a:spcPts val="0"/>
              </a:spcAft>
              <a:buFont typeface="+mj-lt"/>
              <a:buNone/>
              <a:defRPr b="0">
                <a:solidFill>
                  <a:schemeClr val="bg1"/>
                </a:solidFill>
              </a:defRPr>
            </a:lvl5pPr>
          </a:lstStyle>
          <a:p>
            <a:pPr lvl="0"/>
            <a:r>
              <a:rPr lang="zh-CN" altLang="en-US" smtClean="0"/>
              <a:t>单击此处编辑母版文本样式</a:t>
            </a:r>
          </a:p>
        </p:txBody>
      </p:sp>
      <p:sp>
        <p:nvSpPr>
          <p:cNvPr id="23" name="Foliennummernplatzhalter 22"/>
          <p:cNvSpPr>
            <a:spLocks noGrp="1"/>
          </p:cNvSpPr>
          <p:nvPr>
            <p:ph type="sldNum" sz="quarter" idx="102"/>
          </p:nvPr>
        </p:nvSpPr>
        <p:spPr/>
        <p:txBody>
          <a:bodyPr/>
          <a:lstStyle/>
          <a:p>
            <a:fld id="{2B2B68EE-DD1E-4368-AFCE-24A50EC7BF18}" type="slidenum">
              <a:rPr lang="en-US" noProof="1" smtClean="0"/>
              <a:pPr/>
              <a:t>‹#›</a:t>
            </a:fld>
            <a:endParaRPr lang="en-US" noProof="1"/>
          </a:p>
        </p:txBody>
      </p:sp>
      <p:sp>
        <p:nvSpPr>
          <p:cNvPr id="4" name="Footer Placeholder 3"/>
          <p:cNvSpPr>
            <a:spLocks noGrp="1"/>
          </p:cNvSpPr>
          <p:nvPr>
            <p:ph type="ftr" sz="quarter" idx="103"/>
          </p:nvPr>
        </p:nvSpPr>
        <p:spPr/>
        <p:txBody>
          <a:bodyPr/>
          <a:lstStyle/>
          <a:p>
            <a:r>
              <a:rPr lang="en-US" smtClean="0"/>
              <a:t>For internal use - Confidential</a:t>
            </a:r>
            <a:endParaRPr lang="en-US" dirty="0"/>
          </a:p>
        </p:txBody>
      </p:sp>
    </p:spTree>
  </p:cSld>
  <p:clrMapOvr>
    <a:masterClrMapping/>
  </p:clrMapOvr>
  <p:timing>
    <p:tnLst>
      <p:par>
        <p:cTn id="1" dur="indefinite" restart="never" nodeType="tmRoot"/>
      </p:par>
    </p:tnLst>
  </p:timing>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MT: Do not use">
    <p:spTree>
      <p:nvGrpSpPr>
        <p:cNvPr id="1" name=""/>
        <p:cNvGrpSpPr/>
        <p:nvPr/>
      </p:nvGrpSpPr>
      <p:grpSpPr>
        <a:xfrm>
          <a:off x="0" y="0"/>
          <a:ext cx="0" cy="0"/>
          <a:chOff x="0" y="0"/>
          <a:chExt cx="0" cy="0"/>
        </a:xfrm>
      </p:grpSpPr>
      <p:sp>
        <p:nvSpPr>
          <p:cNvPr id="7" name="Rechteck 6"/>
          <p:cNvSpPr/>
          <p:nvPr userDrawn="1"/>
        </p:nvSpPr>
        <p:spPr>
          <a:xfrm>
            <a:off x="395288" y="404581"/>
            <a:ext cx="8353425" cy="5977170"/>
          </a:xfrm>
          <a:prstGeom prst="rect">
            <a:avLst/>
          </a:prstGeom>
          <a:no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sz="7200" noProof="0" dirty="0" smtClean="0">
                <a:solidFill>
                  <a:schemeClr val="accent4"/>
                </a:solidFill>
              </a:rPr>
              <a:t>End master</a:t>
            </a:r>
            <a:endParaRPr lang="en-US" sz="7200" noProof="0" dirty="0" smtClean="0">
              <a:solidFill>
                <a:schemeClr val="tx1"/>
              </a:solidFill>
            </a:endParaRPr>
          </a:p>
          <a:p>
            <a:pPr algn="ctr"/>
            <a:r>
              <a:rPr lang="en-US" sz="7200" noProof="0" dirty="0" smtClean="0">
                <a:solidFill>
                  <a:schemeClr val="tx1"/>
                </a:solidFill>
              </a:rPr>
              <a:t>Delete all layouts</a:t>
            </a:r>
            <a:r>
              <a:rPr lang="en-US" sz="7200" baseline="0" noProof="0" dirty="0" smtClean="0">
                <a:solidFill>
                  <a:schemeClr val="tx1"/>
                </a:solidFill>
              </a:rPr>
              <a:t> after this layout!</a:t>
            </a:r>
            <a:endParaRPr lang="en-US" sz="7200" noProof="0" dirty="0" smtClean="0">
              <a:solidFill>
                <a:schemeClr val="tx1"/>
              </a:solidFill>
            </a:endParaRPr>
          </a:p>
        </p:txBody>
      </p:sp>
    </p:spTree>
    <p:extLst>
      <p:ext uri="{BB962C8B-B14F-4D97-AF65-F5344CB8AC3E}">
        <p14:creationId xmlns:p14="http://schemas.microsoft.com/office/powerpoint/2010/main" val="2543798033"/>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1.emf"/></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52"/>
          <p:cNvSpPr>
            <a:spLocks noChangeArrowheads="1"/>
          </p:cNvSpPr>
          <p:nvPr/>
        </p:nvSpPr>
        <p:spPr bwMode="gray">
          <a:xfrm>
            <a:off x="0" y="0"/>
            <a:ext cx="9144000" cy="764915"/>
          </a:xfrm>
          <a:prstGeom prst="rect">
            <a:avLst/>
          </a:prstGeom>
          <a:gradFill rotWithShape="1">
            <a:gsLst>
              <a:gs pos="0">
                <a:schemeClr val="tx1"/>
              </a:gs>
              <a:gs pos="100000">
                <a:schemeClr val="bg2"/>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lstStyle/>
          <a:p>
            <a:pPr algn="ctr"/>
            <a:endParaRPr lang="en-US"/>
          </a:p>
        </p:txBody>
      </p:sp>
      <p:pic>
        <p:nvPicPr>
          <p:cNvPr id="10" name="Picture 2"/>
          <p:cNvPicPr>
            <a:picLocks noChangeAspect="1" noChangeArrowheads="1"/>
          </p:cNvPicPr>
          <p:nvPr/>
        </p:nvPicPr>
        <p:blipFill>
          <a:blip r:embed="rId22" cstate="print">
            <a:extLst>
              <a:ext uri="{28A0092B-C50C-407E-A947-70E740481C1C}">
                <a14:useLocalDpi xmlns:a14="http://schemas.microsoft.com/office/drawing/2010/main" val="0"/>
              </a:ext>
            </a:extLst>
          </a:blip>
          <a:srcRect/>
          <a:stretch>
            <a:fillRect/>
          </a:stretch>
        </p:blipFill>
        <p:spPr bwMode="gray">
          <a:xfrm>
            <a:off x="7465880" y="486214"/>
            <a:ext cx="1211262" cy="138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itelplatzhalter 1"/>
          <p:cNvSpPr>
            <a:spLocks noGrp="1"/>
          </p:cNvSpPr>
          <p:nvPr>
            <p:ph type="title"/>
          </p:nvPr>
        </p:nvSpPr>
        <p:spPr>
          <a:xfrm>
            <a:off x="395536" y="188641"/>
            <a:ext cx="6912768" cy="573984"/>
          </a:xfrm>
          <a:prstGeom prst="rect">
            <a:avLst/>
          </a:prstGeom>
        </p:spPr>
        <p:txBody>
          <a:bodyPr vert="horz" lIns="0" tIns="0" rIns="0" bIns="72000" rtlCol="0" anchor="b" anchorCtr="0">
            <a:noAutofit/>
          </a:bodyPr>
          <a:lstStyle/>
          <a:p>
            <a:r>
              <a:rPr lang="en-US" dirty="0" smtClean="0"/>
              <a:t>Click to add topic</a:t>
            </a:r>
            <a:endParaRPr lang="en-US" dirty="0"/>
          </a:p>
        </p:txBody>
      </p:sp>
      <p:sp>
        <p:nvSpPr>
          <p:cNvPr id="3" name="Textplatzhalter 2"/>
          <p:cNvSpPr>
            <a:spLocks noGrp="1"/>
          </p:cNvSpPr>
          <p:nvPr>
            <p:ph type="body" idx="1"/>
          </p:nvPr>
        </p:nvSpPr>
        <p:spPr>
          <a:xfrm>
            <a:off x="395288" y="1485900"/>
            <a:ext cx="8353424" cy="4895850"/>
          </a:xfrm>
          <a:prstGeom prst="rect">
            <a:avLst/>
          </a:prstGeom>
        </p:spPr>
        <p:txBody>
          <a:bodyPr vert="horz" lIns="0" tIns="0" rIns="0" bIns="0" rtlCol="0" anchor="t" anchorCtr="0">
            <a:noAutofit/>
          </a:bodyPr>
          <a:lstStyle/>
          <a:p>
            <a:pPr lvl="0"/>
            <a:r>
              <a:rPr lang="en-US" dirty="0" smtClean="0"/>
              <a:t>Click to edit master text styles</a:t>
            </a:r>
          </a:p>
          <a:p>
            <a:pPr lvl="1"/>
            <a:r>
              <a:rPr lang="en-US" dirty="0" smtClean="0"/>
              <a:t>Level 2</a:t>
            </a:r>
          </a:p>
          <a:p>
            <a:pPr lvl="2"/>
            <a:r>
              <a:rPr lang="en-US" dirty="0" smtClean="0"/>
              <a:t>Level 3</a:t>
            </a:r>
          </a:p>
          <a:p>
            <a:pPr lvl="3"/>
            <a:r>
              <a:rPr lang="en-US" dirty="0" smtClean="0"/>
              <a:t>Level 4</a:t>
            </a:r>
          </a:p>
          <a:p>
            <a:pPr lvl="4"/>
            <a:r>
              <a:rPr lang="en-US" dirty="0" smtClean="0"/>
              <a:t>Level 5</a:t>
            </a:r>
          </a:p>
          <a:p>
            <a:pPr lvl="5"/>
            <a:r>
              <a:rPr lang="en-US" dirty="0" smtClean="0"/>
              <a:t>Level 6</a:t>
            </a:r>
          </a:p>
          <a:p>
            <a:pPr lvl="6"/>
            <a:r>
              <a:rPr lang="en-US" dirty="0" smtClean="0"/>
              <a:t>Level 7</a:t>
            </a:r>
          </a:p>
          <a:p>
            <a:pPr lvl="7"/>
            <a:r>
              <a:rPr lang="en-US" dirty="0" smtClean="0"/>
              <a:t>Level 8</a:t>
            </a:r>
          </a:p>
          <a:p>
            <a:pPr lvl="8"/>
            <a:r>
              <a:rPr lang="en-US" dirty="0" smtClean="0"/>
              <a:t>Level 9</a:t>
            </a:r>
            <a:endParaRPr lang="en-US" dirty="0"/>
          </a:p>
        </p:txBody>
      </p:sp>
      <p:cxnSp>
        <p:nvCxnSpPr>
          <p:cNvPr id="8" name="Gerade Verbindung 7"/>
          <p:cNvCxnSpPr/>
          <p:nvPr/>
        </p:nvCxnSpPr>
        <p:spPr bwMode="gray">
          <a:xfrm flipV="1">
            <a:off x="8748580" y="466862"/>
            <a:ext cx="0" cy="288925"/>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4" name="Foliennummernplatzhalter 3"/>
          <p:cNvSpPr>
            <a:spLocks noGrp="1"/>
          </p:cNvSpPr>
          <p:nvPr>
            <p:ph type="sldNum" sz="quarter" idx="4"/>
          </p:nvPr>
        </p:nvSpPr>
        <p:spPr>
          <a:xfrm>
            <a:off x="8748000" y="327719"/>
            <a:ext cx="396000" cy="432000"/>
          </a:xfrm>
          <a:prstGeom prst="rect">
            <a:avLst/>
          </a:prstGeom>
        </p:spPr>
        <p:txBody>
          <a:bodyPr vert="horz" lIns="72000" tIns="0" rIns="0" bIns="100800" rtlCol="0" anchor="b" anchorCtr="0"/>
          <a:lstStyle>
            <a:lvl1pPr algn="l">
              <a:defRPr sz="1420">
                <a:solidFill>
                  <a:schemeClr val="bg1"/>
                </a:solidFill>
              </a:defRPr>
            </a:lvl1pPr>
          </a:lstStyle>
          <a:p>
            <a:fld id="{2B2B68EE-DD1E-4368-AFCE-24A50EC7BF18}" type="slidenum">
              <a:rPr lang="en-US" noProof="1" smtClean="0"/>
              <a:pPr/>
              <a:t>‹#›</a:t>
            </a:fld>
            <a:endParaRPr lang="en-US" noProof="1"/>
          </a:p>
        </p:txBody>
      </p:sp>
      <p:sp>
        <p:nvSpPr>
          <p:cNvPr id="6" name="Footer Placeholder 5"/>
          <p:cNvSpPr>
            <a:spLocks noGrp="1"/>
          </p:cNvSpPr>
          <p:nvPr>
            <p:ph type="ftr" sz="quarter" idx="3"/>
          </p:nvPr>
        </p:nvSpPr>
        <p:spPr>
          <a:xfrm>
            <a:off x="395287" y="6645600"/>
            <a:ext cx="8353425" cy="151200"/>
          </a:xfrm>
          <a:prstGeom prst="rect">
            <a:avLst/>
          </a:prstGeom>
        </p:spPr>
        <p:txBody>
          <a:bodyPr vert="horz" lIns="0" tIns="45720" rIns="0" bIns="45720" rtlCol="0" anchor="ctr"/>
          <a:lstStyle>
            <a:lvl1pPr algn="r">
              <a:defRPr sz="800">
                <a:solidFill>
                  <a:schemeClr val="tx1">
                    <a:tint val="75000"/>
                  </a:schemeClr>
                </a:solidFill>
              </a:defRPr>
            </a:lvl1pPr>
          </a:lstStyle>
          <a:p>
            <a:r>
              <a:rPr lang="en-US" dirty="0" smtClean="0"/>
              <a:t>For internal use - Confidential</a:t>
            </a:r>
            <a:endParaRPr lang="en-US" dirty="0"/>
          </a:p>
        </p:txBody>
      </p:sp>
    </p:spTree>
  </p:cSld>
  <p:clrMap bg1="lt1" tx1="dk1" bg2="lt2" tx2="dk2" accent1="accent1" accent2="accent2" accent3="accent3" accent4="accent4" accent5="accent5" accent6="accent6" hlink="hlink" folHlink="folHlink"/>
  <p:sldLayoutIdLst>
    <p:sldLayoutId id="2147483661" r:id="rId1"/>
    <p:sldLayoutId id="2147483681" r:id="rId2"/>
    <p:sldLayoutId id="2147483682" r:id="rId3"/>
    <p:sldLayoutId id="2147483663" r:id="rId4"/>
    <p:sldLayoutId id="2147483679" r:id="rId5"/>
    <p:sldLayoutId id="2147483662" r:id="rId6"/>
    <p:sldLayoutId id="2147483684" r:id="rId7"/>
    <p:sldLayoutId id="2147483666" r:id="rId8"/>
    <p:sldLayoutId id="2147483680" r:id="rId9"/>
    <p:sldLayoutId id="2147483673" r:id="rId10"/>
    <p:sldLayoutId id="2147483664" r:id="rId11"/>
    <p:sldLayoutId id="2147483675" r:id="rId12"/>
    <p:sldLayoutId id="2147483677" r:id="rId13"/>
    <p:sldLayoutId id="2147483678" r:id="rId14"/>
    <p:sldLayoutId id="2147483669" r:id="rId15"/>
    <p:sldLayoutId id="2147483683" r:id="rId16"/>
    <p:sldLayoutId id="2147483672" r:id="rId17"/>
    <p:sldLayoutId id="2147483674" r:id="rId18"/>
    <p:sldLayoutId id="2147483665" r:id="rId19"/>
    <p:sldLayoutId id="2147483676" r:id="rId20"/>
  </p:sldLayoutIdLst>
  <p:timing>
    <p:tnLst>
      <p:par>
        <p:cTn id="1" dur="indefinite" restart="never" nodeType="tmRoot"/>
      </p:par>
    </p:tnLst>
  </p:timing>
  <p:hf hdr="0" dt="0"/>
  <p:txStyles>
    <p:titleStyle>
      <a:lvl1pPr algn="l" defTabSz="914400" rtl="0" eaLnBrk="1" latinLnBrk="0" hangingPunct="1">
        <a:lnSpc>
          <a:spcPts val="2600"/>
        </a:lnSpc>
        <a:spcBef>
          <a:spcPct val="0"/>
        </a:spcBef>
        <a:buNone/>
        <a:defRPr sz="240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179388" indent="-179388" algn="l" defTabSz="914400" rtl="0" eaLnBrk="1" latinLnBrk="0" hangingPunct="1">
        <a:spcBef>
          <a:spcPts val="400"/>
        </a:spcBef>
        <a:spcAft>
          <a:spcPts val="600"/>
        </a:spcAft>
        <a:buClr>
          <a:schemeClr val="accent1"/>
        </a:buClr>
        <a:buFont typeface="Wingdings" pitchFamily="2" charset="2"/>
        <a:buChar char="§"/>
        <a:defRPr sz="1600" kern="1200" baseline="0">
          <a:solidFill>
            <a:schemeClr val="tx1"/>
          </a:solidFill>
          <a:latin typeface="+mn-lt"/>
          <a:ea typeface="+mn-ea"/>
          <a:cs typeface="+mn-cs"/>
        </a:defRPr>
      </a:lvl1pPr>
      <a:lvl2pPr marL="358775" indent="-179388" algn="l" defTabSz="914400" rtl="0" eaLnBrk="1" latinLnBrk="0" hangingPunct="1">
        <a:spcBef>
          <a:spcPts val="0"/>
        </a:spcBef>
        <a:spcAft>
          <a:spcPts val="400"/>
        </a:spcAft>
        <a:buClr>
          <a:schemeClr val="accent1"/>
        </a:buClr>
        <a:buFont typeface="Arial" pitchFamily="34" charset="0"/>
        <a:buChar char="-"/>
        <a:defRPr sz="1600" kern="1200">
          <a:solidFill>
            <a:schemeClr val="tx1"/>
          </a:solidFill>
          <a:latin typeface="+mn-lt"/>
          <a:ea typeface="+mn-ea"/>
          <a:cs typeface="+mn-cs"/>
        </a:defRPr>
      </a:lvl2pPr>
      <a:lvl3pPr marL="541338" indent="-184150" algn="l" defTabSz="914400" rtl="0" eaLnBrk="1" latinLnBrk="0" hangingPunct="1">
        <a:spcBef>
          <a:spcPts val="0"/>
        </a:spcBef>
        <a:spcAft>
          <a:spcPts val="400"/>
        </a:spcAft>
        <a:buClr>
          <a:schemeClr val="accent1"/>
        </a:buClr>
        <a:buFont typeface="Arial" pitchFamily="34" charset="0"/>
        <a:buChar char="-"/>
        <a:tabLst/>
        <a:defRPr sz="1600" kern="1200">
          <a:solidFill>
            <a:schemeClr val="tx1"/>
          </a:solidFill>
          <a:latin typeface="+mn-lt"/>
          <a:ea typeface="+mn-ea"/>
          <a:cs typeface="+mn-cs"/>
        </a:defRPr>
      </a:lvl3pPr>
      <a:lvl4pPr marL="715963" indent="-174625" algn="l" defTabSz="914400" rtl="0" eaLnBrk="1" latinLnBrk="0" hangingPunct="1">
        <a:spcBef>
          <a:spcPts val="0"/>
        </a:spcBef>
        <a:spcAft>
          <a:spcPts val="400"/>
        </a:spcAft>
        <a:buClr>
          <a:schemeClr val="accent1"/>
        </a:buClr>
        <a:buFont typeface="Arial" panose="020B0604020202020204" pitchFamily="34" charset="0"/>
        <a:buChar char="-"/>
        <a:defRPr sz="1600" kern="1200">
          <a:solidFill>
            <a:schemeClr val="tx1"/>
          </a:solidFill>
          <a:latin typeface="+mn-lt"/>
          <a:ea typeface="+mn-ea"/>
          <a:cs typeface="+mn-cs"/>
        </a:defRPr>
      </a:lvl4pPr>
      <a:lvl5pPr marL="715963" indent="182563" algn="l" defTabSz="914400" rtl="0" eaLnBrk="1" latinLnBrk="0" hangingPunct="1">
        <a:spcBef>
          <a:spcPts val="0"/>
        </a:spcBef>
        <a:spcAft>
          <a:spcPts val="400"/>
        </a:spcAft>
        <a:buClr>
          <a:schemeClr val="accent1"/>
        </a:buClr>
        <a:buFont typeface="Arial" panose="020B0604020202020204" pitchFamily="34" charset="0"/>
        <a:buChar char="-"/>
        <a:tabLst/>
        <a:defRPr sz="1600" kern="1200">
          <a:solidFill>
            <a:schemeClr val="tx1"/>
          </a:solidFill>
          <a:latin typeface="+mn-lt"/>
          <a:ea typeface="+mn-ea"/>
          <a:cs typeface="+mn-cs"/>
        </a:defRPr>
      </a:lvl5pPr>
      <a:lvl6pPr marL="1073150" indent="-174625" algn="l" defTabSz="914400" rtl="0" eaLnBrk="1" latinLnBrk="0" hangingPunct="1">
        <a:spcBef>
          <a:spcPts val="0"/>
        </a:spcBef>
        <a:spcAft>
          <a:spcPts val="400"/>
        </a:spcAft>
        <a:buClr>
          <a:schemeClr val="accent1"/>
        </a:buClr>
        <a:buFont typeface="Arial" panose="020B0604020202020204" pitchFamily="34" charset="0"/>
        <a:buChar char="-"/>
        <a:defRPr sz="1600" kern="1200">
          <a:solidFill>
            <a:schemeClr val="tx1"/>
          </a:solidFill>
          <a:latin typeface="+mn-lt"/>
          <a:ea typeface="+mn-ea"/>
          <a:cs typeface="+mn-cs"/>
        </a:defRPr>
      </a:lvl6pPr>
      <a:lvl7pPr marL="1255713" indent="-182563" algn="l" defTabSz="914400" rtl="0" eaLnBrk="1" latinLnBrk="0" hangingPunct="1">
        <a:spcBef>
          <a:spcPts val="0"/>
        </a:spcBef>
        <a:spcAft>
          <a:spcPts val="400"/>
        </a:spcAft>
        <a:buClr>
          <a:schemeClr val="accent1"/>
        </a:buClr>
        <a:buFont typeface="Arial" pitchFamily="34" charset="0"/>
        <a:buChar char="-"/>
        <a:defRPr sz="1600" kern="1200">
          <a:solidFill>
            <a:schemeClr val="tx1"/>
          </a:solidFill>
          <a:latin typeface="+mn-lt"/>
          <a:ea typeface="+mn-ea"/>
          <a:cs typeface="+mn-cs"/>
        </a:defRPr>
      </a:lvl7pPr>
      <a:lvl8pPr marL="1431925" indent="-176213" algn="l" defTabSz="914400" rtl="0" eaLnBrk="1" latinLnBrk="0" hangingPunct="1">
        <a:spcBef>
          <a:spcPts val="0"/>
        </a:spcBef>
        <a:spcAft>
          <a:spcPts val="400"/>
        </a:spcAft>
        <a:buClr>
          <a:schemeClr val="accent1"/>
        </a:buClr>
        <a:buFont typeface="Arial" pitchFamily="34" charset="0"/>
        <a:buChar char="-"/>
        <a:defRPr sz="1600" kern="1200">
          <a:solidFill>
            <a:schemeClr val="tx1"/>
          </a:solidFill>
          <a:latin typeface="+mn-lt"/>
          <a:ea typeface="+mn-ea"/>
          <a:cs typeface="+mn-cs"/>
        </a:defRPr>
      </a:lvl8pPr>
      <a:lvl9pPr marL="1614488" indent="-182563" algn="l" defTabSz="914400" rtl="0" eaLnBrk="1" latinLnBrk="0" hangingPunct="1">
        <a:spcBef>
          <a:spcPts val="0"/>
        </a:spcBef>
        <a:spcAft>
          <a:spcPts val="400"/>
        </a:spcAft>
        <a:buClr>
          <a:schemeClr val="accent1"/>
        </a:buClr>
        <a:buFont typeface="Arial" pitchFamily="34" charset="0"/>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600" kern="1200">
          <a:solidFill>
            <a:schemeClr val="tx1"/>
          </a:solidFill>
          <a:latin typeface="+mn-lt"/>
          <a:ea typeface="+mn-ea"/>
          <a:cs typeface="+mn-cs"/>
        </a:defRPr>
      </a:lvl1pPr>
      <a:lvl2pPr marL="457200" algn="l" defTabSz="914400" rtl="0" eaLnBrk="1" latinLnBrk="0" hangingPunct="1">
        <a:defRPr sz="1600" kern="1200">
          <a:solidFill>
            <a:schemeClr val="tx1"/>
          </a:solidFill>
          <a:latin typeface="+mn-lt"/>
          <a:ea typeface="+mn-ea"/>
          <a:cs typeface="+mn-cs"/>
        </a:defRPr>
      </a:lvl2pPr>
      <a:lvl3pPr marL="914400" algn="l" defTabSz="914400" rtl="0" eaLnBrk="1" latinLnBrk="0" hangingPunct="1">
        <a:defRPr sz="1600" kern="1200">
          <a:solidFill>
            <a:schemeClr val="tx1"/>
          </a:solidFill>
          <a:latin typeface="+mn-lt"/>
          <a:ea typeface="+mn-ea"/>
          <a:cs typeface="+mn-cs"/>
        </a:defRPr>
      </a:lvl3pPr>
      <a:lvl4pPr marL="1371600" algn="l" defTabSz="914400" rtl="0" eaLnBrk="1" latinLnBrk="0" hangingPunct="1">
        <a:defRPr sz="1600" kern="1200">
          <a:solidFill>
            <a:schemeClr val="tx1"/>
          </a:solidFill>
          <a:latin typeface="+mn-lt"/>
          <a:ea typeface="+mn-ea"/>
          <a:cs typeface="+mn-cs"/>
        </a:defRPr>
      </a:lvl4pPr>
      <a:lvl5pPr marL="1828800" algn="l" defTabSz="914400" rtl="0" eaLnBrk="1" latinLnBrk="0" hangingPunct="1">
        <a:defRPr sz="1600" kern="1200">
          <a:solidFill>
            <a:schemeClr val="tx1"/>
          </a:solidFill>
          <a:latin typeface="+mn-lt"/>
          <a:ea typeface="+mn-ea"/>
          <a:cs typeface="+mn-cs"/>
        </a:defRPr>
      </a:lvl5pPr>
      <a:lvl6pPr marL="2286000" algn="l" defTabSz="914400" rtl="0" eaLnBrk="1" latinLnBrk="0" hangingPunct="1">
        <a:defRPr sz="16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600" kern="1200">
          <a:solidFill>
            <a:schemeClr val="tx1"/>
          </a:solidFill>
          <a:latin typeface="+mn-lt"/>
          <a:ea typeface="+mn-ea"/>
          <a:cs typeface="+mn-cs"/>
        </a:defRPr>
      </a:lvl8pPr>
      <a:lvl9pPr marL="3657600" algn="l" defTabSz="914400" rtl="0" eaLnBrk="1" latinLnBrk="0" hangingPunct="1">
        <a:defRPr sz="16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Layout" Target="../slideLayouts/slideLayout1.xml"/><Relationship Id="rId4" Type="http://schemas.openxmlformats.org/officeDocument/2006/relationships/image" Target="../media/image5.emf"/></Relationships>
</file>

<file path=ppt/slides/_rels/slide2.xml.rels><?xml version="1.0" encoding="UTF-8" standalone="yes"?>
<Relationships xmlns="http://schemas.openxmlformats.org/package/2006/relationships"><Relationship Id="rId3" Type="http://schemas.openxmlformats.org/officeDocument/2006/relationships/image" Target="../media/image6.gif"/><Relationship Id="rId2" Type="http://schemas.openxmlformats.org/officeDocument/2006/relationships/notesSlide" Target="../notesSlides/notesSlide1.xml"/><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6.gif"/><Relationship Id="rId2" Type="http://schemas.openxmlformats.org/officeDocument/2006/relationships/notesSlide" Target="../notesSlides/notesSlide3.xml"/><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7.xml"/><Relationship Id="rId1" Type="http://schemas.openxmlformats.org/officeDocument/2006/relationships/slideLayout" Target="../slideLayouts/slideLayout6.xml"/><Relationship Id="rId4" Type="http://schemas.openxmlformats.org/officeDocument/2006/relationships/image" Target="../media/image12.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3" Type="http://schemas.openxmlformats.org/officeDocument/2006/relationships/image" Target="../media/image6.gif"/><Relationship Id="rId2" Type="http://schemas.openxmlformats.org/officeDocument/2006/relationships/notesSlide" Target="../notesSlides/notesSlide21.xml"/><Relationship Id="rId1" Type="http://schemas.openxmlformats.org/officeDocument/2006/relationships/slideLayout" Target="../slideLayouts/slideLayout9.xml"/></Relationships>
</file>

<file path=ppt/slides/_rels/slide25.xml.rels><?xml version="1.0" encoding="UTF-8" standalone="yes"?>
<Relationships xmlns="http://schemas.openxmlformats.org/package/2006/relationships"><Relationship Id="rId3" Type="http://schemas.openxmlformats.org/officeDocument/2006/relationships/image" Target="../media/image121.png"/><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3.xml"/><Relationship Id="rId1" Type="http://schemas.openxmlformats.org/officeDocument/2006/relationships/slideLayout" Target="../slideLayouts/slideLayout6.xml"/><Relationship Id="rId4" Type="http://schemas.openxmlformats.org/officeDocument/2006/relationships/image" Target="../media/image14.png"/></Relationships>
</file>

<file path=ppt/slides/_rels/slide27.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5.xml"/><Relationship Id="rId1" Type="http://schemas.openxmlformats.org/officeDocument/2006/relationships/slideLayout" Target="../slideLayouts/slideLayout6.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29.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27.xml"/><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29.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3" Type="http://schemas.openxmlformats.org/officeDocument/2006/relationships/image" Target="../media/image120.png"/><Relationship Id="rId2" Type="http://schemas.openxmlformats.org/officeDocument/2006/relationships/notesSlide" Target="../notesSlides/notesSlide30.xml"/><Relationship Id="rId1" Type="http://schemas.openxmlformats.org/officeDocument/2006/relationships/slideLayout" Target="../slideLayouts/slideLayout6.xml"/><Relationship Id="rId4" Type="http://schemas.openxmlformats.org/officeDocument/2006/relationships/image" Target="../media/image130.png"/></Relationships>
</file>

<file path=ppt/slides/_rels/slide3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1.xml"/><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2" Type="http://schemas.openxmlformats.org/officeDocument/2006/relationships/image" Target="../media/image150.png"/><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6.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chart" Target="../charts/chart6.xml"/><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6.xml"/></Relationships>
</file>

<file path=ppt/slides/_rels/slide4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chart" Target="../charts/chart7.xml"/><Relationship Id="rId1" Type="http://schemas.openxmlformats.org/officeDocument/2006/relationships/slideLayout" Target="../slideLayouts/slideLayout6.xml"/></Relationships>
</file>

<file path=ppt/slides/_rels/slide4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6.xml"/></Relationships>
</file>

<file path=ppt/slides/_rels/slide48.xml.rels><?xml version="1.0" encoding="UTF-8" standalone="yes"?>
<Relationships xmlns="http://schemas.openxmlformats.org/package/2006/relationships"><Relationship Id="rId2" Type="http://schemas.openxmlformats.org/officeDocument/2006/relationships/image" Target="../media/image170.png"/><Relationship Id="rId1" Type="http://schemas.openxmlformats.org/officeDocument/2006/relationships/slideLayout" Target="../slideLayouts/slideLayout6.xml"/></Relationships>
</file>

<file path=ppt/slides/_rels/slide49.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6.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2.xml.rels><?xml version="1.0" encoding="UTF-8" standalone="yes"?>
<Relationships xmlns="http://schemas.openxmlformats.org/package/2006/relationships"><Relationship Id="rId3" Type="http://schemas.openxmlformats.org/officeDocument/2006/relationships/image" Target="../media/image190.png"/><Relationship Id="rId2" Type="http://schemas.openxmlformats.org/officeDocument/2006/relationships/notesSlide" Target="../notesSlides/notesSlide35.xml"/><Relationship Id="rId1" Type="http://schemas.openxmlformats.org/officeDocument/2006/relationships/slideLayout" Target="../slideLayouts/slideLayout11.xml"/><Relationship Id="rId4" Type="http://schemas.openxmlformats.org/officeDocument/2006/relationships/image" Target="../media/image200.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54.xml.rels><?xml version="1.0" encoding="UTF-8" standalone="yes"?>
<Relationships xmlns="http://schemas.openxmlformats.org/package/2006/relationships"><Relationship Id="rId2" Type="http://schemas.openxmlformats.org/officeDocument/2006/relationships/image" Target="../media/image211.png"/><Relationship Id="rId1" Type="http://schemas.openxmlformats.org/officeDocument/2006/relationships/slideLayout" Target="../slideLayouts/slideLayout11.xml"/></Relationships>
</file>

<file path=ppt/slides/_rels/slide55.xml.rels><?xml version="1.0" encoding="UTF-8" standalone="yes"?>
<Relationships xmlns="http://schemas.openxmlformats.org/package/2006/relationships"><Relationship Id="rId2" Type="http://schemas.openxmlformats.org/officeDocument/2006/relationships/image" Target="../media/image210.png"/><Relationship Id="rId1" Type="http://schemas.openxmlformats.org/officeDocument/2006/relationships/slideLayout" Target="../slideLayouts/slideLayout6.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6.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9.xml.rels><?xml version="1.0" encoding="UTF-8" standalone="yes"?>
<Relationships xmlns="http://schemas.openxmlformats.org/package/2006/relationships"><Relationship Id="rId3" Type="http://schemas.openxmlformats.org/officeDocument/2006/relationships/image" Target="../media/image220.png"/><Relationship Id="rId2" Type="http://schemas.openxmlformats.org/officeDocument/2006/relationships/image" Target="../media/image221.png"/><Relationship Id="rId1" Type="http://schemas.openxmlformats.org/officeDocument/2006/relationships/slideLayout" Target="../slideLayouts/slideLayout6.xml"/></Relationships>
</file>

<file path=ppt/slides/_rels/slide60.xml.rels><?xml version="1.0" encoding="UTF-8" standalone="yes"?>
<Relationships xmlns="http://schemas.openxmlformats.org/package/2006/relationships"><Relationship Id="rId2" Type="http://schemas.openxmlformats.org/officeDocument/2006/relationships/image" Target="../media/image230.png"/><Relationship Id="rId1" Type="http://schemas.openxmlformats.org/officeDocument/2006/relationships/slideLayout" Target="../slideLayouts/slideLayout6.xml"/></Relationships>
</file>

<file path=ppt/slides/_rels/slide6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6.xml"/></Relationships>
</file>

<file path=ppt/slides/_rels/slide6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6.xml"/></Relationships>
</file>

<file path=ppt/slides/_rels/slide6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6.xml"/></Relationships>
</file>

<file path=ppt/slides/_rels/slide64.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6.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6.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6.xml"/></Relationships>
</file>

<file path=ppt/slides/_rels/slide67.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6.xml"/></Relationships>
</file>

<file path=ppt/slides/_rels/slide68.xml.rels><?xml version="1.0" encoding="UTF-8" standalone="yes"?>
<Relationships xmlns="http://schemas.openxmlformats.org/package/2006/relationships"><Relationship Id="rId2" Type="http://schemas.openxmlformats.org/officeDocument/2006/relationships/image" Target="../media/image310.png"/><Relationship Id="rId1" Type="http://schemas.openxmlformats.org/officeDocument/2006/relationships/slideLayout" Target="../slideLayouts/slideLayout6.xml"/></Relationships>
</file>

<file path=ppt/slides/_rels/slide69.xml.rels><?xml version="1.0" encoding="UTF-8" standalone="yes"?>
<Relationships xmlns="http://schemas.openxmlformats.org/package/2006/relationships"><Relationship Id="rId2" Type="http://schemas.openxmlformats.org/officeDocument/2006/relationships/image" Target="../media/image321.png"/><Relationship Id="rId1" Type="http://schemas.openxmlformats.org/officeDocument/2006/relationships/slideLayout" Target="../slideLayouts/slideLayout6.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1.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6.xml"/></Relationships>
</file>

<file path=ppt/slides/_rels/slide72.xml.rels><?xml version="1.0" encoding="UTF-8" standalone="yes"?>
<Relationships xmlns="http://schemas.openxmlformats.org/package/2006/relationships"><Relationship Id="rId2" Type="http://schemas.openxmlformats.org/officeDocument/2006/relationships/image" Target="../media/image331.png"/><Relationship Id="rId1" Type="http://schemas.openxmlformats.org/officeDocument/2006/relationships/slideLayout" Target="../slideLayouts/slideLayout6.xml"/></Relationships>
</file>

<file path=ppt/slides/_rels/slide73.xml.rels><?xml version="1.0" encoding="UTF-8" standalone="yes"?>
<Relationships xmlns="http://schemas.openxmlformats.org/package/2006/relationships"><Relationship Id="rId2" Type="http://schemas.openxmlformats.org/officeDocument/2006/relationships/image" Target="../media/image320.png"/><Relationship Id="rId1" Type="http://schemas.openxmlformats.org/officeDocument/2006/relationships/slideLayout" Target="../slideLayouts/slideLayout6.xml"/></Relationships>
</file>

<file path=ppt/slides/_rels/slide74.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6.xml"/></Relationships>
</file>

<file path=ppt/slides/_rels/slide75.xml.rels><?xml version="1.0" encoding="UTF-8" standalone="yes"?>
<Relationships xmlns="http://schemas.openxmlformats.org/package/2006/relationships"><Relationship Id="rId3" Type="http://schemas.openxmlformats.org/officeDocument/2006/relationships/image" Target="../media/image6.gif"/><Relationship Id="rId2" Type="http://schemas.openxmlformats.org/officeDocument/2006/relationships/notesSlide" Target="../notesSlides/notesSlide37.xml"/><Relationship Id="rId1" Type="http://schemas.openxmlformats.org/officeDocument/2006/relationships/slideLayout" Target="../slideLayouts/slideLayout9.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6.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6.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6.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2.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6.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83.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6.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5.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hyperlink" Target="mailto:0.25MPD@min" TargetMode="External"/><Relationship Id="rId1" Type="http://schemas.openxmlformats.org/officeDocument/2006/relationships/slideLayout" Target="../slideLayouts/slideLayout6.xml"/></Relationships>
</file>

<file path=ppt/slides/_rels/slide86.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6.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699792" y="3267288"/>
            <a:ext cx="6200120" cy="597686"/>
          </a:xfrm>
        </p:spPr>
        <p:txBody>
          <a:bodyPr/>
          <a:lstStyle/>
          <a:p>
            <a:r>
              <a:rPr lang="en-US" altLang="zh-CN" dirty="0" smtClean="0"/>
              <a:t>OIML R60 Load Cell</a:t>
            </a:r>
            <a:endParaRPr lang="en-US" dirty="0"/>
          </a:p>
        </p:txBody>
      </p:sp>
      <p:sp>
        <p:nvSpPr>
          <p:cNvPr id="3" name="Subtitle 2"/>
          <p:cNvSpPr>
            <a:spLocks noGrp="1"/>
          </p:cNvSpPr>
          <p:nvPr>
            <p:ph type="subTitle" idx="1"/>
          </p:nvPr>
        </p:nvSpPr>
        <p:spPr/>
        <p:txBody>
          <a:bodyPr/>
          <a:lstStyle/>
          <a:p>
            <a:r>
              <a:rPr lang="en-US" dirty="0" smtClean="0"/>
              <a:t>MTCT II</a:t>
            </a:r>
          </a:p>
          <a:p>
            <a:r>
              <a:rPr lang="en-US" dirty="0" smtClean="0"/>
              <a:t>201</a:t>
            </a:r>
            <a:r>
              <a:rPr lang="en-US" altLang="zh-CN" dirty="0" smtClean="0"/>
              <a:t>8</a:t>
            </a:r>
            <a:r>
              <a:rPr lang="en-US" dirty="0" smtClean="0"/>
              <a:t> </a:t>
            </a:r>
            <a:r>
              <a:rPr lang="en-US" altLang="zh-CN" dirty="0" smtClean="0"/>
              <a:t>/ 6</a:t>
            </a:r>
            <a:endParaRPr lang="en-US" dirty="0"/>
          </a:p>
        </p:txBody>
      </p:sp>
      <p:sp>
        <p:nvSpPr>
          <p:cNvPr id="7" name="Text Placeholder 6"/>
          <p:cNvSpPr>
            <a:spLocks noGrp="1"/>
          </p:cNvSpPr>
          <p:nvPr>
            <p:ph type="body" sz="quarter" idx="12"/>
          </p:nvPr>
        </p:nvSpPr>
        <p:spPr>
          <a:xfrm>
            <a:off x="2699792" y="4014607"/>
            <a:ext cx="6200121" cy="964882"/>
          </a:xfrm>
        </p:spPr>
        <p:txBody>
          <a:bodyPr/>
          <a:lstStyle/>
          <a:p>
            <a:r>
              <a:rPr lang="en-US" altLang="zh-CN" dirty="0" smtClean="0"/>
              <a:t>2000 version &amp; 2017 version</a:t>
            </a:r>
            <a:endParaRPr lang="en-US" dirty="0"/>
          </a:p>
        </p:txBody>
      </p:sp>
      <p:grpSp>
        <p:nvGrpSpPr>
          <p:cNvPr id="4" name="组合 3"/>
          <p:cNvGrpSpPr/>
          <p:nvPr/>
        </p:nvGrpSpPr>
        <p:grpSpPr>
          <a:xfrm>
            <a:off x="2509317" y="442677"/>
            <a:ext cx="6634683" cy="2436219"/>
            <a:chOff x="2509317" y="442677"/>
            <a:chExt cx="6634683" cy="2436219"/>
          </a:xfrm>
        </p:grpSpPr>
        <p:pic>
          <p:nvPicPr>
            <p:cNvPr id="1026" name="Picture 2" descr="C:\Users\wang-53\Downloads\MT图片和剪贴画库\Ind\SSH-02_Internet_38654.jpg"/>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10695" t="36224" r="10747" b="15526"/>
            <a:stretch/>
          </p:blipFill>
          <p:spPr bwMode="auto">
            <a:xfrm rot="19718458">
              <a:off x="2509317" y="983634"/>
              <a:ext cx="3110965" cy="1276176"/>
            </a:xfrm>
            <a:prstGeom prst="rect">
              <a:avLst/>
            </a:prstGeom>
            <a:noFill/>
            <a:extLst>
              <a:ext uri="{909E8E84-426E-40DD-AFC4-6F175D3DCCD1}">
                <a14:hiddenFill xmlns:a14="http://schemas.microsoft.com/office/drawing/2010/main">
                  <a:solidFill>
                    <a:srgbClr val="FFFFFF"/>
                  </a:solidFill>
                </a14:hiddenFill>
              </a:ext>
            </a:extLst>
          </p:spPr>
        </p:pic>
        <p:pic>
          <p:nvPicPr>
            <p:cNvPr id="1027" name="Picture 3" descr="C:\Users\wang-53\Downloads\MT图片和剪贴画库\Ind\PDX_Load_Cell_2_Internet_6798.jpg"/>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12164" b="12681"/>
            <a:stretch/>
          </p:blipFill>
          <p:spPr bwMode="auto">
            <a:xfrm>
              <a:off x="5786452" y="442677"/>
              <a:ext cx="1960497" cy="2436219"/>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68000" y="669610"/>
              <a:ext cx="1476000" cy="121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extLst>
      <p:ext uri="{BB962C8B-B14F-4D97-AF65-F5344CB8AC3E}">
        <p14:creationId xmlns:p14="http://schemas.microsoft.com/office/powerpoint/2010/main" val="1962572016"/>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7" name="Gruppieren 16"/>
          <p:cNvGrpSpPr/>
          <p:nvPr/>
        </p:nvGrpSpPr>
        <p:grpSpPr>
          <a:xfrm>
            <a:off x="395288" y="1485900"/>
            <a:ext cx="10081400" cy="491500"/>
            <a:chOff x="539175" y="3154768"/>
            <a:chExt cx="10081400" cy="531132"/>
          </a:xfrm>
        </p:grpSpPr>
        <p:sp>
          <p:nvSpPr>
            <p:cNvPr id="4" name="Gleichschenkliges Dreieck 3"/>
            <p:cNvSpPr/>
            <p:nvPr/>
          </p:nvSpPr>
          <p:spPr>
            <a:xfrm rot="16200000">
              <a:off x="9371418" y="3273380"/>
              <a:ext cx="311087" cy="216029"/>
            </a:xfrm>
            <a:prstGeom prs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hteck 19"/>
            <p:cNvSpPr/>
            <p:nvPr/>
          </p:nvSpPr>
          <p:spPr>
            <a:xfrm>
              <a:off x="539175" y="3154768"/>
              <a:ext cx="8396287" cy="531132"/>
            </a:xfrm>
            <a:prstGeom prst="rect">
              <a:avLst/>
            </a:prstGeom>
            <a:solidFill>
              <a:schemeClr val="bg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b="1" dirty="0"/>
            </a:p>
          </p:txBody>
        </p:sp>
        <p:sp>
          <p:nvSpPr>
            <p:cNvPr id="16" name="Rechteck 15"/>
            <p:cNvSpPr/>
            <p:nvPr/>
          </p:nvSpPr>
          <p:spPr>
            <a:xfrm>
              <a:off x="9684445" y="3176891"/>
              <a:ext cx="936130" cy="43206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36000" bIns="0" rtlCol="0" anchor="ctr"/>
            <a:lstStyle/>
            <a:p>
              <a:r>
                <a:rPr lang="en-US" sz="800" dirty="0" smtClean="0">
                  <a:solidFill>
                    <a:schemeClr val="tx1"/>
                  </a:solidFill>
                </a:rPr>
                <a:t>To shift Highlight</a:t>
              </a:r>
            </a:p>
            <a:p>
              <a:r>
                <a:rPr lang="en-US" sz="800" dirty="0">
                  <a:solidFill>
                    <a:schemeClr val="tx1"/>
                  </a:solidFill>
                </a:rPr>
                <a:t>C</a:t>
              </a:r>
              <a:r>
                <a:rPr lang="en-US" sz="800" dirty="0" smtClean="0">
                  <a:solidFill>
                    <a:schemeClr val="tx1"/>
                  </a:solidFill>
                </a:rPr>
                <a:t>lick the arrow, press shift key and move top or bottom</a:t>
              </a:r>
            </a:p>
          </p:txBody>
        </p:sp>
      </p:grpSp>
      <p:sp>
        <p:nvSpPr>
          <p:cNvPr id="2" name="Titel 1"/>
          <p:cNvSpPr>
            <a:spLocks noGrp="1"/>
          </p:cNvSpPr>
          <p:nvPr>
            <p:ph type="title"/>
          </p:nvPr>
        </p:nvSpPr>
        <p:spPr/>
        <p:txBody>
          <a:bodyPr/>
          <a:lstStyle/>
          <a:p>
            <a:r>
              <a:rPr lang="en-US" dirty="0" smtClean="0"/>
              <a:t>Agenda</a:t>
            </a:r>
            <a:endParaRPr lang="en-US" dirty="0"/>
          </a:p>
        </p:txBody>
      </p:sp>
      <p:sp>
        <p:nvSpPr>
          <p:cNvPr id="14" name="Slide Number Placeholder 13"/>
          <p:cNvSpPr>
            <a:spLocks noGrp="1"/>
          </p:cNvSpPr>
          <p:nvPr>
            <p:ph type="sldNum" sz="quarter" idx="100"/>
          </p:nvPr>
        </p:nvSpPr>
        <p:spPr/>
        <p:txBody>
          <a:bodyPr/>
          <a:lstStyle/>
          <a:p>
            <a:fld id="{2B2B68EE-DD1E-4368-AFCE-24A50EC7BF18}" type="slidenum">
              <a:rPr lang="en-US" smtClean="0"/>
              <a:pPr/>
              <a:t>2</a:t>
            </a:fld>
            <a:endParaRPr lang="en-US" dirty="0"/>
          </a:p>
        </p:txBody>
      </p:sp>
      <p:sp>
        <p:nvSpPr>
          <p:cNvPr id="13" name="Footer Placeholder 12"/>
          <p:cNvSpPr>
            <a:spLocks noGrp="1"/>
          </p:cNvSpPr>
          <p:nvPr>
            <p:ph type="ftr" sz="quarter" idx="101"/>
          </p:nvPr>
        </p:nvSpPr>
        <p:spPr/>
        <p:txBody>
          <a:bodyPr/>
          <a:lstStyle/>
          <a:p>
            <a:r>
              <a:rPr lang="en-US" smtClean="0"/>
              <a:t>For internal use - Confidential</a:t>
            </a:r>
            <a:endParaRPr lang="en-US" dirty="0"/>
          </a:p>
        </p:txBody>
      </p:sp>
      <p:graphicFrame>
        <p:nvGraphicFramePr>
          <p:cNvPr id="8" name="Inhaltsplatzhalter 7"/>
          <p:cNvGraphicFramePr>
            <a:graphicFrameLocks noGrp="1"/>
          </p:cNvGraphicFramePr>
          <p:nvPr>
            <p:ph idx="4294967295"/>
            <p:extLst>
              <p:ext uri="{D42A27DB-BD31-4B8C-83A1-F6EECF244321}">
                <p14:modId xmlns:p14="http://schemas.microsoft.com/office/powerpoint/2010/main" val="1647922184"/>
              </p:ext>
            </p:extLst>
          </p:nvPr>
        </p:nvGraphicFramePr>
        <p:xfrm>
          <a:off x="357187" y="1477762"/>
          <a:ext cx="8429625" cy="2016000"/>
        </p:xfrm>
        <a:graphic>
          <a:graphicData uri="http://schemas.openxmlformats.org/drawingml/2006/table">
            <a:tbl>
              <a:tblPr firstRow="1" firstCol="1" bandRow="1">
                <a:solidFill>
                  <a:srgbClr val="FFFFFF">
                    <a:alpha val="20000"/>
                  </a:srgbClr>
                </a:solidFill>
              </a:tblPr>
              <a:tblGrid>
                <a:gridCol w="508896"/>
                <a:gridCol w="7920729"/>
              </a:tblGrid>
              <a:tr h="504000">
                <a:tc>
                  <a:txBody>
                    <a:bodyPr/>
                    <a:lstStyle/>
                    <a:p>
                      <a:pPr algn="ctr"/>
                      <a:r>
                        <a:rPr lang="en-US" b="1" noProof="0" dirty="0" smtClean="0">
                          <a:solidFill>
                            <a:schemeClr val="bg1"/>
                          </a:solidFill>
                          <a:latin typeface="黑体" panose="02010609060101010101" pitchFamily="49" charset="-122"/>
                          <a:ea typeface="黑体" panose="02010609060101010101" pitchFamily="49" charset="-122"/>
                        </a:rPr>
                        <a:t>1</a:t>
                      </a:r>
                      <a:endParaRPr lang="en-US" b="1" noProof="0" dirty="0">
                        <a:solidFill>
                          <a:schemeClr val="bg1"/>
                        </a:solidFill>
                        <a:latin typeface="黑体" panose="02010609060101010101" pitchFamily="49" charset="-122"/>
                        <a:ea typeface="黑体" panose="02010609060101010101" pitchFamily="49" charset="-122"/>
                      </a:endParaRPr>
                    </a:p>
                  </a:txBody>
                  <a:tcPr marL="35742" marR="71484" anchor="ctr">
                    <a:lnL w="76200" cap="flat" cmpd="sng" algn="ctr">
                      <a:solidFill>
                        <a:schemeClr val="tx2"/>
                      </a:solidFill>
                      <a:prstDash val="solid"/>
                      <a:round/>
                      <a:headEnd type="none" w="med" len="med"/>
                      <a:tailEnd type="none" w="med" len="med"/>
                    </a:lnL>
                    <a:lnR w="76200" cap="flat" cmpd="sng" algn="ctr">
                      <a:solidFill>
                        <a:schemeClr val="tx2"/>
                      </a:solidFill>
                      <a:prstDash val="solid"/>
                      <a:round/>
                      <a:headEnd type="none" w="med" len="med"/>
                      <a:tailEnd type="none" w="med" len="med"/>
                    </a:lnR>
                    <a:lnT w="76200" cap="flat" cmpd="sng" algn="ctr">
                      <a:solidFill>
                        <a:schemeClr val="tx2"/>
                      </a:solidFill>
                      <a:prstDash val="solid"/>
                      <a:round/>
                      <a:headEnd type="none" w="med" len="med"/>
                      <a:tailEnd type="none" w="med" len="med"/>
                    </a:lnT>
                    <a:lnB w="76200" cap="flat" cmpd="sng" algn="ctr">
                      <a:solidFill>
                        <a:schemeClr val="tx2"/>
                      </a:solidFill>
                      <a:prstDash val="solid"/>
                      <a:round/>
                      <a:headEnd type="none" w="med" len="med"/>
                      <a:tailEnd type="none" w="med" len="med"/>
                    </a:lnB>
                    <a:solidFill>
                      <a:schemeClr val="tx1"/>
                    </a:solidFill>
                  </a:tcPr>
                </a:tc>
                <a:tc>
                  <a:txBody>
                    <a:bodyPr/>
                    <a:lstStyle/>
                    <a:p>
                      <a:r>
                        <a:rPr lang="zh-CN" altLang="en-US" b="1" baseline="0" noProof="0" dirty="0" smtClean="0">
                          <a:latin typeface="黑体" panose="02010609060101010101" pitchFamily="49" charset="-122"/>
                          <a:ea typeface="黑体" panose="02010609060101010101" pitchFamily="49" charset="-122"/>
                        </a:rPr>
                        <a:t>一般介绍</a:t>
                      </a:r>
                      <a:endParaRPr lang="en-US" b="1" baseline="0" noProof="0" dirty="0">
                        <a:latin typeface="黑体" panose="02010609060101010101" pitchFamily="49" charset="-122"/>
                        <a:ea typeface="黑体" panose="02010609060101010101" pitchFamily="49" charset="-122"/>
                      </a:endParaRPr>
                    </a:p>
                  </a:txBody>
                  <a:tcPr marL="90784" marR="90784" anchor="ctr">
                    <a:lnL w="76200" cap="flat" cmpd="sng" algn="ctr">
                      <a:solidFill>
                        <a:schemeClr val="tx2"/>
                      </a:solidFill>
                      <a:prstDash val="solid"/>
                      <a:round/>
                      <a:headEnd type="none" w="med" len="med"/>
                      <a:tailEnd type="none" w="med" len="med"/>
                    </a:lnL>
                    <a:lnR w="76200" cap="flat" cmpd="sng" algn="ctr">
                      <a:solidFill>
                        <a:schemeClr val="tx2"/>
                      </a:solidFill>
                      <a:prstDash val="solid"/>
                      <a:round/>
                      <a:headEnd type="none" w="med" len="med"/>
                      <a:tailEnd type="none" w="med" len="med"/>
                    </a:lnR>
                    <a:lnT w="76200" cap="flat" cmpd="sng" algn="ctr">
                      <a:solidFill>
                        <a:schemeClr val="tx2"/>
                      </a:solidFill>
                      <a:prstDash val="solid"/>
                      <a:round/>
                      <a:headEnd type="none" w="med" len="med"/>
                      <a:tailEnd type="none" w="med" len="med"/>
                    </a:lnT>
                    <a:lnB w="76200" cap="flat" cmpd="sng" algn="ctr">
                      <a:solidFill>
                        <a:schemeClr val="tx2"/>
                      </a:solidFill>
                      <a:prstDash val="solid"/>
                      <a:round/>
                      <a:headEnd type="none" w="med" len="med"/>
                      <a:tailEnd type="none" w="med" len="med"/>
                    </a:lnB>
                    <a:blipFill dpi="0" rotWithShape="1">
                      <a:blip r:embed="rId3">
                        <a:alphaModFix amt="40000"/>
                      </a:blip>
                      <a:srcRect/>
                      <a:stretch>
                        <a:fillRect/>
                      </a:stretch>
                    </a:blipFill>
                  </a:tcPr>
                </a:tc>
              </a:tr>
              <a:tr h="50400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b="1" noProof="0" dirty="0" smtClean="0">
                          <a:solidFill>
                            <a:schemeClr val="bg1"/>
                          </a:solidFill>
                          <a:latin typeface="黑体" panose="02010609060101010101" pitchFamily="49" charset="-122"/>
                          <a:ea typeface="黑体" panose="02010609060101010101" pitchFamily="49" charset="-122"/>
                        </a:rPr>
                        <a:t>2</a:t>
                      </a:r>
                    </a:p>
                  </a:txBody>
                  <a:tcPr marL="35742" marR="71484" anchor="ctr">
                    <a:lnL w="76200" cap="flat" cmpd="sng" algn="ctr">
                      <a:solidFill>
                        <a:schemeClr val="tx2"/>
                      </a:solidFill>
                      <a:prstDash val="solid"/>
                      <a:round/>
                      <a:headEnd type="none" w="med" len="med"/>
                      <a:tailEnd type="none" w="med" len="med"/>
                    </a:lnL>
                    <a:lnR w="76200" cap="flat" cmpd="sng" algn="ctr">
                      <a:solidFill>
                        <a:schemeClr val="tx2"/>
                      </a:solidFill>
                      <a:prstDash val="solid"/>
                      <a:round/>
                      <a:headEnd type="none" w="med" len="med"/>
                      <a:tailEnd type="none" w="med" len="med"/>
                    </a:lnR>
                    <a:lnT w="76200" cap="flat" cmpd="sng" algn="ctr">
                      <a:solidFill>
                        <a:schemeClr val="tx2"/>
                      </a:solidFill>
                      <a:prstDash val="solid"/>
                      <a:round/>
                      <a:headEnd type="none" w="med" len="med"/>
                      <a:tailEnd type="none" w="med" len="med"/>
                    </a:lnT>
                    <a:lnB w="76200" cap="flat" cmpd="sng" algn="ctr">
                      <a:solidFill>
                        <a:schemeClr val="tx2"/>
                      </a:solidFill>
                      <a:prstDash val="solid"/>
                      <a:round/>
                      <a:headEnd type="none" w="med" len="med"/>
                      <a:tailEnd type="none" w="med" len="med"/>
                    </a:lnB>
                    <a:solidFill>
                      <a:schemeClr val="tx1"/>
                    </a:solidFill>
                  </a:tcPr>
                </a:tc>
                <a:tc>
                  <a:txBody>
                    <a:bodyPr/>
                    <a:lstStyle/>
                    <a:p>
                      <a:r>
                        <a:rPr lang="zh-CN" altLang="en-US" b="1" noProof="0" dirty="0" smtClean="0">
                          <a:latin typeface="黑体" panose="02010609060101010101" pitchFamily="49" charset="-122"/>
                          <a:ea typeface="黑体" panose="02010609060101010101" pitchFamily="49" charset="-122"/>
                        </a:rPr>
                        <a:t>新增术语和修订</a:t>
                      </a:r>
                      <a:endParaRPr lang="en-US" b="1" noProof="0" dirty="0">
                        <a:latin typeface="黑体" panose="02010609060101010101" pitchFamily="49" charset="-122"/>
                        <a:ea typeface="黑体" panose="02010609060101010101" pitchFamily="49" charset="-122"/>
                      </a:endParaRPr>
                    </a:p>
                  </a:txBody>
                  <a:tcPr marL="90784" marR="90784" anchor="ctr">
                    <a:lnL w="76200" cap="flat" cmpd="sng" algn="ctr">
                      <a:solidFill>
                        <a:schemeClr val="tx2"/>
                      </a:solidFill>
                      <a:prstDash val="solid"/>
                      <a:round/>
                      <a:headEnd type="none" w="med" len="med"/>
                      <a:tailEnd type="none" w="med" len="med"/>
                    </a:lnL>
                    <a:lnR w="76200" cap="flat" cmpd="sng" algn="ctr">
                      <a:solidFill>
                        <a:schemeClr val="tx2"/>
                      </a:solidFill>
                      <a:prstDash val="solid"/>
                      <a:round/>
                      <a:headEnd type="none" w="med" len="med"/>
                      <a:tailEnd type="none" w="med" len="med"/>
                    </a:lnR>
                    <a:lnT w="76200" cap="flat" cmpd="sng" algn="ctr">
                      <a:solidFill>
                        <a:schemeClr val="tx2"/>
                      </a:solidFill>
                      <a:prstDash val="solid"/>
                      <a:round/>
                      <a:headEnd type="none" w="med" len="med"/>
                      <a:tailEnd type="none" w="med" len="med"/>
                    </a:lnT>
                    <a:lnB w="76200" cap="flat" cmpd="sng" algn="ctr">
                      <a:solidFill>
                        <a:schemeClr val="tx2"/>
                      </a:solidFill>
                      <a:prstDash val="solid"/>
                      <a:round/>
                      <a:headEnd type="none" w="med" len="med"/>
                      <a:tailEnd type="none" w="med" len="med"/>
                    </a:lnB>
                    <a:blipFill dpi="0" rotWithShape="1">
                      <a:blip r:embed="rId3">
                        <a:alphaModFix amt="40000"/>
                      </a:blip>
                      <a:srcRect/>
                      <a:stretch>
                        <a:fillRect/>
                      </a:stretch>
                    </a:blipFill>
                  </a:tcPr>
                </a:tc>
              </a:tr>
              <a:tr h="504000">
                <a:tc>
                  <a:txBody>
                    <a:bodyPr/>
                    <a:lstStyle/>
                    <a:p>
                      <a:pPr algn="ctr"/>
                      <a:r>
                        <a:rPr lang="en-US" b="1" noProof="0" dirty="0" smtClean="0">
                          <a:solidFill>
                            <a:schemeClr val="bg1"/>
                          </a:solidFill>
                          <a:latin typeface="黑体" panose="02010609060101010101" pitchFamily="49" charset="-122"/>
                          <a:ea typeface="黑体" panose="02010609060101010101" pitchFamily="49" charset="-122"/>
                        </a:rPr>
                        <a:t>3</a:t>
                      </a:r>
                      <a:endParaRPr lang="en-US" b="1" noProof="0" dirty="0">
                        <a:solidFill>
                          <a:schemeClr val="bg1"/>
                        </a:solidFill>
                        <a:latin typeface="黑体" panose="02010609060101010101" pitchFamily="49" charset="-122"/>
                        <a:ea typeface="黑体" panose="02010609060101010101" pitchFamily="49" charset="-122"/>
                      </a:endParaRPr>
                    </a:p>
                  </a:txBody>
                  <a:tcPr marL="35742" marR="71484" anchor="ctr">
                    <a:lnL w="76200" cap="flat" cmpd="sng" algn="ctr">
                      <a:solidFill>
                        <a:schemeClr val="tx2"/>
                      </a:solidFill>
                      <a:prstDash val="solid"/>
                      <a:round/>
                      <a:headEnd type="none" w="med" len="med"/>
                      <a:tailEnd type="none" w="med" len="med"/>
                    </a:lnL>
                    <a:lnR w="76200" cap="flat" cmpd="sng" algn="ctr">
                      <a:solidFill>
                        <a:schemeClr val="tx2"/>
                      </a:solidFill>
                      <a:prstDash val="solid"/>
                      <a:round/>
                      <a:headEnd type="none" w="med" len="med"/>
                      <a:tailEnd type="none" w="med" len="med"/>
                    </a:lnR>
                    <a:lnT w="76200" cap="flat" cmpd="sng" algn="ctr">
                      <a:solidFill>
                        <a:schemeClr val="tx2"/>
                      </a:solidFill>
                      <a:prstDash val="solid"/>
                      <a:round/>
                      <a:headEnd type="none" w="med" len="med"/>
                      <a:tailEnd type="none" w="med" len="med"/>
                    </a:lnT>
                    <a:lnB w="76200" cap="flat" cmpd="sng" algn="ctr">
                      <a:solidFill>
                        <a:schemeClr val="tx2"/>
                      </a:solidFill>
                      <a:prstDash val="solid"/>
                      <a:round/>
                      <a:headEnd type="none" w="med" len="med"/>
                      <a:tailEnd type="none" w="med" len="med"/>
                    </a:lnB>
                    <a:solidFill>
                      <a:schemeClr val="tx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b="1" noProof="0" dirty="0" smtClean="0">
                          <a:latin typeface="黑体" panose="02010609060101010101" pitchFamily="49" charset="-122"/>
                          <a:ea typeface="黑体" panose="02010609060101010101" pitchFamily="49" charset="-122"/>
                        </a:rPr>
                        <a:t>计量要求简述和版本差异</a:t>
                      </a:r>
                      <a:endParaRPr lang="en-US" b="1" noProof="0" dirty="0" smtClean="0">
                        <a:latin typeface="黑体" panose="02010609060101010101" pitchFamily="49" charset="-122"/>
                        <a:ea typeface="黑体" panose="02010609060101010101" pitchFamily="49" charset="-122"/>
                      </a:endParaRPr>
                    </a:p>
                  </a:txBody>
                  <a:tcPr marL="90784" marR="90784" anchor="ctr">
                    <a:lnL w="76200" cap="flat" cmpd="sng" algn="ctr">
                      <a:solidFill>
                        <a:schemeClr val="tx2"/>
                      </a:solidFill>
                      <a:prstDash val="solid"/>
                      <a:round/>
                      <a:headEnd type="none" w="med" len="med"/>
                      <a:tailEnd type="none" w="med" len="med"/>
                    </a:lnL>
                    <a:lnR w="76200" cap="flat" cmpd="sng" algn="ctr">
                      <a:solidFill>
                        <a:schemeClr val="tx2"/>
                      </a:solidFill>
                      <a:prstDash val="solid"/>
                      <a:round/>
                      <a:headEnd type="none" w="med" len="med"/>
                      <a:tailEnd type="none" w="med" len="med"/>
                    </a:lnR>
                    <a:lnT w="76200" cap="flat" cmpd="sng" algn="ctr">
                      <a:solidFill>
                        <a:schemeClr val="tx2"/>
                      </a:solidFill>
                      <a:prstDash val="solid"/>
                      <a:round/>
                      <a:headEnd type="none" w="med" len="med"/>
                      <a:tailEnd type="none" w="med" len="med"/>
                    </a:lnT>
                    <a:lnB w="76200" cap="flat" cmpd="sng" algn="ctr">
                      <a:solidFill>
                        <a:schemeClr val="tx2"/>
                      </a:solidFill>
                      <a:prstDash val="solid"/>
                      <a:round/>
                      <a:headEnd type="none" w="med" len="med"/>
                      <a:tailEnd type="none" w="med" len="med"/>
                    </a:lnB>
                    <a:blipFill dpi="0" rotWithShape="1">
                      <a:blip r:embed="rId3">
                        <a:alphaModFix amt="40000"/>
                      </a:blip>
                      <a:srcRect/>
                      <a:stretch>
                        <a:fillRect/>
                      </a:stretch>
                    </a:blipFill>
                  </a:tcPr>
                </a:tc>
              </a:tr>
              <a:tr h="504000">
                <a:tc>
                  <a:txBody>
                    <a:bodyPr/>
                    <a:lstStyle/>
                    <a:p>
                      <a:pPr algn="ctr"/>
                      <a:r>
                        <a:rPr lang="en-US" altLang="zh-CN" b="1" noProof="0" dirty="0" smtClean="0">
                          <a:solidFill>
                            <a:schemeClr val="bg1"/>
                          </a:solidFill>
                          <a:latin typeface="黑体" panose="02010609060101010101" pitchFamily="49" charset="-122"/>
                          <a:ea typeface="黑体" panose="02010609060101010101" pitchFamily="49" charset="-122"/>
                        </a:rPr>
                        <a:t>4</a:t>
                      </a:r>
                      <a:endParaRPr lang="en-US" b="1" noProof="0" dirty="0">
                        <a:solidFill>
                          <a:schemeClr val="bg1"/>
                        </a:solidFill>
                        <a:latin typeface="黑体" panose="02010609060101010101" pitchFamily="49" charset="-122"/>
                        <a:ea typeface="黑体" panose="02010609060101010101" pitchFamily="49" charset="-122"/>
                      </a:endParaRPr>
                    </a:p>
                  </a:txBody>
                  <a:tcPr marL="35742" marR="71484" anchor="ctr">
                    <a:lnL w="76200" cap="flat" cmpd="sng" algn="ctr">
                      <a:solidFill>
                        <a:schemeClr val="tx2"/>
                      </a:solidFill>
                      <a:prstDash val="solid"/>
                      <a:round/>
                      <a:headEnd type="none" w="med" len="med"/>
                      <a:tailEnd type="none" w="med" len="med"/>
                    </a:lnL>
                    <a:lnR w="76200" cap="flat" cmpd="sng" algn="ctr">
                      <a:solidFill>
                        <a:schemeClr val="tx2"/>
                      </a:solidFill>
                      <a:prstDash val="solid"/>
                      <a:round/>
                      <a:headEnd type="none" w="med" len="med"/>
                      <a:tailEnd type="none" w="med" len="med"/>
                    </a:lnR>
                    <a:lnT w="76200" cap="flat" cmpd="sng" algn="ctr">
                      <a:solidFill>
                        <a:schemeClr val="tx2"/>
                      </a:solidFill>
                      <a:prstDash val="solid"/>
                      <a:round/>
                      <a:headEnd type="none" w="med" len="med"/>
                      <a:tailEnd type="none" w="med" len="med"/>
                    </a:lnT>
                    <a:lnB w="76200" cap="flat" cmpd="sng" algn="ctr">
                      <a:solidFill>
                        <a:schemeClr val="tx2"/>
                      </a:solidFill>
                      <a:prstDash val="solid"/>
                      <a:round/>
                      <a:headEnd type="none" w="med" len="med"/>
                      <a:tailEnd type="none" w="med" len="med"/>
                    </a:lnB>
                    <a:solidFill>
                      <a:schemeClr val="tx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b="1" noProof="0" dirty="0" smtClean="0">
                          <a:latin typeface="黑体" panose="02010609060101010101" pitchFamily="49" charset="-122"/>
                          <a:ea typeface="黑体" panose="02010609060101010101" pitchFamily="49" charset="-122"/>
                        </a:rPr>
                        <a:t>新增软件要求</a:t>
                      </a:r>
                      <a:endParaRPr lang="en-US" b="1" noProof="0" dirty="0" smtClean="0">
                        <a:latin typeface="黑体" panose="02010609060101010101" pitchFamily="49" charset="-122"/>
                        <a:ea typeface="黑体" panose="02010609060101010101" pitchFamily="49" charset="-122"/>
                      </a:endParaRPr>
                    </a:p>
                  </a:txBody>
                  <a:tcPr marL="90784" marR="90784" anchor="ctr">
                    <a:lnL w="76200" cap="flat" cmpd="sng" algn="ctr">
                      <a:solidFill>
                        <a:schemeClr val="tx2"/>
                      </a:solidFill>
                      <a:prstDash val="solid"/>
                      <a:round/>
                      <a:headEnd type="none" w="med" len="med"/>
                      <a:tailEnd type="none" w="med" len="med"/>
                    </a:lnL>
                    <a:lnR w="76200" cap="flat" cmpd="sng" algn="ctr">
                      <a:solidFill>
                        <a:schemeClr val="tx2"/>
                      </a:solidFill>
                      <a:prstDash val="solid"/>
                      <a:round/>
                      <a:headEnd type="none" w="med" len="med"/>
                      <a:tailEnd type="none" w="med" len="med"/>
                    </a:lnR>
                    <a:lnT w="76200" cap="flat" cmpd="sng" algn="ctr">
                      <a:solidFill>
                        <a:schemeClr val="tx2"/>
                      </a:solidFill>
                      <a:prstDash val="solid"/>
                      <a:round/>
                      <a:headEnd type="none" w="med" len="med"/>
                      <a:tailEnd type="none" w="med" len="med"/>
                    </a:lnT>
                    <a:lnB w="76200" cap="flat" cmpd="sng" algn="ctr">
                      <a:solidFill>
                        <a:schemeClr val="tx2"/>
                      </a:solidFill>
                      <a:prstDash val="solid"/>
                      <a:round/>
                      <a:headEnd type="none" w="med" len="med"/>
                      <a:tailEnd type="none" w="med" len="med"/>
                    </a:lnB>
                    <a:blipFill dpi="0" rotWithShape="1">
                      <a:blip r:embed="rId3">
                        <a:alphaModFix amt="40000"/>
                      </a:blip>
                      <a:srcRect/>
                      <a:stretch>
                        <a:fillRect/>
                      </a:stretch>
                    </a:blipFill>
                  </a:tcPr>
                </a:tc>
              </a:tr>
            </a:tbl>
          </a:graphicData>
        </a:graphic>
      </p:graphicFrame>
    </p:spTree>
    <p:extLst>
      <p:ext uri="{BB962C8B-B14F-4D97-AF65-F5344CB8AC3E}">
        <p14:creationId xmlns:p14="http://schemas.microsoft.com/office/powerpoint/2010/main" val="3268129780"/>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latin typeface="黑体" panose="02010609060101010101" pitchFamily="49" charset="-122"/>
                <a:ea typeface="黑体" panose="02010609060101010101" pitchFamily="49" charset="-122"/>
              </a:rPr>
              <a:t>一般介绍</a:t>
            </a:r>
            <a:endParaRPr lang="zh-CN" altLang="en-US" dirty="0">
              <a:latin typeface="黑体" panose="02010609060101010101" pitchFamily="49" charset="-122"/>
              <a:ea typeface="黑体" panose="02010609060101010101" pitchFamily="49" charset="-122"/>
            </a:endParaRPr>
          </a:p>
        </p:txBody>
      </p:sp>
      <p:sp>
        <p:nvSpPr>
          <p:cNvPr id="3" name="标题 2"/>
          <p:cNvSpPr>
            <a:spLocks noGrp="1"/>
          </p:cNvSpPr>
          <p:nvPr>
            <p:ph type="title" idx="99"/>
          </p:nvPr>
        </p:nvSpPr>
        <p:spPr/>
        <p:txBody>
          <a:bodyPr/>
          <a:lstStyle/>
          <a:p>
            <a:r>
              <a:rPr lang="en-US" altLang="zh-CN" dirty="0" smtClean="0">
                <a:latin typeface="黑体" panose="02010609060101010101" pitchFamily="49" charset="-122"/>
                <a:ea typeface="黑体" panose="02010609060101010101" pitchFamily="49" charset="-122"/>
              </a:rPr>
              <a:t> 2017</a:t>
            </a:r>
            <a:r>
              <a:rPr lang="zh-CN" altLang="en-US" dirty="0" smtClean="0">
                <a:latin typeface="黑体" panose="02010609060101010101" pitchFamily="49" charset="-122"/>
                <a:ea typeface="黑体" panose="02010609060101010101" pitchFamily="49" charset="-122"/>
              </a:rPr>
              <a:t>版的修订经历</a:t>
            </a:r>
            <a:endParaRPr lang="zh-CN" altLang="en-US" dirty="0">
              <a:latin typeface="黑体" panose="02010609060101010101" pitchFamily="49" charset="-122"/>
              <a:ea typeface="黑体" panose="02010609060101010101" pitchFamily="49" charset="-122"/>
            </a:endParaRPr>
          </a:p>
        </p:txBody>
      </p:sp>
      <p:sp>
        <p:nvSpPr>
          <p:cNvPr id="4" name="内容占位符 3"/>
          <p:cNvSpPr>
            <a:spLocks noGrp="1"/>
          </p:cNvSpPr>
          <p:nvPr>
            <p:ph idx="1"/>
          </p:nvPr>
        </p:nvSpPr>
        <p:spPr/>
        <p:txBody>
          <a:bodyPr/>
          <a:lstStyle/>
          <a:p>
            <a:r>
              <a:rPr lang="en-US" altLang="zh-CN" dirty="0">
                <a:latin typeface="+mj-lt"/>
                <a:ea typeface="黑体" panose="02010609060101010101" pitchFamily="49" charset="-122"/>
              </a:rPr>
              <a:t>2012</a:t>
            </a:r>
            <a:r>
              <a:rPr lang="zh-CN" altLang="en-US" dirty="0">
                <a:latin typeface="+mj-lt"/>
                <a:ea typeface="黑体" panose="02010609060101010101" pitchFamily="49" charset="-122"/>
              </a:rPr>
              <a:t>开始对</a:t>
            </a:r>
            <a:r>
              <a:rPr lang="en-US" altLang="zh-CN" dirty="0">
                <a:latin typeface="+mj-lt"/>
                <a:ea typeface="黑体" panose="02010609060101010101" pitchFamily="49" charset="-122"/>
              </a:rPr>
              <a:t>2000</a:t>
            </a:r>
            <a:r>
              <a:rPr lang="zh-CN" altLang="en-US" dirty="0">
                <a:latin typeface="+mj-lt"/>
                <a:ea typeface="黑体" panose="02010609060101010101" pitchFamily="49" charset="-122"/>
              </a:rPr>
              <a:t>版进行修订，</a:t>
            </a:r>
            <a:endParaRPr lang="en-US" altLang="zh-CN" dirty="0">
              <a:latin typeface="+mj-lt"/>
              <a:ea typeface="黑体" panose="02010609060101010101" pitchFamily="49" charset="-122"/>
            </a:endParaRPr>
          </a:p>
          <a:p>
            <a:pPr marL="361950" lvl="2" indent="0">
              <a:spcAft>
                <a:spcPts val="0"/>
              </a:spcAft>
              <a:buNone/>
              <a:tabLst>
                <a:tab pos="1433513" algn="l"/>
              </a:tabLst>
            </a:pPr>
            <a:r>
              <a:rPr lang="en-US" altLang="zh-CN" dirty="0">
                <a:latin typeface="+mj-lt"/>
                <a:ea typeface="黑体" panose="02010609060101010101" pitchFamily="49" charset="-122"/>
              </a:rPr>
              <a:t>2012.8 </a:t>
            </a:r>
            <a:r>
              <a:rPr lang="en-US" altLang="zh-CN" dirty="0" smtClean="0">
                <a:latin typeface="+mj-lt"/>
                <a:ea typeface="黑体" panose="02010609060101010101" pitchFamily="49" charset="-122"/>
              </a:rPr>
              <a:t>	</a:t>
            </a:r>
            <a:r>
              <a:rPr lang="zh-CN" altLang="en-US" dirty="0" smtClean="0">
                <a:latin typeface="+mj-lt"/>
                <a:ea typeface="黑体" panose="02010609060101010101" pitchFamily="49" charset="-122"/>
              </a:rPr>
              <a:t>给</a:t>
            </a:r>
            <a:r>
              <a:rPr lang="zh-CN" altLang="en-US" dirty="0">
                <a:latin typeface="+mj-lt"/>
                <a:ea typeface="黑体" panose="02010609060101010101" pitchFamily="49" charset="-122"/>
              </a:rPr>
              <a:t>出了</a:t>
            </a:r>
            <a:r>
              <a:rPr lang="en-US" altLang="zh-CN" dirty="0">
                <a:latin typeface="+mj-lt"/>
                <a:ea typeface="黑体" panose="02010609060101010101" pitchFamily="49" charset="-122"/>
              </a:rPr>
              <a:t>1CD ( </a:t>
            </a:r>
            <a:r>
              <a:rPr lang="de-CH" altLang="zh-CN" dirty="0">
                <a:latin typeface="+mj-lt"/>
                <a:ea typeface="黑体" panose="02010609060101010101" pitchFamily="49" charset="-122"/>
              </a:rPr>
              <a:t>1st Committee Draft </a:t>
            </a:r>
            <a:r>
              <a:rPr lang="en-US" altLang="zh-CN" dirty="0">
                <a:latin typeface="+mj-lt"/>
                <a:ea typeface="黑体" panose="02010609060101010101" pitchFamily="49" charset="-122"/>
              </a:rPr>
              <a:t>)</a:t>
            </a:r>
            <a:r>
              <a:rPr lang="zh-CN" altLang="en-US" dirty="0">
                <a:latin typeface="+mj-lt"/>
                <a:ea typeface="黑体" panose="02010609060101010101" pitchFamily="49" charset="-122"/>
              </a:rPr>
              <a:t>，第</a:t>
            </a:r>
            <a:r>
              <a:rPr lang="en-US" altLang="zh-CN" dirty="0">
                <a:latin typeface="+mj-lt"/>
                <a:ea typeface="黑体" panose="02010609060101010101" pitchFamily="49" charset="-122"/>
              </a:rPr>
              <a:t>1</a:t>
            </a:r>
            <a:r>
              <a:rPr lang="zh-CN" altLang="en-US" dirty="0">
                <a:latin typeface="+mj-lt"/>
                <a:ea typeface="黑体" panose="02010609060101010101" pitchFamily="49" charset="-122"/>
              </a:rPr>
              <a:t>部分和第</a:t>
            </a:r>
            <a:r>
              <a:rPr lang="en-US" altLang="zh-CN" dirty="0">
                <a:latin typeface="+mj-lt"/>
                <a:ea typeface="黑体" panose="02010609060101010101" pitchFamily="49" charset="-122"/>
              </a:rPr>
              <a:t>2</a:t>
            </a:r>
            <a:r>
              <a:rPr lang="zh-CN" altLang="en-US" dirty="0">
                <a:latin typeface="+mj-lt"/>
                <a:ea typeface="黑体" panose="02010609060101010101" pitchFamily="49" charset="-122"/>
              </a:rPr>
              <a:t>部分</a:t>
            </a:r>
            <a:endParaRPr lang="en-US" altLang="zh-CN" dirty="0">
              <a:latin typeface="+mj-lt"/>
              <a:ea typeface="黑体" panose="02010609060101010101" pitchFamily="49" charset="-122"/>
            </a:endParaRPr>
          </a:p>
          <a:p>
            <a:pPr marL="361950" lvl="2" indent="0">
              <a:spcAft>
                <a:spcPts val="0"/>
              </a:spcAft>
              <a:buNone/>
              <a:tabLst>
                <a:tab pos="1433513" algn="l"/>
              </a:tabLst>
            </a:pPr>
            <a:r>
              <a:rPr lang="en-US" altLang="zh-CN" dirty="0">
                <a:latin typeface="+mj-lt"/>
                <a:ea typeface="黑体" panose="02010609060101010101" pitchFamily="49" charset="-122"/>
              </a:rPr>
              <a:t>2013.6 </a:t>
            </a:r>
            <a:r>
              <a:rPr lang="en-US" altLang="zh-CN" dirty="0" smtClean="0">
                <a:latin typeface="+mj-lt"/>
                <a:ea typeface="黑体" panose="02010609060101010101" pitchFamily="49" charset="-122"/>
              </a:rPr>
              <a:t>	</a:t>
            </a:r>
            <a:r>
              <a:rPr lang="zh-CN" altLang="en-US" dirty="0" smtClean="0">
                <a:latin typeface="+mj-lt"/>
                <a:ea typeface="黑体" panose="02010609060101010101" pitchFamily="49" charset="-122"/>
              </a:rPr>
              <a:t>给</a:t>
            </a:r>
            <a:r>
              <a:rPr lang="zh-CN" altLang="en-US" dirty="0">
                <a:latin typeface="+mj-lt"/>
                <a:ea typeface="黑体" panose="02010609060101010101" pitchFamily="49" charset="-122"/>
              </a:rPr>
              <a:t>出了 </a:t>
            </a:r>
            <a:r>
              <a:rPr lang="en-US" altLang="zh-CN" dirty="0">
                <a:latin typeface="+mj-lt"/>
                <a:ea typeface="黑体" panose="02010609060101010101" pitchFamily="49" charset="-122"/>
              </a:rPr>
              <a:t>2CD</a:t>
            </a:r>
            <a:r>
              <a:rPr lang="zh-CN" altLang="en-US" dirty="0">
                <a:latin typeface="+mj-lt"/>
                <a:ea typeface="黑体" panose="02010609060101010101" pitchFamily="49" charset="-122"/>
              </a:rPr>
              <a:t>，第</a:t>
            </a:r>
            <a:r>
              <a:rPr lang="en-US" altLang="zh-CN" dirty="0">
                <a:latin typeface="+mj-lt"/>
                <a:ea typeface="黑体" panose="02010609060101010101" pitchFamily="49" charset="-122"/>
              </a:rPr>
              <a:t>1</a:t>
            </a:r>
            <a:r>
              <a:rPr lang="zh-CN" altLang="en-US" dirty="0">
                <a:latin typeface="+mj-lt"/>
                <a:ea typeface="黑体" panose="02010609060101010101" pitchFamily="49" charset="-122"/>
              </a:rPr>
              <a:t>部分和第</a:t>
            </a:r>
            <a:r>
              <a:rPr lang="en-US" altLang="zh-CN" dirty="0">
                <a:latin typeface="+mj-lt"/>
                <a:ea typeface="黑体" panose="02010609060101010101" pitchFamily="49" charset="-122"/>
              </a:rPr>
              <a:t>2</a:t>
            </a:r>
            <a:r>
              <a:rPr lang="zh-CN" altLang="en-US" dirty="0">
                <a:latin typeface="+mj-lt"/>
                <a:ea typeface="黑体" panose="02010609060101010101" pitchFamily="49" charset="-122"/>
              </a:rPr>
              <a:t>部分</a:t>
            </a:r>
            <a:endParaRPr lang="en-US" altLang="zh-CN" dirty="0">
              <a:latin typeface="+mj-lt"/>
              <a:ea typeface="黑体" panose="02010609060101010101" pitchFamily="49" charset="-122"/>
            </a:endParaRPr>
          </a:p>
          <a:p>
            <a:pPr marL="361950" lvl="2" indent="0">
              <a:spcAft>
                <a:spcPts val="0"/>
              </a:spcAft>
              <a:buNone/>
              <a:tabLst>
                <a:tab pos="1433513" algn="l"/>
              </a:tabLst>
            </a:pPr>
            <a:r>
              <a:rPr lang="en-US" altLang="zh-CN" dirty="0">
                <a:latin typeface="+mj-lt"/>
                <a:ea typeface="黑体" panose="02010609060101010101" pitchFamily="49" charset="-122"/>
              </a:rPr>
              <a:t>2014.10 </a:t>
            </a:r>
            <a:r>
              <a:rPr lang="en-US" altLang="zh-CN" dirty="0" smtClean="0">
                <a:latin typeface="+mj-lt"/>
                <a:ea typeface="黑体" panose="02010609060101010101" pitchFamily="49" charset="-122"/>
              </a:rPr>
              <a:t>	</a:t>
            </a:r>
            <a:r>
              <a:rPr lang="zh-CN" altLang="en-US" dirty="0" smtClean="0">
                <a:latin typeface="+mj-lt"/>
                <a:ea typeface="黑体" panose="02010609060101010101" pitchFamily="49" charset="-122"/>
              </a:rPr>
              <a:t>给</a:t>
            </a:r>
            <a:r>
              <a:rPr lang="zh-CN" altLang="en-US" dirty="0">
                <a:latin typeface="+mj-lt"/>
                <a:ea typeface="黑体" panose="02010609060101010101" pitchFamily="49" charset="-122"/>
              </a:rPr>
              <a:t>出了 </a:t>
            </a:r>
            <a:r>
              <a:rPr lang="en-US" altLang="zh-CN" dirty="0">
                <a:latin typeface="+mj-lt"/>
                <a:ea typeface="黑体" panose="02010609060101010101" pitchFamily="49" charset="-122"/>
              </a:rPr>
              <a:t>3CD</a:t>
            </a:r>
            <a:r>
              <a:rPr lang="zh-CN" altLang="en-US" dirty="0">
                <a:latin typeface="+mj-lt"/>
                <a:ea typeface="黑体" panose="02010609060101010101" pitchFamily="49" charset="-122"/>
              </a:rPr>
              <a:t>，第</a:t>
            </a:r>
            <a:r>
              <a:rPr lang="en-US" altLang="zh-CN" dirty="0">
                <a:latin typeface="+mj-lt"/>
                <a:ea typeface="黑体" panose="02010609060101010101" pitchFamily="49" charset="-122"/>
              </a:rPr>
              <a:t>1</a:t>
            </a:r>
            <a:r>
              <a:rPr lang="zh-CN" altLang="en-US" dirty="0">
                <a:latin typeface="+mj-lt"/>
                <a:ea typeface="黑体" panose="02010609060101010101" pitchFamily="49" charset="-122"/>
              </a:rPr>
              <a:t>部分和第</a:t>
            </a:r>
            <a:r>
              <a:rPr lang="en-US" altLang="zh-CN" dirty="0">
                <a:latin typeface="+mj-lt"/>
                <a:ea typeface="黑体" panose="02010609060101010101" pitchFamily="49" charset="-122"/>
              </a:rPr>
              <a:t>2</a:t>
            </a:r>
            <a:r>
              <a:rPr lang="zh-CN" altLang="en-US" dirty="0">
                <a:latin typeface="+mj-lt"/>
                <a:ea typeface="黑体" panose="02010609060101010101" pitchFamily="49" charset="-122"/>
              </a:rPr>
              <a:t>部分</a:t>
            </a:r>
            <a:endParaRPr lang="en-US" altLang="zh-CN" dirty="0">
              <a:latin typeface="+mj-lt"/>
              <a:ea typeface="黑体" panose="02010609060101010101" pitchFamily="49" charset="-122"/>
            </a:endParaRPr>
          </a:p>
          <a:p>
            <a:pPr marL="361950" lvl="2" indent="0">
              <a:spcAft>
                <a:spcPts val="0"/>
              </a:spcAft>
              <a:buNone/>
              <a:tabLst>
                <a:tab pos="1433513" algn="l"/>
              </a:tabLst>
            </a:pPr>
            <a:r>
              <a:rPr lang="en-US" altLang="zh-CN" dirty="0">
                <a:latin typeface="+mj-lt"/>
                <a:ea typeface="黑体" panose="02010609060101010101" pitchFamily="49" charset="-122"/>
              </a:rPr>
              <a:t>2015.11 </a:t>
            </a:r>
            <a:r>
              <a:rPr lang="en-US" altLang="zh-CN" dirty="0" smtClean="0">
                <a:latin typeface="+mj-lt"/>
                <a:ea typeface="黑体" panose="02010609060101010101" pitchFamily="49" charset="-122"/>
              </a:rPr>
              <a:t>	</a:t>
            </a:r>
            <a:r>
              <a:rPr lang="zh-CN" altLang="en-US" dirty="0" smtClean="0">
                <a:latin typeface="+mj-lt"/>
                <a:ea typeface="黑体" panose="02010609060101010101" pitchFamily="49" charset="-122"/>
              </a:rPr>
              <a:t>给</a:t>
            </a:r>
            <a:r>
              <a:rPr lang="zh-CN" altLang="en-US" dirty="0">
                <a:latin typeface="+mj-lt"/>
                <a:ea typeface="黑体" panose="02010609060101010101" pitchFamily="49" charset="-122"/>
              </a:rPr>
              <a:t>出了</a:t>
            </a:r>
            <a:r>
              <a:rPr lang="en-US" altLang="zh-CN" dirty="0">
                <a:latin typeface="+mj-lt"/>
                <a:ea typeface="黑体" panose="02010609060101010101" pitchFamily="49" charset="-122"/>
              </a:rPr>
              <a:t>4CD</a:t>
            </a:r>
            <a:r>
              <a:rPr lang="zh-CN" altLang="en-US" dirty="0">
                <a:latin typeface="+mj-lt"/>
                <a:ea typeface="黑体" panose="02010609060101010101" pitchFamily="49" charset="-122"/>
              </a:rPr>
              <a:t>，第</a:t>
            </a:r>
            <a:r>
              <a:rPr lang="en-US" altLang="zh-CN" dirty="0">
                <a:latin typeface="+mj-lt"/>
                <a:ea typeface="黑体" panose="02010609060101010101" pitchFamily="49" charset="-122"/>
              </a:rPr>
              <a:t>1</a:t>
            </a:r>
            <a:r>
              <a:rPr lang="zh-CN" altLang="en-US" dirty="0">
                <a:latin typeface="+mj-lt"/>
                <a:ea typeface="黑体" panose="02010609060101010101" pitchFamily="49" charset="-122"/>
              </a:rPr>
              <a:t>部分和第</a:t>
            </a:r>
            <a:r>
              <a:rPr lang="en-US" altLang="zh-CN" dirty="0">
                <a:latin typeface="+mj-lt"/>
                <a:ea typeface="黑体" panose="02010609060101010101" pitchFamily="49" charset="-122"/>
              </a:rPr>
              <a:t>2</a:t>
            </a:r>
            <a:r>
              <a:rPr lang="zh-CN" altLang="en-US" dirty="0">
                <a:latin typeface="+mj-lt"/>
                <a:ea typeface="黑体" panose="02010609060101010101" pitchFamily="49" charset="-122"/>
              </a:rPr>
              <a:t>部分以及第</a:t>
            </a:r>
            <a:r>
              <a:rPr lang="en-US" altLang="zh-CN" dirty="0">
                <a:latin typeface="+mj-lt"/>
                <a:ea typeface="黑体" panose="02010609060101010101" pitchFamily="49" charset="-122"/>
              </a:rPr>
              <a:t>3</a:t>
            </a:r>
            <a:r>
              <a:rPr lang="zh-CN" altLang="en-US" dirty="0">
                <a:latin typeface="+mj-lt"/>
                <a:ea typeface="黑体" panose="02010609060101010101" pitchFamily="49" charset="-122"/>
              </a:rPr>
              <a:t>部分的</a:t>
            </a:r>
            <a:r>
              <a:rPr lang="en-US" altLang="zh-CN" dirty="0">
                <a:latin typeface="+mj-lt"/>
                <a:ea typeface="黑体" panose="02010609060101010101" pitchFamily="49" charset="-122"/>
              </a:rPr>
              <a:t>WD ( working draft )</a:t>
            </a:r>
          </a:p>
          <a:p>
            <a:pPr marL="361950" lvl="2" indent="0">
              <a:spcAft>
                <a:spcPts val="0"/>
              </a:spcAft>
              <a:buNone/>
              <a:tabLst>
                <a:tab pos="1433513" algn="l"/>
              </a:tabLst>
            </a:pPr>
            <a:r>
              <a:rPr lang="en-US" altLang="zh-CN" dirty="0" smtClean="0">
                <a:latin typeface="+mj-lt"/>
                <a:ea typeface="黑体" panose="02010609060101010101" pitchFamily="49" charset="-122"/>
              </a:rPr>
              <a:t>2017	</a:t>
            </a:r>
            <a:r>
              <a:rPr lang="zh-CN" altLang="en-US" dirty="0" smtClean="0">
                <a:latin typeface="+mj-lt"/>
                <a:ea typeface="黑体" panose="02010609060101010101" pitchFamily="49" charset="-122"/>
              </a:rPr>
              <a:t>批准</a:t>
            </a:r>
            <a:r>
              <a:rPr lang="zh-CN" altLang="en-US" dirty="0">
                <a:latin typeface="+mj-lt"/>
                <a:ea typeface="黑体" panose="02010609060101010101" pitchFamily="49" charset="-122"/>
              </a:rPr>
              <a:t>通过了</a:t>
            </a:r>
            <a:r>
              <a:rPr lang="en-US" altLang="zh-CN" dirty="0">
                <a:latin typeface="+mj-lt"/>
                <a:ea typeface="黑体" panose="02010609060101010101" pitchFamily="49" charset="-122"/>
              </a:rPr>
              <a:t>2017</a:t>
            </a:r>
            <a:r>
              <a:rPr lang="zh-CN" altLang="en-US" dirty="0">
                <a:latin typeface="+mj-lt"/>
                <a:ea typeface="黑体" panose="02010609060101010101" pitchFamily="49" charset="-122"/>
              </a:rPr>
              <a:t>最终版 </a:t>
            </a:r>
            <a:r>
              <a:rPr lang="en-US" altLang="zh-CN" dirty="0">
                <a:latin typeface="+mj-lt"/>
                <a:ea typeface="黑体" panose="02010609060101010101" pitchFamily="49" charset="-122"/>
              </a:rPr>
              <a:t>FR</a:t>
            </a:r>
            <a:r>
              <a:rPr lang="zh-CN" altLang="en-US" dirty="0">
                <a:latin typeface="+mj-lt"/>
                <a:ea typeface="黑体" panose="02010609060101010101" pitchFamily="49" charset="-122"/>
              </a:rPr>
              <a:t>，于</a:t>
            </a:r>
            <a:r>
              <a:rPr lang="en-US" altLang="zh-CN" dirty="0">
                <a:latin typeface="+mj-lt"/>
                <a:ea typeface="黑体" panose="02010609060101010101" pitchFamily="49" charset="-122"/>
              </a:rPr>
              <a:t>2018</a:t>
            </a:r>
            <a:r>
              <a:rPr lang="zh-CN" altLang="en-US" dirty="0" smtClean="0">
                <a:latin typeface="+mj-lt"/>
                <a:ea typeface="黑体" panose="02010609060101010101" pitchFamily="49" charset="-122"/>
              </a:rPr>
              <a:t>发布</a:t>
            </a:r>
            <a:endParaRPr lang="en-US" altLang="zh-CN" dirty="0" smtClean="0">
              <a:latin typeface="+mj-lt"/>
              <a:ea typeface="黑体" panose="02010609060101010101" pitchFamily="49" charset="-122"/>
            </a:endParaRPr>
          </a:p>
          <a:p>
            <a:pPr marL="361950" lvl="2" indent="0">
              <a:spcAft>
                <a:spcPts val="0"/>
              </a:spcAft>
              <a:buNone/>
            </a:pPr>
            <a:endParaRPr lang="en-US" altLang="zh-CN" dirty="0">
              <a:latin typeface="+mj-lt"/>
              <a:ea typeface="黑体" panose="02010609060101010101" pitchFamily="49" charset="-122"/>
            </a:endParaRPr>
          </a:p>
          <a:p>
            <a:r>
              <a:rPr lang="zh-CN" altLang="en-US" dirty="0" smtClean="0">
                <a:latin typeface="+mj-lt"/>
                <a:ea typeface="黑体" panose="02010609060101010101" pitchFamily="49" charset="-122"/>
              </a:rPr>
              <a:t>根据 </a:t>
            </a:r>
            <a:r>
              <a:rPr lang="en-US" altLang="zh-CN" dirty="0">
                <a:latin typeface="+mj-lt"/>
                <a:ea typeface="黑体" panose="02010609060101010101" pitchFamily="49" charset="-122"/>
              </a:rPr>
              <a:t>OIML Recommendation </a:t>
            </a:r>
            <a:r>
              <a:rPr lang="zh-CN" altLang="en-US" dirty="0" smtClean="0">
                <a:latin typeface="+mj-lt"/>
                <a:ea typeface="黑体" panose="02010609060101010101" pitchFamily="49" charset="-122"/>
              </a:rPr>
              <a:t>模板要求，标准结构</a:t>
            </a:r>
            <a:r>
              <a:rPr lang="zh-CN" altLang="en-US" dirty="0">
                <a:latin typeface="+mj-lt"/>
                <a:ea typeface="黑体" panose="02010609060101010101" pitchFamily="49" charset="-122"/>
              </a:rPr>
              <a:t>上分为</a:t>
            </a:r>
            <a:r>
              <a:rPr lang="en-US" altLang="zh-CN" dirty="0">
                <a:latin typeface="+mj-lt"/>
                <a:ea typeface="黑体" panose="02010609060101010101" pitchFamily="49" charset="-122"/>
              </a:rPr>
              <a:t>3</a:t>
            </a:r>
            <a:r>
              <a:rPr lang="zh-CN" altLang="en-US" dirty="0" smtClean="0">
                <a:latin typeface="+mj-lt"/>
                <a:ea typeface="黑体" panose="02010609060101010101" pitchFamily="49" charset="-122"/>
              </a:rPr>
              <a:t>个主要部分和附录：</a:t>
            </a:r>
            <a:endParaRPr lang="en-US" altLang="zh-CN" dirty="0">
              <a:latin typeface="+mj-lt"/>
              <a:ea typeface="黑体" panose="02010609060101010101" pitchFamily="49" charset="-122"/>
            </a:endParaRPr>
          </a:p>
          <a:p>
            <a:pPr lvl="1">
              <a:spcAft>
                <a:spcPts val="0"/>
              </a:spcAft>
            </a:pPr>
            <a:r>
              <a:rPr lang="en-US" altLang="zh-CN" dirty="0">
                <a:latin typeface="+mj-lt"/>
                <a:ea typeface="黑体" panose="02010609060101010101" pitchFamily="49" charset="-122"/>
              </a:rPr>
              <a:t>Part 1: Metrological and technical requirements</a:t>
            </a:r>
          </a:p>
          <a:p>
            <a:pPr lvl="1">
              <a:spcAft>
                <a:spcPts val="0"/>
              </a:spcAft>
            </a:pPr>
            <a:r>
              <a:rPr lang="de-CH" altLang="zh-CN" dirty="0">
                <a:latin typeface="+mj-lt"/>
                <a:ea typeface="黑体" panose="02010609060101010101" pitchFamily="49" charset="-122"/>
              </a:rPr>
              <a:t>Part </a:t>
            </a:r>
            <a:r>
              <a:rPr lang="de-CH" altLang="zh-CN" dirty="0" smtClean="0">
                <a:latin typeface="+mj-lt"/>
                <a:ea typeface="黑体" panose="02010609060101010101" pitchFamily="49" charset="-122"/>
              </a:rPr>
              <a:t>2: </a:t>
            </a:r>
            <a:r>
              <a:rPr lang="de-CH" altLang="zh-CN" dirty="0">
                <a:latin typeface="+mj-lt"/>
                <a:ea typeface="黑体" panose="02010609060101010101" pitchFamily="49" charset="-122"/>
              </a:rPr>
              <a:t>Metrological controls and performance </a:t>
            </a:r>
            <a:r>
              <a:rPr lang="de-CH" altLang="zh-CN" dirty="0" smtClean="0">
                <a:latin typeface="+mj-lt"/>
                <a:ea typeface="黑体" panose="02010609060101010101" pitchFamily="49" charset="-122"/>
              </a:rPr>
              <a:t>tests</a:t>
            </a:r>
          </a:p>
          <a:p>
            <a:pPr lvl="1"/>
            <a:r>
              <a:rPr lang="en-US" altLang="zh-CN" dirty="0"/>
              <a:t>Part 3: Test report </a:t>
            </a:r>
            <a:r>
              <a:rPr lang="en-US" altLang="zh-CN" dirty="0" smtClean="0"/>
              <a:t>format</a:t>
            </a:r>
          </a:p>
          <a:p>
            <a:pPr lvl="1"/>
            <a:r>
              <a:rPr lang="en-US" altLang="zh-CN" dirty="0" smtClean="0"/>
              <a:t>Annexes:</a:t>
            </a:r>
          </a:p>
          <a:p>
            <a:pPr lvl="3">
              <a:spcAft>
                <a:spcPts val="0"/>
              </a:spcAft>
            </a:pPr>
            <a:r>
              <a:rPr lang="en-US" altLang="zh-CN" dirty="0"/>
              <a:t>Definitions from other </a:t>
            </a:r>
            <a:r>
              <a:rPr lang="en-US" altLang="zh-CN" dirty="0" smtClean="0"/>
              <a:t>applicable international publications </a:t>
            </a:r>
            <a:r>
              <a:rPr lang="en-US" altLang="zh-CN" dirty="0"/>
              <a:t>(Mandatory)</a:t>
            </a:r>
            <a:endParaRPr lang="en-US" altLang="zh-CN" dirty="0" smtClean="0"/>
          </a:p>
          <a:p>
            <a:pPr lvl="3">
              <a:spcAft>
                <a:spcPts val="0"/>
              </a:spcAft>
            </a:pPr>
            <a:r>
              <a:rPr lang="en-US" altLang="zh-CN" dirty="0"/>
              <a:t>OIML Certificate for load cells </a:t>
            </a:r>
            <a:r>
              <a:rPr lang="en-US" altLang="zh-CN" dirty="0" smtClean="0"/>
              <a:t>- Content </a:t>
            </a:r>
            <a:r>
              <a:rPr lang="en-US" altLang="zh-CN" dirty="0"/>
              <a:t>of the </a:t>
            </a:r>
            <a:r>
              <a:rPr lang="en-US" altLang="zh-CN" dirty="0" smtClean="0"/>
              <a:t>Certificate </a:t>
            </a:r>
            <a:r>
              <a:rPr lang="en-US" altLang="zh-CN" dirty="0"/>
              <a:t>(Mandatory)</a:t>
            </a:r>
            <a:endParaRPr lang="en-US" altLang="zh-CN" dirty="0" smtClean="0"/>
          </a:p>
          <a:p>
            <a:pPr lvl="3">
              <a:spcAft>
                <a:spcPts val="0"/>
              </a:spcAft>
            </a:pPr>
            <a:r>
              <a:rPr lang="en-US" altLang="zh-CN" dirty="0"/>
              <a:t>OIML Certificate for load </a:t>
            </a:r>
            <a:r>
              <a:rPr lang="en-US" altLang="zh-CN" dirty="0" smtClean="0"/>
              <a:t>cells </a:t>
            </a:r>
            <a:r>
              <a:rPr lang="en-US" altLang="zh-CN" dirty="0"/>
              <a:t>(Informative</a:t>
            </a:r>
            <a:r>
              <a:rPr lang="en-US" altLang="zh-CN" dirty="0" smtClean="0"/>
              <a:t>)</a:t>
            </a:r>
          </a:p>
          <a:p>
            <a:pPr lvl="3">
              <a:spcAft>
                <a:spcPts val="0"/>
              </a:spcAft>
            </a:pPr>
            <a:r>
              <a:rPr lang="en-US" altLang="zh-CN" dirty="0"/>
              <a:t>Selection of load cell(s) for testing - a practical </a:t>
            </a:r>
            <a:r>
              <a:rPr lang="en-US" altLang="zh-CN" dirty="0" smtClean="0"/>
              <a:t>example </a:t>
            </a:r>
            <a:r>
              <a:rPr lang="en-US" altLang="zh-CN" dirty="0"/>
              <a:t>(Informative</a:t>
            </a:r>
            <a:r>
              <a:rPr lang="en-US" altLang="zh-CN" dirty="0" smtClean="0"/>
              <a:t>)</a:t>
            </a:r>
          </a:p>
          <a:p>
            <a:pPr lvl="3">
              <a:spcAft>
                <a:spcPts val="0"/>
              </a:spcAft>
            </a:pPr>
            <a:r>
              <a:rPr lang="en-US" altLang="zh-CN" dirty="0">
                <a:latin typeface="+mj-lt"/>
                <a:ea typeface="黑体" panose="02010609060101010101" pitchFamily="49" charset="-122"/>
              </a:rPr>
              <a:t>Load transmission to the load cell (Informative)</a:t>
            </a:r>
          </a:p>
          <a:p>
            <a:pPr lvl="3">
              <a:spcAft>
                <a:spcPts val="1200"/>
              </a:spcAft>
            </a:pPr>
            <a:r>
              <a:rPr lang="de-CH" altLang="zh-CN" dirty="0">
                <a:latin typeface="+mj-lt"/>
                <a:ea typeface="黑体" panose="02010609060101010101" pitchFamily="49" charset="-122"/>
              </a:rPr>
              <a:t>Bibliography</a:t>
            </a:r>
          </a:p>
          <a:p>
            <a:endParaRPr lang="en-US" altLang="zh-CN" dirty="0" smtClean="0">
              <a:latin typeface="+mj-lt"/>
              <a:ea typeface="黑体" panose="02010609060101010101" pitchFamily="49" charset="-122"/>
            </a:endParaRPr>
          </a:p>
          <a:p>
            <a:pPr lvl="1"/>
            <a:endParaRPr lang="zh-CN" altLang="en-US" dirty="0">
              <a:latin typeface="+mj-lt"/>
              <a:ea typeface="黑体" panose="02010609060101010101" pitchFamily="49" charset="-122"/>
            </a:endParaRPr>
          </a:p>
        </p:txBody>
      </p:sp>
      <p:sp>
        <p:nvSpPr>
          <p:cNvPr id="5" name="灯片编号占位符 4"/>
          <p:cNvSpPr>
            <a:spLocks noGrp="1"/>
          </p:cNvSpPr>
          <p:nvPr>
            <p:ph type="sldNum" sz="quarter" idx="100"/>
          </p:nvPr>
        </p:nvSpPr>
        <p:spPr/>
        <p:txBody>
          <a:bodyPr/>
          <a:lstStyle/>
          <a:p>
            <a:fld id="{2B2B68EE-DD1E-4368-AFCE-24A50EC7BF18}" type="slidenum">
              <a:rPr lang="en-US" smtClean="0"/>
              <a:pPr/>
              <a:t>3</a:t>
            </a:fld>
            <a:endParaRPr lang="en-US" dirty="0"/>
          </a:p>
        </p:txBody>
      </p:sp>
      <p:sp>
        <p:nvSpPr>
          <p:cNvPr id="6" name="页脚占位符 5"/>
          <p:cNvSpPr>
            <a:spLocks noGrp="1"/>
          </p:cNvSpPr>
          <p:nvPr>
            <p:ph type="ftr" sz="quarter" idx="101"/>
          </p:nvPr>
        </p:nvSpPr>
        <p:spPr/>
        <p:txBody>
          <a:bodyPr/>
          <a:lstStyle/>
          <a:p>
            <a:r>
              <a:rPr lang="en-US" smtClean="0"/>
              <a:t>For internal use - Confidential</a:t>
            </a:r>
            <a:endParaRPr lang="en-US" dirty="0"/>
          </a:p>
        </p:txBody>
      </p:sp>
    </p:spTree>
    <p:extLst>
      <p:ext uri="{BB962C8B-B14F-4D97-AF65-F5344CB8AC3E}">
        <p14:creationId xmlns:p14="http://schemas.microsoft.com/office/powerpoint/2010/main" val="3156844069"/>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latin typeface="Arial" panose="020B0604020202020204" pitchFamily="34" charset="0"/>
                <a:ea typeface="黑体" panose="02010609060101010101" pitchFamily="49" charset="-122"/>
                <a:cs typeface="Arial" panose="020B0604020202020204" pitchFamily="34" charset="0"/>
              </a:rPr>
              <a:t>一般介绍 </a:t>
            </a:r>
            <a:r>
              <a:rPr lang="en-US" altLang="zh-CN" dirty="0" smtClean="0">
                <a:latin typeface="Arial" panose="020B0604020202020204" pitchFamily="34" charset="0"/>
                <a:ea typeface="黑体" panose="02010609060101010101" pitchFamily="49" charset="-122"/>
                <a:cs typeface="Arial" panose="020B0604020202020204" pitchFamily="34" charset="0"/>
              </a:rPr>
              <a:t>- </a:t>
            </a:r>
            <a:r>
              <a:rPr lang="en-US" altLang="zh-CN" sz="1800" dirty="0" smtClean="0">
                <a:latin typeface="Arial" panose="020B0604020202020204" pitchFamily="34" charset="0"/>
                <a:ea typeface="黑体" panose="02010609060101010101" pitchFamily="49" charset="-122"/>
                <a:cs typeface="Arial" panose="020B0604020202020204" pitchFamily="34" charset="0"/>
              </a:rPr>
              <a:t>R60</a:t>
            </a:r>
            <a:r>
              <a:rPr lang="zh-CN" altLang="en-US" sz="1800" dirty="0">
                <a:latin typeface="Arial" panose="020B0604020202020204" pitchFamily="34" charset="0"/>
                <a:ea typeface="黑体" panose="02010609060101010101" pitchFamily="49" charset="-122"/>
                <a:cs typeface="Arial" panose="020B0604020202020204" pitchFamily="34" charset="0"/>
              </a:rPr>
              <a:t>的适用范围</a:t>
            </a:r>
            <a:r>
              <a:rPr lang="en-US" altLang="zh-CN" sz="1800" dirty="0" smtClean="0">
                <a:latin typeface="Arial" panose="020B0604020202020204" pitchFamily="34" charset="0"/>
                <a:ea typeface="黑体" panose="02010609060101010101" pitchFamily="49" charset="-122"/>
                <a:cs typeface="Arial" panose="020B0604020202020204" pitchFamily="34" charset="0"/>
              </a:rPr>
              <a:t>Scope</a:t>
            </a:r>
            <a:endParaRPr lang="zh-CN" altLang="en-US" sz="1800" dirty="0">
              <a:latin typeface="Arial" panose="020B0604020202020204" pitchFamily="34" charset="0"/>
              <a:ea typeface="黑体" panose="02010609060101010101" pitchFamily="49" charset="-122"/>
              <a:cs typeface="Arial" panose="020B0604020202020204" pitchFamily="34" charset="0"/>
            </a:endParaRPr>
          </a:p>
        </p:txBody>
      </p:sp>
      <p:sp>
        <p:nvSpPr>
          <p:cNvPr id="5" name="灯片编号占位符 4"/>
          <p:cNvSpPr>
            <a:spLocks noGrp="1"/>
          </p:cNvSpPr>
          <p:nvPr>
            <p:ph type="sldNum" sz="quarter" idx="100"/>
          </p:nvPr>
        </p:nvSpPr>
        <p:spPr/>
        <p:txBody>
          <a:bodyPr/>
          <a:lstStyle/>
          <a:p>
            <a:fld id="{2B2B68EE-DD1E-4368-AFCE-24A50EC7BF18}" type="slidenum">
              <a:rPr lang="en-US" smtClean="0"/>
              <a:pPr/>
              <a:t>4</a:t>
            </a:fld>
            <a:endParaRPr lang="en-US" dirty="0"/>
          </a:p>
        </p:txBody>
      </p:sp>
      <p:sp>
        <p:nvSpPr>
          <p:cNvPr id="6" name="页脚占位符 5"/>
          <p:cNvSpPr>
            <a:spLocks noGrp="1"/>
          </p:cNvSpPr>
          <p:nvPr>
            <p:ph type="ftr" sz="quarter" idx="101"/>
          </p:nvPr>
        </p:nvSpPr>
        <p:spPr/>
        <p:txBody>
          <a:bodyPr/>
          <a:lstStyle/>
          <a:p>
            <a:r>
              <a:rPr lang="en-US" smtClean="0"/>
              <a:t>For internal use - Confidential</a:t>
            </a:r>
            <a:endParaRPr lang="en-US" dirty="0"/>
          </a:p>
        </p:txBody>
      </p:sp>
      <p:sp>
        <p:nvSpPr>
          <p:cNvPr id="7" name="内容占位符 6"/>
          <p:cNvSpPr>
            <a:spLocks noGrp="1"/>
          </p:cNvSpPr>
          <p:nvPr>
            <p:ph idx="1"/>
          </p:nvPr>
        </p:nvSpPr>
        <p:spPr>
          <a:xfrm>
            <a:off x="640952" y="994572"/>
            <a:ext cx="8064000" cy="5328000"/>
          </a:xfrm>
        </p:spPr>
        <p:txBody>
          <a:bodyPr/>
          <a:lstStyle/>
          <a:p>
            <a:pPr marL="355600" lvl="0" indent="-355600" rtl="0">
              <a:spcAft>
                <a:spcPts val="1200"/>
              </a:spcAft>
              <a:tabLst>
                <a:tab pos="355600" algn="l"/>
              </a:tabLst>
            </a:pPr>
            <a:r>
              <a:rPr lang="en-US" sz="1600" dirty="0" smtClean="0">
                <a:latin typeface="Arial" panose="020B0604020202020204" pitchFamily="34" charset="0"/>
                <a:ea typeface="黑体" panose="02010609060101010101" pitchFamily="49" charset="-122"/>
                <a:cs typeface="Arial" panose="020B0604020202020204" pitchFamily="34" charset="0"/>
              </a:rPr>
              <a:t>R60 《</a:t>
            </a:r>
            <a:r>
              <a:rPr lang="zh-CN" sz="1600" dirty="0" smtClean="0">
                <a:latin typeface="Arial" panose="020B0604020202020204" pitchFamily="34" charset="0"/>
                <a:ea typeface="黑体" panose="02010609060101010101" pitchFamily="49" charset="-122"/>
                <a:cs typeface="Arial" panose="020B0604020202020204" pitchFamily="34" charset="0"/>
              </a:rPr>
              <a:t>称重传感器</a:t>
            </a:r>
            <a:r>
              <a:rPr lang="en-US" sz="1600" dirty="0" smtClean="0">
                <a:latin typeface="Arial" panose="020B0604020202020204" pitchFamily="34" charset="0"/>
                <a:ea typeface="黑体" panose="02010609060101010101" pitchFamily="49" charset="-122"/>
                <a:cs typeface="Arial" panose="020B0604020202020204" pitchFamily="34" charset="0"/>
              </a:rPr>
              <a:t>》</a:t>
            </a:r>
            <a:r>
              <a:rPr lang="zh-CN" sz="1600" dirty="0" smtClean="0">
                <a:latin typeface="Arial" panose="020B0604020202020204" pitchFamily="34" charset="0"/>
                <a:ea typeface="黑体" panose="02010609060101010101" pitchFamily="49" charset="-122"/>
                <a:cs typeface="Arial" panose="020B0604020202020204" pitchFamily="34" charset="0"/>
              </a:rPr>
              <a:t> 计量要求和测试程序适用于具有法制计量要求的应用；</a:t>
            </a:r>
            <a:endParaRPr lang="en-US" altLang="zh-CN" sz="1600" dirty="0" smtClean="0">
              <a:latin typeface="Arial" panose="020B0604020202020204" pitchFamily="34" charset="0"/>
              <a:ea typeface="黑体" panose="02010609060101010101" pitchFamily="49" charset="-122"/>
              <a:cs typeface="Arial" panose="020B0604020202020204" pitchFamily="34" charset="0"/>
            </a:endParaRPr>
          </a:p>
          <a:p>
            <a:pPr marL="355600" lvl="0" indent="-355600" rtl="0">
              <a:spcAft>
                <a:spcPts val="1200"/>
              </a:spcAft>
              <a:tabLst>
                <a:tab pos="355600" algn="l"/>
              </a:tabLst>
            </a:pPr>
            <a:r>
              <a:rPr lang="zh-CN" altLang="en-US" sz="1600" dirty="0" smtClean="0">
                <a:latin typeface="Arial" panose="020B0604020202020204" pitchFamily="34" charset="0"/>
                <a:ea typeface="黑体" panose="02010609060101010101" pitchFamily="49" charset="-122"/>
                <a:cs typeface="Arial" panose="020B0604020202020204" pitchFamily="34" charset="0"/>
              </a:rPr>
              <a:t>规定了用于质量测量计量器具中称重传感器的主要的静态计量特性和静态评价程序，提供确定属于计量管理的计量器具用传感器计量特性的统一方法；</a:t>
            </a:r>
            <a:endParaRPr lang="en-US" altLang="zh-CN" sz="1600" dirty="0" smtClean="0">
              <a:latin typeface="Arial" panose="020B0604020202020204" pitchFamily="34" charset="0"/>
              <a:ea typeface="黑体" panose="02010609060101010101" pitchFamily="49" charset="-122"/>
              <a:cs typeface="Arial" panose="020B0604020202020204" pitchFamily="34" charset="0"/>
            </a:endParaRPr>
          </a:p>
          <a:p>
            <a:pPr marL="717550" lvl="2" indent="-355600">
              <a:spcAft>
                <a:spcPts val="1200"/>
              </a:spcAft>
              <a:tabLst>
                <a:tab pos="355600" algn="l"/>
              </a:tabLst>
            </a:pPr>
            <a:r>
              <a:rPr lang="zh-CN" altLang="en-US" dirty="0" smtClean="0">
                <a:latin typeface="Arial" panose="020B0604020202020204" pitchFamily="34" charset="0"/>
                <a:ea typeface="黑体" panose="02010609060101010101" pitchFamily="49" charset="-122"/>
                <a:cs typeface="Arial" panose="020B0604020202020204" pitchFamily="34" charset="0"/>
              </a:rPr>
              <a:t>除连续累计自动衡器（皮带秤），其它自动衡器的影响量和干扰的评价都是静态下的；</a:t>
            </a:r>
            <a:endParaRPr lang="en-US" altLang="zh-CN" dirty="0" smtClean="0">
              <a:latin typeface="Arial" panose="020B0604020202020204" pitchFamily="34" charset="0"/>
              <a:ea typeface="黑体" panose="02010609060101010101" pitchFamily="49" charset="-122"/>
              <a:cs typeface="Arial" panose="020B0604020202020204" pitchFamily="34" charset="0"/>
            </a:endParaRPr>
          </a:p>
          <a:p>
            <a:pPr marL="717550" lvl="2" indent="-355600">
              <a:spcAft>
                <a:spcPts val="1200"/>
              </a:spcAft>
              <a:tabLst>
                <a:tab pos="355600" algn="l"/>
              </a:tabLst>
            </a:pPr>
            <a:r>
              <a:rPr lang="zh-CN" altLang="en-US" dirty="0" smtClean="0">
                <a:latin typeface="Arial" panose="020B0604020202020204" pitchFamily="34" charset="0"/>
                <a:ea typeface="黑体" panose="02010609060101010101" pitchFamily="49" charset="-122"/>
                <a:cs typeface="Arial" panose="020B0604020202020204" pitchFamily="34" charset="0"/>
              </a:rPr>
              <a:t>是否满足自动衡器静态要求，需要对传感器</a:t>
            </a:r>
            <a:r>
              <a:rPr lang="zh-CN" altLang="en-US" dirty="0">
                <a:latin typeface="Arial" panose="020B0604020202020204" pitchFamily="34" charset="0"/>
                <a:ea typeface="黑体" panose="02010609060101010101" pitchFamily="49" charset="-122"/>
                <a:cs typeface="Arial" panose="020B0604020202020204" pitchFamily="34" charset="0"/>
              </a:rPr>
              <a:t>型</a:t>
            </a:r>
            <a:r>
              <a:rPr lang="zh-CN" altLang="en-US" dirty="0" smtClean="0">
                <a:latin typeface="Arial" panose="020B0604020202020204" pitchFamily="34" charset="0"/>
                <a:ea typeface="黑体" panose="02010609060101010101" pitchFamily="49" charset="-122"/>
                <a:cs typeface="Arial" panose="020B0604020202020204" pitchFamily="34" charset="0"/>
              </a:rPr>
              <a:t>式评价报告中测试数据加以转换和比较确定。</a:t>
            </a:r>
            <a:endParaRPr lang="en-US" altLang="zh-CN" dirty="0" smtClean="0">
              <a:latin typeface="Arial" panose="020B0604020202020204" pitchFamily="34" charset="0"/>
              <a:ea typeface="黑体" panose="02010609060101010101" pitchFamily="49" charset="-122"/>
              <a:cs typeface="Arial" panose="020B0604020202020204" pitchFamily="34" charset="0"/>
            </a:endParaRPr>
          </a:p>
          <a:p>
            <a:pPr marL="355600" lvl="0" indent="-355600" rtl="0">
              <a:spcAft>
                <a:spcPts val="1200"/>
              </a:spcAft>
              <a:tabLst>
                <a:tab pos="355600" algn="l"/>
              </a:tabLst>
            </a:pPr>
            <a:r>
              <a:rPr lang="zh-CN" altLang="en-US" sz="1600" dirty="0" smtClean="0">
                <a:latin typeface="Arial" panose="020B0604020202020204" pitchFamily="34" charset="0"/>
                <a:ea typeface="黑体" panose="02010609060101010101" pitchFamily="49" charset="-122"/>
                <a:cs typeface="Arial" panose="020B0604020202020204" pitchFamily="34" charset="0"/>
              </a:rPr>
              <a:t>应变技术是本建议适用传感器的典型形式，但不排除其他技术使用本建议。该版本特别指出，其它非应变技术型式的传感器可以附加和修改测试程序</a:t>
            </a:r>
            <a:endParaRPr lang="en-US" altLang="zh-CN" sz="1600" dirty="0" smtClean="0">
              <a:latin typeface="Arial" panose="020B0604020202020204" pitchFamily="34" charset="0"/>
              <a:ea typeface="黑体" panose="02010609060101010101" pitchFamily="49" charset="-122"/>
              <a:cs typeface="Arial" panose="020B0604020202020204" pitchFamily="34" charset="0"/>
            </a:endParaRPr>
          </a:p>
          <a:p>
            <a:pPr marL="355600" lvl="0" indent="-355600" rtl="0">
              <a:spcAft>
                <a:spcPts val="1200"/>
              </a:spcAft>
              <a:tabLst>
                <a:tab pos="355600" algn="l"/>
              </a:tabLst>
            </a:pPr>
            <a:r>
              <a:rPr lang="zh-CN" sz="1600" dirty="0" smtClean="0">
                <a:latin typeface="Arial" panose="020B0604020202020204" pitchFamily="34" charset="0"/>
                <a:ea typeface="黑体" panose="02010609060101010101" pitchFamily="49" charset="-122"/>
                <a:cs typeface="Arial" panose="020B0604020202020204" pitchFamily="34" charset="0"/>
              </a:rPr>
              <a:t>称重传感器是质量计量器具中一个独立部件或单元，不提供具有固有的或相关单位的量值，从传感器得到的数据仅仅是传感器在相应输入下的输出变化，这种对应的变化必须经测量仪器的其它部件或模块转换成具有物理意义的、能够被使用的测量值。</a:t>
            </a:r>
            <a:r>
              <a:rPr lang="en-US" sz="1600" dirty="0" smtClean="0">
                <a:latin typeface="Arial" panose="020B0604020202020204" pitchFamily="34" charset="0"/>
                <a:ea typeface="黑体" panose="02010609060101010101" pitchFamily="49" charset="-122"/>
                <a:cs typeface="Arial" panose="020B0604020202020204" pitchFamily="34" charset="0"/>
              </a:rPr>
              <a:t/>
            </a:r>
            <a:br>
              <a:rPr lang="en-US" sz="1600" dirty="0" smtClean="0">
                <a:latin typeface="Arial" panose="020B0604020202020204" pitchFamily="34" charset="0"/>
                <a:ea typeface="黑体" panose="02010609060101010101" pitchFamily="49" charset="-122"/>
                <a:cs typeface="Arial" panose="020B0604020202020204" pitchFamily="34" charset="0"/>
              </a:rPr>
            </a:br>
            <a:r>
              <a:rPr lang="zh-CN" sz="1600" dirty="0" smtClean="0">
                <a:latin typeface="Arial" panose="020B0604020202020204" pitchFamily="34" charset="0"/>
                <a:ea typeface="黑体" panose="02010609060101010101" pitchFamily="49" charset="-122"/>
                <a:cs typeface="Arial" panose="020B0604020202020204" pitchFamily="34" charset="0"/>
              </a:rPr>
              <a:t>根据本描述，其含义是传感器信号转换成测量结果的数据处理，以及法制计量功能或应用等不属于本建议的内容。但不阻止这类需求在传感器中设置，而是不依据本建议进行评价和检查；</a:t>
            </a:r>
            <a:endParaRPr lang="en-US" altLang="zh-CN" sz="1600" dirty="0" smtClean="0">
              <a:latin typeface="Arial" panose="020B0604020202020204" pitchFamily="34" charset="0"/>
              <a:ea typeface="黑体" panose="02010609060101010101" pitchFamily="49" charset="-122"/>
              <a:cs typeface="Arial" panose="020B0604020202020204" pitchFamily="34" charset="0"/>
            </a:endParaRPr>
          </a:p>
        </p:txBody>
      </p:sp>
    </p:spTree>
    <p:extLst>
      <p:ext uri="{BB962C8B-B14F-4D97-AF65-F5344CB8AC3E}">
        <p14:creationId xmlns:p14="http://schemas.microsoft.com/office/powerpoint/2010/main" val="19172734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xEl>
                                              <p:pRg st="1" end="1"/>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xEl>
                                              <p:pRg st="2" end="2"/>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7" name="Gruppieren 16"/>
          <p:cNvGrpSpPr/>
          <p:nvPr/>
        </p:nvGrpSpPr>
        <p:grpSpPr>
          <a:xfrm>
            <a:off x="395288" y="1972584"/>
            <a:ext cx="10081400" cy="491500"/>
            <a:chOff x="539175" y="3154768"/>
            <a:chExt cx="10081400" cy="531132"/>
          </a:xfrm>
        </p:grpSpPr>
        <p:sp>
          <p:nvSpPr>
            <p:cNvPr id="4" name="Gleichschenkliges Dreieck 3"/>
            <p:cNvSpPr/>
            <p:nvPr/>
          </p:nvSpPr>
          <p:spPr>
            <a:xfrm rot="16200000">
              <a:off x="9371418" y="3273380"/>
              <a:ext cx="311087" cy="216029"/>
            </a:xfrm>
            <a:prstGeom prs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hteck 19"/>
            <p:cNvSpPr/>
            <p:nvPr/>
          </p:nvSpPr>
          <p:spPr>
            <a:xfrm>
              <a:off x="539175" y="3154768"/>
              <a:ext cx="8396287" cy="531132"/>
            </a:xfrm>
            <a:prstGeom prst="rect">
              <a:avLst/>
            </a:prstGeom>
            <a:solidFill>
              <a:schemeClr val="bg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b="1" dirty="0"/>
            </a:p>
          </p:txBody>
        </p:sp>
        <p:sp>
          <p:nvSpPr>
            <p:cNvPr id="16" name="Rechteck 15"/>
            <p:cNvSpPr/>
            <p:nvPr/>
          </p:nvSpPr>
          <p:spPr>
            <a:xfrm>
              <a:off x="9684445" y="3176891"/>
              <a:ext cx="936130" cy="43206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36000" bIns="0" rtlCol="0" anchor="ctr"/>
            <a:lstStyle/>
            <a:p>
              <a:r>
                <a:rPr lang="en-US" sz="800" dirty="0" smtClean="0">
                  <a:solidFill>
                    <a:schemeClr val="tx1"/>
                  </a:solidFill>
                </a:rPr>
                <a:t>To shift Highlight</a:t>
              </a:r>
            </a:p>
            <a:p>
              <a:r>
                <a:rPr lang="en-US" sz="800" dirty="0">
                  <a:solidFill>
                    <a:schemeClr val="tx1"/>
                  </a:solidFill>
                </a:rPr>
                <a:t>C</a:t>
              </a:r>
              <a:r>
                <a:rPr lang="en-US" sz="800" dirty="0" smtClean="0">
                  <a:solidFill>
                    <a:schemeClr val="tx1"/>
                  </a:solidFill>
                </a:rPr>
                <a:t>lick the arrow, press shift key and move top or bottom</a:t>
              </a:r>
            </a:p>
          </p:txBody>
        </p:sp>
      </p:grpSp>
      <p:sp>
        <p:nvSpPr>
          <p:cNvPr id="2" name="Titel 1"/>
          <p:cNvSpPr>
            <a:spLocks noGrp="1"/>
          </p:cNvSpPr>
          <p:nvPr>
            <p:ph type="title"/>
          </p:nvPr>
        </p:nvSpPr>
        <p:spPr/>
        <p:txBody>
          <a:bodyPr/>
          <a:lstStyle/>
          <a:p>
            <a:r>
              <a:rPr lang="en-US" dirty="0" smtClean="0"/>
              <a:t>Agenda</a:t>
            </a:r>
            <a:endParaRPr lang="en-US" dirty="0"/>
          </a:p>
        </p:txBody>
      </p:sp>
      <p:sp>
        <p:nvSpPr>
          <p:cNvPr id="14" name="Slide Number Placeholder 13"/>
          <p:cNvSpPr>
            <a:spLocks noGrp="1"/>
          </p:cNvSpPr>
          <p:nvPr>
            <p:ph type="sldNum" sz="quarter" idx="100"/>
          </p:nvPr>
        </p:nvSpPr>
        <p:spPr/>
        <p:txBody>
          <a:bodyPr/>
          <a:lstStyle/>
          <a:p>
            <a:fld id="{2B2B68EE-DD1E-4368-AFCE-24A50EC7BF18}" type="slidenum">
              <a:rPr lang="en-US" smtClean="0"/>
              <a:pPr/>
              <a:t>5</a:t>
            </a:fld>
            <a:endParaRPr lang="en-US" dirty="0"/>
          </a:p>
        </p:txBody>
      </p:sp>
      <p:sp>
        <p:nvSpPr>
          <p:cNvPr id="13" name="Footer Placeholder 12"/>
          <p:cNvSpPr>
            <a:spLocks noGrp="1"/>
          </p:cNvSpPr>
          <p:nvPr>
            <p:ph type="ftr" sz="quarter" idx="101"/>
          </p:nvPr>
        </p:nvSpPr>
        <p:spPr/>
        <p:txBody>
          <a:bodyPr/>
          <a:lstStyle/>
          <a:p>
            <a:r>
              <a:rPr lang="en-US" smtClean="0"/>
              <a:t>For internal use - Confidential</a:t>
            </a:r>
            <a:endParaRPr lang="en-US" dirty="0"/>
          </a:p>
        </p:txBody>
      </p:sp>
      <p:graphicFrame>
        <p:nvGraphicFramePr>
          <p:cNvPr id="8" name="Inhaltsplatzhalter 7"/>
          <p:cNvGraphicFramePr>
            <a:graphicFrameLocks noGrp="1"/>
          </p:cNvGraphicFramePr>
          <p:nvPr>
            <p:ph idx="4294967295"/>
            <p:extLst>
              <p:ext uri="{D42A27DB-BD31-4B8C-83A1-F6EECF244321}">
                <p14:modId xmlns:p14="http://schemas.microsoft.com/office/powerpoint/2010/main" val="1274756908"/>
              </p:ext>
            </p:extLst>
          </p:nvPr>
        </p:nvGraphicFramePr>
        <p:xfrm>
          <a:off x="357187" y="1477762"/>
          <a:ext cx="8429625" cy="2016000"/>
        </p:xfrm>
        <a:graphic>
          <a:graphicData uri="http://schemas.openxmlformats.org/drawingml/2006/table">
            <a:tbl>
              <a:tblPr firstRow="1" firstCol="1" bandRow="1">
                <a:solidFill>
                  <a:srgbClr val="FFFFFF">
                    <a:alpha val="20000"/>
                  </a:srgbClr>
                </a:solidFill>
              </a:tblPr>
              <a:tblGrid>
                <a:gridCol w="508896"/>
                <a:gridCol w="7920729"/>
              </a:tblGrid>
              <a:tr h="504000">
                <a:tc>
                  <a:txBody>
                    <a:bodyPr/>
                    <a:lstStyle/>
                    <a:p>
                      <a:pPr algn="ctr"/>
                      <a:r>
                        <a:rPr lang="en-US" b="1" noProof="0" dirty="0" smtClean="0">
                          <a:solidFill>
                            <a:schemeClr val="bg1"/>
                          </a:solidFill>
                          <a:latin typeface="黑体" panose="02010609060101010101" pitchFamily="49" charset="-122"/>
                          <a:ea typeface="黑体" panose="02010609060101010101" pitchFamily="49" charset="-122"/>
                        </a:rPr>
                        <a:t>1</a:t>
                      </a:r>
                      <a:endParaRPr lang="en-US" b="1" noProof="0" dirty="0">
                        <a:solidFill>
                          <a:schemeClr val="bg1"/>
                        </a:solidFill>
                        <a:latin typeface="黑体" panose="02010609060101010101" pitchFamily="49" charset="-122"/>
                        <a:ea typeface="黑体" panose="02010609060101010101" pitchFamily="49" charset="-122"/>
                      </a:endParaRPr>
                    </a:p>
                  </a:txBody>
                  <a:tcPr marL="35742" marR="71484" anchor="ctr">
                    <a:lnL w="76200" cap="flat" cmpd="sng" algn="ctr">
                      <a:solidFill>
                        <a:schemeClr val="tx2"/>
                      </a:solidFill>
                      <a:prstDash val="solid"/>
                      <a:round/>
                      <a:headEnd type="none" w="med" len="med"/>
                      <a:tailEnd type="none" w="med" len="med"/>
                    </a:lnL>
                    <a:lnR w="76200" cap="flat" cmpd="sng" algn="ctr">
                      <a:solidFill>
                        <a:schemeClr val="tx2"/>
                      </a:solidFill>
                      <a:prstDash val="solid"/>
                      <a:round/>
                      <a:headEnd type="none" w="med" len="med"/>
                      <a:tailEnd type="none" w="med" len="med"/>
                    </a:lnR>
                    <a:lnT w="76200" cap="flat" cmpd="sng" algn="ctr">
                      <a:solidFill>
                        <a:schemeClr val="tx2"/>
                      </a:solidFill>
                      <a:prstDash val="solid"/>
                      <a:round/>
                      <a:headEnd type="none" w="med" len="med"/>
                      <a:tailEnd type="none" w="med" len="med"/>
                    </a:lnT>
                    <a:lnB w="76200" cap="flat" cmpd="sng" algn="ctr">
                      <a:solidFill>
                        <a:schemeClr val="tx2"/>
                      </a:solidFill>
                      <a:prstDash val="solid"/>
                      <a:round/>
                      <a:headEnd type="none" w="med" len="med"/>
                      <a:tailEnd type="none" w="med" len="med"/>
                    </a:lnB>
                    <a:solidFill>
                      <a:schemeClr val="tx1"/>
                    </a:solidFill>
                  </a:tcPr>
                </a:tc>
                <a:tc>
                  <a:txBody>
                    <a:bodyPr/>
                    <a:lstStyle/>
                    <a:p>
                      <a:r>
                        <a:rPr lang="zh-CN" altLang="en-US" b="1" baseline="0" noProof="0" dirty="0" smtClean="0">
                          <a:latin typeface="黑体" panose="02010609060101010101" pitchFamily="49" charset="-122"/>
                          <a:ea typeface="黑体" panose="02010609060101010101" pitchFamily="49" charset="-122"/>
                        </a:rPr>
                        <a:t>一般介绍</a:t>
                      </a:r>
                      <a:endParaRPr lang="en-US" b="1" baseline="0" noProof="0" dirty="0">
                        <a:latin typeface="黑体" panose="02010609060101010101" pitchFamily="49" charset="-122"/>
                        <a:ea typeface="黑体" panose="02010609060101010101" pitchFamily="49" charset="-122"/>
                      </a:endParaRPr>
                    </a:p>
                  </a:txBody>
                  <a:tcPr marL="90784" marR="90784" anchor="ctr">
                    <a:lnL w="76200" cap="flat" cmpd="sng" algn="ctr">
                      <a:solidFill>
                        <a:schemeClr val="tx2"/>
                      </a:solidFill>
                      <a:prstDash val="solid"/>
                      <a:round/>
                      <a:headEnd type="none" w="med" len="med"/>
                      <a:tailEnd type="none" w="med" len="med"/>
                    </a:lnL>
                    <a:lnR w="76200" cap="flat" cmpd="sng" algn="ctr">
                      <a:solidFill>
                        <a:schemeClr val="tx2"/>
                      </a:solidFill>
                      <a:prstDash val="solid"/>
                      <a:round/>
                      <a:headEnd type="none" w="med" len="med"/>
                      <a:tailEnd type="none" w="med" len="med"/>
                    </a:lnR>
                    <a:lnT w="76200" cap="flat" cmpd="sng" algn="ctr">
                      <a:solidFill>
                        <a:schemeClr val="tx2"/>
                      </a:solidFill>
                      <a:prstDash val="solid"/>
                      <a:round/>
                      <a:headEnd type="none" w="med" len="med"/>
                      <a:tailEnd type="none" w="med" len="med"/>
                    </a:lnT>
                    <a:lnB w="76200" cap="flat" cmpd="sng" algn="ctr">
                      <a:solidFill>
                        <a:schemeClr val="tx2"/>
                      </a:solidFill>
                      <a:prstDash val="solid"/>
                      <a:round/>
                      <a:headEnd type="none" w="med" len="med"/>
                      <a:tailEnd type="none" w="med" len="med"/>
                    </a:lnB>
                    <a:blipFill dpi="0" rotWithShape="1">
                      <a:blip r:embed="rId3">
                        <a:alphaModFix amt="40000"/>
                      </a:blip>
                      <a:srcRect/>
                      <a:stretch>
                        <a:fillRect/>
                      </a:stretch>
                    </a:blipFill>
                  </a:tcPr>
                </a:tc>
              </a:tr>
              <a:tr h="50400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b="1" noProof="0" dirty="0" smtClean="0">
                          <a:solidFill>
                            <a:schemeClr val="bg1"/>
                          </a:solidFill>
                          <a:latin typeface="黑体" panose="02010609060101010101" pitchFamily="49" charset="-122"/>
                          <a:ea typeface="黑体" panose="02010609060101010101" pitchFamily="49" charset="-122"/>
                        </a:rPr>
                        <a:t>2</a:t>
                      </a:r>
                    </a:p>
                  </a:txBody>
                  <a:tcPr marL="35742" marR="71484" anchor="ctr">
                    <a:lnL w="76200" cap="flat" cmpd="sng" algn="ctr">
                      <a:solidFill>
                        <a:schemeClr val="tx2"/>
                      </a:solidFill>
                      <a:prstDash val="solid"/>
                      <a:round/>
                      <a:headEnd type="none" w="med" len="med"/>
                      <a:tailEnd type="none" w="med" len="med"/>
                    </a:lnL>
                    <a:lnR w="76200" cap="flat" cmpd="sng" algn="ctr">
                      <a:solidFill>
                        <a:schemeClr val="tx2"/>
                      </a:solidFill>
                      <a:prstDash val="solid"/>
                      <a:round/>
                      <a:headEnd type="none" w="med" len="med"/>
                      <a:tailEnd type="none" w="med" len="med"/>
                    </a:lnR>
                    <a:lnT w="76200" cap="flat" cmpd="sng" algn="ctr">
                      <a:solidFill>
                        <a:schemeClr val="tx2"/>
                      </a:solidFill>
                      <a:prstDash val="solid"/>
                      <a:round/>
                      <a:headEnd type="none" w="med" len="med"/>
                      <a:tailEnd type="none" w="med" len="med"/>
                    </a:lnT>
                    <a:lnB w="76200" cap="flat" cmpd="sng" algn="ctr">
                      <a:solidFill>
                        <a:schemeClr val="tx2"/>
                      </a:solidFill>
                      <a:prstDash val="solid"/>
                      <a:round/>
                      <a:headEnd type="none" w="med" len="med"/>
                      <a:tailEnd type="none" w="med" len="med"/>
                    </a:lnB>
                    <a:solidFill>
                      <a:schemeClr val="tx1"/>
                    </a:solidFill>
                  </a:tcPr>
                </a:tc>
                <a:tc>
                  <a:txBody>
                    <a:bodyPr/>
                    <a:lstStyle/>
                    <a:p>
                      <a:r>
                        <a:rPr lang="zh-CN" altLang="en-US" b="1" noProof="0" dirty="0" smtClean="0">
                          <a:latin typeface="黑体" panose="02010609060101010101" pitchFamily="49" charset="-122"/>
                          <a:ea typeface="黑体" panose="02010609060101010101" pitchFamily="49" charset="-122"/>
                        </a:rPr>
                        <a:t>术语新增和修订</a:t>
                      </a:r>
                      <a:endParaRPr lang="en-US" b="1" noProof="0" dirty="0">
                        <a:latin typeface="黑体" panose="02010609060101010101" pitchFamily="49" charset="-122"/>
                        <a:ea typeface="黑体" panose="02010609060101010101" pitchFamily="49" charset="-122"/>
                      </a:endParaRPr>
                    </a:p>
                  </a:txBody>
                  <a:tcPr marL="90784" marR="90784" anchor="ctr">
                    <a:lnL w="76200" cap="flat" cmpd="sng" algn="ctr">
                      <a:solidFill>
                        <a:schemeClr val="tx2"/>
                      </a:solidFill>
                      <a:prstDash val="solid"/>
                      <a:round/>
                      <a:headEnd type="none" w="med" len="med"/>
                      <a:tailEnd type="none" w="med" len="med"/>
                    </a:lnL>
                    <a:lnR w="76200" cap="flat" cmpd="sng" algn="ctr">
                      <a:solidFill>
                        <a:schemeClr val="tx2"/>
                      </a:solidFill>
                      <a:prstDash val="solid"/>
                      <a:round/>
                      <a:headEnd type="none" w="med" len="med"/>
                      <a:tailEnd type="none" w="med" len="med"/>
                    </a:lnR>
                    <a:lnT w="76200" cap="flat" cmpd="sng" algn="ctr">
                      <a:solidFill>
                        <a:schemeClr val="tx2"/>
                      </a:solidFill>
                      <a:prstDash val="solid"/>
                      <a:round/>
                      <a:headEnd type="none" w="med" len="med"/>
                      <a:tailEnd type="none" w="med" len="med"/>
                    </a:lnT>
                    <a:lnB w="76200" cap="flat" cmpd="sng" algn="ctr">
                      <a:solidFill>
                        <a:schemeClr val="tx2"/>
                      </a:solidFill>
                      <a:prstDash val="solid"/>
                      <a:round/>
                      <a:headEnd type="none" w="med" len="med"/>
                      <a:tailEnd type="none" w="med" len="med"/>
                    </a:lnB>
                    <a:blipFill dpi="0" rotWithShape="1">
                      <a:blip r:embed="rId3">
                        <a:alphaModFix amt="40000"/>
                      </a:blip>
                      <a:srcRect/>
                      <a:stretch>
                        <a:fillRect/>
                      </a:stretch>
                    </a:blipFill>
                  </a:tcPr>
                </a:tc>
              </a:tr>
              <a:tr h="504000">
                <a:tc>
                  <a:txBody>
                    <a:bodyPr/>
                    <a:lstStyle/>
                    <a:p>
                      <a:pPr algn="ctr"/>
                      <a:r>
                        <a:rPr lang="en-US" b="1" noProof="0" dirty="0" smtClean="0">
                          <a:solidFill>
                            <a:schemeClr val="bg1"/>
                          </a:solidFill>
                          <a:latin typeface="黑体" panose="02010609060101010101" pitchFamily="49" charset="-122"/>
                          <a:ea typeface="黑体" panose="02010609060101010101" pitchFamily="49" charset="-122"/>
                        </a:rPr>
                        <a:t>3</a:t>
                      </a:r>
                      <a:endParaRPr lang="en-US" b="1" noProof="0" dirty="0">
                        <a:solidFill>
                          <a:schemeClr val="bg1"/>
                        </a:solidFill>
                        <a:latin typeface="黑体" panose="02010609060101010101" pitchFamily="49" charset="-122"/>
                        <a:ea typeface="黑体" panose="02010609060101010101" pitchFamily="49" charset="-122"/>
                      </a:endParaRPr>
                    </a:p>
                  </a:txBody>
                  <a:tcPr marL="35742" marR="71484" anchor="ctr">
                    <a:lnL w="76200" cap="flat" cmpd="sng" algn="ctr">
                      <a:solidFill>
                        <a:schemeClr val="tx2"/>
                      </a:solidFill>
                      <a:prstDash val="solid"/>
                      <a:round/>
                      <a:headEnd type="none" w="med" len="med"/>
                      <a:tailEnd type="none" w="med" len="med"/>
                    </a:lnL>
                    <a:lnR w="76200" cap="flat" cmpd="sng" algn="ctr">
                      <a:solidFill>
                        <a:schemeClr val="tx2"/>
                      </a:solidFill>
                      <a:prstDash val="solid"/>
                      <a:round/>
                      <a:headEnd type="none" w="med" len="med"/>
                      <a:tailEnd type="none" w="med" len="med"/>
                    </a:lnR>
                    <a:lnT w="76200" cap="flat" cmpd="sng" algn="ctr">
                      <a:solidFill>
                        <a:schemeClr val="tx2"/>
                      </a:solidFill>
                      <a:prstDash val="solid"/>
                      <a:round/>
                      <a:headEnd type="none" w="med" len="med"/>
                      <a:tailEnd type="none" w="med" len="med"/>
                    </a:lnT>
                    <a:lnB w="76200" cap="flat" cmpd="sng" algn="ctr">
                      <a:solidFill>
                        <a:schemeClr val="tx2"/>
                      </a:solidFill>
                      <a:prstDash val="solid"/>
                      <a:round/>
                      <a:headEnd type="none" w="med" len="med"/>
                      <a:tailEnd type="none" w="med" len="med"/>
                    </a:lnB>
                    <a:solidFill>
                      <a:schemeClr val="tx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b="1" noProof="0" dirty="0" smtClean="0">
                          <a:latin typeface="黑体" panose="02010609060101010101" pitchFamily="49" charset="-122"/>
                          <a:ea typeface="黑体" panose="02010609060101010101" pitchFamily="49" charset="-122"/>
                        </a:rPr>
                        <a:t>计量要求简述和差异</a:t>
                      </a:r>
                      <a:endParaRPr lang="en-US" b="1" noProof="0" dirty="0" smtClean="0">
                        <a:latin typeface="黑体" panose="02010609060101010101" pitchFamily="49" charset="-122"/>
                        <a:ea typeface="黑体" panose="02010609060101010101" pitchFamily="49" charset="-122"/>
                      </a:endParaRPr>
                    </a:p>
                  </a:txBody>
                  <a:tcPr marL="90784" marR="90784" anchor="ctr">
                    <a:lnL w="76200" cap="flat" cmpd="sng" algn="ctr">
                      <a:solidFill>
                        <a:schemeClr val="tx2"/>
                      </a:solidFill>
                      <a:prstDash val="solid"/>
                      <a:round/>
                      <a:headEnd type="none" w="med" len="med"/>
                      <a:tailEnd type="none" w="med" len="med"/>
                    </a:lnL>
                    <a:lnR w="76200" cap="flat" cmpd="sng" algn="ctr">
                      <a:solidFill>
                        <a:schemeClr val="tx2"/>
                      </a:solidFill>
                      <a:prstDash val="solid"/>
                      <a:round/>
                      <a:headEnd type="none" w="med" len="med"/>
                      <a:tailEnd type="none" w="med" len="med"/>
                    </a:lnR>
                    <a:lnT w="76200" cap="flat" cmpd="sng" algn="ctr">
                      <a:solidFill>
                        <a:schemeClr val="tx2"/>
                      </a:solidFill>
                      <a:prstDash val="solid"/>
                      <a:round/>
                      <a:headEnd type="none" w="med" len="med"/>
                      <a:tailEnd type="none" w="med" len="med"/>
                    </a:lnT>
                    <a:lnB w="76200" cap="flat" cmpd="sng" algn="ctr">
                      <a:solidFill>
                        <a:schemeClr val="tx2"/>
                      </a:solidFill>
                      <a:prstDash val="solid"/>
                      <a:round/>
                      <a:headEnd type="none" w="med" len="med"/>
                      <a:tailEnd type="none" w="med" len="med"/>
                    </a:lnB>
                    <a:blipFill dpi="0" rotWithShape="1">
                      <a:blip r:embed="rId3">
                        <a:alphaModFix amt="40000"/>
                      </a:blip>
                      <a:srcRect/>
                      <a:stretch>
                        <a:fillRect/>
                      </a:stretch>
                    </a:blipFill>
                  </a:tcPr>
                </a:tc>
              </a:tr>
              <a:tr h="504000">
                <a:tc>
                  <a:txBody>
                    <a:bodyPr/>
                    <a:lstStyle/>
                    <a:p>
                      <a:pPr algn="ctr"/>
                      <a:r>
                        <a:rPr lang="en-US" altLang="zh-CN" b="1" noProof="0" dirty="0" smtClean="0">
                          <a:solidFill>
                            <a:schemeClr val="bg1"/>
                          </a:solidFill>
                          <a:latin typeface="黑体" panose="02010609060101010101" pitchFamily="49" charset="-122"/>
                          <a:ea typeface="黑体" panose="02010609060101010101" pitchFamily="49" charset="-122"/>
                        </a:rPr>
                        <a:t>4</a:t>
                      </a:r>
                      <a:endParaRPr lang="en-US" b="1" noProof="0" dirty="0">
                        <a:solidFill>
                          <a:schemeClr val="bg1"/>
                        </a:solidFill>
                        <a:latin typeface="黑体" panose="02010609060101010101" pitchFamily="49" charset="-122"/>
                        <a:ea typeface="黑体" panose="02010609060101010101" pitchFamily="49" charset="-122"/>
                      </a:endParaRPr>
                    </a:p>
                  </a:txBody>
                  <a:tcPr marL="35742" marR="71484" anchor="ctr">
                    <a:lnL w="76200" cap="flat" cmpd="sng" algn="ctr">
                      <a:solidFill>
                        <a:schemeClr val="tx2"/>
                      </a:solidFill>
                      <a:prstDash val="solid"/>
                      <a:round/>
                      <a:headEnd type="none" w="med" len="med"/>
                      <a:tailEnd type="none" w="med" len="med"/>
                    </a:lnL>
                    <a:lnR w="76200" cap="flat" cmpd="sng" algn="ctr">
                      <a:solidFill>
                        <a:schemeClr val="tx2"/>
                      </a:solidFill>
                      <a:prstDash val="solid"/>
                      <a:round/>
                      <a:headEnd type="none" w="med" len="med"/>
                      <a:tailEnd type="none" w="med" len="med"/>
                    </a:lnR>
                    <a:lnT w="76200" cap="flat" cmpd="sng" algn="ctr">
                      <a:solidFill>
                        <a:schemeClr val="tx2"/>
                      </a:solidFill>
                      <a:prstDash val="solid"/>
                      <a:round/>
                      <a:headEnd type="none" w="med" len="med"/>
                      <a:tailEnd type="none" w="med" len="med"/>
                    </a:lnT>
                    <a:lnB w="76200" cap="flat" cmpd="sng" algn="ctr">
                      <a:solidFill>
                        <a:schemeClr val="tx2"/>
                      </a:solidFill>
                      <a:prstDash val="solid"/>
                      <a:round/>
                      <a:headEnd type="none" w="med" len="med"/>
                      <a:tailEnd type="none" w="med" len="med"/>
                    </a:lnB>
                    <a:solidFill>
                      <a:schemeClr val="tx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b="1" noProof="0" dirty="0" smtClean="0">
                          <a:latin typeface="黑体" panose="02010609060101010101" pitchFamily="49" charset="-122"/>
                          <a:ea typeface="黑体" panose="02010609060101010101" pitchFamily="49" charset="-122"/>
                        </a:rPr>
                        <a:t>新增软件要求</a:t>
                      </a:r>
                      <a:endParaRPr lang="en-US" b="1" noProof="0" dirty="0" smtClean="0">
                        <a:latin typeface="黑体" panose="02010609060101010101" pitchFamily="49" charset="-122"/>
                        <a:ea typeface="黑体" panose="02010609060101010101" pitchFamily="49" charset="-122"/>
                      </a:endParaRPr>
                    </a:p>
                  </a:txBody>
                  <a:tcPr marL="90784" marR="90784" anchor="ctr">
                    <a:lnL w="76200" cap="flat" cmpd="sng" algn="ctr">
                      <a:solidFill>
                        <a:schemeClr val="tx2"/>
                      </a:solidFill>
                      <a:prstDash val="solid"/>
                      <a:round/>
                      <a:headEnd type="none" w="med" len="med"/>
                      <a:tailEnd type="none" w="med" len="med"/>
                    </a:lnL>
                    <a:lnR w="76200" cap="flat" cmpd="sng" algn="ctr">
                      <a:solidFill>
                        <a:schemeClr val="tx2"/>
                      </a:solidFill>
                      <a:prstDash val="solid"/>
                      <a:round/>
                      <a:headEnd type="none" w="med" len="med"/>
                      <a:tailEnd type="none" w="med" len="med"/>
                    </a:lnR>
                    <a:lnT w="76200" cap="flat" cmpd="sng" algn="ctr">
                      <a:solidFill>
                        <a:schemeClr val="tx2"/>
                      </a:solidFill>
                      <a:prstDash val="solid"/>
                      <a:round/>
                      <a:headEnd type="none" w="med" len="med"/>
                      <a:tailEnd type="none" w="med" len="med"/>
                    </a:lnT>
                    <a:lnB w="76200" cap="flat" cmpd="sng" algn="ctr">
                      <a:solidFill>
                        <a:schemeClr val="tx2"/>
                      </a:solidFill>
                      <a:prstDash val="solid"/>
                      <a:round/>
                      <a:headEnd type="none" w="med" len="med"/>
                      <a:tailEnd type="none" w="med" len="med"/>
                    </a:lnB>
                    <a:blipFill dpi="0" rotWithShape="1">
                      <a:blip r:embed="rId3">
                        <a:alphaModFix amt="40000"/>
                      </a:blip>
                      <a:srcRect/>
                      <a:stretch>
                        <a:fillRect/>
                      </a:stretch>
                    </a:blipFill>
                  </a:tcPr>
                </a:tc>
              </a:tr>
            </a:tbl>
          </a:graphicData>
        </a:graphic>
      </p:graphicFrame>
    </p:spTree>
    <p:extLst>
      <p:ext uri="{BB962C8B-B14F-4D97-AF65-F5344CB8AC3E}">
        <p14:creationId xmlns:p14="http://schemas.microsoft.com/office/powerpoint/2010/main" val="343149169"/>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latin typeface="黑体" panose="02010609060101010101" pitchFamily="49" charset="-122"/>
                <a:ea typeface="黑体" panose="02010609060101010101" pitchFamily="49" charset="-122"/>
              </a:rPr>
              <a:t>术语 </a:t>
            </a:r>
            <a:endParaRPr lang="zh-CN" altLang="en-US" dirty="0">
              <a:latin typeface="黑体" panose="02010609060101010101" pitchFamily="49" charset="-122"/>
              <a:ea typeface="黑体" panose="02010609060101010101" pitchFamily="49" charset="-122"/>
            </a:endParaRPr>
          </a:p>
        </p:txBody>
      </p:sp>
      <p:sp>
        <p:nvSpPr>
          <p:cNvPr id="7" name="标题 6"/>
          <p:cNvSpPr>
            <a:spLocks noGrp="1"/>
          </p:cNvSpPr>
          <p:nvPr>
            <p:ph type="title" idx="99"/>
          </p:nvPr>
        </p:nvSpPr>
        <p:spPr/>
        <p:txBody>
          <a:bodyPr/>
          <a:lstStyle/>
          <a:p>
            <a:r>
              <a:rPr lang="zh-CN" altLang="en-US" dirty="0">
                <a:latin typeface="Arial" panose="020B0604020202020204" pitchFamily="34" charset="0"/>
                <a:ea typeface="黑体" panose="02010609060101010101" pitchFamily="49" charset="-122"/>
                <a:cs typeface="Arial" panose="020B0604020202020204" pitchFamily="34" charset="0"/>
              </a:rPr>
              <a:t>称重传感器 </a:t>
            </a:r>
            <a:r>
              <a:rPr lang="en-US" altLang="zh-CN" dirty="0">
                <a:latin typeface="Arial" panose="020B0604020202020204" pitchFamily="34" charset="0"/>
                <a:ea typeface="黑体" panose="02010609060101010101" pitchFamily="49" charset="-122"/>
                <a:cs typeface="Arial" panose="020B0604020202020204" pitchFamily="34" charset="0"/>
              </a:rPr>
              <a:t>Load cell</a:t>
            </a:r>
            <a:endParaRPr lang="zh-CN" altLang="en-US" dirty="0">
              <a:latin typeface="Arial" panose="020B0604020202020204" pitchFamily="34" charset="0"/>
              <a:ea typeface="黑体" panose="02010609060101010101" pitchFamily="49" charset="-122"/>
              <a:cs typeface="Arial" panose="020B0604020202020204" pitchFamily="34" charset="0"/>
            </a:endParaRPr>
          </a:p>
        </p:txBody>
      </p:sp>
      <p:sp>
        <p:nvSpPr>
          <p:cNvPr id="4" name="内容占位符 3"/>
          <p:cNvSpPr>
            <a:spLocks noGrp="1"/>
          </p:cNvSpPr>
          <p:nvPr>
            <p:ph sz="quarter" idx="1"/>
          </p:nvPr>
        </p:nvSpPr>
        <p:spPr/>
        <p:txBody>
          <a:bodyPr/>
          <a:lstStyle/>
          <a:p>
            <a:pPr marL="0" indent="0">
              <a:spcAft>
                <a:spcPts val="1200"/>
              </a:spcAft>
              <a:buNone/>
            </a:pPr>
            <a:r>
              <a:rPr lang="en-US" altLang="zh-CN" dirty="0" smtClean="0">
                <a:latin typeface="Arial" panose="020B0604020202020204" pitchFamily="34" charset="0"/>
                <a:ea typeface="黑体" panose="02010609060101010101" pitchFamily="49" charset="-122"/>
                <a:cs typeface="Arial" panose="020B0604020202020204" pitchFamily="34" charset="0"/>
              </a:rPr>
              <a:t>2000 version  </a:t>
            </a:r>
          </a:p>
          <a:p>
            <a:pPr marL="361950" lvl="2" indent="0">
              <a:spcAft>
                <a:spcPts val="1200"/>
              </a:spcAft>
              <a:buNone/>
            </a:pPr>
            <a:r>
              <a:rPr lang="en-US" altLang="zh-CN" dirty="0">
                <a:latin typeface="Arial" panose="020B0604020202020204" pitchFamily="34" charset="0"/>
                <a:ea typeface="黑体" panose="02010609060101010101" pitchFamily="49" charset="-122"/>
                <a:cs typeface="Arial" panose="020B0604020202020204" pitchFamily="34" charset="0"/>
              </a:rPr>
              <a:t>Force transducer which, after taking into account the effects of the acceleration of gravity and air buoyancy at the location of its use, measures mass by converting the measured quantity (mass) into another measured quantity (output</a:t>
            </a:r>
            <a:r>
              <a:rPr lang="en-US" altLang="zh-CN" dirty="0" smtClean="0">
                <a:latin typeface="Arial" panose="020B0604020202020204" pitchFamily="34" charset="0"/>
                <a:ea typeface="黑体" panose="02010609060101010101" pitchFamily="49" charset="-122"/>
                <a:cs typeface="Arial" panose="020B0604020202020204" pitchFamily="34" charset="0"/>
              </a:rPr>
              <a:t>).</a:t>
            </a:r>
          </a:p>
          <a:p>
            <a:pPr marL="361950" lvl="2" indent="0">
              <a:spcAft>
                <a:spcPts val="1200"/>
              </a:spcAft>
              <a:buNone/>
            </a:pPr>
            <a:r>
              <a:rPr lang="en-US" altLang="zh-CN" dirty="0" smtClean="0">
                <a:latin typeface="Arial" panose="020B0604020202020204" pitchFamily="34" charset="0"/>
                <a:ea typeface="黑体" panose="02010609060101010101" pitchFamily="49" charset="-122"/>
                <a:cs typeface="Arial" panose="020B0604020202020204" pitchFamily="34" charset="0"/>
              </a:rPr>
              <a:t/>
            </a:r>
            <a:br>
              <a:rPr lang="en-US" altLang="zh-CN" dirty="0" smtClean="0">
                <a:latin typeface="Arial" panose="020B0604020202020204" pitchFamily="34" charset="0"/>
                <a:ea typeface="黑体" panose="02010609060101010101" pitchFamily="49" charset="-122"/>
                <a:cs typeface="Arial" panose="020B0604020202020204" pitchFamily="34" charset="0"/>
              </a:rPr>
            </a:br>
            <a:r>
              <a:rPr lang="zh-CN" altLang="en-US" dirty="0">
                <a:latin typeface="Arial" panose="020B0604020202020204" pitchFamily="34" charset="0"/>
                <a:ea typeface="黑体" panose="02010609060101010101" pitchFamily="49" charset="-122"/>
                <a:cs typeface="Arial" panose="020B0604020202020204" pitchFamily="34" charset="0"/>
              </a:rPr>
              <a:t>与使用地重力加速度相关的力传感器，将被</a:t>
            </a:r>
            <a:r>
              <a:rPr lang="zh-CN" altLang="en-US" dirty="0" smtClean="0">
                <a:latin typeface="Arial" panose="020B0604020202020204" pitchFamily="34" charset="0"/>
                <a:ea typeface="黑体" panose="02010609060101010101" pitchFamily="49" charset="-122"/>
                <a:cs typeface="Arial" panose="020B0604020202020204" pitchFamily="34" charset="0"/>
              </a:rPr>
              <a:t>测量</a:t>
            </a:r>
            <a:r>
              <a:rPr lang="zh-CN" altLang="en-US" dirty="0">
                <a:latin typeface="Arial" panose="020B0604020202020204" pitchFamily="34" charset="0"/>
                <a:ea typeface="黑体" panose="02010609060101010101" pitchFamily="49" charset="-122"/>
                <a:cs typeface="Arial" panose="020B0604020202020204" pitchFamily="34" charset="0"/>
              </a:rPr>
              <a:t>转换成其它可测量</a:t>
            </a:r>
            <a:r>
              <a:rPr lang="zh-CN" altLang="en-US" dirty="0" smtClean="0">
                <a:latin typeface="Arial" panose="020B0604020202020204" pitchFamily="34" charset="0"/>
                <a:ea typeface="黑体" panose="02010609060101010101" pitchFamily="49" charset="-122"/>
                <a:cs typeface="Arial" panose="020B0604020202020204" pitchFamily="34" charset="0"/>
              </a:rPr>
              <a:t>信号。</a:t>
            </a:r>
            <a:endParaRPr lang="en-US" altLang="zh-CN" dirty="0" smtClean="0">
              <a:latin typeface="Arial" panose="020B0604020202020204" pitchFamily="34" charset="0"/>
              <a:ea typeface="黑体" panose="02010609060101010101" pitchFamily="49" charset="-122"/>
              <a:cs typeface="Arial" panose="020B0604020202020204" pitchFamily="34" charset="0"/>
            </a:endParaRPr>
          </a:p>
          <a:p>
            <a:pPr marL="361950" lvl="2" indent="0">
              <a:spcAft>
                <a:spcPts val="1200"/>
              </a:spcAft>
              <a:buNone/>
            </a:pPr>
            <a:r>
              <a:rPr lang="en-US" altLang="zh-CN" dirty="0">
                <a:latin typeface="Arial" panose="020B0604020202020204" pitchFamily="34" charset="0"/>
                <a:ea typeface="黑体" panose="02010609060101010101" pitchFamily="49" charset="-122"/>
                <a:cs typeface="Arial" panose="020B0604020202020204" pitchFamily="34" charset="0"/>
              </a:rPr>
              <a:t>2000</a:t>
            </a:r>
            <a:r>
              <a:rPr lang="zh-CN" altLang="en-US" dirty="0">
                <a:latin typeface="Arial" panose="020B0604020202020204" pitchFamily="34" charset="0"/>
                <a:ea typeface="黑体" panose="02010609060101010101" pitchFamily="49" charset="-122"/>
                <a:cs typeface="Arial" panose="020B0604020202020204" pitchFamily="34" charset="0"/>
              </a:rPr>
              <a:t>版将称重传感器定义为力传感器</a:t>
            </a:r>
            <a:r>
              <a:rPr lang="zh-CN" altLang="en-US" dirty="0" smtClean="0">
                <a:latin typeface="Arial" panose="020B0604020202020204" pitchFamily="34" charset="0"/>
                <a:ea typeface="黑体" panose="02010609060101010101" pitchFamily="49" charset="-122"/>
                <a:cs typeface="Arial" panose="020B0604020202020204" pitchFamily="34" charset="0"/>
              </a:rPr>
              <a:t>范畴。</a:t>
            </a:r>
            <a:endParaRPr lang="zh-CN" altLang="en-US" dirty="0">
              <a:latin typeface="Arial" panose="020B0604020202020204" pitchFamily="34" charset="0"/>
              <a:ea typeface="黑体" panose="02010609060101010101" pitchFamily="49" charset="-122"/>
              <a:cs typeface="Arial" panose="020B0604020202020204" pitchFamily="34" charset="0"/>
            </a:endParaRPr>
          </a:p>
        </p:txBody>
      </p:sp>
      <p:sp>
        <p:nvSpPr>
          <p:cNvPr id="3" name="内容占位符 2"/>
          <p:cNvSpPr>
            <a:spLocks noGrp="1"/>
          </p:cNvSpPr>
          <p:nvPr>
            <p:ph sz="quarter" idx="2"/>
          </p:nvPr>
        </p:nvSpPr>
        <p:spPr/>
        <p:txBody>
          <a:bodyPr/>
          <a:lstStyle/>
          <a:p>
            <a:pPr marL="0" indent="0">
              <a:spcAft>
                <a:spcPts val="1200"/>
              </a:spcAft>
              <a:buNone/>
            </a:pPr>
            <a:r>
              <a:rPr lang="en-US" altLang="zh-CN" dirty="0" smtClean="0">
                <a:latin typeface="Arial" panose="020B0604020202020204" pitchFamily="34" charset="0"/>
                <a:ea typeface="黑体" panose="02010609060101010101" pitchFamily="49" charset="-122"/>
                <a:cs typeface="Arial" panose="020B0604020202020204" pitchFamily="34" charset="0"/>
              </a:rPr>
              <a:t>2017 version  </a:t>
            </a:r>
            <a:endParaRPr lang="en-US" altLang="zh-CN" dirty="0">
              <a:latin typeface="Arial" panose="020B0604020202020204" pitchFamily="34" charset="0"/>
              <a:ea typeface="黑体" panose="02010609060101010101" pitchFamily="49" charset="-122"/>
              <a:cs typeface="Arial" panose="020B0604020202020204" pitchFamily="34" charset="0"/>
            </a:endParaRPr>
          </a:p>
          <a:p>
            <a:pPr marL="361950" lvl="2" indent="0">
              <a:spcAft>
                <a:spcPts val="1200"/>
              </a:spcAft>
              <a:buNone/>
            </a:pPr>
            <a:r>
              <a:rPr lang="en-US" altLang="zh-CN" dirty="0">
                <a:latin typeface="Arial" panose="020B0604020202020204" pitchFamily="34" charset="0"/>
                <a:ea typeface="黑体" panose="02010609060101010101" pitchFamily="49" charset="-122"/>
                <a:cs typeface="Arial" panose="020B0604020202020204" pitchFamily="34" charset="0"/>
              </a:rPr>
              <a:t>measuring transducer that will produce an output in response to an applied load. This output may be converted by another device into measurement units such as mass.</a:t>
            </a:r>
            <a:br>
              <a:rPr lang="en-US" altLang="zh-CN" dirty="0">
                <a:latin typeface="Arial" panose="020B0604020202020204" pitchFamily="34" charset="0"/>
                <a:ea typeface="黑体" panose="02010609060101010101" pitchFamily="49" charset="-122"/>
                <a:cs typeface="Arial" panose="020B0604020202020204" pitchFamily="34" charset="0"/>
              </a:rPr>
            </a:br>
            <a:endParaRPr lang="en-US" altLang="zh-CN" dirty="0" smtClean="0">
              <a:latin typeface="Arial" panose="020B0604020202020204" pitchFamily="34" charset="0"/>
              <a:ea typeface="黑体" panose="02010609060101010101" pitchFamily="49" charset="-122"/>
              <a:cs typeface="Arial" panose="020B0604020202020204" pitchFamily="34" charset="0"/>
            </a:endParaRPr>
          </a:p>
          <a:p>
            <a:pPr marL="361950" lvl="2" indent="0">
              <a:spcAft>
                <a:spcPts val="1200"/>
              </a:spcAft>
              <a:buNone/>
            </a:pPr>
            <a:r>
              <a:rPr lang="zh-CN" altLang="en-US" dirty="0" smtClean="0">
                <a:latin typeface="Arial" panose="020B0604020202020204" pitchFamily="34" charset="0"/>
                <a:ea typeface="黑体" panose="02010609060101010101" pitchFamily="49" charset="-122"/>
                <a:cs typeface="Arial" panose="020B0604020202020204" pitchFamily="34" charset="0"/>
              </a:rPr>
              <a:t>对所</a:t>
            </a:r>
            <a:r>
              <a:rPr lang="zh-CN" altLang="en-US" dirty="0">
                <a:latin typeface="Arial" panose="020B0604020202020204" pitchFamily="34" charset="0"/>
                <a:ea typeface="黑体" panose="02010609060101010101" pitchFamily="49" charset="-122"/>
                <a:cs typeface="Arial" panose="020B0604020202020204" pitchFamily="34" charset="0"/>
              </a:rPr>
              <a:t>施加</a:t>
            </a:r>
            <a:r>
              <a:rPr lang="zh-CN" altLang="en-US" dirty="0" smtClean="0">
                <a:latin typeface="Arial" panose="020B0604020202020204" pitchFamily="34" charset="0"/>
                <a:ea typeface="黑体" panose="02010609060101010101" pitchFamily="49" charset="-122"/>
                <a:cs typeface="Arial" panose="020B0604020202020204" pitchFamily="34" charset="0"/>
              </a:rPr>
              <a:t>载荷提供</a:t>
            </a:r>
            <a:r>
              <a:rPr lang="zh-CN" altLang="en-US" dirty="0">
                <a:latin typeface="Arial" panose="020B0604020202020204" pitchFamily="34" charset="0"/>
                <a:ea typeface="黑体" panose="02010609060101010101" pitchFamily="49" charset="-122"/>
                <a:cs typeface="Arial" panose="020B0604020202020204" pitchFamily="34" charset="0"/>
              </a:rPr>
              <a:t>可测量输出的传感器。传感器输出可以由其它装置转换成</a:t>
            </a:r>
            <a:r>
              <a:rPr lang="zh-CN" altLang="en-US" dirty="0" smtClean="0">
                <a:latin typeface="Arial" panose="020B0604020202020204" pitchFamily="34" charset="0"/>
                <a:ea typeface="黑体" panose="02010609060101010101" pitchFamily="49" charset="-122"/>
                <a:cs typeface="Arial" panose="020B0604020202020204" pitchFamily="34" charset="0"/>
              </a:rPr>
              <a:t>有质量单位的输出。</a:t>
            </a:r>
            <a:endParaRPr lang="en-US" altLang="zh-CN" dirty="0" smtClean="0">
              <a:latin typeface="Arial" panose="020B0604020202020204" pitchFamily="34" charset="0"/>
              <a:ea typeface="黑体" panose="02010609060101010101" pitchFamily="49" charset="-122"/>
              <a:cs typeface="Arial" panose="020B0604020202020204" pitchFamily="34" charset="0"/>
            </a:endParaRPr>
          </a:p>
          <a:p>
            <a:pPr marL="361950" lvl="2" indent="0">
              <a:spcAft>
                <a:spcPts val="1200"/>
              </a:spcAft>
              <a:buNone/>
            </a:pPr>
            <a:r>
              <a:rPr lang="zh-CN" altLang="en-US" dirty="0" smtClean="0">
                <a:latin typeface="Arial" panose="020B0604020202020204" pitchFamily="34" charset="0"/>
                <a:ea typeface="黑体" panose="02010609060101010101" pitchFamily="49" charset="-122"/>
                <a:cs typeface="Arial" panose="020B0604020202020204" pitchFamily="34" charset="0"/>
              </a:rPr>
              <a:t>明确用于测量质量载荷的传感器。因此，那些要求的提出基于质量测量（称重）目的。</a:t>
            </a:r>
            <a:endParaRPr lang="zh-CN" altLang="en-US" dirty="0">
              <a:latin typeface="Arial" panose="020B0604020202020204" pitchFamily="34" charset="0"/>
              <a:ea typeface="黑体" panose="02010609060101010101" pitchFamily="49" charset="-122"/>
              <a:cs typeface="Arial" panose="020B0604020202020204" pitchFamily="34" charset="0"/>
            </a:endParaRPr>
          </a:p>
          <a:p>
            <a:endParaRPr lang="zh-CN" altLang="en-US" dirty="0"/>
          </a:p>
        </p:txBody>
      </p:sp>
      <p:sp>
        <p:nvSpPr>
          <p:cNvPr id="5" name="灯片编号占位符 4"/>
          <p:cNvSpPr>
            <a:spLocks noGrp="1"/>
          </p:cNvSpPr>
          <p:nvPr>
            <p:ph type="sldNum" sz="quarter" idx="100"/>
          </p:nvPr>
        </p:nvSpPr>
        <p:spPr/>
        <p:txBody>
          <a:bodyPr/>
          <a:lstStyle/>
          <a:p>
            <a:fld id="{2B2B68EE-DD1E-4368-AFCE-24A50EC7BF18}" type="slidenum">
              <a:rPr lang="en-US" smtClean="0"/>
              <a:pPr/>
              <a:t>6</a:t>
            </a:fld>
            <a:endParaRPr lang="en-US" dirty="0"/>
          </a:p>
        </p:txBody>
      </p:sp>
      <p:sp>
        <p:nvSpPr>
          <p:cNvPr id="6" name="页脚占位符 5"/>
          <p:cNvSpPr>
            <a:spLocks noGrp="1"/>
          </p:cNvSpPr>
          <p:nvPr>
            <p:ph type="ftr" sz="quarter" idx="101"/>
          </p:nvPr>
        </p:nvSpPr>
        <p:spPr/>
        <p:txBody>
          <a:bodyPr/>
          <a:lstStyle/>
          <a:p>
            <a:r>
              <a:rPr lang="en-US" smtClean="0"/>
              <a:t>For internal use - Confidential</a:t>
            </a:r>
            <a:endParaRPr lang="en-US" dirty="0"/>
          </a:p>
        </p:txBody>
      </p:sp>
      <p:cxnSp>
        <p:nvCxnSpPr>
          <p:cNvPr id="9" name="直接连接符 8"/>
          <p:cNvCxnSpPr/>
          <p:nvPr/>
        </p:nvCxnSpPr>
        <p:spPr>
          <a:xfrm>
            <a:off x="6646460" y="4026090"/>
            <a:ext cx="1255594"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772743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latin typeface="黑体" panose="02010609060101010101" pitchFamily="49" charset="-122"/>
                <a:ea typeface="黑体" panose="02010609060101010101" pitchFamily="49" charset="-122"/>
              </a:rPr>
              <a:t>术语 </a:t>
            </a:r>
            <a:r>
              <a:rPr lang="en-US" altLang="zh-CN" sz="1800" dirty="0" smtClean="0">
                <a:latin typeface="黑体" panose="02010609060101010101" pitchFamily="49" charset="-122"/>
                <a:ea typeface="黑体" panose="02010609060101010101" pitchFamily="49" charset="-122"/>
              </a:rPr>
              <a:t>– </a:t>
            </a:r>
            <a:r>
              <a:rPr lang="zh-CN" altLang="en-US" sz="1800" dirty="0" smtClean="0">
                <a:latin typeface="黑体" panose="02010609060101010101" pitchFamily="49" charset="-122"/>
                <a:ea typeface="黑体" panose="02010609060101010101" pitchFamily="49" charset="-122"/>
              </a:rPr>
              <a:t>新增</a:t>
            </a:r>
            <a:endParaRPr lang="zh-CN" altLang="en-US" dirty="0">
              <a:latin typeface="黑体" panose="02010609060101010101" pitchFamily="49" charset="-122"/>
              <a:ea typeface="黑体" panose="02010609060101010101" pitchFamily="49" charset="-122"/>
            </a:endParaRPr>
          </a:p>
        </p:txBody>
      </p:sp>
      <p:sp>
        <p:nvSpPr>
          <p:cNvPr id="4" name="内容占位符 3"/>
          <p:cNvSpPr>
            <a:spLocks noGrp="1"/>
          </p:cNvSpPr>
          <p:nvPr>
            <p:ph idx="1"/>
          </p:nvPr>
        </p:nvSpPr>
        <p:spPr>
          <a:xfrm>
            <a:off x="395288" y="1157276"/>
            <a:ext cx="8353426" cy="4895850"/>
          </a:xfrm>
        </p:spPr>
        <p:txBody>
          <a:bodyPr/>
          <a:lstStyle/>
          <a:p>
            <a:pPr lvl="1">
              <a:spcAft>
                <a:spcPts val="1200"/>
              </a:spcAft>
            </a:pPr>
            <a:r>
              <a:rPr lang="zh-CN" altLang="en-US" dirty="0" smtClean="0">
                <a:latin typeface="Arial" panose="020B0604020202020204" pitchFamily="34" charset="0"/>
                <a:ea typeface="黑体" panose="02010609060101010101" pitchFamily="49" charset="-122"/>
                <a:cs typeface="Arial" panose="020B0604020202020204" pitchFamily="34" charset="0"/>
              </a:rPr>
              <a:t>无源模拟传感器 </a:t>
            </a:r>
            <a:r>
              <a:rPr lang="de-CH" altLang="zh-CN" dirty="0" smtClean="0">
                <a:latin typeface="Arial" panose="020B0604020202020204" pitchFamily="34" charset="0"/>
                <a:ea typeface="黑体" panose="02010609060101010101" pitchFamily="49" charset="-122"/>
                <a:cs typeface="Arial" panose="020B0604020202020204" pitchFamily="34" charset="0"/>
              </a:rPr>
              <a:t>analog-passive </a:t>
            </a:r>
            <a:r>
              <a:rPr lang="de-CH" altLang="zh-CN" dirty="0">
                <a:latin typeface="Arial" panose="020B0604020202020204" pitchFamily="34" charset="0"/>
                <a:ea typeface="黑体" panose="02010609060101010101" pitchFamily="49" charset="-122"/>
                <a:cs typeface="Arial" panose="020B0604020202020204" pitchFamily="34" charset="0"/>
              </a:rPr>
              <a:t>load </a:t>
            </a:r>
            <a:r>
              <a:rPr lang="de-CH" altLang="zh-CN" dirty="0" smtClean="0">
                <a:latin typeface="Arial" panose="020B0604020202020204" pitchFamily="34" charset="0"/>
                <a:ea typeface="黑体" panose="02010609060101010101" pitchFamily="49" charset="-122"/>
                <a:cs typeface="Arial" panose="020B0604020202020204" pitchFamily="34" charset="0"/>
              </a:rPr>
              <a:t>cell</a:t>
            </a:r>
          </a:p>
          <a:p>
            <a:pPr marL="361950" lvl="2" indent="0">
              <a:spcAft>
                <a:spcPts val="1200"/>
              </a:spcAft>
              <a:buNone/>
            </a:pPr>
            <a:r>
              <a:rPr lang="zh-CN" altLang="en-US" dirty="0" smtClean="0">
                <a:latin typeface="Arial" panose="020B0604020202020204" pitchFamily="34" charset="0"/>
                <a:ea typeface="黑体" panose="02010609060101010101" pitchFamily="49" charset="-122"/>
                <a:cs typeface="Arial" panose="020B0604020202020204" pitchFamily="34" charset="0"/>
              </a:rPr>
              <a:t>传感器仅输出可测量信号或表示的被测量值的直接信息</a:t>
            </a:r>
            <a:r>
              <a:rPr lang="en-US" altLang="zh-CN" dirty="0" smtClean="0">
                <a:latin typeface="Arial" panose="020B0604020202020204" pitchFamily="34" charset="0"/>
                <a:ea typeface="黑体" panose="02010609060101010101" pitchFamily="49" charset="-122"/>
                <a:cs typeface="Arial" panose="020B0604020202020204" pitchFamily="34" charset="0"/>
              </a:rPr>
              <a:t/>
            </a:r>
            <a:br>
              <a:rPr lang="en-US" altLang="zh-CN" dirty="0" smtClean="0">
                <a:latin typeface="Arial" panose="020B0604020202020204" pitchFamily="34" charset="0"/>
                <a:ea typeface="黑体" panose="02010609060101010101" pitchFamily="49" charset="-122"/>
                <a:cs typeface="Arial" panose="020B0604020202020204" pitchFamily="34" charset="0"/>
              </a:rPr>
            </a:br>
            <a:r>
              <a:rPr lang="en-US" altLang="zh-CN" dirty="0" smtClean="0">
                <a:latin typeface="Arial" panose="020B0604020202020204" pitchFamily="34" charset="0"/>
                <a:ea typeface="黑体" panose="02010609060101010101" pitchFamily="49" charset="-122"/>
                <a:cs typeface="Arial" panose="020B0604020202020204" pitchFamily="34" charset="0"/>
              </a:rPr>
              <a:t>load </a:t>
            </a:r>
            <a:r>
              <a:rPr lang="en-US" altLang="zh-CN" dirty="0">
                <a:latin typeface="Arial" panose="020B0604020202020204" pitchFamily="34" charset="0"/>
                <a:ea typeface="黑体" panose="02010609060101010101" pitchFamily="49" charset="-122"/>
                <a:cs typeface="Arial" panose="020B0604020202020204" pitchFamily="34" charset="0"/>
              </a:rPr>
              <a:t>cell from which the output provides either measureable data or direct information representing the </a:t>
            </a:r>
            <a:r>
              <a:rPr lang="en-US" altLang="zh-CN" dirty="0" err="1" smtClean="0">
                <a:latin typeface="Arial" panose="020B0604020202020204" pitchFamily="34" charset="0"/>
                <a:ea typeface="黑体" panose="02010609060101010101" pitchFamily="49" charset="-122"/>
                <a:cs typeface="Arial" panose="020B0604020202020204" pitchFamily="34" charset="0"/>
              </a:rPr>
              <a:t>measurand</a:t>
            </a:r>
            <a:r>
              <a:rPr lang="en-US" altLang="zh-CN" dirty="0" smtClean="0">
                <a:latin typeface="Arial" panose="020B0604020202020204" pitchFamily="34" charset="0"/>
                <a:ea typeface="黑体" panose="02010609060101010101" pitchFamily="49" charset="-122"/>
                <a:cs typeface="Arial" panose="020B0604020202020204" pitchFamily="34" charset="0"/>
              </a:rPr>
              <a:t> and value</a:t>
            </a:r>
            <a:endParaRPr lang="en-US" altLang="zh-CN" dirty="0">
              <a:latin typeface="Arial" panose="020B0604020202020204" pitchFamily="34" charset="0"/>
              <a:ea typeface="黑体" panose="02010609060101010101" pitchFamily="49" charset="-122"/>
              <a:cs typeface="Arial" panose="020B0604020202020204" pitchFamily="34" charset="0"/>
            </a:endParaRPr>
          </a:p>
          <a:p>
            <a:pPr marL="900113" lvl="2" indent="-538163">
              <a:spcAft>
                <a:spcPts val="1200"/>
              </a:spcAft>
              <a:buNone/>
            </a:pPr>
            <a:r>
              <a:rPr lang="en-US" altLang="zh-CN" dirty="0" smtClean="0">
                <a:latin typeface="Arial" panose="020B0604020202020204" pitchFamily="34" charset="0"/>
                <a:ea typeface="黑体" panose="02010609060101010101" pitchFamily="49" charset="-122"/>
                <a:cs typeface="Arial" panose="020B0604020202020204" pitchFamily="34" charset="0"/>
              </a:rPr>
              <a:t>Note</a:t>
            </a:r>
            <a:r>
              <a:rPr lang="en-US" altLang="zh-CN" dirty="0">
                <a:latin typeface="Arial" panose="020B0604020202020204" pitchFamily="34" charset="0"/>
                <a:ea typeface="黑体" panose="02010609060101010101" pitchFamily="49" charset="-122"/>
                <a:cs typeface="Arial" panose="020B0604020202020204" pitchFamily="34" charset="0"/>
              </a:rPr>
              <a:t>: The ratio between output and input may be adjustable and this type of load cell may utilize</a:t>
            </a:r>
          </a:p>
          <a:p>
            <a:pPr marL="361950" lvl="2" indent="0">
              <a:spcAft>
                <a:spcPts val="1200"/>
              </a:spcAft>
              <a:buNone/>
            </a:pPr>
            <a:r>
              <a:rPr lang="zh-CN" altLang="en-US" dirty="0" smtClean="0">
                <a:latin typeface="Arial" panose="020B0604020202020204" pitchFamily="34" charset="0"/>
                <a:ea typeface="黑体" panose="02010609060101010101" pitchFamily="49" charset="-122"/>
                <a:cs typeface="Arial" panose="020B0604020202020204" pitchFamily="34" charset="0"/>
              </a:rPr>
              <a:t>注：这类型式传感器的输出</a:t>
            </a:r>
            <a:r>
              <a:rPr lang="en-US" altLang="zh-CN" dirty="0" smtClean="0">
                <a:latin typeface="Arial" panose="020B0604020202020204" pitchFamily="34" charset="0"/>
                <a:ea typeface="黑体" panose="02010609060101010101" pitchFamily="49" charset="-122"/>
                <a:cs typeface="Arial" panose="020B0604020202020204" pitchFamily="34" charset="0"/>
              </a:rPr>
              <a:t>/</a:t>
            </a:r>
            <a:r>
              <a:rPr lang="zh-CN" altLang="en-US" dirty="0" smtClean="0">
                <a:latin typeface="Arial" panose="020B0604020202020204" pitchFamily="34" charset="0"/>
                <a:ea typeface="黑体" panose="02010609060101010101" pitchFamily="49" charset="-122"/>
                <a:cs typeface="Arial" panose="020B0604020202020204" pitchFamily="34" charset="0"/>
              </a:rPr>
              <a:t>输入比可调，它们可以具有：</a:t>
            </a:r>
            <a:endParaRPr lang="en-US" altLang="zh-CN" dirty="0" smtClean="0">
              <a:latin typeface="Arial" panose="020B0604020202020204" pitchFamily="34" charset="0"/>
              <a:ea typeface="黑体" panose="02010609060101010101" pitchFamily="49" charset="-122"/>
              <a:cs typeface="Arial" panose="020B0604020202020204" pitchFamily="34" charset="0"/>
            </a:endParaRPr>
          </a:p>
          <a:p>
            <a:pPr lvl="3">
              <a:spcAft>
                <a:spcPts val="1200"/>
              </a:spcAft>
            </a:pPr>
            <a:r>
              <a:rPr lang="zh-CN" altLang="en-US" dirty="0" smtClean="0">
                <a:latin typeface="Arial" panose="020B0604020202020204" pitchFamily="34" charset="0"/>
                <a:ea typeface="黑体" panose="02010609060101010101" pitchFamily="49" charset="-122"/>
                <a:cs typeface="Arial" panose="020B0604020202020204" pitchFamily="34" charset="0"/>
              </a:rPr>
              <a:t>无源电子（例如：应变计），和</a:t>
            </a:r>
            <a:r>
              <a:rPr lang="en-US" altLang="zh-CN" dirty="0" smtClean="0">
                <a:latin typeface="Arial" panose="020B0604020202020204" pitchFamily="34" charset="0"/>
                <a:ea typeface="黑体" panose="02010609060101010101" pitchFamily="49" charset="-122"/>
                <a:cs typeface="Arial" panose="020B0604020202020204" pitchFamily="34" charset="0"/>
              </a:rPr>
              <a:t/>
            </a:r>
            <a:br>
              <a:rPr lang="en-US" altLang="zh-CN" dirty="0" smtClean="0">
                <a:latin typeface="Arial" panose="020B0604020202020204" pitchFamily="34" charset="0"/>
                <a:ea typeface="黑体" panose="02010609060101010101" pitchFamily="49" charset="-122"/>
                <a:cs typeface="Arial" panose="020B0604020202020204" pitchFamily="34" charset="0"/>
              </a:rPr>
            </a:br>
            <a:r>
              <a:rPr lang="en-US" altLang="zh-CN" dirty="0" smtClean="0">
                <a:latin typeface="Arial" panose="020B0604020202020204" pitchFamily="34" charset="0"/>
                <a:ea typeface="黑体" panose="02010609060101010101" pitchFamily="49" charset="-122"/>
                <a:cs typeface="Arial" panose="020B0604020202020204" pitchFamily="34" charset="0"/>
              </a:rPr>
              <a:t>passive </a:t>
            </a:r>
            <a:r>
              <a:rPr lang="en-US" altLang="zh-CN" dirty="0">
                <a:latin typeface="Arial" panose="020B0604020202020204" pitchFamily="34" charset="0"/>
                <a:ea typeface="黑体" panose="02010609060101010101" pitchFamily="49" charset="-122"/>
                <a:cs typeface="Arial" panose="020B0604020202020204" pitchFamily="34" charset="0"/>
              </a:rPr>
              <a:t>electronics (e.g. strain gauges), and</a:t>
            </a:r>
          </a:p>
          <a:p>
            <a:pPr lvl="3">
              <a:spcAft>
                <a:spcPts val="1200"/>
              </a:spcAft>
            </a:pPr>
            <a:r>
              <a:rPr lang="zh-CN" altLang="en-US" dirty="0" smtClean="0">
                <a:latin typeface="Arial" panose="020B0604020202020204" pitchFamily="34" charset="0"/>
                <a:ea typeface="黑体" panose="02010609060101010101" pitchFamily="49" charset="-122"/>
                <a:cs typeface="Arial" panose="020B0604020202020204" pitchFamily="34" charset="0"/>
              </a:rPr>
              <a:t>无源温度补偿器件（例如：热敏电阻）</a:t>
            </a:r>
            <a:r>
              <a:rPr lang="en-US" altLang="zh-CN" dirty="0" smtClean="0">
                <a:latin typeface="Arial" panose="020B0604020202020204" pitchFamily="34" charset="0"/>
                <a:ea typeface="黑体" panose="02010609060101010101" pitchFamily="49" charset="-122"/>
                <a:cs typeface="Arial" panose="020B0604020202020204" pitchFamily="34" charset="0"/>
              </a:rPr>
              <a:t/>
            </a:r>
            <a:br>
              <a:rPr lang="en-US" altLang="zh-CN" dirty="0" smtClean="0">
                <a:latin typeface="Arial" panose="020B0604020202020204" pitchFamily="34" charset="0"/>
                <a:ea typeface="黑体" panose="02010609060101010101" pitchFamily="49" charset="-122"/>
                <a:cs typeface="Arial" panose="020B0604020202020204" pitchFamily="34" charset="0"/>
              </a:rPr>
            </a:br>
            <a:r>
              <a:rPr lang="en-US" altLang="zh-CN" dirty="0" smtClean="0">
                <a:latin typeface="Arial" panose="020B0604020202020204" pitchFamily="34" charset="0"/>
                <a:ea typeface="黑体" panose="02010609060101010101" pitchFamily="49" charset="-122"/>
                <a:cs typeface="Arial" panose="020B0604020202020204" pitchFamily="34" charset="0"/>
              </a:rPr>
              <a:t>passive </a:t>
            </a:r>
            <a:r>
              <a:rPr lang="en-US" altLang="zh-CN" dirty="0">
                <a:latin typeface="Arial" panose="020B0604020202020204" pitchFamily="34" charset="0"/>
                <a:ea typeface="黑体" panose="02010609060101010101" pitchFamily="49" charset="-122"/>
                <a:cs typeface="Arial" panose="020B0604020202020204" pitchFamily="34" charset="0"/>
              </a:rPr>
              <a:t>temperature compensation elements</a:t>
            </a:r>
          </a:p>
          <a:p>
            <a:pPr marL="0" indent="0">
              <a:spcAft>
                <a:spcPts val="1200"/>
              </a:spcAft>
              <a:buNone/>
            </a:pPr>
            <a:endParaRPr lang="de-CH" altLang="zh-CN" dirty="0" smtClean="0">
              <a:latin typeface="Arial" panose="020B0604020202020204" pitchFamily="34" charset="0"/>
              <a:ea typeface="黑体" panose="02010609060101010101" pitchFamily="49" charset="-122"/>
              <a:cs typeface="Arial" panose="020B0604020202020204" pitchFamily="34" charset="0"/>
            </a:endParaRPr>
          </a:p>
          <a:p>
            <a:pPr>
              <a:spcAft>
                <a:spcPts val="1200"/>
              </a:spcAft>
            </a:pPr>
            <a:endParaRPr lang="zh-CN" altLang="en-US" dirty="0">
              <a:latin typeface="Arial" panose="020B0604020202020204" pitchFamily="34" charset="0"/>
              <a:ea typeface="黑体" panose="02010609060101010101" pitchFamily="49" charset="-122"/>
              <a:cs typeface="Arial" panose="020B0604020202020204" pitchFamily="34" charset="0"/>
            </a:endParaRPr>
          </a:p>
        </p:txBody>
      </p:sp>
      <p:sp>
        <p:nvSpPr>
          <p:cNvPr id="5" name="灯片编号占位符 4"/>
          <p:cNvSpPr>
            <a:spLocks noGrp="1"/>
          </p:cNvSpPr>
          <p:nvPr>
            <p:ph type="sldNum" sz="quarter" idx="100"/>
          </p:nvPr>
        </p:nvSpPr>
        <p:spPr/>
        <p:txBody>
          <a:bodyPr/>
          <a:lstStyle/>
          <a:p>
            <a:fld id="{2B2B68EE-DD1E-4368-AFCE-24A50EC7BF18}" type="slidenum">
              <a:rPr lang="en-US" smtClean="0"/>
              <a:pPr/>
              <a:t>7</a:t>
            </a:fld>
            <a:endParaRPr lang="en-US" dirty="0"/>
          </a:p>
        </p:txBody>
      </p:sp>
      <p:sp>
        <p:nvSpPr>
          <p:cNvPr id="6" name="页脚占位符 5"/>
          <p:cNvSpPr>
            <a:spLocks noGrp="1"/>
          </p:cNvSpPr>
          <p:nvPr>
            <p:ph type="ftr" sz="quarter" idx="101"/>
          </p:nvPr>
        </p:nvSpPr>
        <p:spPr/>
        <p:txBody>
          <a:bodyPr/>
          <a:lstStyle/>
          <a:p>
            <a:r>
              <a:rPr lang="en-US" smtClean="0"/>
              <a:t>For internal use - Confidential</a:t>
            </a:r>
            <a:endParaRPr lang="en-US" dirty="0"/>
          </a:p>
        </p:txBody>
      </p:sp>
    </p:spTree>
    <p:extLst>
      <p:ext uri="{BB962C8B-B14F-4D97-AF65-F5344CB8AC3E}">
        <p14:creationId xmlns:p14="http://schemas.microsoft.com/office/powerpoint/2010/main" val="1503585100"/>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latin typeface="黑体" panose="02010609060101010101" pitchFamily="49" charset="-122"/>
                <a:ea typeface="黑体" panose="02010609060101010101" pitchFamily="49" charset="-122"/>
              </a:rPr>
              <a:t>术语 </a:t>
            </a:r>
            <a:r>
              <a:rPr lang="en-US" altLang="zh-CN" sz="1800" dirty="0" smtClean="0">
                <a:latin typeface="黑体" panose="02010609060101010101" pitchFamily="49" charset="-122"/>
                <a:ea typeface="黑体" panose="02010609060101010101" pitchFamily="49" charset="-122"/>
              </a:rPr>
              <a:t>– </a:t>
            </a:r>
            <a:r>
              <a:rPr lang="zh-CN" altLang="en-US" sz="1800" dirty="0" smtClean="0">
                <a:latin typeface="黑体" panose="02010609060101010101" pitchFamily="49" charset="-122"/>
                <a:ea typeface="黑体" panose="02010609060101010101" pitchFamily="49" charset="-122"/>
              </a:rPr>
              <a:t>新增</a:t>
            </a:r>
            <a:endParaRPr lang="zh-CN" altLang="en-US" dirty="0">
              <a:latin typeface="黑体" panose="02010609060101010101" pitchFamily="49" charset="-122"/>
              <a:ea typeface="黑体" panose="02010609060101010101" pitchFamily="49" charset="-122"/>
            </a:endParaRPr>
          </a:p>
        </p:txBody>
      </p:sp>
      <p:sp>
        <p:nvSpPr>
          <p:cNvPr id="4" name="内容占位符 3"/>
          <p:cNvSpPr>
            <a:spLocks noGrp="1"/>
          </p:cNvSpPr>
          <p:nvPr>
            <p:ph idx="1"/>
          </p:nvPr>
        </p:nvSpPr>
        <p:spPr>
          <a:xfrm>
            <a:off x="395288" y="1157276"/>
            <a:ext cx="8353426" cy="4895850"/>
          </a:xfrm>
        </p:spPr>
        <p:txBody>
          <a:bodyPr/>
          <a:lstStyle/>
          <a:p>
            <a:pPr marL="357188" lvl="2" indent="457200">
              <a:spcAft>
                <a:spcPts val="1200"/>
              </a:spcAft>
              <a:buNone/>
            </a:pPr>
            <a:r>
              <a:rPr lang="en-US" altLang="zh-CN" dirty="0">
                <a:latin typeface="Arial" panose="020B0604020202020204" pitchFamily="34" charset="0"/>
                <a:ea typeface="黑体" panose="02010609060101010101" pitchFamily="49" charset="-122"/>
                <a:cs typeface="Arial" panose="020B0604020202020204" pitchFamily="34" charset="0"/>
              </a:rPr>
              <a:t>2017</a:t>
            </a:r>
            <a:r>
              <a:rPr lang="zh-CN" altLang="en-US" dirty="0">
                <a:latin typeface="Arial" panose="020B0604020202020204" pitchFamily="34" charset="0"/>
                <a:ea typeface="黑体" panose="02010609060101010101" pitchFamily="49" charset="-122"/>
                <a:cs typeface="Arial" panose="020B0604020202020204" pitchFamily="34" charset="0"/>
              </a:rPr>
              <a:t>版将</a:t>
            </a:r>
            <a:r>
              <a:rPr lang="en-US" altLang="zh-CN" dirty="0">
                <a:latin typeface="Arial" panose="020B0604020202020204" pitchFamily="34" charset="0"/>
                <a:ea typeface="黑体" panose="02010609060101010101" pitchFamily="49" charset="-122"/>
                <a:cs typeface="Arial" panose="020B0604020202020204" pitchFamily="34" charset="0"/>
              </a:rPr>
              <a:t>2000</a:t>
            </a:r>
            <a:r>
              <a:rPr lang="zh-CN" altLang="en-US" dirty="0">
                <a:latin typeface="Arial" panose="020B0604020202020204" pitchFamily="34" charset="0"/>
                <a:ea typeface="黑体" panose="02010609060101010101" pitchFamily="49" charset="-122"/>
                <a:cs typeface="Arial" panose="020B0604020202020204" pitchFamily="34" charset="0"/>
              </a:rPr>
              <a:t>版本中带电子装置的传感器分为有源模拟称重传感器和数字式称重传感器。</a:t>
            </a:r>
            <a:endParaRPr lang="de-CH" altLang="zh-CN" dirty="0">
              <a:latin typeface="Arial" panose="020B0604020202020204" pitchFamily="34" charset="0"/>
              <a:ea typeface="黑体" panose="02010609060101010101" pitchFamily="49" charset="-122"/>
              <a:cs typeface="Arial" panose="020B0604020202020204" pitchFamily="34" charset="0"/>
            </a:endParaRPr>
          </a:p>
          <a:p>
            <a:pPr lvl="2">
              <a:spcAft>
                <a:spcPts val="1200"/>
              </a:spcAft>
            </a:pPr>
            <a:r>
              <a:rPr lang="zh-CN" altLang="en-US" dirty="0" smtClean="0">
                <a:latin typeface="Arial" panose="020B0604020202020204" pitchFamily="34" charset="0"/>
                <a:ea typeface="黑体" panose="02010609060101010101" pitchFamily="49" charset="-122"/>
                <a:cs typeface="Arial" panose="020B0604020202020204" pitchFamily="34" charset="0"/>
              </a:rPr>
              <a:t>有源模拟传感器</a:t>
            </a:r>
            <a:r>
              <a:rPr lang="de-CH" altLang="zh-CN" dirty="0" smtClean="0">
                <a:latin typeface="Arial" panose="020B0604020202020204" pitchFamily="34" charset="0"/>
                <a:ea typeface="黑体" panose="02010609060101010101" pitchFamily="49" charset="-122"/>
                <a:cs typeface="Arial" panose="020B0604020202020204" pitchFamily="34" charset="0"/>
              </a:rPr>
              <a:t>analog-active </a:t>
            </a:r>
            <a:r>
              <a:rPr lang="de-CH" altLang="zh-CN" dirty="0">
                <a:latin typeface="Arial" panose="020B0604020202020204" pitchFamily="34" charset="0"/>
                <a:ea typeface="黑体" panose="02010609060101010101" pitchFamily="49" charset="-122"/>
                <a:cs typeface="Arial" panose="020B0604020202020204" pitchFamily="34" charset="0"/>
              </a:rPr>
              <a:t>load </a:t>
            </a:r>
            <a:r>
              <a:rPr lang="de-CH" altLang="zh-CN" dirty="0" smtClean="0">
                <a:latin typeface="Arial" panose="020B0604020202020204" pitchFamily="34" charset="0"/>
                <a:ea typeface="黑体" panose="02010609060101010101" pitchFamily="49" charset="-122"/>
                <a:cs typeface="Arial" panose="020B0604020202020204" pitchFamily="34" charset="0"/>
              </a:rPr>
              <a:t>cell</a:t>
            </a:r>
          </a:p>
          <a:p>
            <a:pPr marL="531813" lvl="3" indent="0">
              <a:spcAft>
                <a:spcPts val="1200"/>
              </a:spcAft>
              <a:buNone/>
            </a:pPr>
            <a:r>
              <a:rPr lang="zh-CN" altLang="en-US" dirty="0" smtClean="0">
                <a:latin typeface="Arial" panose="020B0604020202020204" pitchFamily="34" charset="0"/>
                <a:ea typeface="黑体" panose="02010609060101010101" pitchFamily="49" charset="-122"/>
                <a:cs typeface="Arial" panose="020B0604020202020204" pitchFamily="34" charset="0"/>
              </a:rPr>
              <a:t>在无源模拟传感器的基础上，使用有源电子技术</a:t>
            </a:r>
            <a:r>
              <a:rPr lang="en-US" altLang="zh-CN" dirty="0" smtClean="0">
                <a:latin typeface="Arial" panose="020B0604020202020204" pitchFamily="34" charset="0"/>
                <a:ea typeface="黑体" panose="02010609060101010101" pitchFamily="49" charset="-122"/>
                <a:cs typeface="Arial" panose="020B0604020202020204" pitchFamily="34" charset="0"/>
              </a:rPr>
              <a:t/>
            </a:r>
            <a:br>
              <a:rPr lang="en-US" altLang="zh-CN" dirty="0" smtClean="0">
                <a:latin typeface="Arial" panose="020B0604020202020204" pitchFamily="34" charset="0"/>
                <a:ea typeface="黑体" panose="02010609060101010101" pitchFamily="49" charset="-122"/>
                <a:cs typeface="Arial" panose="020B0604020202020204" pitchFamily="34" charset="0"/>
              </a:rPr>
            </a:br>
            <a:r>
              <a:rPr lang="en-US" altLang="zh-CN" dirty="0" smtClean="0">
                <a:latin typeface="Arial" panose="020B0604020202020204" pitchFamily="34" charset="0"/>
                <a:ea typeface="黑体" panose="02010609060101010101" pitchFamily="49" charset="-122"/>
                <a:cs typeface="Arial" panose="020B0604020202020204" pitchFamily="34" charset="0"/>
              </a:rPr>
              <a:t>load </a:t>
            </a:r>
            <a:r>
              <a:rPr lang="en-US" altLang="zh-CN" dirty="0">
                <a:latin typeface="Arial" panose="020B0604020202020204" pitchFamily="34" charset="0"/>
                <a:ea typeface="黑体" panose="02010609060101010101" pitchFamily="49" charset="-122"/>
                <a:cs typeface="Arial" panose="020B0604020202020204" pitchFamily="34" charset="0"/>
              </a:rPr>
              <a:t>cell which is capable of performing the functions as described under “analog-passive” load </a:t>
            </a:r>
            <a:r>
              <a:rPr lang="en-US" altLang="zh-CN" dirty="0" smtClean="0">
                <a:latin typeface="Arial" panose="020B0604020202020204" pitchFamily="34" charset="0"/>
                <a:ea typeface="黑体" panose="02010609060101010101" pitchFamily="49" charset="-122"/>
                <a:cs typeface="Arial" panose="020B0604020202020204" pitchFamily="34" charset="0"/>
              </a:rPr>
              <a:t>cell  </a:t>
            </a:r>
            <a:r>
              <a:rPr lang="en-US" altLang="zh-CN" dirty="0">
                <a:latin typeface="Arial" panose="020B0604020202020204" pitchFamily="34" charset="0"/>
                <a:ea typeface="黑体" panose="02010609060101010101" pitchFamily="49" charset="-122"/>
                <a:cs typeface="Arial" panose="020B0604020202020204" pitchFamily="34" charset="0"/>
              </a:rPr>
              <a:t>and which also utilizes active </a:t>
            </a:r>
            <a:r>
              <a:rPr lang="en-US" altLang="zh-CN" dirty="0" smtClean="0">
                <a:latin typeface="Arial" panose="020B0604020202020204" pitchFamily="34" charset="0"/>
                <a:ea typeface="黑体" panose="02010609060101010101" pitchFamily="49" charset="-122"/>
                <a:cs typeface="Arial" panose="020B0604020202020204" pitchFamily="34" charset="0"/>
              </a:rPr>
              <a:t>electronics</a:t>
            </a:r>
            <a:endParaRPr lang="en-US" altLang="zh-CN" dirty="0">
              <a:latin typeface="Arial" panose="020B0604020202020204" pitchFamily="34" charset="0"/>
              <a:ea typeface="黑体" panose="02010609060101010101" pitchFamily="49" charset="-122"/>
              <a:cs typeface="Arial" panose="020B0604020202020204" pitchFamily="34" charset="0"/>
            </a:endParaRPr>
          </a:p>
          <a:p>
            <a:pPr marL="531813" lvl="3" indent="0">
              <a:spcAft>
                <a:spcPts val="1200"/>
              </a:spcAft>
              <a:buNone/>
            </a:pPr>
            <a:endParaRPr lang="en-US" altLang="zh-CN" dirty="0" smtClean="0">
              <a:latin typeface="Arial" panose="020B0604020202020204" pitchFamily="34" charset="0"/>
              <a:ea typeface="黑体" panose="02010609060101010101" pitchFamily="49" charset="-122"/>
              <a:cs typeface="Arial" panose="020B0604020202020204" pitchFamily="34" charset="0"/>
            </a:endParaRPr>
          </a:p>
          <a:p>
            <a:pPr marL="531813" lvl="3" indent="0">
              <a:spcAft>
                <a:spcPts val="1200"/>
              </a:spcAft>
              <a:buNone/>
            </a:pPr>
            <a:r>
              <a:rPr lang="en-US" altLang="zh-CN" dirty="0" smtClean="0">
                <a:latin typeface="Arial" panose="020B0604020202020204" pitchFamily="34" charset="0"/>
                <a:ea typeface="黑体" panose="02010609060101010101" pitchFamily="49" charset="-122"/>
                <a:cs typeface="Arial" panose="020B0604020202020204" pitchFamily="34" charset="0"/>
              </a:rPr>
              <a:t>Note</a:t>
            </a:r>
            <a:r>
              <a:rPr lang="en-US" altLang="zh-CN" dirty="0">
                <a:latin typeface="Arial" panose="020B0604020202020204" pitchFamily="34" charset="0"/>
                <a:ea typeface="黑体" panose="02010609060101010101" pitchFamily="49" charset="-122"/>
                <a:cs typeface="Arial" panose="020B0604020202020204" pitchFamily="34" charset="0"/>
              </a:rPr>
              <a:t>: This type of load cell may utilize the active electronics for</a:t>
            </a:r>
          </a:p>
          <a:p>
            <a:pPr marL="531813" lvl="3" indent="0">
              <a:spcAft>
                <a:spcPts val="1200"/>
              </a:spcAft>
              <a:buNone/>
            </a:pPr>
            <a:r>
              <a:rPr lang="zh-CN" altLang="en-US" dirty="0" smtClean="0">
                <a:latin typeface="Arial" panose="020B0604020202020204" pitchFamily="34" charset="0"/>
                <a:ea typeface="黑体" panose="02010609060101010101" pitchFamily="49" charset="-122"/>
                <a:cs typeface="Arial" panose="020B0604020202020204" pitchFamily="34" charset="0"/>
              </a:rPr>
              <a:t>注：这类型式传感器使用的有源电子技术：</a:t>
            </a:r>
            <a:endParaRPr lang="en-US" altLang="zh-CN" dirty="0">
              <a:latin typeface="Arial" panose="020B0604020202020204" pitchFamily="34" charset="0"/>
              <a:ea typeface="黑体" panose="02010609060101010101" pitchFamily="49" charset="-122"/>
              <a:cs typeface="Arial" panose="020B0604020202020204" pitchFamily="34" charset="0"/>
            </a:endParaRPr>
          </a:p>
          <a:p>
            <a:pPr marL="1174750" lvl="5" indent="-285750">
              <a:spcAft>
                <a:spcPts val="1200"/>
              </a:spcAft>
            </a:pPr>
            <a:r>
              <a:rPr lang="en-US" altLang="zh-CN" dirty="0" smtClean="0">
                <a:latin typeface="Arial" panose="020B0604020202020204" pitchFamily="34" charset="0"/>
                <a:ea typeface="黑体" panose="02010609060101010101" pitchFamily="49" charset="-122"/>
                <a:cs typeface="Arial" panose="020B0604020202020204" pitchFamily="34" charset="0"/>
              </a:rPr>
              <a:t>gaining an electronic representation of the </a:t>
            </a:r>
            <a:r>
              <a:rPr lang="en-US" altLang="zh-CN" dirty="0" err="1" smtClean="0">
                <a:latin typeface="Arial" panose="020B0604020202020204" pitchFamily="34" charset="0"/>
                <a:ea typeface="黑体" panose="02010609060101010101" pitchFamily="49" charset="-122"/>
                <a:cs typeface="Arial" panose="020B0604020202020204" pitchFamily="34" charset="0"/>
              </a:rPr>
              <a:t>measurand</a:t>
            </a:r>
            <a:r>
              <a:rPr lang="en-US" altLang="zh-CN" dirty="0" smtClean="0">
                <a:latin typeface="Arial" panose="020B0604020202020204" pitchFamily="34" charset="0"/>
                <a:ea typeface="黑体" panose="02010609060101010101" pitchFamily="49" charset="-122"/>
                <a:cs typeface="Arial" panose="020B0604020202020204" pitchFamily="34" charset="0"/>
              </a:rPr>
              <a:t> value,</a:t>
            </a:r>
            <a:br>
              <a:rPr lang="en-US" altLang="zh-CN" dirty="0" smtClean="0">
                <a:latin typeface="Arial" panose="020B0604020202020204" pitchFamily="34" charset="0"/>
                <a:ea typeface="黑体" panose="02010609060101010101" pitchFamily="49" charset="-122"/>
                <a:cs typeface="Arial" panose="020B0604020202020204" pitchFamily="34" charset="0"/>
              </a:rPr>
            </a:br>
            <a:r>
              <a:rPr lang="zh-CN" altLang="en-US" dirty="0" smtClean="0">
                <a:latin typeface="Arial" panose="020B0604020202020204" pitchFamily="34" charset="0"/>
                <a:ea typeface="黑体" panose="02010609060101010101" pitchFamily="49" charset="-122"/>
                <a:cs typeface="Arial" panose="020B0604020202020204" pitchFamily="34" charset="0"/>
              </a:rPr>
              <a:t>以电信号表示测量值</a:t>
            </a:r>
            <a:r>
              <a:rPr lang="en-US" altLang="zh-CN" dirty="0" smtClean="0">
                <a:latin typeface="Arial" panose="020B0604020202020204" pitchFamily="34" charset="0"/>
                <a:ea typeface="黑体" panose="02010609060101010101" pitchFamily="49" charset="-122"/>
                <a:cs typeface="Arial" panose="020B0604020202020204" pitchFamily="34" charset="0"/>
              </a:rPr>
              <a:t>(</a:t>
            </a:r>
            <a:r>
              <a:rPr lang="zh-CN" altLang="en-US" dirty="0" smtClean="0">
                <a:latin typeface="Arial" panose="020B0604020202020204" pitchFamily="34" charset="0"/>
                <a:ea typeface="黑体" panose="02010609060101010101" pitchFamily="49" charset="-122"/>
                <a:cs typeface="Arial" panose="020B0604020202020204" pitchFamily="34" charset="0"/>
              </a:rPr>
              <a:t>电压、电流</a:t>
            </a:r>
            <a:r>
              <a:rPr lang="en-US" altLang="zh-CN" dirty="0" smtClean="0">
                <a:latin typeface="Arial" panose="020B0604020202020204" pitchFamily="34" charset="0"/>
                <a:ea typeface="黑体" panose="02010609060101010101" pitchFamily="49" charset="-122"/>
                <a:cs typeface="Arial" panose="020B0604020202020204" pitchFamily="34" charset="0"/>
              </a:rPr>
              <a:t>)</a:t>
            </a:r>
          </a:p>
          <a:p>
            <a:pPr marL="1174750" lvl="5" indent="-285750">
              <a:spcAft>
                <a:spcPts val="1200"/>
              </a:spcAft>
            </a:pPr>
            <a:r>
              <a:rPr lang="en-US" altLang="zh-CN" dirty="0" smtClean="0">
                <a:latin typeface="Arial" panose="020B0604020202020204" pitchFamily="34" charset="0"/>
                <a:ea typeface="黑体" panose="02010609060101010101" pitchFamily="49" charset="-122"/>
                <a:cs typeface="Arial" panose="020B0604020202020204" pitchFamily="34" charset="0"/>
              </a:rPr>
              <a:t>active temperature compensation, and</a:t>
            </a:r>
            <a:br>
              <a:rPr lang="en-US" altLang="zh-CN" dirty="0" smtClean="0">
                <a:latin typeface="Arial" panose="020B0604020202020204" pitchFamily="34" charset="0"/>
                <a:ea typeface="黑体" panose="02010609060101010101" pitchFamily="49" charset="-122"/>
                <a:cs typeface="Arial" panose="020B0604020202020204" pitchFamily="34" charset="0"/>
              </a:rPr>
            </a:br>
            <a:r>
              <a:rPr lang="zh-CN" altLang="en-US" dirty="0" smtClean="0">
                <a:latin typeface="Arial" panose="020B0604020202020204" pitchFamily="34" charset="0"/>
                <a:ea typeface="黑体" panose="02010609060101010101" pitchFamily="49" charset="-122"/>
                <a:cs typeface="Arial" panose="020B0604020202020204" pitchFamily="34" charset="0"/>
              </a:rPr>
              <a:t>有源温度补偿</a:t>
            </a:r>
            <a:endParaRPr lang="en-US" altLang="zh-CN" dirty="0" smtClean="0">
              <a:latin typeface="Arial" panose="020B0604020202020204" pitchFamily="34" charset="0"/>
              <a:ea typeface="黑体" panose="02010609060101010101" pitchFamily="49" charset="-122"/>
              <a:cs typeface="Arial" panose="020B0604020202020204" pitchFamily="34" charset="0"/>
            </a:endParaRPr>
          </a:p>
          <a:p>
            <a:pPr marL="1174750" lvl="5" indent="-285750">
              <a:spcAft>
                <a:spcPts val="1200"/>
              </a:spcAft>
            </a:pPr>
            <a:r>
              <a:rPr lang="en-US" altLang="zh-CN" dirty="0" smtClean="0">
                <a:latin typeface="Arial" panose="020B0604020202020204" pitchFamily="34" charset="0"/>
                <a:ea typeface="黑体" panose="02010609060101010101" pitchFamily="49" charset="-122"/>
                <a:cs typeface="Arial" panose="020B0604020202020204" pitchFamily="34" charset="0"/>
              </a:rPr>
              <a:t>similar </a:t>
            </a:r>
            <a:r>
              <a:rPr lang="en-US" altLang="zh-CN" dirty="0">
                <a:latin typeface="Arial" panose="020B0604020202020204" pitchFamily="34" charset="0"/>
                <a:ea typeface="黑体" panose="02010609060101010101" pitchFamily="49" charset="-122"/>
                <a:cs typeface="Arial" panose="020B0604020202020204" pitchFamily="34" charset="0"/>
              </a:rPr>
              <a:t>functions being of influence to the </a:t>
            </a:r>
            <a:r>
              <a:rPr lang="en-US" altLang="zh-CN" dirty="0" err="1">
                <a:latin typeface="Arial" panose="020B0604020202020204" pitchFamily="34" charset="0"/>
                <a:ea typeface="黑体" panose="02010609060101010101" pitchFamily="49" charset="-122"/>
                <a:cs typeface="Arial" panose="020B0604020202020204" pitchFamily="34" charset="0"/>
              </a:rPr>
              <a:t>measurand</a:t>
            </a:r>
            <a:r>
              <a:rPr lang="en-US" altLang="zh-CN" dirty="0">
                <a:latin typeface="Arial" panose="020B0604020202020204" pitchFamily="34" charset="0"/>
                <a:ea typeface="黑体" panose="02010609060101010101" pitchFamily="49" charset="-122"/>
                <a:cs typeface="Arial" panose="020B0604020202020204" pitchFamily="34" charset="0"/>
              </a:rPr>
              <a:t> value</a:t>
            </a:r>
            <a:r>
              <a:rPr lang="en-US" altLang="zh-CN" dirty="0" smtClean="0">
                <a:latin typeface="Arial" panose="020B0604020202020204" pitchFamily="34" charset="0"/>
                <a:ea typeface="黑体" panose="02010609060101010101" pitchFamily="49" charset="-122"/>
                <a:cs typeface="Arial" panose="020B0604020202020204" pitchFamily="34" charset="0"/>
              </a:rPr>
              <a:t>.</a:t>
            </a:r>
            <a:br>
              <a:rPr lang="en-US" altLang="zh-CN" dirty="0" smtClean="0">
                <a:latin typeface="Arial" panose="020B0604020202020204" pitchFamily="34" charset="0"/>
                <a:ea typeface="黑体" panose="02010609060101010101" pitchFamily="49" charset="-122"/>
                <a:cs typeface="Arial" panose="020B0604020202020204" pitchFamily="34" charset="0"/>
              </a:rPr>
            </a:br>
            <a:r>
              <a:rPr lang="zh-CN" altLang="en-US" dirty="0" smtClean="0">
                <a:latin typeface="Arial" panose="020B0604020202020204" pitchFamily="34" charset="0"/>
                <a:ea typeface="黑体" panose="02010609060101010101" pitchFamily="49" charset="-122"/>
                <a:cs typeface="Arial" panose="020B0604020202020204" pitchFamily="34" charset="0"/>
              </a:rPr>
              <a:t>类似对</a:t>
            </a:r>
            <a:r>
              <a:rPr lang="zh-CN" altLang="en-US" dirty="0" smtClean="0">
                <a:latin typeface="Arial" panose="020B0604020202020204" pitchFamily="34" charset="0"/>
                <a:ea typeface="黑体" panose="02010609060101010101" pitchFamily="49" charset="-122"/>
                <a:cs typeface="Arial" panose="020B0604020202020204" pitchFamily="34" charset="0"/>
              </a:rPr>
              <a:t>测量</a:t>
            </a:r>
            <a:r>
              <a:rPr lang="zh-CN" altLang="en-US" dirty="0" smtClean="0">
                <a:latin typeface="Arial" panose="020B0604020202020204" pitchFamily="34" charset="0"/>
                <a:ea typeface="黑体" panose="02010609060101010101" pitchFamily="49" charset="-122"/>
                <a:cs typeface="Arial" panose="020B0604020202020204" pitchFamily="34" charset="0"/>
              </a:rPr>
              <a:t>值影响的功能</a:t>
            </a:r>
            <a:endParaRPr lang="en-US" altLang="zh-CN" dirty="0">
              <a:latin typeface="Arial" panose="020B0604020202020204" pitchFamily="34" charset="0"/>
              <a:ea typeface="黑体" panose="02010609060101010101" pitchFamily="49" charset="-122"/>
              <a:cs typeface="Arial" panose="020B0604020202020204" pitchFamily="34" charset="0"/>
            </a:endParaRPr>
          </a:p>
          <a:p>
            <a:pPr marL="357188" lvl="2" indent="0">
              <a:spcAft>
                <a:spcPts val="1200"/>
              </a:spcAft>
              <a:buNone/>
            </a:pPr>
            <a:endParaRPr lang="de-CH" altLang="zh-CN" dirty="0" smtClean="0">
              <a:latin typeface="Arial" panose="020B0604020202020204" pitchFamily="34" charset="0"/>
              <a:ea typeface="黑体" panose="02010609060101010101" pitchFamily="49" charset="-122"/>
              <a:cs typeface="Arial" panose="020B0604020202020204" pitchFamily="34" charset="0"/>
            </a:endParaRPr>
          </a:p>
          <a:p>
            <a:pPr>
              <a:spcAft>
                <a:spcPts val="1200"/>
              </a:spcAft>
            </a:pPr>
            <a:endParaRPr lang="zh-CN" altLang="en-US" dirty="0">
              <a:latin typeface="Arial" panose="020B0604020202020204" pitchFamily="34" charset="0"/>
              <a:ea typeface="黑体" panose="02010609060101010101" pitchFamily="49" charset="-122"/>
              <a:cs typeface="Arial" panose="020B0604020202020204" pitchFamily="34" charset="0"/>
            </a:endParaRPr>
          </a:p>
        </p:txBody>
      </p:sp>
      <p:sp>
        <p:nvSpPr>
          <p:cNvPr id="5" name="灯片编号占位符 4"/>
          <p:cNvSpPr>
            <a:spLocks noGrp="1"/>
          </p:cNvSpPr>
          <p:nvPr>
            <p:ph type="sldNum" sz="quarter" idx="100"/>
          </p:nvPr>
        </p:nvSpPr>
        <p:spPr/>
        <p:txBody>
          <a:bodyPr/>
          <a:lstStyle/>
          <a:p>
            <a:fld id="{2B2B68EE-DD1E-4368-AFCE-24A50EC7BF18}" type="slidenum">
              <a:rPr lang="en-US" smtClean="0"/>
              <a:pPr/>
              <a:t>8</a:t>
            </a:fld>
            <a:endParaRPr lang="en-US" dirty="0"/>
          </a:p>
        </p:txBody>
      </p:sp>
      <p:sp>
        <p:nvSpPr>
          <p:cNvPr id="6" name="页脚占位符 5"/>
          <p:cNvSpPr>
            <a:spLocks noGrp="1"/>
          </p:cNvSpPr>
          <p:nvPr>
            <p:ph type="ftr" sz="quarter" idx="101"/>
          </p:nvPr>
        </p:nvSpPr>
        <p:spPr/>
        <p:txBody>
          <a:bodyPr/>
          <a:lstStyle/>
          <a:p>
            <a:r>
              <a:rPr lang="en-US" smtClean="0"/>
              <a:t>For internal use - Confidential</a:t>
            </a:r>
            <a:endParaRPr lang="en-US" dirty="0"/>
          </a:p>
        </p:txBody>
      </p:sp>
    </p:spTree>
    <p:extLst>
      <p:ext uri="{BB962C8B-B14F-4D97-AF65-F5344CB8AC3E}">
        <p14:creationId xmlns:p14="http://schemas.microsoft.com/office/powerpoint/2010/main" val="1747228889"/>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latin typeface="黑体" panose="02010609060101010101" pitchFamily="49" charset="-122"/>
                <a:ea typeface="黑体" panose="02010609060101010101" pitchFamily="49" charset="-122"/>
              </a:rPr>
              <a:t>术语 </a:t>
            </a:r>
            <a:r>
              <a:rPr lang="en-US" altLang="zh-CN" sz="1800" dirty="0" smtClean="0">
                <a:latin typeface="黑体" panose="02010609060101010101" pitchFamily="49" charset="-122"/>
                <a:ea typeface="黑体" panose="02010609060101010101" pitchFamily="49" charset="-122"/>
              </a:rPr>
              <a:t>– </a:t>
            </a:r>
            <a:r>
              <a:rPr lang="zh-CN" altLang="en-US" sz="1800" dirty="0" smtClean="0">
                <a:latin typeface="黑体" panose="02010609060101010101" pitchFamily="49" charset="-122"/>
                <a:ea typeface="黑体" panose="02010609060101010101" pitchFamily="49" charset="-122"/>
              </a:rPr>
              <a:t>新增</a:t>
            </a:r>
            <a:endParaRPr lang="zh-CN" altLang="en-US" dirty="0">
              <a:latin typeface="黑体" panose="02010609060101010101" pitchFamily="49" charset="-122"/>
              <a:ea typeface="黑体" panose="02010609060101010101" pitchFamily="49" charset="-122"/>
            </a:endParaRPr>
          </a:p>
        </p:txBody>
      </p:sp>
      <p:sp>
        <p:nvSpPr>
          <p:cNvPr id="4" name="内容占位符 3"/>
          <p:cNvSpPr>
            <a:spLocks noGrp="1"/>
          </p:cNvSpPr>
          <p:nvPr>
            <p:ph idx="1"/>
          </p:nvPr>
        </p:nvSpPr>
        <p:spPr>
          <a:xfrm>
            <a:off x="395288" y="1375644"/>
            <a:ext cx="8353426" cy="4895850"/>
          </a:xfrm>
        </p:spPr>
        <p:txBody>
          <a:bodyPr/>
          <a:lstStyle/>
          <a:p>
            <a:pPr lvl="1">
              <a:spcAft>
                <a:spcPts val="1200"/>
              </a:spcAft>
            </a:pPr>
            <a:r>
              <a:rPr lang="zh-CN" altLang="en-US" dirty="0" smtClean="0">
                <a:latin typeface="Arial" panose="020B0604020202020204" pitchFamily="34" charset="0"/>
                <a:ea typeface="黑体" panose="02010609060101010101" pitchFamily="49" charset="-122"/>
                <a:cs typeface="Arial" panose="020B0604020202020204" pitchFamily="34" charset="0"/>
              </a:rPr>
              <a:t>数字式称重传感器 </a:t>
            </a:r>
            <a:r>
              <a:rPr lang="de-CH" altLang="zh-CN" dirty="0" smtClean="0">
                <a:latin typeface="Arial" panose="020B0604020202020204" pitchFamily="34" charset="0"/>
                <a:ea typeface="黑体" panose="02010609060101010101" pitchFamily="49" charset="-122"/>
                <a:cs typeface="Arial" panose="020B0604020202020204" pitchFamily="34" charset="0"/>
              </a:rPr>
              <a:t>digital </a:t>
            </a:r>
            <a:r>
              <a:rPr lang="de-CH" altLang="zh-CN" dirty="0">
                <a:latin typeface="Arial" panose="020B0604020202020204" pitchFamily="34" charset="0"/>
                <a:ea typeface="黑体" panose="02010609060101010101" pitchFamily="49" charset="-122"/>
                <a:cs typeface="Arial" panose="020B0604020202020204" pitchFamily="34" charset="0"/>
              </a:rPr>
              <a:t>load </a:t>
            </a:r>
            <a:r>
              <a:rPr lang="de-CH" altLang="zh-CN" dirty="0" smtClean="0">
                <a:latin typeface="Arial" panose="020B0604020202020204" pitchFamily="34" charset="0"/>
                <a:ea typeface="黑体" panose="02010609060101010101" pitchFamily="49" charset="-122"/>
                <a:cs typeface="Arial" panose="020B0604020202020204" pitchFamily="34" charset="0"/>
              </a:rPr>
              <a:t>cell</a:t>
            </a:r>
          </a:p>
          <a:p>
            <a:pPr marL="361950" lvl="2" indent="0">
              <a:spcAft>
                <a:spcPts val="1200"/>
              </a:spcAft>
              <a:buNone/>
            </a:pPr>
            <a:r>
              <a:rPr lang="zh-CN" altLang="en-US" dirty="0">
                <a:latin typeface="Arial" panose="020B0604020202020204" pitchFamily="34" charset="0"/>
                <a:ea typeface="黑体" panose="02010609060101010101" pitchFamily="49" charset="-122"/>
                <a:cs typeface="Arial" panose="020B0604020202020204" pitchFamily="34" charset="0"/>
              </a:rPr>
              <a:t>带有模数转换</a:t>
            </a:r>
            <a:r>
              <a:rPr lang="zh-CN" altLang="en-US" dirty="0" smtClean="0">
                <a:latin typeface="Arial" panose="020B0604020202020204" pitchFamily="34" charset="0"/>
                <a:ea typeface="黑体" panose="02010609060101010101" pitchFamily="49" charset="-122"/>
                <a:cs typeface="Arial" panose="020B0604020202020204" pitchFamily="34" charset="0"/>
              </a:rPr>
              <a:t>装置的有源</a:t>
            </a:r>
            <a:r>
              <a:rPr lang="zh-CN" altLang="en-US" dirty="0">
                <a:latin typeface="Arial" panose="020B0604020202020204" pitchFamily="34" charset="0"/>
                <a:ea typeface="黑体" panose="02010609060101010101" pitchFamily="49" charset="-122"/>
                <a:cs typeface="Arial" panose="020B0604020202020204" pitchFamily="34" charset="0"/>
              </a:rPr>
              <a:t>模拟</a:t>
            </a:r>
            <a:r>
              <a:rPr lang="zh-CN" altLang="en-US" dirty="0" smtClean="0">
                <a:latin typeface="Arial" panose="020B0604020202020204" pitchFamily="34" charset="0"/>
                <a:ea typeface="黑体" panose="02010609060101010101" pitchFamily="49" charset="-122"/>
                <a:cs typeface="Arial" panose="020B0604020202020204" pitchFamily="34" charset="0"/>
              </a:rPr>
              <a:t>传感器，以数字格式提供未经任何数据处理的被测量值</a:t>
            </a:r>
            <a:r>
              <a:rPr lang="en-US" altLang="zh-CN" dirty="0" smtClean="0">
                <a:latin typeface="Arial" panose="020B0604020202020204" pitchFamily="34" charset="0"/>
                <a:ea typeface="黑体" panose="02010609060101010101" pitchFamily="49" charset="-122"/>
                <a:cs typeface="Arial" panose="020B0604020202020204" pitchFamily="34" charset="0"/>
              </a:rPr>
              <a:t/>
            </a:r>
            <a:br>
              <a:rPr lang="en-US" altLang="zh-CN" dirty="0" smtClean="0">
                <a:latin typeface="Arial" panose="020B0604020202020204" pitchFamily="34" charset="0"/>
                <a:ea typeface="黑体" panose="02010609060101010101" pitchFamily="49" charset="-122"/>
                <a:cs typeface="Arial" panose="020B0604020202020204" pitchFamily="34" charset="0"/>
              </a:rPr>
            </a:br>
            <a:r>
              <a:rPr lang="en-US" altLang="zh-CN" dirty="0" smtClean="0">
                <a:latin typeface="Arial" panose="020B0604020202020204" pitchFamily="34" charset="0"/>
                <a:ea typeface="黑体" panose="02010609060101010101" pitchFamily="49" charset="-122"/>
                <a:cs typeface="Arial" panose="020B0604020202020204" pitchFamily="34" charset="0"/>
              </a:rPr>
              <a:t>analog-active  </a:t>
            </a:r>
            <a:r>
              <a:rPr lang="en-US" altLang="zh-CN" dirty="0">
                <a:latin typeface="Arial" panose="020B0604020202020204" pitchFamily="34" charset="0"/>
                <a:ea typeface="黑体" panose="02010609060101010101" pitchFamily="49" charset="-122"/>
                <a:cs typeface="Arial" panose="020B0604020202020204" pitchFamily="34" charset="0"/>
              </a:rPr>
              <a:t>load  cell  which  includes  an  analog  to  digital  conversion  device  providing  a representation of the </a:t>
            </a:r>
            <a:r>
              <a:rPr lang="en-US" altLang="zh-CN" dirty="0" err="1">
                <a:latin typeface="Arial" panose="020B0604020202020204" pitchFamily="34" charset="0"/>
                <a:ea typeface="黑体" panose="02010609060101010101" pitchFamily="49" charset="-122"/>
                <a:cs typeface="Arial" panose="020B0604020202020204" pitchFamily="34" charset="0"/>
              </a:rPr>
              <a:t>measurand</a:t>
            </a:r>
            <a:r>
              <a:rPr lang="en-US" altLang="zh-CN" dirty="0">
                <a:latin typeface="Arial" panose="020B0604020202020204" pitchFamily="34" charset="0"/>
                <a:ea typeface="黑体" panose="02010609060101010101" pitchFamily="49" charset="-122"/>
                <a:cs typeface="Arial" panose="020B0604020202020204" pitchFamily="34" charset="0"/>
              </a:rPr>
              <a:t> value in some unprocessed digital format</a:t>
            </a:r>
            <a:endParaRPr lang="zh-CN" altLang="zh-CN" dirty="0">
              <a:latin typeface="Arial" panose="020B0604020202020204" pitchFamily="34" charset="0"/>
              <a:ea typeface="黑体" panose="02010609060101010101" pitchFamily="49" charset="-122"/>
              <a:cs typeface="Arial" panose="020B0604020202020204" pitchFamily="34" charset="0"/>
            </a:endParaRPr>
          </a:p>
          <a:p>
            <a:pPr lvl="1">
              <a:spcAft>
                <a:spcPts val="1200"/>
              </a:spcAft>
            </a:pPr>
            <a:r>
              <a:rPr lang="zh-CN" altLang="en-US" dirty="0" smtClean="0">
                <a:latin typeface="Arial" panose="020B0604020202020204" pitchFamily="34" charset="0"/>
                <a:ea typeface="黑体" panose="02010609060101010101" pitchFamily="49" charset="-122"/>
                <a:cs typeface="Arial" panose="020B0604020202020204" pitchFamily="34" charset="0"/>
              </a:rPr>
              <a:t>带有进一步数据处理装置的数字式称重传感器 </a:t>
            </a:r>
            <a:r>
              <a:rPr lang="en-US" altLang="zh-CN" dirty="0" smtClean="0">
                <a:latin typeface="Arial" panose="020B0604020202020204" pitchFamily="34" charset="0"/>
                <a:ea typeface="黑体" panose="02010609060101010101" pitchFamily="49" charset="-122"/>
                <a:cs typeface="Arial" panose="020B0604020202020204" pitchFamily="34" charset="0"/>
              </a:rPr>
              <a:t/>
            </a:r>
            <a:br>
              <a:rPr lang="en-US" altLang="zh-CN" dirty="0" smtClean="0">
                <a:latin typeface="Arial" panose="020B0604020202020204" pitchFamily="34" charset="0"/>
                <a:ea typeface="黑体" panose="02010609060101010101" pitchFamily="49" charset="-122"/>
                <a:cs typeface="Arial" panose="020B0604020202020204" pitchFamily="34" charset="0"/>
              </a:rPr>
            </a:br>
            <a:r>
              <a:rPr lang="de-CH" altLang="zh-CN" dirty="0" smtClean="0">
                <a:latin typeface="Arial" panose="020B0604020202020204" pitchFamily="34" charset="0"/>
                <a:ea typeface="黑体" panose="02010609060101010101" pitchFamily="49" charset="-122"/>
                <a:cs typeface="Arial" panose="020B0604020202020204" pitchFamily="34" charset="0"/>
              </a:rPr>
              <a:t>digital </a:t>
            </a:r>
            <a:r>
              <a:rPr lang="de-CH" altLang="zh-CN" dirty="0">
                <a:latin typeface="Arial" panose="020B0604020202020204" pitchFamily="34" charset="0"/>
                <a:ea typeface="黑体" panose="02010609060101010101" pitchFamily="49" charset="-122"/>
                <a:cs typeface="Arial" panose="020B0604020202020204" pitchFamily="34" charset="0"/>
              </a:rPr>
              <a:t>load cell equipped with further data processing </a:t>
            </a:r>
            <a:endParaRPr lang="de-CH" altLang="zh-CN" dirty="0" smtClean="0">
              <a:latin typeface="Arial" panose="020B0604020202020204" pitchFamily="34" charset="0"/>
              <a:ea typeface="黑体" panose="02010609060101010101" pitchFamily="49" charset="-122"/>
              <a:cs typeface="Arial" panose="020B0604020202020204" pitchFamily="34" charset="0"/>
            </a:endParaRPr>
          </a:p>
          <a:p>
            <a:pPr marL="361950" lvl="2" indent="0">
              <a:spcAft>
                <a:spcPts val="1200"/>
              </a:spcAft>
              <a:buNone/>
            </a:pPr>
            <a:r>
              <a:rPr lang="zh-CN" altLang="en-US" dirty="0" smtClean="0">
                <a:latin typeface="Arial" panose="020B0604020202020204" pitchFamily="34" charset="0"/>
                <a:ea typeface="黑体" panose="02010609060101010101" pitchFamily="49" charset="-122"/>
                <a:cs typeface="Arial" panose="020B0604020202020204" pitchFamily="34" charset="0"/>
              </a:rPr>
              <a:t>有源模拟称重传感器包括带有模数转换装置，并进一步数字处理以数字格式提供测量值。</a:t>
            </a:r>
            <a:r>
              <a:rPr lang="en-US" altLang="zh-CN" dirty="0" smtClean="0">
                <a:latin typeface="Arial" panose="020B0604020202020204" pitchFamily="34" charset="0"/>
                <a:ea typeface="黑体" panose="02010609060101010101" pitchFamily="49" charset="-122"/>
                <a:cs typeface="Arial" panose="020B0604020202020204" pitchFamily="34" charset="0"/>
              </a:rPr>
              <a:t/>
            </a:r>
            <a:br>
              <a:rPr lang="en-US" altLang="zh-CN" dirty="0" smtClean="0">
                <a:latin typeface="Arial" panose="020B0604020202020204" pitchFamily="34" charset="0"/>
                <a:ea typeface="黑体" panose="02010609060101010101" pitchFamily="49" charset="-122"/>
                <a:cs typeface="Arial" panose="020B0604020202020204" pitchFamily="34" charset="0"/>
              </a:rPr>
            </a:br>
            <a:r>
              <a:rPr lang="en-US" altLang="zh-CN" dirty="0" smtClean="0">
                <a:latin typeface="Arial" panose="020B0604020202020204" pitchFamily="34" charset="0"/>
                <a:ea typeface="黑体" panose="02010609060101010101" pitchFamily="49" charset="-122"/>
                <a:cs typeface="Arial" panose="020B0604020202020204" pitchFamily="34" charset="0"/>
              </a:rPr>
              <a:t>analog-active  </a:t>
            </a:r>
            <a:r>
              <a:rPr lang="en-US" altLang="zh-CN" dirty="0">
                <a:latin typeface="Arial" panose="020B0604020202020204" pitchFamily="34" charset="0"/>
                <a:ea typeface="黑体" panose="02010609060101010101" pitchFamily="49" charset="-122"/>
                <a:cs typeface="Arial" panose="020B0604020202020204" pitchFamily="34" charset="0"/>
              </a:rPr>
              <a:t>load  cell  which  includes  an  analog  to  digital  conversion  device  providing  a representation of the </a:t>
            </a:r>
            <a:r>
              <a:rPr lang="en-US" altLang="zh-CN" dirty="0" err="1">
                <a:latin typeface="Arial" panose="020B0604020202020204" pitchFamily="34" charset="0"/>
                <a:ea typeface="黑体" panose="02010609060101010101" pitchFamily="49" charset="-122"/>
                <a:cs typeface="Arial" panose="020B0604020202020204" pitchFamily="34" charset="0"/>
              </a:rPr>
              <a:t>measurand</a:t>
            </a:r>
            <a:r>
              <a:rPr lang="en-US" altLang="zh-CN" dirty="0">
                <a:latin typeface="Arial" panose="020B0604020202020204" pitchFamily="34" charset="0"/>
                <a:ea typeface="黑体" panose="02010609060101010101" pitchFamily="49" charset="-122"/>
                <a:cs typeface="Arial" panose="020B0604020202020204" pitchFamily="34" charset="0"/>
              </a:rPr>
              <a:t> value in some digital format and includes further digital processing (e.g. scaling</a:t>
            </a:r>
            <a:r>
              <a:rPr lang="en-US" altLang="zh-CN" dirty="0" smtClean="0">
                <a:latin typeface="Arial" panose="020B0604020202020204" pitchFamily="34" charset="0"/>
                <a:ea typeface="黑体" panose="02010609060101010101" pitchFamily="49" charset="-122"/>
                <a:cs typeface="Arial" panose="020B0604020202020204" pitchFamily="34" charset="0"/>
              </a:rPr>
              <a:t>)</a:t>
            </a:r>
          </a:p>
          <a:p>
            <a:pPr marL="361950" lvl="2" indent="457200">
              <a:spcAft>
                <a:spcPts val="1200"/>
              </a:spcAft>
              <a:buNone/>
            </a:pPr>
            <a:r>
              <a:rPr lang="zh-CN" altLang="en-US" dirty="0" smtClean="0">
                <a:latin typeface="Arial" panose="020B0604020202020204" pitchFamily="34" charset="0"/>
                <a:ea typeface="黑体" panose="02010609060101010101" pitchFamily="49" charset="-122"/>
                <a:cs typeface="Arial" panose="020B0604020202020204" pitchFamily="34" charset="0"/>
              </a:rPr>
              <a:t>定义中描述的是数字处理和数据处理是</a:t>
            </a:r>
            <a:r>
              <a:rPr lang="zh-CN" altLang="en-US" dirty="0" smtClean="0">
                <a:latin typeface="Arial" panose="020B0604020202020204" pitchFamily="34" charset="0"/>
                <a:ea typeface="黑体" panose="02010609060101010101" pitchFamily="49" charset="-122"/>
                <a:cs typeface="Arial" panose="020B0604020202020204" pitchFamily="34" charset="0"/>
              </a:rPr>
              <a:t>有区别</a:t>
            </a:r>
            <a:r>
              <a:rPr lang="zh-CN" altLang="en-US" dirty="0" smtClean="0">
                <a:latin typeface="Arial" panose="020B0604020202020204" pitchFamily="34" charset="0"/>
                <a:ea typeface="黑体" panose="02010609060101010101" pitchFamily="49" charset="-122"/>
                <a:cs typeface="Arial" panose="020B0604020202020204" pitchFamily="34" charset="0"/>
              </a:rPr>
              <a:t>的，数字处理仅是格式</a:t>
            </a:r>
            <a:r>
              <a:rPr lang="zh-CN" altLang="en-US" dirty="0">
                <a:latin typeface="Arial" panose="020B0604020202020204" pitchFamily="34" charset="0"/>
                <a:ea typeface="黑体" panose="02010609060101010101" pitchFamily="49" charset="-122"/>
                <a:cs typeface="Arial" panose="020B0604020202020204" pitchFamily="34" charset="0"/>
              </a:rPr>
              <a:t>变</a:t>
            </a:r>
            <a:r>
              <a:rPr lang="zh-CN" altLang="en-US" dirty="0" smtClean="0">
                <a:latin typeface="Arial" panose="020B0604020202020204" pitchFamily="34" charset="0"/>
                <a:ea typeface="黑体" panose="02010609060101010101" pitchFamily="49" charset="-122"/>
                <a:cs typeface="Arial" panose="020B0604020202020204" pitchFamily="34" charset="0"/>
              </a:rPr>
              <a:t>化、线性化和标准化处理，这类的变换和处理属于传感器标准范围，数据处理（包括进一步数据处理）属于衡器标准范围。</a:t>
            </a:r>
            <a:endParaRPr lang="en-US" altLang="zh-CN" dirty="0" smtClean="0">
              <a:latin typeface="Arial" panose="020B0604020202020204" pitchFamily="34" charset="0"/>
              <a:ea typeface="黑体" panose="02010609060101010101" pitchFamily="49" charset="-122"/>
              <a:cs typeface="Arial" panose="020B0604020202020204" pitchFamily="34" charset="0"/>
            </a:endParaRPr>
          </a:p>
          <a:p>
            <a:pPr>
              <a:spcAft>
                <a:spcPts val="1200"/>
              </a:spcAft>
            </a:pPr>
            <a:endParaRPr lang="zh-CN" altLang="en-US" dirty="0">
              <a:latin typeface="Arial" panose="020B0604020202020204" pitchFamily="34" charset="0"/>
              <a:ea typeface="黑体" panose="02010609060101010101" pitchFamily="49" charset="-122"/>
              <a:cs typeface="Arial" panose="020B0604020202020204" pitchFamily="34" charset="0"/>
            </a:endParaRPr>
          </a:p>
        </p:txBody>
      </p:sp>
      <p:sp>
        <p:nvSpPr>
          <p:cNvPr id="5" name="灯片编号占位符 4"/>
          <p:cNvSpPr>
            <a:spLocks noGrp="1"/>
          </p:cNvSpPr>
          <p:nvPr>
            <p:ph type="sldNum" sz="quarter" idx="100"/>
          </p:nvPr>
        </p:nvSpPr>
        <p:spPr/>
        <p:txBody>
          <a:bodyPr/>
          <a:lstStyle/>
          <a:p>
            <a:fld id="{2B2B68EE-DD1E-4368-AFCE-24A50EC7BF18}" type="slidenum">
              <a:rPr lang="en-US" smtClean="0"/>
              <a:pPr/>
              <a:t>9</a:t>
            </a:fld>
            <a:endParaRPr lang="en-US" dirty="0"/>
          </a:p>
        </p:txBody>
      </p:sp>
      <p:sp>
        <p:nvSpPr>
          <p:cNvPr id="6" name="页脚占位符 5"/>
          <p:cNvSpPr>
            <a:spLocks noGrp="1"/>
          </p:cNvSpPr>
          <p:nvPr>
            <p:ph type="ftr" sz="quarter" idx="101"/>
          </p:nvPr>
        </p:nvSpPr>
        <p:spPr/>
        <p:txBody>
          <a:bodyPr/>
          <a:lstStyle/>
          <a:p>
            <a:r>
              <a:rPr lang="en-US" smtClean="0"/>
              <a:t>For internal use - Confidential</a:t>
            </a:r>
            <a:endParaRPr lang="en-US" dirty="0"/>
          </a:p>
        </p:txBody>
      </p:sp>
    </p:spTree>
    <p:extLst>
      <p:ext uri="{BB962C8B-B14F-4D97-AF65-F5344CB8AC3E}">
        <p14:creationId xmlns:p14="http://schemas.microsoft.com/office/powerpoint/2010/main" val="35112396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xEl>
                                              <p:pRg st="4" end="4"/>
                                            </p:txEl>
                                          </p:spTgt>
                                        </p:tgtEl>
                                        <p:attrNameLst>
                                          <p:attrName>style.visibility</p:attrName>
                                        </p:attrNameLst>
                                      </p:cBhvr>
                                      <p:to>
                                        <p:strVal val="visible"/>
                                      </p:to>
                                    </p:set>
                                    <p:animEffect transition="in" filter="fade">
                                      <p:cBhvr>
                                        <p:cTn id="7" dur="1000"/>
                                        <p:tgtEl>
                                          <p:spTgt spid="4">
                                            <p:txEl>
                                              <p:pRg st="4" end="4"/>
                                            </p:txEl>
                                          </p:spTgt>
                                        </p:tgtEl>
                                      </p:cBhvr>
                                    </p:animEffect>
                                    <p:anim calcmode="lin" valueType="num">
                                      <p:cBhvr>
                                        <p:cTn id="8" dur="1000" fill="hold"/>
                                        <p:tgtEl>
                                          <p:spTgt spid="4">
                                            <p:txEl>
                                              <p:pRg st="4" end="4"/>
                                            </p:txEl>
                                          </p:spTgt>
                                        </p:tgtEl>
                                        <p:attrNameLst>
                                          <p:attrName>ppt_x</p:attrName>
                                        </p:attrNameLst>
                                      </p:cBhvr>
                                      <p:tavLst>
                                        <p:tav tm="0">
                                          <p:val>
                                            <p:strVal val="#ppt_x"/>
                                          </p:val>
                                        </p:tav>
                                        <p:tav tm="100000">
                                          <p:val>
                                            <p:strVal val="#ppt_x"/>
                                          </p:val>
                                        </p:tav>
                                      </p:tavLst>
                                    </p:anim>
                                    <p:anim calcmode="lin" valueType="num">
                                      <p:cBhvr>
                                        <p:cTn id="9" dur="1000" fill="hold"/>
                                        <p:tgtEl>
                                          <p:spTgt spid="4">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latin typeface="黑体" panose="02010609060101010101" pitchFamily="49" charset="-122"/>
                <a:ea typeface="黑体" panose="02010609060101010101" pitchFamily="49" charset="-122"/>
              </a:rPr>
              <a:t>术语 </a:t>
            </a:r>
            <a:r>
              <a:rPr lang="en-US" altLang="zh-CN" sz="1800" dirty="0" smtClean="0">
                <a:latin typeface="黑体" panose="02010609060101010101" pitchFamily="49" charset="-122"/>
                <a:ea typeface="黑体" panose="02010609060101010101" pitchFamily="49" charset="-122"/>
              </a:rPr>
              <a:t>– </a:t>
            </a:r>
            <a:r>
              <a:rPr lang="zh-CN" altLang="en-US" sz="1800" dirty="0" smtClean="0">
                <a:latin typeface="黑体" panose="02010609060101010101" pitchFamily="49" charset="-122"/>
                <a:ea typeface="黑体" panose="02010609060101010101" pitchFamily="49" charset="-122"/>
              </a:rPr>
              <a:t>新增</a:t>
            </a:r>
            <a:endParaRPr lang="zh-CN" altLang="en-US" dirty="0">
              <a:latin typeface="黑体" panose="02010609060101010101" pitchFamily="49" charset="-122"/>
              <a:ea typeface="黑体" panose="02010609060101010101" pitchFamily="49" charset="-122"/>
            </a:endParaRPr>
          </a:p>
        </p:txBody>
      </p:sp>
      <p:sp>
        <p:nvSpPr>
          <p:cNvPr id="4" name="内容占位符 3"/>
          <p:cNvSpPr>
            <a:spLocks noGrp="1"/>
          </p:cNvSpPr>
          <p:nvPr>
            <p:ph idx="1"/>
          </p:nvPr>
        </p:nvSpPr>
        <p:spPr>
          <a:xfrm>
            <a:off x="395288" y="1157276"/>
            <a:ext cx="8353426" cy="4895850"/>
          </a:xfrm>
        </p:spPr>
        <p:txBody>
          <a:bodyPr/>
          <a:lstStyle/>
          <a:p>
            <a:pPr marL="0" indent="0">
              <a:spcAft>
                <a:spcPts val="1200"/>
              </a:spcAft>
              <a:buNone/>
            </a:pPr>
            <a:r>
              <a:rPr lang="zh-CN" altLang="en-US" dirty="0" smtClean="0">
                <a:latin typeface="Arial" panose="020B0604020202020204" pitchFamily="34" charset="0"/>
                <a:ea typeface="黑体" panose="02010609060101010101" pitchFamily="49" charset="-122"/>
                <a:cs typeface="Arial" panose="020B0604020202020204" pitchFamily="34" charset="0"/>
              </a:rPr>
              <a:t>为配合法制计量管理，新增一些标记、标识要求</a:t>
            </a:r>
            <a:endParaRPr lang="en-US" altLang="zh-CN" dirty="0" smtClean="0">
              <a:latin typeface="Arial" panose="020B0604020202020204" pitchFamily="34" charset="0"/>
              <a:ea typeface="黑体" panose="02010609060101010101" pitchFamily="49" charset="-122"/>
              <a:cs typeface="Arial" panose="020B0604020202020204" pitchFamily="34" charset="0"/>
            </a:endParaRPr>
          </a:p>
          <a:p>
            <a:pPr>
              <a:spcAft>
                <a:spcPts val="1200"/>
              </a:spcAft>
            </a:pPr>
            <a:r>
              <a:rPr lang="zh-CN" altLang="en-US" dirty="0" smtClean="0">
                <a:latin typeface="Arial" panose="020B0604020202020204" pitchFamily="34" charset="0"/>
                <a:ea typeface="黑体" panose="02010609060101010101" pitchFamily="49" charset="-122"/>
                <a:cs typeface="Arial" panose="020B0604020202020204" pitchFamily="34" charset="0"/>
              </a:rPr>
              <a:t>标记 </a:t>
            </a:r>
            <a:r>
              <a:rPr lang="de-CH" altLang="zh-CN" dirty="0" smtClean="0">
                <a:latin typeface="Arial" panose="020B0604020202020204" pitchFamily="34" charset="0"/>
                <a:ea typeface="黑体" panose="02010609060101010101" pitchFamily="49" charset="-122"/>
                <a:cs typeface="Arial" panose="020B0604020202020204" pitchFamily="34" charset="0"/>
              </a:rPr>
              <a:t>marking </a:t>
            </a:r>
          </a:p>
          <a:p>
            <a:pPr marL="361950" lvl="2" indent="0">
              <a:spcAft>
                <a:spcPts val="1200"/>
              </a:spcAft>
              <a:buNone/>
            </a:pPr>
            <a:r>
              <a:rPr lang="zh-CN" altLang="en-US" dirty="0" smtClean="0">
                <a:latin typeface="Arial" panose="020B0604020202020204" pitchFamily="34" charset="0"/>
                <a:ea typeface="黑体" panose="02010609060101010101" pitchFamily="49" charset="-122"/>
                <a:cs typeface="Arial" panose="020B0604020202020204" pitchFamily="34" charset="0"/>
              </a:rPr>
              <a:t>一个或多个标识的固定</a:t>
            </a:r>
            <a:r>
              <a:rPr lang="en-US" altLang="zh-CN" dirty="0" smtClean="0">
                <a:latin typeface="Arial" panose="020B0604020202020204" pitchFamily="34" charset="0"/>
                <a:ea typeface="黑体" panose="02010609060101010101" pitchFamily="49" charset="-122"/>
                <a:cs typeface="Arial" panose="020B0604020202020204" pitchFamily="34" charset="0"/>
              </a:rPr>
              <a:t/>
            </a:r>
            <a:br>
              <a:rPr lang="en-US" altLang="zh-CN" dirty="0" smtClean="0">
                <a:latin typeface="Arial" panose="020B0604020202020204" pitchFamily="34" charset="0"/>
                <a:ea typeface="黑体" panose="02010609060101010101" pitchFamily="49" charset="-122"/>
                <a:cs typeface="Arial" panose="020B0604020202020204" pitchFamily="34" charset="0"/>
              </a:rPr>
            </a:br>
            <a:r>
              <a:rPr lang="en-US" altLang="zh-CN" dirty="0" smtClean="0">
                <a:latin typeface="Arial" panose="020B0604020202020204" pitchFamily="34" charset="0"/>
                <a:ea typeface="黑体" panose="02010609060101010101" pitchFamily="49" charset="-122"/>
                <a:cs typeface="Arial" panose="020B0604020202020204" pitchFamily="34" charset="0"/>
              </a:rPr>
              <a:t>affixing </a:t>
            </a:r>
            <a:r>
              <a:rPr lang="en-US" altLang="zh-CN" dirty="0">
                <a:latin typeface="Arial" panose="020B0604020202020204" pitchFamily="34" charset="0"/>
                <a:ea typeface="黑体" panose="02010609060101010101" pitchFamily="49" charset="-122"/>
                <a:cs typeface="Arial" panose="020B0604020202020204" pitchFamily="34" charset="0"/>
              </a:rPr>
              <a:t>of one or more </a:t>
            </a:r>
            <a:r>
              <a:rPr lang="en-US" altLang="zh-CN" dirty="0" smtClean="0">
                <a:latin typeface="Arial" panose="020B0604020202020204" pitchFamily="34" charset="0"/>
                <a:ea typeface="黑体" panose="02010609060101010101" pitchFamily="49" charset="-122"/>
                <a:cs typeface="Arial" panose="020B0604020202020204" pitchFamily="34" charset="0"/>
              </a:rPr>
              <a:t>marks</a:t>
            </a:r>
          </a:p>
          <a:p>
            <a:pPr marL="361950" lvl="2" indent="0">
              <a:spcAft>
                <a:spcPts val="1200"/>
              </a:spcAft>
              <a:buNone/>
            </a:pPr>
            <a:endParaRPr lang="en-US" altLang="zh-CN" dirty="0" smtClean="0">
              <a:latin typeface="Arial" panose="020B0604020202020204" pitchFamily="34" charset="0"/>
              <a:ea typeface="黑体" panose="02010609060101010101" pitchFamily="49" charset="-122"/>
              <a:cs typeface="Arial" panose="020B0604020202020204" pitchFamily="34" charset="0"/>
            </a:endParaRPr>
          </a:p>
          <a:p>
            <a:pPr marL="1246188" lvl="3" indent="-709613">
              <a:spcAft>
                <a:spcPts val="600"/>
              </a:spcAft>
              <a:buNone/>
              <a:tabLst>
                <a:tab pos="1071563" algn="l"/>
              </a:tabLst>
            </a:pPr>
            <a:r>
              <a:rPr lang="zh-CN" altLang="en-US" dirty="0" smtClean="0">
                <a:latin typeface="Arial" panose="020B0604020202020204" pitchFamily="34" charset="0"/>
                <a:ea typeface="黑体" panose="02010609060101010101" pitchFamily="49" charset="-122"/>
                <a:cs typeface="Arial" panose="020B0604020202020204" pitchFamily="34" charset="0"/>
              </a:rPr>
              <a:t>注</a:t>
            </a:r>
            <a:r>
              <a:rPr lang="en-US" altLang="zh-CN" dirty="0" smtClean="0">
                <a:latin typeface="Arial" panose="020B0604020202020204" pitchFamily="34" charset="0"/>
                <a:ea typeface="黑体" panose="02010609060101010101" pitchFamily="49" charset="-122"/>
                <a:cs typeface="Arial" panose="020B0604020202020204" pitchFamily="34" charset="0"/>
              </a:rPr>
              <a:t>1</a:t>
            </a:r>
            <a:r>
              <a:rPr lang="zh-CN" altLang="en-US" dirty="0" smtClean="0">
                <a:latin typeface="Arial" panose="020B0604020202020204" pitchFamily="34" charset="0"/>
                <a:ea typeface="黑体" panose="02010609060101010101" pitchFamily="49" charset="-122"/>
                <a:cs typeface="Arial" panose="020B0604020202020204" pitchFamily="34" charset="0"/>
              </a:rPr>
              <a:t>：</a:t>
            </a:r>
            <a:r>
              <a:rPr lang="en-US" altLang="zh-CN" dirty="0" smtClean="0">
                <a:latin typeface="Arial" panose="020B0604020202020204" pitchFamily="34" charset="0"/>
                <a:ea typeface="黑体" panose="02010609060101010101" pitchFamily="49" charset="-122"/>
                <a:cs typeface="Arial" panose="020B0604020202020204" pitchFamily="34" charset="0"/>
              </a:rPr>
              <a:t>	</a:t>
            </a:r>
            <a:r>
              <a:rPr lang="zh-CN" altLang="en-US" dirty="0" smtClean="0">
                <a:latin typeface="Arial" panose="020B0604020202020204" pitchFamily="34" charset="0"/>
                <a:ea typeface="黑体" panose="02010609060101010101" pitchFamily="49" charset="-122"/>
                <a:cs typeface="Arial" panose="020B0604020202020204" pitchFamily="34" charset="0"/>
              </a:rPr>
              <a:t>标识的举例：检定、退回、铅封和型式批准标识</a:t>
            </a:r>
            <a:endParaRPr lang="en-US" altLang="zh-CN" dirty="0" smtClean="0">
              <a:latin typeface="Arial" panose="020B0604020202020204" pitchFamily="34" charset="0"/>
              <a:ea typeface="黑体" panose="02010609060101010101" pitchFamily="49" charset="-122"/>
              <a:cs typeface="Arial" panose="020B0604020202020204" pitchFamily="34" charset="0"/>
            </a:endParaRPr>
          </a:p>
          <a:p>
            <a:pPr marL="1246188" lvl="3" indent="-709613">
              <a:spcAft>
                <a:spcPts val="1200"/>
              </a:spcAft>
              <a:buNone/>
            </a:pPr>
            <a:r>
              <a:rPr lang="en-US" altLang="zh-CN" dirty="0" smtClean="0">
                <a:latin typeface="Arial" panose="020B0604020202020204" pitchFamily="34" charset="0"/>
                <a:ea typeface="黑体" panose="02010609060101010101" pitchFamily="49" charset="-122"/>
                <a:cs typeface="Arial" panose="020B0604020202020204" pitchFamily="34" charset="0"/>
              </a:rPr>
              <a:t>Note 1: </a:t>
            </a:r>
            <a:r>
              <a:rPr lang="en-US" altLang="zh-CN" dirty="0">
                <a:latin typeface="Arial" panose="020B0604020202020204" pitchFamily="34" charset="0"/>
                <a:ea typeface="黑体" panose="02010609060101010101" pitchFamily="49" charset="-122"/>
                <a:cs typeface="Arial" panose="020B0604020202020204" pitchFamily="34" charset="0"/>
              </a:rPr>
              <a:t>Examples of marks include: verification, rejection, sealing and type approval marks </a:t>
            </a:r>
          </a:p>
          <a:p>
            <a:pPr marL="1246188" lvl="3" indent="-709613">
              <a:spcAft>
                <a:spcPts val="600"/>
              </a:spcAft>
              <a:buNone/>
            </a:pPr>
            <a:r>
              <a:rPr lang="zh-CN" altLang="en-US" dirty="0" smtClean="0">
                <a:latin typeface="Arial" panose="020B0604020202020204" pitchFamily="34" charset="0"/>
                <a:ea typeface="黑体" panose="02010609060101010101" pitchFamily="49" charset="-122"/>
                <a:cs typeface="Arial" panose="020B0604020202020204" pitchFamily="34" charset="0"/>
              </a:rPr>
              <a:t>注</a:t>
            </a:r>
            <a:r>
              <a:rPr lang="en-US" altLang="zh-CN" dirty="0" smtClean="0">
                <a:latin typeface="Arial" panose="020B0604020202020204" pitchFamily="34" charset="0"/>
                <a:ea typeface="黑体" panose="02010609060101010101" pitchFamily="49" charset="-122"/>
                <a:cs typeface="Arial" panose="020B0604020202020204" pitchFamily="34" charset="0"/>
              </a:rPr>
              <a:t>2</a:t>
            </a:r>
            <a:r>
              <a:rPr lang="zh-CN" altLang="en-US" dirty="0" smtClean="0">
                <a:latin typeface="Arial" panose="020B0604020202020204" pitchFamily="34" charset="0"/>
                <a:ea typeface="黑体" panose="02010609060101010101" pitchFamily="49" charset="-122"/>
                <a:cs typeface="Arial" panose="020B0604020202020204" pitchFamily="34" charset="0"/>
              </a:rPr>
              <a:t>：</a:t>
            </a:r>
            <a:r>
              <a:rPr lang="en-US" altLang="zh-CN" dirty="0" smtClean="0">
                <a:latin typeface="Arial" panose="020B0604020202020204" pitchFamily="34" charset="0"/>
                <a:ea typeface="黑体" panose="02010609060101010101" pitchFamily="49" charset="-122"/>
                <a:cs typeface="Arial" panose="020B0604020202020204" pitchFamily="34" charset="0"/>
              </a:rPr>
              <a:t>	</a:t>
            </a:r>
            <a:r>
              <a:rPr lang="zh-CN" altLang="en-US" dirty="0" smtClean="0">
                <a:latin typeface="Arial" panose="020B0604020202020204" pitchFamily="34" charset="0"/>
                <a:ea typeface="黑体" panose="02010609060101010101" pitchFamily="49" charset="-122"/>
                <a:cs typeface="Arial" panose="020B0604020202020204" pitchFamily="34" charset="0"/>
              </a:rPr>
              <a:t>检定和铅封标识可以组合在一起</a:t>
            </a:r>
            <a:endParaRPr lang="en-US" altLang="zh-CN" dirty="0" smtClean="0">
              <a:latin typeface="Arial" panose="020B0604020202020204" pitchFamily="34" charset="0"/>
              <a:ea typeface="黑体" panose="02010609060101010101" pitchFamily="49" charset="-122"/>
              <a:cs typeface="Arial" panose="020B0604020202020204" pitchFamily="34" charset="0"/>
            </a:endParaRPr>
          </a:p>
          <a:p>
            <a:pPr marL="1246188" lvl="3" indent="-709613">
              <a:spcAft>
                <a:spcPts val="1200"/>
              </a:spcAft>
              <a:buNone/>
            </a:pPr>
            <a:r>
              <a:rPr lang="en-US" altLang="zh-CN" dirty="0" smtClean="0">
                <a:latin typeface="Arial" panose="020B0604020202020204" pitchFamily="34" charset="0"/>
                <a:ea typeface="黑体" panose="02010609060101010101" pitchFamily="49" charset="-122"/>
                <a:cs typeface="Arial" panose="020B0604020202020204" pitchFamily="34" charset="0"/>
              </a:rPr>
              <a:t>Note 2: </a:t>
            </a:r>
            <a:r>
              <a:rPr lang="en-US" altLang="zh-CN" dirty="0">
                <a:latin typeface="Arial" panose="020B0604020202020204" pitchFamily="34" charset="0"/>
                <a:ea typeface="黑体" panose="02010609060101010101" pitchFamily="49" charset="-122"/>
                <a:cs typeface="Arial" panose="020B0604020202020204" pitchFamily="34" charset="0"/>
              </a:rPr>
              <a:t>Verification and sealing marks may be </a:t>
            </a:r>
            <a:r>
              <a:rPr lang="en-US" altLang="zh-CN" dirty="0" smtClean="0">
                <a:latin typeface="Arial" panose="020B0604020202020204" pitchFamily="34" charset="0"/>
                <a:ea typeface="黑体" panose="02010609060101010101" pitchFamily="49" charset="-122"/>
                <a:cs typeface="Arial" panose="020B0604020202020204" pitchFamily="34" charset="0"/>
              </a:rPr>
              <a:t>combined.</a:t>
            </a:r>
          </a:p>
          <a:p>
            <a:pPr marL="1246188" lvl="3" indent="-709613">
              <a:spcAft>
                <a:spcPts val="600"/>
              </a:spcAft>
              <a:buNone/>
            </a:pPr>
            <a:r>
              <a:rPr lang="zh-CN" altLang="en-US" dirty="0" smtClean="0">
                <a:latin typeface="Arial" panose="020B0604020202020204" pitchFamily="34" charset="0"/>
                <a:ea typeface="黑体" panose="02010609060101010101" pitchFamily="49" charset="-122"/>
                <a:cs typeface="Arial" panose="020B0604020202020204" pitchFamily="34" charset="0"/>
              </a:rPr>
              <a:t>注</a:t>
            </a:r>
            <a:r>
              <a:rPr lang="en-US" altLang="zh-CN" dirty="0" smtClean="0">
                <a:latin typeface="Arial" panose="020B0604020202020204" pitchFamily="34" charset="0"/>
                <a:ea typeface="黑体" panose="02010609060101010101" pitchFamily="49" charset="-122"/>
                <a:cs typeface="Arial" panose="020B0604020202020204" pitchFamily="34" charset="0"/>
              </a:rPr>
              <a:t>3</a:t>
            </a:r>
            <a:r>
              <a:rPr lang="zh-CN" altLang="en-US" dirty="0" smtClean="0">
                <a:latin typeface="Arial" panose="020B0604020202020204" pitchFamily="34" charset="0"/>
                <a:ea typeface="黑体" panose="02010609060101010101" pitchFamily="49" charset="-122"/>
                <a:cs typeface="Arial" panose="020B0604020202020204" pitchFamily="34" charset="0"/>
              </a:rPr>
              <a:t>：</a:t>
            </a:r>
            <a:r>
              <a:rPr lang="en-US" altLang="zh-CN" dirty="0" smtClean="0">
                <a:latin typeface="Arial" panose="020B0604020202020204" pitchFamily="34" charset="0"/>
                <a:ea typeface="黑体" panose="02010609060101010101" pitchFamily="49" charset="-122"/>
                <a:cs typeface="Arial" panose="020B0604020202020204" pitchFamily="34" charset="0"/>
              </a:rPr>
              <a:t>	</a:t>
            </a:r>
            <a:r>
              <a:rPr lang="zh-CN" altLang="en-US" dirty="0" smtClean="0">
                <a:latin typeface="Arial" panose="020B0604020202020204" pitchFamily="34" charset="0"/>
                <a:ea typeface="黑体" panose="02010609060101010101" pitchFamily="49" charset="-122"/>
                <a:cs typeface="Arial" panose="020B0604020202020204" pitchFamily="34" charset="0"/>
              </a:rPr>
              <a:t>制造商可以被授权使用其它标识</a:t>
            </a:r>
            <a:endParaRPr lang="en-US" altLang="zh-CN" dirty="0" smtClean="0">
              <a:latin typeface="Arial" panose="020B0604020202020204" pitchFamily="34" charset="0"/>
              <a:ea typeface="黑体" panose="02010609060101010101" pitchFamily="49" charset="-122"/>
              <a:cs typeface="Arial" panose="020B0604020202020204" pitchFamily="34" charset="0"/>
            </a:endParaRPr>
          </a:p>
          <a:p>
            <a:pPr marL="1246188" lvl="3" indent="-709613">
              <a:spcAft>
                <a:spcPts val="1200"/>
              </a:spcAft>
              <a:buNone/>
            </a:pPr>
            <a:r>
              <a:rPr lang="en-US" altLang="zh-CN" dirty="0" smtClean="0">
                <a:latin typeface="Arial" panose="020B0604020202020204" pitchFamily="34" charset="0"/>
                <a:ea typeface="黑体" panose="02010609060101010101" pitchFamily="49" charset="-122"/>
                <a:cs typeface="Arial" panose="020B0604020202020204" pitchFamily="34" charset="0"/>
              </a:rPr>
              <a:t>Note 3: </a:t>
            </a:r>
            <a:r>
              <a:rPr lang="en-US" altLang="zh-CN" dirty="0">
                <a:latin typeface="Arial" panose="020B0604020202020204" pitchFamily="34" charset="0"/>
                <a:ea typeface="黑体" panose="02010609060101010101" pitchFamily="49" charset="-122"/>
                <a:cs typeface="Arial" panose="020B0604020202020204" pitchFamily="34" charset="0"/>
              </a:rPr>
              <a:t>The manufacturer may be authorized to apply other marks.</a:t>
            </a:r>
            <a:endParaRPr lang="de-CH" altLang="zh-CN" dirty="0" smtClean="0">
              <a:latin typeface="Arial" panose="020B0604020202020204" pitchFamily="34" charset="0"/>
              <a:ea typeface="黑体" panose="02010609060101010101" pitchFamily="49" charset="-122"/>
              <a:cs typeface="Arial" panose="020B0604020202020204" pitchFamily="34" charset="0"/>
            </a:endParaRPr>
          </a:p>
          <a:p>
            <a:pPr>
              <a:spcAft>
                <a:spcPts val="1200"/>
              </a:spcAft>
            </a:pPr>
            <a:endParaRPr lang="zh-CN" altLang="en-US" dirty="0">
              <a:latin typeface="Arial" panose="020B0604020202020204" pitchFamily="34" charset="0"/>
              <a:ea typeface="黑体" panose="02010609060101010101" pitchFamily="49" charset="-122"/>
              <a:cs typeface="Arial" panose="020B0604020202020204" pitchFamily="34" charset="0"/>
            </a:endParaRPr>
          </a:p>
        </p:txBody>
      </p:sp>
      <p:sp>
        <p:nvSpPr>
          <p:cNvPr id="5" name="灯片编号占位符 4"/>
          <p:cNvSpPr>
            <a:spLocks noGrp="1"/>
          </p:cNvSpPr>
          <p:nvPr>
            <p:ph type="sldNum" sz="quarter" idx="100"/>
          </p:nvPr>
        </p:nvSpPr>
        <p:spPr/>
        <p:txBody>
          <a:bodyPr/>
          <a:lstStyle/>
          <a:p>
            <a:fld id="{2B2B68EE-DD1E-4368-AFCE-24A50EC7BF18}" type="slidenum">
              <a:rPr lang="en-US" smtClean="0"/>
              <a:pPr/>
              <a:t>10</a:t>
            </a:fld>
            <a:endParaRPr lang="en-US" dirty="0"/>
          </a:p>
        </p:txBody>
      </p:sp>
      <p:sp>
        <p:nvSpPr>
          <p:cNvPr id="6" name="页脚占位符 5"/>
          <p:cNvSpPr>
            <a:spLocks noGrp="1"/>
          </p:cNvSpPr>
          <p:nvPr>
            <p:ph type="ftr" sz="quarter" idx="101"/>
          </p:nvPr>
        </p:nvSpPr>
        <p:spPr/>
        <p:txBody>
          <a:bodyPr/>
          <a:lstStyle/>
          <a:p>
            <a:r>
              <a:rPr lang="en-US" smtClean="0"/>
              <a:t>For internal use - Confidential</a:t>
            </a:r>
            <a:endParaRPr lang="en-US" dirty="0"/>
          </a:p>
        </p:txBody>
      </p:sp>
    </p:spTree>
    <p:extLst>
      <p:ext uri="{BB962C8B-B14F-4D97-AF65-F5344CB8AC3E}">
        <p14:creationId xmlns:p14="http://schemas.microsoft.com/office/powerpoint/2010/main" val="2450612912"/>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latin typeface="黑体" panose="02010609060101010101" pitchFamily="49" charset="-122"/>
                <a:ea typeface="黑体" panose="02010609060101010101" pitchFamily="49" charset="-122"/>
              </a:rPr>
              <a:t>术语 </a:t>
            </a:r>
            <a:r>
              <a:rPr lang="en-US" altLang="zh-CN" sz="1800" dirty="0" smtClean="0">
                <a:latin typeface="黑体" panose="02010609060101010101" pitchFamily="49" charset="-122"/>
                <a:ea typeface="黑体" panose="02010609060101010101" pitchFamily="49" charset="-122"/>
              </a:rPr>
              <a:t>– </a:t>
            </a:r>
            <a:r>
              <a:rPr lang="zh-CN" altLang="en-US" sz="1800" dirty="0" smtClean="0">
                <a:latin typeface="黑体" panose="02010609060101010101" pitchFamily="49" charset="-122"/>
                <a:ea typeface="黑体" panose="02010609060101010101" pitchFamily="49" charset="-122"/>
              </a:rPr>
              <a:t>新增</a:t>
            </a:r>
            <a:endParaRPr lang="zh-CN" altLang="en-US" dirty="0">
              <a:latin typeface="黑体" panose="02010609060101010101" pitchFamily="49" charset="-122"/>
              <a:ea typeface="黑体" panose="02010609060101010101" pitchFamily="49" charset="-122"/>
            </a:endParaRPr>
          </a:p>
        </p:txBody>
      </p:sp>
      <p:sp>
        <p:nvSpPr>
          <p:cNvPr id="4" name="内容占位符 3"/>
          <p:cNvSpPr>
            <a:spLocks noGrp="1"/>
          </p:cNvSpPr>
          <p:nvPr>
            <p:ph idx="1"/>
          </p:nvPr>
        </p:nvSpPr>
        <p:spPr>
          <a:xfrm>
            <a:off x="395288" y="1157276"/>
            <a:ext cx="8353426" cy="4895850"/>
          </a:xfrm>
        </p:spPr>
        <p:txBody>
          <a:bodyPr/>
          <a:lstStyle/>
          <a:p>
            <a:pPr>
              <a:spcAft>
                <a:spcPts val="1200"/>
              </a:spcAft>
            </a:pPr>
            <a:r>
              <a:rPr lang="zh-CN" altLang="en-US" dirty="0" smtClean="0">
                <a:latin typeface="Arial" panose="020B0604020202020204" pitchFamily="34" charset="0"/>
                <a:ea typeface="黑体" panose="02010609060101010101" pitchFamily="49" charset="-122"/>
                <a:cs typeface="Arial" panose="020B0604020202020204" pitchFamily="34" charset="0"/>
              </a:rPr>
              <a:t>计量监督 </a:t>
            </a:r>
            <a:r>
              <a:rPr lang="de-CH" altLang="zh-CN" dirty="0" smtClean="0">
                <a:latin typeface="Arial" panose="020B0604020202020204" pitchFamily="34" charset="0"/>
                <a:ea typeface="黑体" panose="02010609060101010101" pitchFamily="49" charset="-122"/>
                <a:cs typeface="Arial" panose="020B0604020202020204" pitchFamily="34" charset="0"/>
              </a:rPr>
              <a:t>metrological </a:t>
            </a:r>
            <a:r>
              <a:rPr lang="de-CH" altLang="zh-CN" dirty="0">
                <a:latin typeface="Arial" panose="020B0604020202020204" pitchFamily="34" charset="0"/>
                <a:ea typeface="黑体" panose="02010609060101010101" pitchFamily="49" charset="-122"/>
                <a:cs typeface="Arial" panose="020B0604020202020204" pitchFamily="34" charset="0"/>
              </a:rPr>
              <a:t>supervision </a:t>
            </a:r>
            <a:endParaRPr lang="de-CH" altLang="zh-CN" dirty="0" smtClean="0">
              <a:latin typeface="Arial" panose="020B0604020202020204" pitchFamily="34" charset="0"/>
              <a:ea typeface="黑体" panose="02010609060101010101" pitchFamily="49" charset="-122"/>
              <a:cs typeface="Arial" panose="020B0604020202020204" pitchFamily="34" charset="0"/>
            </a:endParaRPr>
          </a:p>
          <a:p>
            <a:pPr marL="0" indent="0">
              <a:spcAft>
                <a:spcPts val="1200"/>
              </a:spcAft>
              <a:buNone/>
            </a:pPr>
            <a:endParaRPr lang="de-CH" altLang="zh-CN" dirty="0">
              <a:latin typeface="Arial" panose="020B0604020202020204" pitchFamily="34" charset="0"/>
              <a:ea typeface="黑体" panose="02010609060101010101" pitchFamily="49" charset="-122"/>
              <a:cs typeface="Arial" panose="020B0604020202020204" pitchFamily="34" charset="0"/>
            </a:endParaRPr>
          </a:p>
          <a:p>
            <a:pPr marL="179387" lvl="1" indent="0">
              <a:spcAft>
                <a:spcPts val="1200"/>
              </a:spcAft>
              <a:buNone/>
            </a:pPr>
            <a:r>
              <a:rPr lang="zh-CN" altLang="en-US" dirty="0" smtClean="0">
                <a:latin typeface="Arial" panose="020B0604020202020204" pitchFamily="34" charset="0"/>
                <a:ea typeface="黑体" panose="02010609060101010101" pitchFamily="49" charset="-122"/>
                <a:cs typeface="Arial" panose="020B0604020202020204" pitchFamily="34" charset="0"/>
              </a:rPr>
              <a:t>法制计量管理活动，检查计量法和规程的执行</a:t>
            </a:r>
            <a:endParaRPr lang="en-US" altLang="zh-CN" dirty="0" smtClean="0">
              <a:latin typeface="Arial" panose="020B0604020202020204" pitchFamily="34" charset="0"/>
              <a:ea typeface="黑体" panose="02010609060101010101" pitchFamily="49" charset="-122"/>
              <a:cs typeface="Arial" panose="020B0604020202020204" pitchFamily="34" charset="0"/>
            </a:endParaRPr>
          </a:p>
          <a:p>
            <a:pPr marL="179387" lvl="1" indent="0">
              <a:spcAft>
                <a:spcPts val="1200"/>
              </a:spcAft>
              <a:buNone/>
            </a:pPr>
            <a:r>
              <a:rPr lang="en-US" altLang="zh-CN" dirty="0" smtClean="0">
                <a:latin typeface="Arial" panose="020B0604020202020204" pitchFamily="34" charset="0"/>
                <a:ea typeface="黑体" panose="02010609060101010101" pitchFamily="49" charset="-122"/>
                <a:cs typeface="Arial" panose="020B0604020202020204" pitchFamily="34" charset="0"/>
              </a:rPr>
              <a:t>activity </a:t>
            </a:r>
            <a:r>
              <a:rPr lang="en-US" altLang="zh-CN" dirty="0">
                <a:latin typeface="Arial" panose="020B0604020202020204" pitchFamily="34" charset="0"/>
                <a:ea typeface="黑体" panose="02010609060101010101" pitchFamily="49" charset="-122"/>
                <a:cs typeface="Arial" panose="020B0604020202020204" pitchFamily="34" charset="0"/>
              </a:rPr>
              <a:t>of legal metrological control to check the observance of metrology laws and </a:t>
            </a:r>
            <a:r>
              <a:rPr lang="en-US" altLang="zh-CN" dirty="0" smtClean="0">
                <a:latin typeface="Arial" panose="020B0604020202020204" pitchFamily="34" charset="0"/>
                <a:ea typeface="黑体" panose="02010609060101010101" pitchFamily="49" charset="-122"/>
                <a:cs typeface="Arial" panose="020B0604020202020204" pitchFamily="34" charset="0"/>
              </a:rPr>
              <a:t>regulations</a:t>
            </a:r>
          </a:p>
          <a:p>
            <a:pPr marL="900113" lvl="1" indent="-722313">
              <a:spcAft>
                <a:spcPts val="1200"/>
              </a:spcAft>
              <a:buNone/>
              <a:tabLst>
                <a:tab pos="900113" algn="l"/>
              </a:tabLst>
            </a:pPr>
            <a:r>
              <a:rPr lang="zh-CN" altLang="en-US" dirty="0" smtClean="0">
                <a:latin typeface="Arial" panose="020B0604020202020204" pitchFamily="34" charset="0"/>
                <a:ea typeface="黑体" panose="02010609060101010101" pitchFamily="49" charset="-122"/>
                <a:cs typeface="Arial" panose="020B0604020202020204" pitchFamily="34" charset="0"/>
              </a:rPr>
              <a:t>注</a:t>
            </a:r>
            <a:r>
              <a:rPr lang="en-US" altLang="zh-CN" dirty="0" smtClean="0">
                <a:latin typeface="Arial" panose="020B0604020202020204" pitchFamily="34" charset="0"/>
                <a:ea typeface="黑体" panose="02010609060101010101" pitchFamily="49" charset="-122"/>
                <a:cs typeface="Arial" panose="020B0604020202020204" pitchFamily="34" charset="0"/>
              </a:rPr>
              <a:t>1</a:t>
            </a:r>
            <a:r>
              <a:rPr lang="zh-CN" altLang="en-US" dirty="0" smtClean="0">
                <a:latin typeface="Arial" panose="020B0604020202020204" pitchFamily="34" charset="0"/>
                <a:ea typeface="黑体" panose="02010609060101010101" pitchFamily="49" charset="-122"/>
                <a:cs typeface="Arial" panose="020B0604020202020204" pitchFamily="34" charset="0"/>
              </a:rPr>
              <a:t>：</a:t>
            </a:r>
            <a:r>
              <a:rPr lang="en-US" altLang="zh-CN" dirty="0" smtClean="0">
                <a:latin typeface="Arial" panose="020B0604020202020204" pitchFamily="34" charset="0"/>
                <a:ea typeface="黑体" panose="02010609060101010101" pitchFamily="49" charset="-122"/>
                <a:cs typeface="Arial" panose="020B0604020202020204" pitchFamily="34" charset="0"/>
              </a:rPr>
              <a:t>	</a:t>
            </a:r>
            <a:r>
              <a:rPr lang="zh-CN" altLang="en-US" dirty="0" smtClean="0">
                <a:latin typeface="Arial" panose="020B0604020202020204" pitchFamily="34" charset="0"/>
                <a:ea typeface="黑体" panose="02010609060101010101" pitchFamily="49" charset="-122"/>
                <a:cs typeface="Arial" panose="020B0604020202020204" pitchFamily="34" charset="0"/>
              </a:rPr>
              <a:t>计量监督包括指示的预包装含量量值的正确性</a:t>
            </a:r>
            <a:endParaRPr lang="en-US" altLang="zh-CN" dirty="0" smtClean="0">
              <a:latin typeface="Arial" panose="020B0604020202020204" pitchFamily="34" charset="0"/>
              <a:ea typeface="黑体" panose="02010609060101010101" pitchFamily="49" charset="-122"/>
              <a:cs typeface="Arial" panose="020B0604020202020204" pitchFamily="34" charset="0"/>
            </a:endParaRPr>
          </a:p>
          <a:p>
            <a:pPr marL="900113" lvl="1" indent="-722313">
              <a:spcAft>
                <a:spcPts val="1200"/>
              </a:spcAft>
              <a:buNone/>
              <a:tabLst>
                <a:tab pos="900113" algn="l"/>
              </a:tabLst>
            </a:pPr>
            <a:r>
              <a:rPr lang="en-US" altLang="zh-CN" dirty="0" smtClean="0">
                <a:latin typeface="Arial" panose="020B0604020202020204" pitchFamily="34" charset="0"/>
                <a:ea typeface="黑体" panose="02010609060101010101" pitchFamily="49" charset="-122"/>
                <a:cs typeface="Arial" panose="020B0604020202020204" pitchFamily="34" charset="0"/>
              </a:rPr>
              <a:t>Note 1: </a:t>
            </a:r>
            <a:r>
              <a:rPr lang="en-US" altLang="zh-CN" dirty="0">
                <a:latin typeface="Arial" panose="020B0604020202020204" pitchFamily="34" charset="0"/>
                <a:ea typeface="黑体" panose="02010609060101010101" pitchFamily="49" charset="-122"/>
                <a:cs typeface="Arial" panose="020B0604020202020204" pitchFamily="34" charset="0"/>
              </a:rPr>
              <a:t>Metrological supervision also includes checking the correctness of quantities indicated on and contained in </a:t>
            </a:r>
            <a:r>
              <a:rPr lang="en-US" altLang="zh-CN" dirty="0" smtClean="0">
                <a:latin typeface="Arial" panose="020B0604020202020204" pitchFamily="34" charset="0"/>
                <a:ea typeface="黑体" panose="02010609060101010101" pitchFamily="49" charset="-122"/>
                <a:cs typeface="Arial" panose="020B0604020202020204" pitchFamily="34" charset="0"/>
              </a:rPr>
              <a:t>prepackages.</a:t>
            </a:r>
          </a:p>
          <a:p>
            <a:pPr marL="900113" lvl="1" indent="-722313">
              <a:spcAft>
                <a:spcPts val="1200"/>
              </a:spcAft>
              <a:buNone/>
              <a:tabLst>
                <a:tab pos="900113" algn="l"/>
              </a:tabLst>
            </a:pPr>
            <a:r>
              <a:rPr lang="zh-CN" altLang="en-US" dirty="0" smtClean="0">
                <a:latin typeface="Arial" panose="020B0604020202020204" pitchFamily="34" charset="0"/>
                <a:ea typeface="黑体" panose="02010609060101010101" pitchFamily="49" charset="-122"/>
                <a:cs typeface="Arial" panose="020B0604020202020204" pitchFamily="34" charset="0"/>
              </a:rPr>
              <a:t>注</a:t>
            </a:r>
            <a:r>
              <a:rPr lang="en-US" altLang="zh-CN" dirty="0" smtClean="0">
                <a:latin typeface="Arial" panose="020B0604020202020204" pitchFamily="34" charset="0"/>
                <a:ea typeface="黑体" panose="02010609060101010101" pitchFamily="49" charset="-122"/>
                <a:cs typeface="Arial" panose="020B0604020202020204" pitchFamily="34" charset="0"/>
              </a:rPr>
              <a:t>2</a:t>
            </a:r>
            <a:r>
              <a:rPr lang="zh-CN" altLang="en-US" dirty="0" smtClean="0">
                <a:latin typeface="Arial" panose="020B0604020202020204" pitchFamily="34" charset="0"/>
                <a:ea typeface="黑体" panose="02010609060101010101" pitchFamily="49" charset="-122"/>
                <a:cs typeface="Arial" panose="020B0604020202020204" pitchFamily="34" charset="0"/>
              </a:rPr>
              <a:t>：</a:t>
            </a:r>
            <a:r>
              <a:rPr lang="en-US" altLang="zh-CN" dirty="0" smtClean="0">
                <a:latin typeface="Arial" panose="020B0604020202020204" pitchFamily="34" charset="0"/>
                <a:ea typeface="黑体" panose="02010609060101010101" pitchFamily="49" charset="-122"/>
                <a:cs typeface="Arial" panose="020B0604020202020204" pitchFamily="34" charset="0"/>
              </a:rPr>
              <a:t>	</a:t>
            </a:r>
            <a:r>
              <a:rPr lang="zh-CN" altLang="en-US" dirty="0" smtClean="0">
                <a:latin typeface="Arial" panose="020B0604020202020204" pitchFamily="34" charset="0"/>
                <a:ea typeface="黑体" panose="02010609060101010101" pitchFamily="49" charset="-122"/>
                <a:cs typeface="Arial" panose="020B0604020202020204" pitchFamily="34" charset="0"/>
              </a:rPr>
              <a:t>使用市场监管和质量管理的方法达到这些目的</a:t>
            </a:r>
            <a:endParaRPr lang="en-US" altLang="zh-CN" dirty="0" smtClean="0">
              <a:latin typeface="Arial" panose="020B0604020202020204" pitchFamily="34" charset="0"/>
              <a:ea typeface="黑体" panose="02010609060101010101" pitchFamily="49" charset="-122"/>
              <a:cs typeface="Arial" panose="020B0604020202020204" pitchFamily="34" charset="0"/>
            </a:endParaRPr>
          </a:p>
          <a:p>
            <a:pPr marL="900113" lvl="1" indent="-722313">
              <a:spcAft>
                <a:spcPts val="1200"/>
              </a:spcAft>
              <a:buNone/>
              <a:tabLst>
                <a:tab pos="900113" algn="l"/>
              </a:tabLst>
            </a:pPr>
            <a:r>
              <a:rPr lang="en-US" altLang="zh-CN" dirty="0" smtClean="0">
                <a:latin typeface="Arial" panose="020B0604020202020204" pitchFamily="34" charset="0"/>
                <a:ea typeface="黑体" panose="02010609060101010101" pitchFamily="49" charset="-122"/>
                <a:cs typeface="Arial" panose="020B0604020202020204" pitchFamily="34" charset="0"/>
              </a:rPr>
              <a:t>Note 2: </a:t>
            </a:r>
            <a:r>
              <a:rPr lang="en-US" altLang="zh-CN" dirty="0">
                <a:latin typeface="Arial" panose="020B0604020202020204" pitchFamily="34" charset="0"/>
                <a:ea typeface="黑体" panose="02010609060101010101" pitchFamily="49" charset="-122"/>
                <a:cs typeface="Arial" panose="020B0604020202020204" pitchFamily="34" charset="0"/>
              </a:rPr>
              <a:t>To achieve these purposes, means and methods such as market surveillance and quality management may be utilized.</a:t>
            </a:r>
            <a:endParaRPr lang="de-CH" altLang="zh-CN" dirty="0" smtClean="0">
              <a:latin typeface="Arial" panose="020B0604020202020204" pitchFamily="34" charset="0"/>
              <a:ea typeface="黑体" panose="02010609060101010101" pitchFamily="49" charset="-122"/>
              <a:cs typeface="Arial" panose="020B0604020202020204" pitchFamily="34" charset="0"/>
            </a:endParaRPr>
          </a:p>
          <a:p>
            <a:pPr>
              <a:spcAft>
                <a:spcPts val="1200"/>
              </a:spcAft>
            </a:pPr>
            <a:endParaRPr lang="zh-CN" altLang="en-US" dirty="0">
              <a:latin typeface="Arial" panose="020B0604020202020204" pitchFamily="34" charset="0"/>
              <a:ea typeface="黑体" panose="02010609060101010101" pitchFamily="49" charset="-122"/>
              <a:cs typeface="Arial" panose="020B0604020202020204" pitchFamily="34" charset="0"/>
            </a:endParaRPr>
          </a:p>
        </p:txBody>
      </p:sp>
      <p:sp>
        <p:nvSpPr>
          <p:cNvPr id="5" name="灯片编号占位符 4"/>
          <p:cNvSpPr>
            <a:spLocks noGrp="1"/>
          </p:cNvSpPr>
          <p:nvPr>
            <p:ph type="sldNum" sz="quarter" idx="100"/>
          </p:nvPr>
        </p:nvSpPr>
        <p:spPr/>
        <p:txBody>
          <a:bodyPr/>
          <a:lstStyle/>
          <a:p>
            <a:fld id="{2B2B68EE-DD1E-4368-AFCE-24A50EC7BF18}" type="slidenum">
              <a:rPr lang="en-US" smtClean="0"/>
              <a:pPr/>
              <a:t>11</a:t>
            </a:fld>
            <a:endParaRPr lang="en-US" dirty="0"/>
          </a:p>
        </p:txBody>
      </p:sp>
      <p:sp>
        <p:nvSpPr>
          <p:cNvPr id="6" name="页脚占位符 5"/>
          <p:cNvSpPr>
            <a:spLocks noGrp="1"/>
          </p:cNvSpPr>
          <p:nvPr>
            <p:ph type="ftr" sz="quarter" idx="101"/>
          </p:nvPr>
        </p:nvSpPr>
        <p:spPr/>
        <p:txBody>
          <a:bodyPr/>
          <a:lstStyle/>
          <a:p>
            <a:r>
              <a:rPr lang="en-US" smtClean="0"/>
              <a:t>For internal use - Confidential</a:t>
            </a:r>
            <a:endParaRPr lang="en-US" dirty="0"/>
          </a:p>
        </p:txBody>
      </p:sp>
    </p:spTree>
    <p:extLst>
      <p:ext uri="{BB962C8B-B14F-4D97-AF65-F5344CB8AC3E}">
        <p14:creationId xmlns:p14="http://schemas.microsoft.com/office/powerpoint/2010/main" val="435045317"/>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latin typeface="黑体" panose="02010609060101010101" pitchFamily="49" charset="-122"/>
                <a:ea typeface="黑体" panose="02010609060101010101" pitchFamily="49" charset="-122"/>
              </a:rPr>
              <a:t>术语 </a:t>
            </a:r>
            <a:r>
              <a:rPr lang="en-US" altLang="zh-CN" sz="1800" dirty="0" smtClean="0">
                <a:latin typeface="黑体" panose="02010609060101010101" pitchFamily="49" charset="-122"/>
                <a:ea typeface="黑体" panose="02010609060101010101" pitchFamily="49" charset="-122"/>
              </a:rPr>
              <a:t>– </a:t>
            </a:r>
            <a:r>
              <a:rPr lang="zh-CN" altLang="en-US" sz="1800" dirty="0" smtClean="0">
                <a:latin typeface="黑体" panose="02010609060101010101" pitchFamily="49" charset="-122"/>
                <a:ea typeface="黑体" panose="02010609060101010101" pitchFamily="49" charset="-122"/>
              </a:rPr>
              <a:t>新增</a:t>
            </a:r>
            <a:endParaRPr lang="zh-CN" altLang="en-US" dirty="0">
              <a:latin typeface="黑体" panose="02010609060101010101" pitchFamily="49" charset="-122"/>
              <a:ea typeface="黑体" panose="02010609060101010101" pitchFamily="49" charset="-122"/>
            </a:endParaRPr>
          </a:p>
        </p:txBody>
      </p:sp>
      <p:sp>
        <p:nvSpPr>
          <p:cNvPr id="4" name="内容占位符 3"/>
          <p:cNvSpPr>
            <a:spLocks noGrp="1"/>
          </p:cNvSpPr>
          <p:nvPr>
            <p:ph idx="1"/>
          </p:nvPr>
        </p:nvSpPr>
        <p:spPr>
          <a:xfrm>
            <a:off x="395288" y="1157276"/>
            <a:ext cx="8353426" cy="4895850"/>
          </a:xfrm>
        </p:spPr>
        <p:txBody>
          <a:bodyPr/>
          <a:lstStyle/>
          <a:p>
            <a:pPr>
              <a:spcAft>
                <a:spcPts val="1200"/>
              </a:spcAft>
            </a:pPr>
            <a:r>
              <a:rPr lang="zh-CN" altLang="en-US" dirty="0" smtClean="0">
                <a:latin typeface="Arial" panose="020B0604020202020204" pitchFamily="34" charset="0"/>
                <a:ea typeface="黑体" panose="02010609060101010101" pitchFamily="49" charset="-122"/>
                <a:cs typeface="Arial" panose="020B0604020202020204" pitchFamily="34" charset="0"/>
              </a:rPr>
              <a:t>铅封 </a:t>
            </a:r>
            <a:r>
              <a:rPr lang="de-CH" altLang="zh-CN" dirty="0" smtClean="0">
                <a:latin typeface="Arial" panose="020B0604020202020204" pitchFamily="34" charset="0"/>
                <a:ea typeface="黑体" panose="02010609060101010101" pitchFamily="49" charset="-122"/>
                <a:cs typeface="Arial" panose="020B0604020202020204" pitchFamily="34" charset="0"/>
              </a:rPr>
              <a:t>sealing </a:t>
            </a:r>
          </a:p>
          <a:p>
            <a:pPr marL="361950" lvl="2" indent="0">
              <a:spcAft>
                <a:spcPts val="600"/>
              </a:spcAft>
              <a:buNone/>
            </a:pPr>
            <a:endParaRPr lang="en-US" altLang="zh-CN" dirty="0" smtClean="0">
              <a:latin typeface="Arial" panose="020B0604020202020204" pitchFamily="34" charset="0"/>
              <a:ea typeface="黑体" panose="02010609060101010101" pitchFamily="49" charset="-122"/>
              <a:cs typeface="Arial" panose="020B0604020202020204" pitchFamily="34" charset="0"/>
            </a:endParaRPr>
          </a:p>
          <a:p>
            <a:pPr marL="361950" lvl="2" indent="0">
              <a:spcAft>
                <a:spcPts val="600"/>
              </a:spcAft>
              <a:buNone/>
            </a:pPr>
            <a:r>
              <a:rPr lang="zh-CN" altLang="en-US" dirty="0" smtClean="0">
                <a:latin typeface="Arial" panose="020B0604020202020204" pitchFamily="34" charset="0"/>
                <a:ea typeface="黑体" panose="02010609060101010101" pitchFamily="49" charset="-122"/>
                <a:cs typeface="Arial" panose="020B0604020202020204" pitchFamily="34" charset="0"/>
              </a:rPr>
              <a:t>保护计量器具防止未授权修改、调整、部件拆除、软件修改等所采用的方法</a:t>
            </a:r>
            <a:endParaRPr lang="en-US" altLang="zh-CN" dirty="0" smtClean="0">
              <a:latin typeface="Arial" panose="020B0604020202020204" pitchFamily="34" charset="0"/>
              <a:ea typeface="黑体" panose="02010609060101010101" pitchFamily="49" charset="-122"/>
              <a:cs typeface="Arial" panose="020B0604020202020204" pitchFamily="34" charset="0"/>
            </a:endParaRPr>
          </a:p>
          <a:p>
            <a:pPr marL="361950" lvl="2" indent="0">
              <a:spcAft>
                <a:spcPts val="1200"/>
              </a:spcAft>
              <a:buNone/>
            </a:pPr>
            <a:r>
              <a:rPr lang="en-US" altLang="zh-CN" dirty="0" smtClean="0">
                <a:latin typeface="Arial" panose="020B0604020202020204" pitchFamily="34" charset="0"/>
                <a:ea typeface="黑体" panose="02010609060101010101" pitchFamily="49" charset="-122"/>
                <a:cs typeface="Arial" panose="020B0604020202020204" pitchFamily="34" charset="0"/>
              </a:rPr>
              <a:t>means  </a:t>
            </a:r>
            <a:r>
              <a:rPr lang="en-US" altLang="zh-CN" dirty="0">
                <a:latin typeface="Arial" panose="020B0604020202020204" pitchFamily="34" charset="0"/>
                <a:ea typeface="黑体" panose="02010609060101010101" pitchFamily="49" charset="-122"/>
                <a:cs typeface="Arial" panose="020B0604020202020204" pitchFamily="34" charset="0"/>
              </a:rPr>
              <a:t>intended  to  protect  the  measuring  instrument  against  any  unauthorized  modification, readjustment, removal of parts, software, etc.</a:t>
            </a:r>
          </a:p>
          <a:p>
            <a:pPr marL="361950" lvl="2" indent="0">
              <a:spcAft>
                <a:spcPts val="600"/>
              </a:spcAft>
              <a:buNone/>
            </a:pPr>
            <a:r>
              <a:rPr lang="zh-CN" altLang="en-US" dirty="0" smtClean="0">
                <a:latin typeface="Arial" panose="020B0604020202020204" pitchFamily="34" charset="0"/>
                <a:ea typeface="黑体" panose="02010609060101010101" pitchFamily="49" charset="-122"/>
                <a:cs typeface="Arial" panose="020B0604020202020204" pitchFamily="34" charset="0"/>
              </a:rPr>
              <a:t>注：可以通过硬件、软件或两者的组合达到要求。</a:t>
            </a:r>
            <a:endParaRPr lang="en-US" altLang="zh-CN" dirty="0" smtClean="0">
              <a:latin typeface="Arial" panose="020B0604020202020204" pitchFamily="34" charset="0"/>
              <a:ea typeface="黑体" panose="02010609060101010101" pitchFamily="49" charset="-122"/>
              <a:cs typeface="Arial" panose="020B0604020202020204" pitchFamily="34" charset="0"/>
            </a:endParaRPr>
          </a:p>
          <a:p>
            <a:pPr marL="361950" lvl="2" indent="0">
              <a:spcAft>
                <a:spcPts val="1200"/>
              </a:spcAft>
              <a:buNone/>
            </a:pPr>
            <a:r>
              <a:rPr lang="en-US" altLang="zh-CN" dirty="0" smtClean="0">
                <a:latin typeface="Arial" panose="020B0604020202020204" pitchFamily="34" charset="0"/>
                <a:ea typeface="黑体" panose="02010609060101010101" pitchFamily="49" charset="-122"/>
                <a:cs typeface="Arial" panose="020B0604020202020204" pitchFamily="34" charset="0"/>
              </a:rPr>
              <a:t>Note: </a:t>
            </a:r>
            <a:r>
              <a:rPr lang="en-US" altLang="zh-CN" dirty="0">
                <a:latin typeface="Arial" panose="020B0604020202020204" pitchFamily="34" charset="0"/>
                <a:ea typeface="黑体" panose="02010609060101010101" pitchFamily="49" charset="-122"/>
                <a:cs typeface="Arial" panose="020B0604020202020204" pitchFamily="34" charset="0"/>
              </a:rPr>
              <a:t>This may be achieved by hardware, software or a combination of </a:t>
            </a:r>
            <a:r>
              <a:rPr lang="en-US" altLang="zh-CN" dirty="0" smtClean="0">
                <a:latin typeface="Arial" panose="020B0604020202020204" pitchFamily="34" charset="0"/>
                <a:ea typeface="黑体" panose="02010609060101010101" pitchFamily="49" charset="-122"/>
                <a:cs typeface="Arial" panose="020B0604020202020204" pitchFamily="34" charset="0"/>
              </a:rPr>
              <a:t>both.</a:t>
            </a:r>
          </a:p>
          <a:p>
            <a:pPr marL="361950" lvl="2" indent="0">
              <a:spcAft>
                <a:spcPts val="1200"/>
              </a:spcAft>
              <a:buNone/>
            </a:pPr>
            <a:endParaRPr lang="en-US" altLang="zh-CN" dirty="0">
              <a:latin typeface="Arial" panose="020B0604020202020204" pitchFamily="34" charset="0"/>
              <a:ea typeface="黑体" panose="02010609060101010101" pitchFamily="49" charset="-122"/>
              <a:cs typeface="Arial" panose="020B0604020202020204" pitchFamily="34" charset="0"/>
            </a:endParaRPr>
          </a:p>
          <a:p>
            <a:pPr marL="361950" lvl="2" indent="0">
              <a:spcAft>
                <a:spcPts val="1200"/>
              </a:spcAft>
              <a:buNone/>
            </a:pPr>
            <a:r>
              <a:rPr lang="en-US" altLang="zh-CN" dirty="0" smtClean="0">
                <a:latin typeface="Arial" panose="020B0604020202020204" pitchFamily="34" charset="0"/>
                <a:ea typeface="黑体" panose="02010609060101010101" pitchFamily="49" charset="-122"/>
                <a:cs typeface="Arial" panose="020B0604020202020204" pitchFamily="34" charset="0"/>
              </a:rPr>
              <a:t>MT</a:t>
            </a:r>
            <a:r>
              <a:rPr lang="zh-CN" altLang="en-US" dirty="0" smtClean="0">
                <a:latin typeface="Arial" panose="020B0604020202020204" pitchFamily="34" charset="0"/>
                <a:ea typeface="黑体" panose="02010609060101010101" pitchFamily="49" charset="-122"/>
                <a:cs typeface="Arial" panose="020B0604020202020204" pitchFamily="34" charset="0"/>
              </a:rPr>
              <a:t>传感器是否铅封？是否需要？</a:t>
            </a:r>
            <a:endParaRPr lang="en-US" altLang="zh-CN" dirty="0" smtClean="0">
              <a:latin typeface="Arial" panose="020B0604020202020204" pitchFamily="34" charset="0"/>
              <a:ea typeface="黑体" panose="02010609060101010101" pitchFamily="49" charset="-122"/>
              <a:cs typeface="Arial" panose="020B0604020202020204" pitchFamily="34" charset="0"/>
            </a:endParaRPr>
          </a:p>
          <a:p>
            <a:pPr marL="361950" lvl="2" indent="0">
              <a:spcAft>
                <a:spcPts val="1200"/>
              </a:spcAft>
              <a:buNone/>
            </a:pPr>
            <a:r>
              <a:rPr lang="en-US" altLang="zh-CN" dirty="0" smtClean="0">
                <a:latin typeface="Arial" panose="020B0604020202020204" pitchFamily="34" charset="0"/>
                <a:ea typeface="黑体" panose="02010609060101010101" pitchFamily="49" charset="-122"/>
                <a:cs typeface="Arial" panose="020B0604020202020204" pitchFamily="34" charset="0"/>
              </a:rPr>
              <a:t>GD?</a:t>
            </a:r>
          </a:p>
          <a:p>
            <a:pPr marL="361950" lvl="2" indent="0">
              <a:spcAft>
                <a:spcPts val="1200"/>
              </a:spcAft>
              <a:buNone/>
            </a:pPr>
            <a:r>
              <a:rPr lang="en-US" altLang="zh-CN" dirty="0" smtClean="0">
                <a:latin typeface="Arial" panose="020B0604020202020204" pitchFamily="34" charset="0"/>
                <a:ea typeface="黑体" panose="02010609060101010101" pitchFamily="49" charset="-122"/>
                <a:cs typeface="Arial" panose="020B0604020202020204" pitchFamily="34" charset="0"/>
              </a:rPr>
              <a:t>PDX</a:t>
            </a:r>
            <a:r>
              <a:rPr lang="en-US" altLang="zh-CN" dirty="0">
                <a:latin typeface="Arial" panose="020B0604020202020204" pitchFamily="34" charset="0"/>
                <a:ea typeface="黑体" panose="02010609060101010101" pitchFamily="49" charset="-122"/>
                <a:cs typeface="Arial" panose="020B0604020202020204" pitchFamily="34" charset="0"/>
              </a:rPr>
              <a:t>?</a:t>
            </a:r>
            <a:endParaRPr lang="en-US" altLang="zh-CN" dirty="0" smtClean="0">
              <a:latin typeface="Arial" panose="020B0604020202020204" pitchFamily="34" charset="0"/>
              <a:ea typeface="黑体" panose="02010609060101010101" pitchFamily="49" charset="-122"/>
              <a:cs typeface="Arial" panose="020B0604020202020204" pitchFamily="34" charset="0"/>
            </a:endParaRPr>
          </a:p>
          <a:p>
            <a:pPr marL="361950" lvl="2" indent="0">
              <a:spcAft>
                <a:spcPts val="1200"/>
              </a:spcAft>
              <a:buNone/>
            </a:pPr>
            <a:r>
              <a:rPr lang="en-US" altLang="zh-CN" dirty="0" smtClean="0">
                <a:latin typeface="Arial" panose="020B0604020202020204" pitchFamily="34" charset="0"/>
                <a:ea typeface="黑体" panose="02010609060101010101" pitchFamily="49" charset="-122"/>
                <a:cs typeface="Arial" panose="020B0604020202020204" pitchFamily="34" charset="0"/>
              </a:rPr>
              <a:t>SLP33x</a:t>
            </a:r>
            <a:r>
              <a:rPr lang="en-US" altLang="zh-CN" dirty="0">
                <a:latin typeface="Arial" panose="020B0604020202020204" pitchFamily="34" charset="0"/>
                <a:ea typeface="黑体" panose="02010609060101010101" pitchFamily="49" charset="-122"/>
                <a:cs typeface="Arial" panose="020B0604020202020204" pitchFamily="34" charset="0"/>
              </a:rPr>
              <a:t>?</a:t>
            </a:r>
            <a:endParaRPr lang="en-US" altLang="zh-CN" dirty="0" smtClean="0">
              <a:latin typeface="Arial" panose="020B0604020202020204" pitchFamily="34" charset="0"/>
              <a:ea typeface="黑体" panose="02010609060101010101" pitchFamily="49" charset="-122"/>
              <a:cs typeface="Arial" panose="020B0604020202020204" pitchFamily="34" charset="0"/>
            </a:endParaRPr>
          </a:p>
        </p:txBody>
      </p:sp>
      <p:sp>
        <p:nvSpPr>
          <p:cNvPr id="5" name="灯片编号占位符 4"/>
          <p:cNvSpPr>
            <a:spLocks noGrp="1"/>
          </p:cNvSpPr>
          <p:nvPr>
            <p:ph type="sldNum" sz="quarter" idx="100"/>
          </p:nvPr>
        </p:nvSpPr>
        <p:spPr/>
        <p:txBody>
          <a:bodyPr/>
          <a:lstStyle/>
          <a:p>
            <a:fld id="{2B2B68EE-DD1E-4368-AFCE-24A50EC7BF18}" type="slidenum">
              <a:rPr lang="en-US" smtClean="0"/>
              <a:pPr/>
              <a:t>12</a:t>
            </a:fld>
            <a:endParaRPr lang="en-US" dirty="0"/>
          </a:p>
        </p:txBody>
      </p:sp>
      <p:sp>
        <p:nvSpPr>
          <p:cNvPr id="6" name="页脚占位符 5"/>
          <p:cNvSpPr>
            <a:spLocks noGrp="1"/>
          </p:cNvSpPr>
          <p:nvPr>
            <p:ph type="ftr" sz="quarter" idx="101"/>
          </p:nvPr>
        </p:nvSpPr>
        <p:spPr/>
        <p:txBody>
          <a:bodyPr/>
          <a:lstStyle/>
          <a:p>
            <a:r>
              <a:rPr lang="en-US" smtClean="0"/>
              <a:t>For internal use - Confidential</a:t>
            </a:r>
            <a:endParaRPr lang="en-US" dirty="0"/>
          </a:p>
        </p:txBody>
      </p:sp>
    </p:spTree>
    <p:extLst>
      <p:ext uri="{BB962C8B-B14F-4D97-AF65-F5344CB8AC3E}">
        <p14:creationId xmlns:p14="http://schemas.microsoft.com/office/powerpoint/2010/main" val="144619595"/>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latin typeface="黑体" panose="02010609060101010101" pitchFamily="49" charset="-122"/>
                <a:ea typeface="黑体" panose="02010609060101010101" pitchFamily="49" charset="-122"/>
              </a:rPr>
              <a:t>术语 </a:t>
            </a:r>
            <a:r>
              <a:rPr lang="en-US" altLang="zh-CN" sz="1800" dirty="0" smtClean="0">
                <a:latin typeface="黑体" panose="02010609060101010101" pitchFamily="49" charset="-122"/>
                <a:ea typeface="黑体" panose="02010609060101010101" pitchFamily="49" charset="-122"/>
              </a:rPr>
              <a:t>- </a:t>
            </a:r>
            <a:r>
              <a:rPr lang="zh-CN" altLang="en-US" sz="1800" dirty="0" smtClean="0">
                <a:latin typeface="黑体" panose="02010609060101010101" pitchFamily="49" charset="-122"/>
                <a:ea typeface="黑体" panose="02010609060101010101" pitchFamily="49" charset="-122"/>
              </a:rPr>
              <a:t>修订</a:t>
            </a:r>
            <a:endParaRPr lang="zh-CN" altLang="en-US" sz="1800" dirty="0">
              <a:latin typeface="黑体" panose="02010609060101010101" pitchFamily="49" charset="-122"/>
              <a:ea typeface="黑体" panose="02010609060101010101" pitchFamily="49" charset="-122"/>
            </a:endParaRPr>
          </a:p>
        </p:txBody>
      </p:sp>
      <p:sp>
        <p:nvSpPr>
          <p:cNvPr id="7" name="标题 6"/>
          <p:cNvSpPr>
            <a:spLocks noGrp="1"/>
          </p:cNvSpPr>
          <p:nvPr>
            <p:ph type="title" idx="99"/>
          </p:nvPr>
        </p:nvSpPr>
        <p:spPr/>
        <p:txBody>
          <a:bodyPr/>
          <a:lstStyle/>
          <a:p>
            <a:r>
              <a:rPr lang="zh-CN" altLang="en-US" dirty="0">
                <a:latin typeface="Arial" panose="020B0604020202020204" pitchFamily="34" charset="0"/>
                <a:ea typeface="黑体" panose="02010609060101010101" pitchFamily="49" charset="-122"/>
                <a:cs typeface="Arial" panose="020B0604020202020204" pitchFamily="34" charset="0"/>
              </a:rPr>
              <a:t>显著增差 </a:t>
            </a:r>
            <a:r>
              <a:rPr lang="en-US" altLang="zh-CN" dirty="0">
                <a:latin typeface="Arial" panose="020B0604020202020204" pitchFamily="34" charset="0"/>
                <a:ea typeface="黑体" panose="02010609060101010101" pitchFamily="49" charset="-122"/>
                <a:cs typeface="Arial" panose="020B0604020202020204" pitchFamily="34" charset="0"/>
              </a:rPr>
              <a:t>significant fault </a:t>
            </a:r>
            <a:br>
              <a:rPr lang="en-US" altLang="zh-CN" dirty="0">
                <a:latin typeface="Arial" panose="020B0604020202020204" pitchFamily="34" charset="0"/>
                <a:ea typeface="黑体" panose="02010609060101010101" pitchFamily="49" charset="-122"/>
                <a:cs typeface="Arial" panose="020B0604020202020204" pitchFamily="34" charset="0"/>
              </a:rPr>
            </a:br>
            <a:endParaRPr lang="zh-CN" altLang="en-US" dirty="0"/>
          </a:p>
        </p:txBody>
      </p:sp>
      <p:sp>
        <p:nvSpPr>
          <p:cNvPr id="4" name="内容占位符 3"/>
          <p:cNvSpPr>
            <a:spLocks noGrp="1"/>
          </p:cNvSpPr>
          <p:nvPr>
            <p:ph sz="quarter" idx="1"/>
          </p:nvPr>
        </p:nvSpPr>
        <p:spPr/>
        <p:txBody>
          <a:bodyPr/>
          <a:lstStyle/>
          <a:p>
            <a:pPr marL="0" indent="0">
              <a:spcBef>
                <a:spcPts val="0"/>
              </a:spcBef>
              <a:buNone/>
            </a:pPr>
            <a:r>
              <a:rPr lang="en-US" altLang="zh-CN" dirty="0" smtClean="0">
                <a:latin typeface="Arial" panose="020B0604020202020204" pitchFamily="34" charset="0"/>
                <a:ea typeface="黑体" panose="02010609060101010101" pitchFamily="49" charset="-122"/>
                <a:cs typeface="Arial" panose="020B0604020202020204" pitchFamily="34" charset="0"/>
              </a:rPr>
              <a:t>2000 version</a:t>
            </a:r>
          </a:p>
          <a:p>
            <a:pPr marL="0" indent="0">
              <a:spcBef>
                <a:spcPts val="0"/>
              </a:spcBef>
              <a:buNone/>
            </a:pPr>
            <a:r>
              <a:rPr lang="en-US" altLang="zh-CN" dirty="0" smtClean="0">
                <a:latin typeface="Arial" panose="020B0604020202020204" pitchFamily="34" charset="0"/>
                <a:ea typeface="黑体" panose="02010609060101010101" pitchFamily="49" charset="-122"/>
                <a:cs typeface="Arial" panose="020B0604020202020204" pitchFamily="34" charset="0"/>
              </a:rPr>
              <a:t>Fault </a:t>
            </a:r>
            <a:r>
              <a:rPr lang="en-US" altLang="zh-CN" dirty="0">
                <a:latin typeface="Arial" panose="020B0604020202020204" pitchFamily="34" charset="0"/>
                <a:ea typeface="黑体" panose="02010609060101010101" pitchFamily="49" charset="-122"/>
                <a:cs typeface="Arial" panose="020B0604020202020204" pitchFamily="34" charset="0"/>
              </a:rPr>
              <a:t>greater than the </a:t>
            </a:r>
            <a:r>
              <a:rPr lang="en-US" altLang="zh-CN" b="1" dirty="0">
                <a:solidFill>
                  <a:srgbClr val="FF0000"/>
                </a:solidFill>
                <a:latin typeface="Arial" panose="020B0604020202020204" pitchFamily="34" charset="0"/>
                <a:ea typeface="黑体" panose="02010609060101010101" pitchFamily="49" charset="-122"/>
                <a:cs typeface="Arial" panose="020B0604020202020204" pitchFamily="34" charset="0"/>
              </a:rPr>
              <a:t>load cell verification interval, v.</a:t>
            </a:r>
          </a:p>
          <a:p>
            <a:pPr marL="0" indent="0">
              <a:spcBef>
                <a:spcPts val="0"/>
              </a:spcBef>
              <a:buNone/>
            </a:pPr>
            <a:r>
              <a:rPr lang="en-US" altLang="zh-CN" dirty="0">
                <a:latin typeface="Arial" panose="020B0604020202020204" pitchFamily="34" charset="0"/>
                <a:ea typeface="黑体" panose="02010609060101010101" pitchFamily="49" charset="-122"/>
                <a:cs typeface="Arial" panose="020B0604020202020204" pitchFamily="34" charset="0"/>
              </a:rPr>
              <a:t>The following are not considered significant faults, even when they exceed the load cell verification interval, v:</a:t>
            </a:r>
          </a:p>
          <a:p>
            <a:pPr>
              <a:spcBef>
                <a:spcPts val="0"/>
              </a:spcBef>
              <a:buFont typeface="Arial" panose="020B0604020202020204" pitchFamily="34" charset="0"/>
              <a:buChar char="•"/>
            </a:pPr>
            <a:r>
              <a:rPr lang="en-US" altLang="zh-CN" dirty="0" smtClean="0">
                <a:latin typeface="Arial" panose="020B0604020202020204" pitchFamily="34" charset="0"/>
                <a:ea typeface="黑体" panose="02010609060101010101" pitchFamily="49" charset="-122"/>
                <a:cs typeface="Arial" panose="020B0604020202020204" pitchFamily="34" charset="0"/>
              </a:rPr>
              <a:t>faults </a:t>
            </a:r>
            <a:r>
              <a:rPr lang="en-US" altLang="zh-CN" dirty="0">
                <a:latin typeface="Arial" panose="020B0604020202020204" pitchFamily="34" charset="0"/>
                <a:ea typeface="黑体" panose="02010609060101010101" pitchFamily="49" charset="-122"/>
                <a:cs typeface="Arial" panose="020B0604020202020204" pitchFamily="34" charset="0"/>
              </a:rPr>
              <a:t>arising from simultaneous and mutually independent causes;</a:t>
            </a:r>
          </a:p>
          <a:p>
            <a:pPr>
              <a:spcBef>
                <a:spcPts val="0"/>
              </a:spcBef>
              <a:buFont typeface="Arial" panose="020B0604020202020204" pitchFamily="34" charset="0"/>
              <a:buChar char="•"/>
            </a:pPr>
            <a:r>
              <a:rPr lang="en-US" altLang="zh-CN" dirty="0" smtClean="0">
                <a:latin typeface="Arial" panose="020B0604020202020204" pitchFamily="34" charset="0"/>
                <a:ea typeface="黑体" panose="02010609060101010101" pitchFamily="49" charset="-122"/>
                <a:cs typeface="Arial" panose="020B0604020202020204" pitchFamily="34" charset="0"/>
              </a:rPr>
              <a:t>faults </a:t>
            </a:r>
            <a:r>
              <a:rPr lang="en-US" altLang="zh-CN" dirty="0">
                <a:latin typeface="Arial" panose="020B0604020202020204" pitchFamily="34" charset="0"/>
                <a:ea typeface="黑体" panose="02010609060101010101" pitchFamily="49" charset="-122"/>
                <a:cs typeface="Arial" panose="020B0604020202020204" pitchFamily="34" charset="0"/>
              </a:rPr>
              <a:t>implying the impossibility to perform any measurements;</a:t>
            </a:r>
          </a:p>
          <a:p>
            <a:pPr>
              <a:spcBef>
                <a:spcPts val="0"/>
              </a:spcBef>
              <a:buFont typeface="Arial" panose="020B0604020202020204" pitchFamily="34" charset="0"/>
              <a:buChar char="•"/>
            </a:pPr>
            <a:r>
              <a:rPr lang="en-US" altLang="zh-CN" dirty="0" smtClean="0">
                <a:latin typeface="Arial" panose="020B0604020202020204" pitchFamily="34" charset="0"/>
                <a:ea typeface="黑体" panose="02010609060101010101" pitchFamily="49" charset="-122"/>
                <a:cs typeface="Arial" panose="020B0604020202020204" pitchFamily="34" charset="0"/>
              </a:rPr>
              <a:t>faults </a:t>
            </a:r>
            <a:r>
              <a:rPr lang="en-US" altLang="zh-CN" dirty="0">
                <a:latin typeface="Arial" panose="020B0604020202020204" pitchFamily="34" charset="0"/>
                <a:ea typeface="黑体" panose="02010609060101010101" pitchFamily="49" charset="-122"/>
                <a:cs typeface="Arial" panose="020B0604020202020204" pitchFamily="34" charset="0"/>
              </a:rPr>
              <a:t>being so serious that they are bound to be noticed by all interested in the result of measurement; and</a:t>
            </a:r>
          </a:p>
          <a:p>
            <a:pPr>
              <a:spcBef>
                <a:spcPts val="0"/>
              </a:spcBef>
              <a:buFont typeface="Arial" panose="020B0604020202020204" pitchFamily="34" charset="0"/>
              <a:buChar char="•"/>
            </a:pPr>
            <a:r>
              <a:rPr lang="en-US" altLang="zh-CN" dirty="0" smtClean="0">
                <a:latin typeface="Arial" panose="020B0604020202020204" pitchFamily="34" charset="0"/>
                <a:ea typeface="黑体" panose="02010609060101010101" pitchFamily="49" charset="-122"/>
                <a:cs typeface="Arial" panose="020B0604020202020204" pitchFamily="34" charset="0"/>
              </a:rPr>
              <a:t>transitory </a:t>
            </a:r>
            <a:r>
              <a:rPr lang="en-US" altLang="zh-CN" dirty="0">
                <a:latin typeface="Arial" panose="020B0604020202020204" pitchFamily="34" charset="0"/>
                <a:ea typeface="黑体" panose="02010609060101010101" pitchFamily="49" charset="-122"/>
                <a:cs typeface="Arial" panose="020B0604020202020204" pitchFamily="34" charset="0"/>
              </a:rPr>
              <a:t>faults being momentary variations in the load cell output which cannot be interpreted, memorized or transmitted as a measurement result.</a:t>
            </a:r>
          </a:p>
          <a:p>
            <a:pPr marL="0" indent="0">
              <a:spcBef>
                <a:spcPts val="0"/>
              </a:spcBef>
              <a:buNone/>
            </a:pPr>
            <a:endParaRPr lang="en-US" altLang="zh-CN" dirty="0">
              <a:latin typeface="Arial" panose="020B0604020202020204" pitchFamily="34" charset="0"/>
              <a:ea typeface="黑体" panose="02010609060101010101" pitchFamily="49" charset="-122"/>
              <a:cs typeface="Arial" panose="020B0604020202020204" pitchFamily="34" charset="0"/>
            </a:endParaRPr>
          </a:p>
        </p:txBody>
      </p:sp>
      <p:sp>
        <p:nvSpPr>
          <p:cNvPr id="3" name="内容占位符 2"/>
          <p:cNvSpPr>
            <a:spLocks noGrp="1"/>
          </p:cNvSpPr>
          <p:nvPr>
            <p:ph sz="quarter" idx="2"/>
          </p:nvPr>
        </p:nvSpPr>
        <p:spPr>
          <a:xfrm>
            <a:off x="4716015" y="1485900"/>
            <a:ext cx="4068000" cy="4895850"/>
          </a:xfrm>
        </p:spPr>
        <p:txBody>
          <a:bodyPr/>
          <a:lstStyle/>
          <a:p>
            <a:pPr marL="0" indent="0">
              <a:buNone/>
            </a:pPr>
            <a:r>
              <a:rPr lang="en-US" altLang="zh-CN" dirty="0" smtClean="0">
                <a:latin typeface="Arial" panose="020B0604020202020204" pitchFamily="34" charset="0"/>
                <a:ea typeface="黑体" panose="02010609060101010101" pitchFamily="49" charset="-122"/>
                <a:cs typeface="Arial" panose="020B0604020202020204" pitchFamily="34" charset="0"/>
              </a:rPr>
              <a:t>2017 version </a:t>
            </a:r>
          </a:p>
          <a:p>
            <a:pPr marL="0" indent="0">
              <a:buNone/>
            </a:pPr>
            <a:r>
              <a:rPr lang="en-US" altLang="zh-CN" dirty="0">
                <a:latin typeface="Arial" panose="020B0604020202020204" pitchFamily="34" charset="0"/>
                <a:ea typeface="黑体" panose="02010609060101010101" pitchFamily="49" charset="-122"/>
                <a:cs typeface="Arial" panose="020B0604020202020204" pitchFamily="34" charset="0"/>
              </a:rPr>
              <a:t>fault exceeding the applicable fault </a:t>
            </a:r>
            <a:r>
              <a:rPr lang="en-US" altLang="zh-CN" b="1" dirty="0">
                <a:solidFill>
                  <a:srgbClr val="FF0000"/>
                </a:solidFill>
                <a:latin typeface="Arial" panose="020B0604020202020204" pitchFamily="34" charset="0"/>
                <a:ea typeface="黑体" panose="02010609060101010101" pitchFamily="49" charset="-122"/>
                <a:cs typeface="Arial" panose="020B0604020202020204" pitchFamily="34" charset="0"/>
              </a:rPr>
              <a:t>limit value</a:t>
            </a:r>
            <a:r>
              <a:rPr lang="en-US" altLang="zh-CN" dirty="0">
                <a:latin typeface="Arial" panose="020B0604020202020204" pitchFamily="34" charset="0"/>
                <a:ea typeface="黑体" panose="02010609060101010101" pitchFamily="49" charset="-122"/>
                <a:cs typeface="Arial" panose="020B0604020202020204" pitchFamily="34" charset="0"/>
              </a:rPr>
              <a:t> (For notes, refer to the VIML [3</a:t>
            </a:r>
            <a:r>
              <a:rPr lang="en-US" altLang="zh-CN" dirty="0" smtClean="0">
                <a:latin typeface="Arial" panose="020B0604020202020204" pitchFamily="34" charset="0"/>
                <a:ea typeface="黑体" panose="02010609060101010101" pitchFamily="49" charset="-122"/>
                <a:cs typeface="Arial" panose="020B0604020202020204" pitchFamily="34" charset="0"/>
              </a:rPr>
              <a:t>]).</a:t>
            </a:r>
          </a:p>
          <a:p>
            <a:pPr marL="0" indent="0">
              <a:buNone/>
            </a:pPr>
            <a:r>
              <a:rPr lang="en-US" altLang="zh-CN" dirty="0" smtClean="0">
                <a:latin typeface="Arial" panose="020B0604020202020204" pitchFamily="34" charset="0"/>
                <a:ea typeface="黑体" panose="02010609060101010101" pitchFamily="49" charset="-122"/>
                <a:cs typeface="Arial" panose="020B0604020202020204" pitchFamily="34" charset="0"/>
              </a:rPr>
              <a:t>VIML Note</a:t>
            </a:r>
            <a:r>
              <a:rPr lang="en-US" altLang="zh-CN" dirty="0">
                <a:latin typeface="Arial" panose="020B0604020202020204" pitchFamily="34" charset="0"/>
                <a:ea typeface="黑体" panose="02010609060101010101" pitchFamily="49" charset="-122"/>
                <a:cs typeface="Arial" panose="020B0604020202020204" pitchFamily="34" charset="0"/>
              </a:rPr>
              <a:t>:</a:t>
            </a:r>
            <a:r>
              <a:rPr lang="en-US" altLang="zh-CN" dirty="0" smtClean="0">
                <a:latin typeface="Arial" panose="020B0604020202020204" pitchFamily="34" charset="0"/>
                <a:ea typeface="黑体" panose="02010609060101010101" pitchFamily="49" charset="-122"/>
                <a:cs typeface="Arial" panose="020B0604020202020204" pitchFamily="34" charset="0"/>
              </a:rPr>
              <a:t> </a:t>
            </a:r>
            <a:r>
              <a:rPr lang="en-US" altLang="zh-CN" dirty="0">
                <a:latin typeface="Arial" panose="020B0604020202020204" pitchFamily="34" charset="0"/>
                <a:ea typeface="黑体" panose="02010609060101010101" pitchFamily="49" charset="-122"/>
                <a:cs typeface="Arial" panose="020B0604020202020204" pitchFamily="34" charset="0"/>
              </a:rPr>
              <a:t>For particular types of measuring instruments some faults exceeding the fault limit may not be considered a significant fault; </a:t>
            </a:r>
            <a:r>
              <a:rPr lang="en-US" altLang="zh-CN" b="1" dirty="0">
                <a:solidFill>
                  <a:srgbClr val="FF0000"/>
                </a:solidFill>
                <a:latin typeface="Arial" panose="020B0604020202020204" pitchFamily="34" charset="0"/>
                <a:ea typeface="黑体" panose="02010609060101010101" pitchFamily="49" charset="-122"/>
                <a:cs typeface="Arial" panose="020B0604020202020204" pitchFamily="34" charset="0"/>
              </a:rPr>
              <a:t>the applicable Recommendation shall state when such exception applies. </a:t>
            </a:r>
            <a:r>
              <a:rPr lang="en-US" altLang="zh-CN" dirty="0">
                <a:latin typeface="Arial" panose="020B0604020202020204" pitchFamily="34" charset="0"/>
                <a:ea typeface="黑体" panose="02010609060101010101" pitchFamily="49" charset="-122"/>
                <a:cs typeface="Arial" panose="020B0604020202020204" pitchFamily="34" charset="0"/>
              </a:rPr>
              <a:t>For example, the occurrence of one or some of the following faults may be acceptable</a:t>
            </a:r>
            <a:r>
              <a:rPr lang="en-US" altLang="zh-CN" dirty="0" smtClean="0">
                <a:latin typeface="Arial" panose="020B0604020202020204" pitchFamily="34" charset="0"/>
                <a:ea typeface="黑体" panose="02010609060101010101" pitchFamily="49" charset="-122"/>
                <a:cs typeface="Arial" panose="020B0604020202020204" pitchFamily="34" charset="0"/>
              </a:rPr>
              <a:t>:</a:t>
            </a:r>
          </a:p>
          <a:p>
            <a:pPr>
              <a:spcBef>
                <a:spcPts val="0"/>
              </a:spcBef>
              <a:spcAft>
                <a:spcPts val="0"/>
              </a:spcAft>
              <a:buFont typeface="Wingdings" panose="05000000000000000000" pitchFamily="2" charset="2"/>
              <a:buChar char=""/>
            </a:pPr>
            <a:r>
              <a:rPr lang="en-US" altLang="zh-CN" dirty="0">
                <a:latin typeface="Arial" panose="020B0604020202020204" pitchFamily="34" charset="0"/>
                <a:ea typeface="黑体" panose="02010609060101010101" pitchFamily="49" charset="-122"/>
                <a:cs typeface="Arial" panose="020B0604020202020204" pitchFamily="34" charset="0"/>
              </a:rPr>
              <a:t> </a:t>
            </a:r>
            <a:r>
              <a:rPr lang="en-US" altLang="zh-CN" dirty="0" smtClean="0">
                <a:latin typeface="Arial" panose="020B0604020202020204" pitchFamily="34" charset="0"/>
                <a:ea typeface="黑体" panose="02010609060101010101" pitchFamily="49" charset="-122"/>
                <a:cs typeface="Arial" panose="020B0604020202020204" pitchFamily="34" charset="0"/>
              </a:rPr>
              <a:t>……</a:t>
            </a:r>
          </a:p>
          <a:p>
            <a:pPr>
              <a:spcBef>
                <a:spcPts val="0"/>
              </a:spcBef>
              <a:spcAft>
                <a:spcPts val="0"/>
              </a:spcAft>
              <a:buFont typeface="Wingdings" panose="05000000000000000000" pitchFamily="2" charset="2"/>
              <a:buChar char=""/>
            </a:pPr>
            <a:r>
              <a:rPr lang="en-US" altLang="zh-CN" dirty="0">
                <a:latin typeface="Arial" panose="020B0604020202020204" pitchFamily="34" charset="0"/>
                <a:ea typeface="黑体" panose="02010609060101010101" pitchFamily="49" charset="-122"/>
                <a:cs typeface="Arial" panose="020B0604020202020204" pitchFamily="34" charset="0"/>
              </a:rPr>
              <a:t> </a:t>
            </a:r>
            <a:r>
              <a:rPr lang="en-US" altLang="zh-CN" dirty="0" smtClean="0">
                <a:latin typeface="Arial" panose="020B0604020202020204" pitchFamily="34" charset="0"/>
                <a:ea typeface="黑体" panose="02010609060101010101" pitchFamily="49" charset="-122"/>
                <a:cs typeface="Arial" panose="020B0604020202020204" pitchFamily="34" charset="0"/>
              </a:rPr>
              <a:t>……</a:t>
            </a:r>
          </a:p>
          <a:p>
            <a:pPr>
              <a:spcBef>
                <a:spcPts val="0"/>
              </a:spcBef>
              <a:spcAft>
                <a:spcPts val="0"/>
              </a:spcAft>
              <a:buFont typeface="Wingdings" panose="05000000000000000000" pitchFamily="2" charset="2"/>
              <a:buChar char=""/>
            </a:pPr>
            <a:r>
              <a:rPr lang="en-US" altLang="zh-CN" dirty="0" smtClean="0">
                <a:latin typeface="Arial" panose="020B0604020202020204" pitchFamily="34" charset="0"/>
                <a:ea typeface="黑体" panose="02010609060101010101" pitchFamily="49" charset="-122"/>
                <a:cs typeface="Arial" panose="020B0604020202020204" pitchFamily="34" charset="0"/>
              </a:rPr>
              <a:t> ……</a:t>
            </a:r>
          </a:p>
          <a:p>
            <a:pPr>
              <a:spcBef>
                <a:spcPts val="0"/>
              </a:spcBef>
              <a:spcAft>
                <a:spcPts val="0"/>
              </a:spcAft>
              <a:buFont typeface="Wingdings" panose="05000000000000000000" pitchFamily="2" charset="2"/>
              <a:buChar char=""/>
            </a:pPr>
            <a:r>
              <a:rPr lang="en-US" altLang="zh-CN" dirty="0" smtClean="0">
                <a:latin typeface="Arial" panose="020B0604020202020204" pitchFamily="34" charset="0"/>
                <a:ea typeface="黑体" panose="02010609060101010101" pitchFamily="49" charset="-122"/>
                <a:cs typeface="Arial" panose="020B0604020202020204" pitchFamily="34" charset="0"/>
              </a:rPr>
              <a:t> ……</a:t>
            </a:r>
            <a:endParaRPr lang="en-US" altLang="zh-CN" dirty="0" smtClean="0">
              <a:latin typeface="Arial" panose="020B0604020202020204" pitchFamily="34" charset="0"/>
              <a:ea typeface="黑体" panose="02010609060101010101" pitchFamily="49" charset="-122"/>
              <a:cs typeface="Arial" panose="020B0604020202020204" pitchFamily="34" charset="0"/>
            </a:endParaRPr>
          </a:p>
          <a:p>
            <a:pPr marL="0" indent="0">
              <a:buNone/>
            </a:pPr>
            <a:r>
              <a:rPr lang="en-US" altLang="zh-CN" dirty="0">
                <a:latin typeface="Arial" panose="020B0604020202020204" pitchFamily="34" charset="0"/>
                <a:ea typeface="黑体" panose="02010609060101010101" pitchFamily="49" charset="-122"/>
                <a:cs typeface="Arial" panose="020B0604020202020204" pitchFamily="34" charset="0"/>
              </a:rPr>
              <a:t> </a:t>
            </a:r>
            <a:r>
              <a:rPr lang="zh-CN" altLang="en-US" dirty="0" smtClean="0">
                <a:latin typeface="Arial" panose="020B0604020202020204" pitchFamily="34" charset="0"/>
                <a:ea typeface="黑体" panose="02010609060101010101" pitchFamily="49" charset="-122"/>
                <a:cs typeface="Arial" panose="020B0604020202020204" pitchFamily="34" charset="0"/>
              </a:rPr>
              <a:t>显著增差限值</a:t>
            </a:r>
            <a:r>
              <a:rPr lang="zh-CN" altLang="en-US" dirty="0">
                <a:latin typeface="Arial" panose="020B0604020202020204" pitchFamily="34" charset="0"/>
                <a:ea typeface="黑体" panose="02010609060101010101" pitchFamily="49" charset="-122"/>
                <a:cs typeface="Arial" panose="020B0604020202020204" pitchFamily="34" charset="0"/>
              </a:rPr>
              <a:t>由</a:t>
            </a:r>
            <a:r>
              <a:rPr lang="zh-CN" altLang="en-US" dirty="0" smtClean="0">
                <a:latin typeface="Arial" panose="020B0604020202020204" pitchFamily="34" charset="0"/>
                <a:ea typeface="黑体" panose="02010609060101010101" pitchFamily="49" charset="-122"/>
                <a:cs typeface="Arial" panose="020B0604020202020204" pitchFamily="34" charset="0"/>
              </a:rPr>
              <a:t>衡器标准确定；</a:t>
            </a:r>
            <a:endParaRPr lang="en-US" altLang="zh-CN" dirty="0">
              <a:latin typeface="Arial" panose="020B0604020202020204" pitchFamily="34" charset="0"/>
              <a:ea typeface="黑体" panose="02010609060101010101" pitchFamily="49" charset="-122"/>
              <a:cs typeface="Arial" panose="020B0604020202020204" pitchFamily="34" charset="0"/>
            </a:endParaRPr>
          </a:p>
          <a:p>
            <a:pPr marL="0" indent="0">
              <a:buNone/>
            </a:pPr>
            <a:r>
              <a:rPr lang="zh-CN" altLang="en-US" dirty="0" smtClean="0">
                <a:latin typeface="Arial" panose="020B0604020202020204" pitchFamily="34" charset="0"/>
                <a:ea typeface="黑体" panose="02010609060101010101" pitchFamily="49" charset="-122"/>
                <a:cs typeface="Arial" panose="020B0604020202020204" pitchFamily="34" charset="0"/>
              </a:rPr>
              <a:t>显著增差的例外仅适用于各衡器的限定，衡器标准相关例外的应用。</a:t>
            </a:r>
            <a:endParaRPr lang="zh-CN" altLang="en-US" dirty="0">
              <a:latin typeface="Arial" panose="020B0604020202020204" pitchFamily="34" charset="0"/>
              <a:ea typeface="黑体" panose="02010609060101010101" pitchFamily="49" charset="-122"/>
              <a:cs typeface="Arial" panose="020B0604020202020204" pitchFamily="34" charset="0"/>
            </a:endParaRPr>
          </a:p>
        </p:txBody>
      </p:sp>
      <p:sp>
        <p:nvSpPr>
          <p:cNvPr id="5" name="灯片编号占位符 4"/>
          <p:cNvSpPr>
            <a:spLocks noGrp="1"/>
          </p:cNvSpPr>
          <p:nvPr>
            <p:ph type="sldNum" sz="quarter" idx="100"/>
          </p:nvPr>
        </p:nvSpPr>
        <p:spPr/>
        <p:txBody>
          <a:bodyPr/>
          <a:lstStyle/>
          <a:p>
            <a:fld id="{2B2B68EE-DD1E-4368-AFCE-24A50EC7BF18}" type="slidenum">
              <a:rPr lang="en-US" smtClean="0"/>
              <a:pPr/>
              <a:t>13</a:t>
            </a:fld>
            <a:endParaRPr lang="en-US" dirty="0"/>
          </a:p>
        </p:txBody>
      </p:sp>
      <p:sp>
        <p:nvSpPr>
          <p:cNvPr id="6" name="页脚占位符 5"/>
          <p:cNvSpPr>
            <a:spLocks noGrp="1"/>
          </p:cNvSpPr>
          <p:nvPr>
            <p:ph type="ftr" sz="quarter" idx="101"/>
          </p:nvPr>
        </p:nvSpPr>
        <p:spPr/>
        <p:txBody>
          <a:bodyPr/>
          <a:lstStyle/>
          <a:p>
            <a:r>
              <a:rPr lang="en-US" smtClean="0"/>
              <a:t>For internal use - Confidential</a:t>
            </a:r>
            <a:endParaRPr lang="en-US" dirty="0"/>
          </a:p>
        </p:txBody>
      </p:sp>
    </p:spTree>
    <p:extLst>
      <p:ext uri="{BB962C8B-B14F-4D97-AF65-F5344CB8AC3E}">
        <p14:creationId xmlns:p14="http://schemas.microsoft.com/office/powerpoint/2010/main" val="1436436295"/>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latin typeface="黑体" panose="02010609060101010101" pitchFamily="49" charset="-122"/>
                <a:ea typeface="黑体" panose="02010609060101010101" pitchFamily="49" charset="-122"/>
              </a:rPr>
              <a:t>术语 </a:t>
            </a:r>
            <a:r>
              <a:rPr lang="en-US" altLang="zh-CN" sz="1800" dirty="0" smtClean="0">
                <a:latin typeface="黑体" panose="02010609060101010101" pitchFamily="49" charset="-122"/>
                <a:ea typeface="黑体" panose="02010609060101010101" pitchFamily="49" charset="-122"/>
              </a:rPr>
              <a:t>– </a:t>
            </a:r>
            <a:r>
              <a:rPr lang="zh-CN" altLang="en-US" sz="1800" dirty="0" smtClean="0">
                <a:latin typeface="黑体" panose="02010609060101010101" pitchFamily="49" charset="-122"/>
                <a:ea typeface="黑体" panose="02010609060101010101" pitchFamily="49" charset="-122"/>
              </a:rPr>
              <a:t>新增</a:t>
            </a:r>
            <a:endParaRPr lang="zh-CN" altLang="en-US" dirty="0">
              <a:latin typeface="黑体" panose="02010609060101010101" pitchFamily="49" charset="-122"/>
              <a:ea typeface="黑体" panose="02010609060101010101" pitchFamily="49" charset="-122"/>
            </a:endParaRPr>
          </a:p>
        </p:txBody>
      </p:sp>
      <p:sp>
        <p:nvSpPr>
          <p:cNvPr id="4" name="内容占位符 3"/>
          <p:cNvSpPr>
            <a:spLocks noGrp="1"/>
          </p:cNvSpPr>
          <p:nvPr>
            <p:ph idx="1"/>
          </p:nvPr>
        </p:nvSpPr>
        <p:spPr>
          <a:xfrm>
            <a:off x="290494" y="885804"/>
            <a:ext cx="8353426" cy="5616000"/>
          </a:xfrm>
        </p:spPr>
        <p:txBody>
          <a:bodyPr/>
          <a:lstStyle/>
          <a:p>
            <a:pPr>
              <a:spcAft>
                <a:spcPts val="1200"/>
              </a:spcAft>
            </a:pPr>
            <a:r>
              <a:rPr lang="zh-CN" altLang="en-US" dirty="0" smtClean="0">
                <a:latin typeface="Arial" panose="020B0604020202020204" pitchFamily="34" charset="0"/>
                <a:ea typeface="黑体" panose="02010609060101010101" pitchFamily="49" charset="-122"/>
                <a:cs typeface="Arial" panose="020B0604020202020204" pitchFamily="34" charset="0"/>
              </a:rPr>
              <a:t>显著耐久性误差 </a:t>
            </a:r>
            <a:r>
              <a:rPr lang="en-US" altLang="zh-CN" dirty="0" smtClean="0">
                <a:latin typeface="Arial" panose="020B0604020202020204" pitchFamily="34" charset="0"/>
                <a:ea typeface="黑体" panose="02010609060101010101" pitchFamily="49" charset="-122"/>
                <a:cs typeface="Arial" panose="020B0604020202020204" pitchFamily="34" charset="0"/>
              </a:rPr>
              <a:t>significant </a:t>
            </a:r>
            <a:r>
              <a:rPr lang="en-US" altLang="zh-CN" dirty="0">
                <a:latin typeface="Arial" panose="020B0604020202020204" pitchFamily="34" charset="0"/>
                <a:ea typeface="黑体" panose="02010609060101010101" pitchFamily="49" charset="-122"/>
                <a:cs typeface="Arial" panose="020B0604020202020204" pitchFamily="34" charset="0"/>
              </a:rPr>
              <a:t>durability error </a:t>
            </a:r>
          </a:p>
          <a:p>
            <a:pPr marL="361950" lvl="2" indent="0">
              <a:spcAft>
                <a:spcPts val="600"/>
              </a:spcAft>
              <a:buNone/>
            </a:pPr>
            <a:r>
              <a:rPr lang="zh-CN" altLang="en-US" dirty="0" smtClean="0">
                <a:latin typeface="Arial" panose="020B0604020202020204" pitchFamily="34" charset="0"/>
                <a:ea typeface="黑体" panose="02010609060101010101" pitchFamily="49" charset="-122"/>
                <a:cs typeface="Arial" panose="020B0604020202020204" pitchFamily="34" charset="0"/>
              </a:rPr>
              <a:t>耐久性误差超出了</a:t>
            </a:r>
            <a:r>
              <a:rPr lang="zh-CN" altLang="en-US" b="1" dirty="0" smtClean="0">
                <a:latin typeface="Arial" panose="020B0604020202020204" pitchFamily="34" charset="0"/>
                <a:ea typeface="黑体" panose="02010609060101010101" pitchFamily="49" charset="-122"/>
                <a:cs typeface="Arial" panose="020B0604020202020204" pitchFamily="34" charset="0"/>
              </a:rPr>
              <a:t>相关标准（非本标准）</a:t>
            </a:r>
            <a:r>
              <a:rPr lang="zh-CN" altLang="en-US" dirty="0" smtClean="0">
                <a:latin typeface="Arial" panose="020B0604020202020204" pitchFamily="34" charset="0"/>
                <a:ea typeface="黑体" panose="02010609060101010101" pitchFamily="49" charset="-122"/>
                <a:cs typeface="Arial" panose="020B0604020202020204" pitchFamily="34" charset="0"/>
              </a:rPr>
              <a:t>规定的值</a:t>
            </a:r>
            <a:endParaRPr lang="en-US" altLang="zh-CN" dirty="0" smtClean="0">
              <a:latin typeface="Arial" panose="020B0604020202020204" pitchFamily="34" charset="0"/>
              <a:ea typeface="黑体" panose="02010609060101010101" pitchFamily="49" charset="-122"/>
              <a:cs typeface="Arial" panose="020B0604020202020204" pitchFamily="34" charset="0"/>
            </a:endParaRPr>
          </a:p>
          <a:p>
            <a:pPr marL="361950" lvl="2" indent="0">
              <a:spcAft>
                <a:spcPts val="1200"/>
              </a:spcAft>
              <a:buNone/>
            </a:pPr>
            <a:r>
              <a:rPr lang="en-US" altLang="zh-CN" dirty="0" smtClean="0">
                <a:latin typeface="Arial" panose="020B0604020202020204" pitchFamily="34" charset="0"/>
                <a:ea typeface="黑体" panose="02010609060101010101" pitchFamily="49" charset="-122"/>
                <a:cs typeface="Arial" panose="020B0604020202020204" pitchFamily="34" charset="0"/>
              </a:rPr>
              <a:t>durability </a:t>
            </a:r>
            <a:r>
              <a:rPr lang="en-US" altLang="zh-CN" dirty="0">
                <a:latin typeface="Arial" panose="020B0604020202020204" pitchFamily="34" charset="0"/>
                <a:ea typeface="黑体" panose="02010609060101010101" pitchFamily="49" charset="-122"/>
                <a:cs typeface="Arial" panose="020B0604020202020204" pitchFamily="34" charset="0"/>
              </a:rPr>
              <a:t>error exceeding the value specified in the applicable Recommendation</a:t>
            </a:r>
          </a:p>
          <a:p>
            <a:pPr marL="900113" lvl="2" indent="-538163">
              <a:spcAft>
                <a:spcPts val="1200"/>
              </a:spcAft>
              <a:buNone/>
              <a:tabLst>
                <a:tab pos="900113" algn="l"/>
              </a:tabLst>
            </a:pPr>
            <a:r>
              <a:rPr lang="zh-CN" altLang="en-US" dirty="0" smtClean="0">
                <a:latin typeface="Arial" panose="020B0604020202020204" pitchFamily="34" charset="0"/>
                <a:ea typeface="黑体" panose="02010609060101010101" pitchFamily="49" charset="-122"/>
                <a:cs typeface="Arial" panose="020B0604020202020204" pitchFamily="34" charset="0"/>
              </a:rPr>
              <a:t>注：</a:t>
            </a:r>
            <a:r>
              <a:rPr lang="en-US" altLang="zh-CN" dirty="0" smtClean="0">
                <a:latin typeface="Arial" panose="020B0604020202020204" pitchFamily="34" charset="0"/>
                <a:ea typeface="黑体" panose="02010609060101010101" pitchFamily="49" charset="-122"/>
                <a:cs typeface="Arial" panose="020B0604020202020204" pitchFamily="34" charset="0"/>
              </a:rPr>
              <a:t>		</a:t>
            </a:r>
            <a:r>
              <a:rPr lang="zh-CN" altLang="en-US" dirty="0" smtClean="0">
                <a:latin typeface="Arial" panose="020B0604020202020204" pitchFamily="34" charset="0"/>
                <a:ea typeface="黑体" panose="02010609060101010101" pitchFamily="49" charset="-122"/>
                <a:cs typeface="Arial" panose="020B0604020202020204" pitchFamily="34" charset="0"/>
              </a:rPr>
              <a:t>尽管有些耐久性误差超出了规定值，仍不认为是显著的，</a:t>
            </a:r>
            <a:r>
              <a:rPr lang="zh-CN" altLang="en-US" sz="2000" b="1" dirty="0" smtClean="0">
                <a:effectLst>
                  <a:outerShdw blurRad="38100" dist="38100" dir="2700000" algn="tl">
                    <a:srgbClr val="000000">
                      <a:alpha val="43137"/>
                    </a:srgbClr>
                  </a:outerShdw>
                </a:effectLst>
                <a:latin typeface="Arial" panose="020B0604020202020204" pitchFamily="34" charset="0"/>
                <a:ea typeface="黑体" panose="02010609060101010101" pitchFamily="49" charset="-122"/>
                <a:cs typeface="Arial" panose="020B0604020202020204" pitchFamily="34" charset="0"/>
              </a:rPr>
              <a:t>相关标准</a:t>
            </a:r>
            <a:r>
              <a:rPr lang="zh-CN" altLang="en-US" dirty="0" smtClean="0">
                <a:latin typeface="Arial" panose="020B0604020202020204" pitchFamily="34" charset="0"/>
                <a:ea typeface="黑体" panose="02010609060101010101" pitchFamily="49" charset="-122"/>
                <a:cs typeface="Arial" panose="020B0604020202020204" pitchFamily="34" charset="0"/>
              </a:rPr>
              <a:t>应规定其例外，例如出现下面一种或几种误差时是可接受的</a:t>
            </a:r>
            <a:endParaRPr lang="en-US" altLang="zh-CN" dirty="0">
              <a:latin typeface="Arial" panose="020B0604020202020204" pitchFamily="34" charset="0"/>
              <a:ea typeface="黑体" panose="02010609060101010101" pitchFamily="49" charset="-122"/>
              <a:cs typeface="Arial" panose="020B0604020202020204" pitchFamily="34" charset="0"/>
            </a:endParaRPr>
          </a:p>
          <a:p>
            <a:pPr marL="822325" lvl="3" indent="-285750">
              <a:spcAft>
                <a:spcPts val="600"/>
              </a:spcAft>
            </a:pPr>
            <a:r>
              <a:rPr lang="zh-CN" altLang="en-US" dirty="0" smtClean="0">
                <a:latin typeface="Arial" panose="020B0604020202020204" pitchFamily="34" charset="0"/>
                <a:ea typeface="黑体" panose="02010609060101010101" pitchFamily="49" charset="-122"/>
                <a:cs typeface="Arial" panose="020B0604020202020204" pitchFamily="34" charset="0"/>
              </a:rPr>
              <a:t>无法作为测量结果解释、保存或传输的指示</a:t>
            </a:r>
            <a:r>
              <a:rPr lang="en-US" altLang="zh-CN" dirty="0" smtClean="0">
                <a:latin typeface="Arial" panose="020B0604020202020204" pitchFamily="34" charset="0"/>
                <a:ea typeface="黑体" panose="02010609060101010101" pitchFamily="49" charset="-122"/>
                <a:cs typeface="Arial" panose="020B0604020202020204" pitchFamily="34" charset="0"/>
              </a:rPr>
              <a:t/>
            </a:r>
            <a:br>
              <a:rPr lang="en-US" altLang="zh-CN" dirty="0" smtClean="0">
                <a:latin typeface="Arial" panose="020B0604020202020204" pitchFamily="34" charset="0"/>
                <a:ea typeface="黑体" panose="02010609060101010101" pitchFamily="49" charset="-122"/>
                <a:cs typeface="Arial" panose="020B0604020202020204" pitchFamily="34" charset="0"/>
              </a:rPr>
            </a:br>
            <a:r>
              <a:rPr lang="en-US" altLang="zh-CN" dirty="0" smtClean="0">
                <a:latin typeface="Arial" panose="020B0604020202020204" pitchFamily="34" charset="0"/>
                <a:ea typeface="黑体" panose="02010609060101010101" pitchFamily="49" charset="-122"/>
                <a:cs typeface="Arial" panose="020B0604020202020204" pitchFamily="34" charset="0"/>
              </a:rPr>
              <a:t>the </a:t>
            </a:r>
            <a:r>
              <a:rPr lang="en-US" altLang="zh-CN" dirty="0">
                <a:latin typeface="Arial" panose="020B0604020202020204" pitchFamily="34" charset="0"/>
                <a:ea typeface="黑体" panose="02010609060101010101" pitchFamily="49" charset="-122"/>
                <a:cs typeface="Arial" panose="020B0604020202020204" pitchFamily="34" charset="0"/>
              </a:rPr>
              <a:t>indication cannot be interpreted, memorized or transmitted as a measurement result;</a:t>
            </a:r>
          </a:p>
          <a:p>
            <a:pPr marL="822325" lvl="3" indent="-285750">
              <a:spcAft>
                <a:spcPts val="600"/>
              </a:spcAft>
            </a:pPr>
            <a:r>
              <a:rPr lang="zh-CN" altLang="en-US" dirty="0" smtClean="0">
                <a:latin typeface="Arial" panose="020B0604020202020204" pitchFamily="34" charset="0"/>
                <a:ea typeface="黑体" panose="02010609060101010101" pitchFamily="49" charset="-122"/>
                <a:cs typeface="Arial" panose="020B0604020202020204" pitchFamily="34" charset="0"/>
              </a:rPr>
              <a:t>无法进行任何测量的指示</a:t>
            </a:r>
            <a:r>
              <a:rPr lang="en-US" altLang="zh-CN" dirty="0" smtClean="0">
                <a:latin typeface="Arial" panose="020B0604020202020204" pitchFamily="34" charset="0"/>
                <a:ea typeface="黑体" panose="02010609060101010101" pitchFamily="49" charset="-122"/>
                <a:cs typeface="Arial" panose="020B0604020202020204" pitchFamily="34" charset="0"/>
              </a:rPr>
              <a:t/>
            </a:r>
            <a:br>
              <a:rPr lang="en-US" altLang="zh-CN" dirty="0" smtClean="0">
                <a:latin typeface="Arial" panose="020B0604020202020204" pitchFamily="34" charset="0"/>
                <a:ea typeface="黑体" panose="02010609060101010101" pitchFamily="49" charset="-122"/>
                <a:cs typeface="Arial" panose="020B0604020202020204" pitchFamily="34" charset="0"/>
              </a:rPr>
            </a:br>
            <a:r>
              <a:rPr lang="en-US" altLang="zh-CN" dirty="0" smtClean="0">
                <a:latin typeface="Arial" panose="020B0604020202020204" pitchFamily="34" charset="0"/>
                <a:ea typeface="黑体" panose="02010609060101010101" pitchFamily="49" charset="-122"/>
                <a:cs typeface="Arial" panose="020B0604020202020204" pitchFamily="34" charset="0"/>
              </a:rPr>
              <a:t>the </a:t>
            </a:r>
            <a:r>
              <a:rPr lang="en-US" altLang="zh-CN" dirty="0">
                <a:latin typeface="Arial" panose="020B0604020202020204" pitchFamily="34" charset="0"/>
                <a:ea typeface="黑体" panose="02010609060101010101" pitchFamily="49" charset="-122"/>
                <a:cs typeface="Arial" panose="020B0604020202020204" pitchFamily="34" charset="0"/>
              </a:rPr>
              <a:t>indication implies the impossibility to perform any measurement;</a:t>
            </a:r>
          </a:p>
          <a:p>
            <a:pPr marL="822325" lvl="3" indent="-285750">
              <a:spcAft>
                <a:spcPts val="600"/>
              </a:spcAft>
            </a:pPr>
            <a:r>
              <a:rPr lang="zh-CN" altLang="en-US" dirty="0" smtClean="0">
                <a:latin typeface="Arial" panose="020B0604020202020204" pitchFamily="34" charset="0"/>
                <a:ea typeface="黑体" panose="02010609060101010101" pitchFamily="49" charset="-122"/>
                <a:cs typeface="Arial" panose="020B0604020202020204" pitchFamily="34" charset="0"/>
              </a:rPr>
              <a:t>能被关注测量结果的人易于发现显然是错误指示，或</a:t>
            </a:r>
            <a:r>
              <a:rPr lang="en-US" altLang="zh-CN" dirty="0" smtClean="0">
                <a:latin typeface="Arial" panose="020B0604020202020204" pitchFamily="34" charset="0"/>
                <a:ea typeface="黑体" panose="02010609060101010101" pitchFamily="49" charset="-122"/>
                <a:cs typeface="Arial" panose="020B0604020202020204" pitchFamily="34" charset="0"/>
              </a:rPr>
              <a:t/>
            </a:r>
            <a:br>
              <a:rPr lang="en-US" altLang="zh-CN" dirty="0" smtClean="0">
                <a:latin typeface="Arial" panose="020B0604020202020204" pitchFamily="34" charset="0"/>
                <a:ea typeface="黑体" panose="02010609060101010101" pitchFamily="49" charset="-122"/>
                <a:cs typeface="Arial" panose="020B0604020202020204" pitchFamily="34" charset="0"/>
              </a:rPr>
            </a:br>
            <a:r>
              <a:rPr lang="en-US" altLang="zh-CN" dirty="0" smtClean="0">
                <a:latin typeface="Arial" panose="020B0604020202020204" pitchFamily="34" charset="0"/>
                <a:ea typeface="黑体" panose="02010609060101010101" pitchFamily="49" charset="-122"/>
                <a:cs typeface="Arial" panose="020B0604020202020204" pitchFamily="34" charset="0"/>
              </a:rPr>
              <a:t>the </a:t>
            </a:r>
            <a:r>
              <a:rPr lang="en-US" altLang="zh-CN" dirty="0">
                <a:latin typeface="Arial" panose="020B0604020202020204" pitchFamily="34" charset="0"/>
                <a:ea typeface="黑体" panose="02010609060101010101" pitchFamily="49" charset="-122"/>
                <a:cs typeface="Arial" panose="020B0604020202020204" pitchFamily="34" charset="0"/>
              </a:rPr>
              <a:t>indication is so obviously wrong that it is bound to be noticed by all those interested in the result of the measurement; or</a:t>
            </a:r>
          </a:p>
          <a:p>
            <a:pPr marL="822325" lvl="3" indent="-285750">
              <a:spcAft>
                <a:spcPts val="1200"/>
              </a:spcAft>
            </a:pPr>
            <a:r>
              <a:rPr lang="zh-CN" altLang="en-US" dirty="0" smtClean="0">
                <a:latin typeface="Arial" panose="020B0604020202020204" pitchFamily="34" charset="0"/>
                <a:ea typeface="黑体" panose="02010609060101010101" pitchFamily="49" charset="-122"/>
                <a:cs typeface="Arial" panose="020B0604020202020204" pitchFamily="34" charset="0"/>
              </a:rPr>
              <a:t>因耐久性保护装置故障无法检测耐久性误差和做出响应</a:t>
            </a:r>
            <a:r>
              <a:rPr lang="en-US" altLang="zh-CN" dirty="0" smtClean="0">
                <a:latin typeface="Arial" panose="020B0604020202020204" pitchFamily="34" charset="0"/>
                <a:ea typeface="黑体" panose="02010609060101010101" pitchFamily="49" charset="-122"/>
                <a:cs typeface="Arial" panose="020B0604020202020204" pitchFamily="34" charset="0"/>
              </a:rPr>
              <a:t/>
            </a:r>
            <a:br>
              <a:rPr lang="en-US" altLang="zh-CN" dirty="0" smtClean="0">
                <a:latin typeface="Arial" panose="020B0604020202020204" pitchFamily="34" charset="0"/>
                <a:ea typeface="黑体" panose="02010609060101010101" pitchFamily="49" charset="-122"/>
                <a:cs typeface="Arial" panose="020B0604020202020204" pitchFamily="34" charset="0"/>
              </a:rPr>
            </a:br>
            <a:r>
              <a:rPr lang="en-US" altLang="zh-CN" dirty="0" smtClean="0">
                <a:latin typeface="Arial" panose="020B0604020202020204" pitchFamily="34" charset="0"/>
                <a:ea typeface="黑体" panose="02010609060101010101" pitchFamily="49" charset="-122"/>
                <a:cs typeface="Arial" panose="020B0604020202020204" pitchFamily="34" charset="0"/>
              </a:rPr>
              <a:t>a </a:t>
            </a:r>
            <a:r>
              <a:rPr lang="en-US" altLang="zh-CN" dirty="0">
                <a:latin typeface="Arial" panose="020B0604020202020204" pitchFamily="34" charset="0"/>
                <a:ea typeface="黑体" panose="02010609060101010101" pitchFamily="49" charset="-122"/>
                <a:cs typeface="Arial" panose="020B0604020202020204" pitchFamily="34" charset="0"/>
              </a:rPr>
              <a:t>durability error cannot be detected and acted upon due to a breakdown of the appropriate durability protection </a:t>
            </a:r>
            <a:r>
              <a:rPr lang="en-US" altLang="zh-CN" dirty="0" smtClean="0">
                <a:latin typeface="Arial" panose="020B0604020202020204" pitchFamily="34" charset="0"/>
                <a:ea typeface="黑体" panose="02010609060101010101" pitchFamily="49" charset="-122"/>
                <a:cs typeface="Arial" panose="020B0604020202020204" pitchFamily="34" charset="0"/>
              </a:rPr>
              <a:t>facility.</a:t>
            </a:r>
          </a:p>
        </p:txBody>
      </p:sp>
      <p:sp>
        <p:nvSpPr>
          <p:cNvPr id="5" name="灯片编号占位符 4"/>
          <p:cNvSpPr>
            <a:spLocks noGrp="1"/>
          </p:cNvSpPr>
          <p:nvPr>
            <p:ph type="sldNum" sz="quarter" idx="100"/>
          </p:nvPr>
        </p:nvSpPr>
        <p:spPr/>
        <p:txBody>
          <a:bodyPr/>
          <a:lstStyle/>
          <a:p>
            <a:fld id="{2B2B68EE-DD1E-4368-AFCE-24A50EC7BF18}" type="slidenum">
              <a:rPr lang="en-US" smtClean="0"/>
              <a:pPr/>
              <a:t>14</a:t>
            </a:fld>
            <a:endParaRPr lang="en-US" dirty="0"/>
          </a:p>
        </p:txBody>
      </p:sp>
      <p:sp>
        <p:nvSpPr>
          <p:cNvPr id="6" name="页脚占位符 5"/>
          <p:cNvSpPr>
            <a:spLocks noGrp="1"/>
          </p:cNvSpPr>
          <p:nvPr>
            <p:ph type="ftr" sz="quarter" idx="101"/>
          </p:nvPr>
        </p:nvSpPr>
        <p:spPr/>
        <p:txBody>
          <a:bodyPr/>
          <a:lstStyle/>
          <a:p>
            <a:r>
              <a:rPr lang="en-US" smtClean="0"/>
              <a:t>For internal use - Confidential</a:t>
            </a:r>
            <a:endParaRPr lang="en-US" dirty="0"/>
          </a:p>
        </p:txBody>
      </p:sp>
    </p:spTree>
    <p:extLst>
      <p:ext uri="{BB962C8B-B14F-4D97-AF65-F5344CB8AC3E}">
        <p14:creationId xmlns:p14="http://schemas.microsoft.com/office/powerpoint/2010/main" val="26536294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xEl>
                                              <p:pRg st="4" end="4"/>
                                            </p:txEl>
                                          </p:spTgt>
                                        </p:tgtEl>
                                        <p:attrNameLst>
                                          <p:attrName>style.visibility</p:attrName>
                                        </p:attrNameLst>
                                      </p:cBhvr>
                                      <p:to>
                                        <p:strVal val="visible"/>
                                      </p:to>
                                    </p:set>
                                    <p:animEffect transition="in" filter="fade">
                                      <p:cBhvr>
                                        <p:cTn id="7" dur="1000"/>
                                        <p:tgtEl>
                                          <p:spTgt spid="4">
                                            <p:txEl>
                                              <p:pRg st="4" end="4"/>
                                            </p:txEl>
                                          </p:spTgt>
                                        </p:tgtEl>
                                      </p:cBhvr>
                                    </p:animEffect>
                                    <p:anim calcmode="lin" valueType="num">
                                      <p:cBhvr>
                                        <p:cTn id="8" dur="1000" fill="hold"/>
                                        <p:tgtEl>
                                          <p:spTgt spid="4">
                                            <p:txEl>
                                              <p:pRg st="4" end="4"/>
                                            </p:txEl>
                                          </p:spTgt>
                                        </p:tgtEl>
                                        <p:attrNameLst>
                                          <p:attrName>ppt_x</p:attrName>
                                        </p:attrNameLst>
                                      </p:cBhvr>
                                      <p:tavLst>
                                        <p:tav tm="0">
                                          <p:val>
                                            <p:strVal val="#ppt_x"/>
                                          </p:val>
                                        </p:tav>
                                        <p:tav tm="100000">
                                          <p:val>
                                            <p:strVal val="#ppt_x"/>
                                          </p:val>
                                        </p:tav>
                                      </p:tavLst>
                                    </p:anim>
                                    <p:anim calcmode="lin" valueType="num">
                                      <p:cBhvr>
                                        <p:cTn id="9" dur="1000" fill="hold"/>
                                        <p:tgtEl>
                                          <p:spTgt spid="4">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4">
                                            <p:txEl>
                                              <p:pRg st="5" end="5"/>
                                            </p:txEl>
                                          </p:spTgt>
                                        </p:tgtEl>
                                        <p:attrNameLst>
                                          <p:attrName>style.visibility</p:attrName>
                                        </p:attrNameLst>
                                      </p:cBhvr>
                                      <p:to>
                                        <p:strVal val="visible"/>
                                      </p:to>
                                    </p:set>
                                    <p:animEffect transition="in" filter="fade">
                                      <p:cBhvr>
                                        <p:cTn id="14" dur="1000"/>
                                        <p:tgtEl>
                                          <p:spTgt spid="4">
                                            <p:txEl>
                                              <p:pRg st="5" end="5"/>
                                            </p:txEl>
                                          </p:spTgt>
                                        </p:tgtEl>
                                      </p:cBhvr>
                                    </p:animEffect>
                                    <p:anim calcmode="lin" valueType="num">
                                      <p:cBhvr>
                                        <p:cTn id="15" dur="1000" fill="hold"/>
                                        <p:tgtEl>
                                          <p:spTgt spid="4">
                                            <p:txEl>
                                              <p:pRg st="5" end="5"/>
                                            </p:txEl>
                                          </p:spTgt>
                                        </p:tgtEl>
                                        <p:attrNameLst>
                                          <p:attrName>ppt_x</p:attrName>
                                        </p:attrNameLst>
                                      </p:cBhvr>
                                      <p:tavLst>
                                        <p:tav tm="0">
                                          <p:val>
                                            <p:strVal val="#ppt_x"/>
                                          </p:val>
                                        </p:tav>
                                        <p:tav tm="100000">
                                          <p:val>
                                            <p:strVal val="#ppt_x"/>
                                          </p:val>
                                        </p:tav>
                                      </p:tavLst>
                                    </p:anim>
                                    <p:anim calcmode="lin" valueType="num">
                                      <p:cBhvr>
                                        <p:cTn id="16" dur="1000" fill="hold"/>
                                        <p:tgtEl>
                                          <p:spTgt spid="4">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4">
                                            <p:txEl>
                                              <p:pRg st="6" end="6"/>
                                            </p:txEl>
                                          </p:spTgt>
                                        </p:tgtEl>
                                        <p:attrNameLst>
                                          <p:attrName>style.visibility</p:attrName>
                                        </p:attrNameLst>
                                      </p:cBhvr>
                                      <p:to>
                                        <p:strVal val="visible"/>
                                      </p:to>
                                    </p:set>
                                    <p:animEffect transition="in" filter="fade">
                                      <p:cBhvr>
                                        <p:cTn id="21" dur="1000"/>
                                        <p:tgtEl>
                                          <p:spTgt spid="4">
                                            <p:txEl>
                                              <p:pRg st="6" end="6"/>
                                            </p:txEl>
                                          </p:spTgt>
                                        </p:tgtEl>
                                      </p:cBhvr>
                                    </p:animEffect>
                                    <p:anim calcmode="lin" valueType="num">
                                      <p:cBhvr>
                                        <p:cTn id="22" dur="1000" fill="hold"/>
                                        <p:tgtEl>
                                          <p:spTgt spid="4">
                                            <p:txEl>
                                              <p:pRg st="6" end="6"/>
                                            </p:txEl>
                                          </p:spTgt>
                                        </p:tgtEl>
                                        <p:attrNameLst>
                                          <p:attrName>ppt_x</p:attrName>
                                        </p:attrNameLst>
                                      </p:cBhvr>
                                      <p:tavLst>
                                        <p:tav tm="0">
                                          <p:val>
                                            <p:strVal val="#ppt_x"/>
                                          </p:val>
                                        </p:tav>
                                        <p:tav tm="100000">
                                          <p:val>
                                            <p:strVal val="#ppt_x"/>
                                          </p:val>
                                        </p:tav>
                                      </p:tavLst>
                                    </p:anim>
                                    <p:anim calcmode="lin" valueType="num">
                                      <p:cBhvr>
                                        <p:cTn id="23" dur="1000" fill="hold"/>
                                        <p:tgtEl>
                                          <p:spTgt spid="4">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4">
                                            <p:txEl>
                                              <p:pRg st="7" end="7"/>
                                            </p:txEl>
                                          </p:spTgt>
                                        </p:tgtEl>
                                        <p:attrNameLst>
                                          <p:attrName>style.visibility</p:attrName>
                                        </p:attrNameLst>
                                      </p:cBhvr>
                                      <p:to>
                                        <p:strVal val="visible"/>
                                      </p:to>
                                    </p:set>
                                    <p:animEffect transition="in" filter="fade">
                                      <p:cBhvr>
                                        <p:cTn id="28" dur="1000"/>
                                        <p:tgtEl>
                                          <p:spTgt spid="4">
                                            <p:txEl>
                                              <p:pRg st="7" end="7"/>
                                            </p:txEl>
                                          </p:spTgt>
                                        </p:tgtEl>
                                      </p:cBhvr>
                                    </p:animEffect>
                                    <p:anim calcmode="lin" valueType="num">
                                      <p:cBhvr>
                                        <p:cTn id="29" dur="1000" fill="hold"/>
                                        <p:tgtEl>
                                          <p:spTgt spid="4">
                                            <p:txEl>
                                              <p:pRg st="7" end="7"/>
                                            </p:txEl>
                                          </p:spTgt>
                                        </p:tgtEl>
                                        <p:attrNameLst>
                                          <p:attrName>ppt_x</p:attrName>
                                        </p:attrNameLst>
                                      </p:cBhvr>
                                      <p:tavLst>
                                        <p:tav tm="0">
                                          <p:val>
                                            <p:strVal val="#ppt_x"/>
                                          </p:val>
                                        </p:tav>
                                        <p:tav tm="100000">
                                          <p:val>
                                            <p:strVal val="#ppt_x"/>
                                          </p:val>
                                        </p:tav>
                                      </p:tavLst>
                                    </p:anim>
                                    <p:anim calcmode="lin" valueType="num">
                                      <p:cBhvr>
                                        <p:cTn id="30" dur="1000" fill="hold"/>
                                        <p:tgtEl>
                                          <p:spTgt spid="4">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zh-CN" altLang="en-US" dirty="0" smtClean="0">
                <a:latin typeface="黑体" panose="02010609060101010101" pitchFamily="49" charset="-122"/>
                <a:ea typeface="黑体" panose="02010609060101010101" pitchFamily="49" charset="-122"/>
              </a:rPr>
              <a:t>术语 </a:t>
            </a:r>
            <a:r>
              <a:rPr lang="en-US" altLang="zh-CN" sz="1800" dirty="0" smtClean="0">
                <a:latin typeface="黑体" panose="02010609060101010101" pitchFamily="49" charset="-122"/>
                <a:ea typeface="黑体" panose="02010609060101010101" pitchFamily="49" charset="-122"/>
              </a:rPr>
              <a:t>- </a:t>
            </a:r>
            <a:r>
              <a:rPr lang="zh-CN" altLang="en-US" sz="1800" dirty="0" smtClean="0">
                <a:latin typeface="黑体" panose="02010609060101010101" pitchFamily="49" charset="-122"/>
                <a:ea typeface="黑体" panose="02010609060101010101" pitchFamily="49" charset="-122"/>
              </a:rPr>
              <a:t>修订</a:t>
            </a:r>
            <a:endParaRPr lang="en-US" sz="1800" dirty="0">
              <a:latin typeface="黑体" panose="02010609060101010101" pitchFamily="49" charset="-122"/>
              <a:ea typeface="黑体" panose="02010609060101010101" pitchFamily="49" charset="-122"/>
            </a:endParaRPr>
          </a:p>
        </p:txBody>
      </p:sp>
      <mc:AlternateContent xmlns:mc="http://schemas.openxmlformats.org/markup-compatibility/2006" xmlns:a14="http://schemas.microsoft.com/office/drawing/2010/main">
        <mc:Choice Requires="a14">
          <p:sp>
            <p:nvSpPr>
              <p:cNvPr id="4" name="Content Placeholder 3"/>
              <p:cNvSpPr>
                <a:spLocks noGrp="1"/>
              </p:cNvSpPr>
              <p:nvPr>
                <p:ph idx="1"/>
              </p:nvPr>
            </p:nvSpPr>
            <p:spPr/>
            <p:txBody>
              <a:bodyPr/>
              <a:lstStyle/>
              <a:p>
                <a:pPr marL="0" indent="0">
                  <a:spcAft>
                    <a:spcPts val="1200"/>
                  </a:spcAft>
                  <a:buNone/>
                </a:pPr>
                <a:r>
                  <a:rPr lang="en-US" altLang="zh-CN" dirty="0" smtClean="0">
                    <a:ea typeface="黑体" panose="02010609060101010101" pitchFamily="49" charset="-122"/>
                  </a:rPr>
                  <a:t>2017</a:t>
                </a:r>
                <a:r>
                  <a:rPr lang="zh-CN" altLang="en-US" dirty="0" smtClean="0">
                    <a:ea typeface="黑体" panose="02010609060101010101" pitchFamily="49" charset="-122"/>
                  </a:rPr>
                  <a:t>版本的术语描述与</a:t>
                </a:r>
                <a:r>
                  <a:rPr lang="en-US" altLang="zh-CN" dirty="0" smtClean="0">
                    <a:ea typeface="黑体" panose="02010609060101010101" pitchFamily="49" charset="-122"/>
                  </a:rPr>
                  <a:t>2000</a:t>
                </a:r>
                <a:r>
                  <a:rPr lang="zh-CN" altLang="en-US" dirty="0" smtClean="0">
                    <a:ea typeface="黑体" panose="02010609060101010101" pitchFamily="49" charset="-122"/>
                  </a:rPr>
                  <a:t>相比，性能参数类术语的定义或描述不附加额外条件，例如：</a:t>
                </a:r>
                <a:endParaRPr lang="en-US" altLang="zh-CN" dirty="0" smtClean="0">
                  <a:ea typeface="黑体" panose="02010609060101010101" pitchFamily="49" charset="-122"/>
                </a:endParaRPr>
              </a:p>
              <a:p>
                <a:pPr marL="179387" lvl="1" indent="0">
                  <a:spcAft>
                    <a:spcPts val="1200"/>
                  </a:spcAft>
                  <a:buNone/>
                </a:pPr>
                <a:r>
                  <a:rPr lang="de-CH" altLang="zh-CN" b="1" dirty="0"/>
                  <a:t>Maximum capacity (Emax</a:t>
                </a:r>
                <a:r>
                  <a:rPr lang="de-CH" altLang="zh-CN" b="1" dirty="0" smtClean="0"/>
                  <a:t>)</a:t>
                </a:r>
                <a:endParaRPr lang="en-US" altLang="zh-CN" dirty="0" smtClean="0">
                  <a:ea typeface="黑体" panose="02010609060101010101" pitchFamily="49" charset="-122"/>
                </a:endParaRPr>
              </a:p>
              <a:p>
                <a:pPr marL="179387" lvl="1" indent="0">
                  <a:spcAft>
                    <a:spcPts val="1200"/>
                  </a:spcAft>
                  <a:buNone/>
                </a:pPr>
                <a:r>
                  <a:rPr lang="en-US" altLang="zh-CN" b="1" dirty="0" smtClean="0"/>
                  <a:t>2000 version</a:t>
                </a:r>
                <a:r>
                  <a:rPr lang="zh-CN" altLang="en-US" b="1" dirty="0" smtClean="0"/>
                  <a:t>：</a:t>
                </a:r>
                <a:endParaRPr lang="en-US" altLang="zh-CN" b="1" dirty="0" smtClean="0"/>
              </a:p>
              <a:p>
                <a:pPr marL="179387" lvl="1" indent="0">
                  <a:spcAft>
                    <a:spcPts val="1200"/>
                  </a:spcAft>
                  <a:buNone/>
                </a:pPr>
                <a:r>
                  <a:rPr lang="de-CH" altLang="zh-CN" dirty="0" smtClean="0"/>
                  <a:t>Largest </a:t>
                </a:r>
                <a:r>
                  <a:rPr lang="de-CH" altLang="zh-CN" dirty="0"/>
                  <a:t>value of a quantity (mass) </a:t>
                </a:r>
                <a:r>
                  <a:rPr lang="de-CH" altLang="zh-CN" dirty="0" smtClean="0"/>
                  <a:t>mass </a:t>
                </a:r>
                <a:r>
                  <a:rPr lang="de-CH" altLang="zh-CN" dirty="0"/>
                  <a:t>which may be applied to a load cell </a:t>
                </a:r>
                <a:r>
                  <a:rPr lang="de-CH" altLang="zh-CN" dirty="0">
                    <a:solidFill>
                      <a:srgbClr val="FF0000"/>
                    </a:solidFill>
                  </a:rPr>
                  <a:t>without exceeding the MPE </a:t>
                </a:r>
                <a:r>
                  <a:rPr lang="de-CH" altLang="zh-CN" dirty="0" smtClean="0">
                    <a:solidFill>
                      <a:srgbClr val="FF0000"/>
                    </a:solidFill>
                  </a:rPr>
                  <a:t>.</a:t>
                </a:r>
                <a:r>
                  <a:rPr lang="de-CH" altLang="zh-CN" dirty="0" smtClean="0"/>
                  <a:t>  </a:t>
                </a:r>
                <a:endParaRPr lang="zh-CN" altLang="zh-CN" dirty="0"/>
              </a:p>
              <a:p>
                <a:pPr marL="179387" lvl="1" indent="0">
                  <a:spcAft>
                    <a:spcPts val="1200"/>
                  </a:spcAft>
                  <a:buNone/>
                </a:pPr>
                <a:r>
                  <a:rPr lang="en-US" altLang="zh-CN" b="1" dirty="0" smtClean="0"/>
                  <a:t>2017 version</a:t>
                </a:r>
                <a:r>
                  <a:rPr lang="zh-CN" altLang="en-US" b="1" dirty="0" smtClean="0"/>
                  <a:t>：</a:t>
                </a:r>
                <a:endParaRPr lang="en-US" altLang="zh-CN" b="1" dirty="0" smtClean="0"/>
              </a:p>
              <a:p>
                <a:pPr marL="179387" lvl="1" indent="0">
                  <a:spcAft>
                    <a:spcPts val="1200"/>
                  </a:spcAft>
                  <a:buNone/>
                </a:pPr>
                <a:r>
                  <a:rPr lang="de-CH" altLang="zh-CN" dirty="0" smtClean="0"/>
                  <a:t>Largest </a:t>
                </a:r>
                <a:r>
                  <a:rPr lang="de-CH" altLang="zh-CN" dirty="0"/>
                  <a:t>value of a quantity </a:t>
                </a:r>
                <a:r>
                  <a:rPr lang="de-CH" altLang="zh-CN" dirty="0" smtClean="0">
                    <a:solidFill>
                      <a:srgbClr val="FF0000"/>
                    </a:solidFill>
                  </a:rPr>
                  <a:t>expressed </a:t>
                </a:r>
                <a:r>
                  <a:rPr lang="de-CH" altLang="zh-CN" dirty="0">
                    <a:solidFill>
                      <a:srgbClr val="FF0000"/>
                    </a:solidFill>
                  </a:rPr>
                  <a:t>in units of mass </a:t>
                </a:r>
                <a:r>
                  <a:rPr lang="de-CH" altLang="zh-CN" dirty="0"/>
                  <a:t>which may be applied to a load cell </a:t>
                </a:r>
                <a:r>
                  <a:rPr lang="de-CH" altLang="zh-CN" strike="sngStrike" dirty="0">
                    <a:solidFill>
                      <a:srgbClr val="FF0000"/>
                    </a:solidFill>
                  </a:rPr>
                  <a:t>without exceeding the MPE </a:t>
                </a:r>
                <a:r>
                  <a:rPr lang="de-CH" altLang="zh-CN" strike="sngStrike" dirty="0" smtClean="0">
                    <a:solidFill>
                      <a:srgbClr val="FF0000"/>
                    </a:solidFill>
                  </a:rPr>
                  <a:t>)</a:t>
                </a:r>
                <a:r>
                  <a:rPr lang="de-CH" altLang="zh-CN" dirty="0" smtClean="0">
                    <a:solidFill>
                      <a:srgbClr val="FF0000"/>
                    </a:solidFill>
                  </a:rPr>
                  <a:t>.  </a:t>
                </a:r>
                <a:endParaRPr lang="zh-CN" altLang="zh-CN" dirty="0">
                  <a:solidFill>
                    <a:srgbClr val="FF0000"/>
                  </a:solidFill>
                </a:endParaRPr>
              </a:p>
              <a:p>
                <a:pPr marL="179387" lvl="1" indent="457200">
                  <a:spcAft>
                    <a:spcPts val="1200"/>
                  </a:spcAft>
                  <a:buNone/>
                </a:pPr>
                <a:endParaRPr lang="en-US" altLang="zh-CN" dirty="0" smtClean="0">
                  <a:ea typeface="黑体" panose="02010609060101010101" pitchFamily="49" charset="-122"/>
                </a:endParaRPr>
              </a:p>
              <a:p>
                <a:pPr marL="179387" lvl="1" indent="457200">
                  <a:spcAft>
                    <a:spcPts val="1200"/>
                  </a:spcAft>
                  <a:buNone/>
                </a:pPr>
                <a:r>
                  <a:rPr lang="zh-CN" altLang="en-US" dirty="0" smtClean="0">
                    <a:ea typeface="黑体" panose="02010609060101010101" pitchFamily="49" charset="-122"/>
                  </a:rPr>
                  <a:t>不超过最大允许误差是隐含的，</a:t>
                </a:r>
                <a:r>
                  <a:rPr lang="zh-CN" altLang="en-US" dirty="0">
                    <a:ea typeface="黑体" panose="02010609060101010101" pitchFamily="49" charset="-122"/>
                  </a:rPr>
                  <a:t>不</a:t>
                </a:r>
                <a:r>
                  <a:rPr lang="zh-CN" altLang="en-US" dirty="0" smtClean="0">
                    <a:ea typeface="黑体" panose="02010609060101010101" pitchFamily="49" charset="-122"/>
                  </a:rPr>
                  <a:t>符合</a:t>
                </a:r>
                <a:r>
                  <a:rPr lang="en-US" altLang="zh-CN" dirty="0" smtClean="0">
                    <a:ea typeface="黑体" panose="02010609060101010101" pitchFamily="49" charset="-122"/>
                  </a:rPr>
                  <a:t>MPE</a:t>
                </a:r>
                <a:r>
                  <a:rPr lang="zh-CN" altLang="en-US" dirty="0" smtClean="0">
                    <a:ea typeface="黑体" panose="02010609060101010101" pitchFamily="49" charset="-122"/>
                  </a:rPr>
                  <a:t>要求的 </a:t>
                </a:r>
                <a14:m>
                  <m:oMath xmlns:m="http://schemas.openxmlformats.org/officeDocument/2006/math">
                    <m:r>
                      <a:rPr lang="en-US" altLang="zh-CN" i="1" dirty="0" smtClean="0">
                        <a:latin typeface="Cambria Math"/>
                        <a:ea typeface="黑体" panose="02010609060101010101" pitchFamily="49" charset="-122"/>
                      </a:rPr>
                      <m:t>𝐸𝑚𝑎𝑥</m:t>
                    </m:r>
                  </m:oMath>
                </a14:m>
                <a:r>
                  <a:rPr lang="zh-CN" altLang="en-US" dirty="0" smtClean="0">
                    <a:ea typeface="黑体" panose="02010609060101010101" pitchFamily="49" charset="-122"/>
                  </a:rPr>
                  <a:t> 是没有意义的。</a:t>
                </a:r>
                <a:endParaRPr lang="en-US" dirty="0">
                  <a:ea typeface="黑体" panose="02010609060101010101" pitchFamily="49" charset="-122"/>
                </a:endParaRPr>
              </a:p>
            </p:txBody>
          </p:sp>
        </mc:Choice>
        <mc:Fallback xmlns="">
          <p:sp>
            <p:nvSpPr>
              <p:cNvPr id="4" name="Content Placeholder 3"/>
              <p:cNvSpPr>
                <a:spLocks noGrp="1" noRot="1" noChangeAspect="1" noMove="1" noResize="1" noEditPoints="1" noAdjustHandles="1" noChangeArrowheads="1" noChangeShapeType="1" noTextEdit="1"/>
              </p:cNvSpPr>
              <p:nvPr>
                <p:ph idx="1"/>
              </p:nvPr>
            </p:nvSpPr>
            <p:spPr>
              <a:blipFill rotWithShape="1">
                <a:blip r:embed="rId3"/>
                <a:stretch>
                  <a:fillRect l="-1533" t="-1494" r="-657"/>
                </a:stretch>
              </a:blipFill>
            </p:spPr>
            <p:txBody>
              <a:bodyPr/>
              <a:lstStyle/>
              <a:p>
                <a:r>
                  <a:rPr lang="zh-CN" altLang="en-US">
                    <a:noFill/>
                  </a:rPr>
                  <a:t> </a:t>
                </a:r>
              </a:p>
            </p:txBody>
          </p:sp>
        </mc:Fallback>
      </mc:AlternateContent>
      <p:sp>
        <p:nvSpPr>
          <p:cNvPr id="11" name="Footer Placeholder 10"/>
          <p:cNvSpPr>
            <a:spLocks noGrp="1"/>
          </p:cNvSpPr>
          <p:nvPr>
            <p:ph type="ftr" sz="quarter" idx="101"/>
          </p:nvPr>
        </p:nvSpPr>
        <p:spPr/>
        <p:txBody>
          <a:bodyPr/>
          <a:lstStyle/>
          <a:p>
            <a:r>
              <a:rPr lang="en-US" smtClean="0"/>
              <a:t>For internal use - Confidential</a:t>
            </a:r>
            <a:endParaRPr lang="en-US" dirty="0"/>
          </a:p>
        </p:txBody>
      </p:sp>
      <p:sp>
        <p:nvSpPr>
          <p:cNvPr id="12" name="Slide Number Placeholder 11"/>
          <p:cNvSpPr>
            <a:spLocks noGrp="1"/>
          </p:cNvSpPr>
          <p:nvPr>
            <p:ph type="sldNum" sz="quarter" idx="100"/>
          </p:nvPr>
        </p:nvSpPr>
        <p:spPr/>
        <p:txBody>
          <a:bodyPr/>
          <a:lstStyle/>
          <a:p>
            <a:fld id="{2B2B68EE-DD1E-4368-AFCE-24A50EC7BF18}" type="slidenum">
              <a:rPr lang="en-US" smtClean="0"/>
              <a:pPr/>
              <a:t>15</a:t>
            </a:fld>
            <a:endParaRPr lang="en-US" dirty="0"/>
          </a:p>
        </p:txBody>
      </p:sp>
    </p:spTree>
    <p:extLst>
      <p:ext uri="{BB962C8B-B14F-4D97-AF65-F5344CB8AC3E}">
        <p14:creationId xmlns:p14="http://schemas.microsoft.com/office/powerpoint/2010/main" val="2451043762"/>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zh-CN" altLang="en-US" dirty="0" smtClean="0">
                <a:latin typeface="黑体" panose="02010609060101010101" pitchFamily="49" charset="-122"/>
                <a:ea typeface="黑体" panose="02010609060101010101" pitchFamily="49" charset="-122"/>
              </a:rPr>
              <a:t>术语</a:t>
            </a:r>
            <a:r>
              <a:rPr lang="zh-CN" altLang="en-US" dirty="0">
                <a:latin typeface="黑体" panose="02010609060101010101" pitchFamily="49" charset="-122"/>
                <a:ea typeface="黑体" panose="02010609060101010101" pitchFamily="49" charset="-122"/>
              </a:rPr>
              <a:t> </a:t>
            </a:r>
            <a:r>
              <a:rPr lang="en-US" altLang="zh-CN" sz="1800" dirty="0" smtClean="0">
                <a:latin typeface="黑体" panose="02010609060101010101" pitchFamily="49" charset="-122"/>
                <a:ea typeface="黑体" panose="02010609060101010101" pitchFamily="49" charset="-122"/>
              </a:rPr>
              <a:t>– </a:t>
            </a:r>
            <a:r>
              <a:rPr lang="zh-CN" altLang="en-US" sz="1800" dirty="0" smtClean="0">
                <a:latin typeface="黑体" panose="02010609060101010101" pitchFamily="49" charset="-122"/>
                <a:ea typeface="黑体" panose="02010609060101010101" pitchFamily="49" charset="-122"/>
              </a:rPr>
              <a:t>修订</a:t>
            </a:r>
            <a:endParaRPr lang="en-US" dirty="0">
              <a:latin typeface="黑体" panose="02010609060101010101" pitchFamily="49" charset="-122"/>
              <a:ea typeface="黑体" panose="02010609060101010101" pitchFamily="49" charset="-122"/>
            </a:endParaRPr>
          </a:p>
        </p:txBody>
      </p:sp>
      <mc:AlternateContent xmlns:mc="http://schemas.openxmlformats.org/markup-compatibility/2006" xmlns:a14="http://schemas.microsoft.com/office/drawing/2010/main">
        <mc:Choice Requires="a14">
          <p:sp>
            <p:nvSpPr>
              <p:cNvPr id="4" name="Content Placeholder 3"/>
              <p:cNvSpPr>
                <a:spLocks noGrp="1"/>
              </p:cNvSpPr>
              <p:nvPr>
                <p:ph idx="1"/>
              </p:nvPr>
            </p:nvSpPr>
            <p:spPr>
              <a:xfrm>
                <a:off x="395288" y="958645"/>
                <a:ext cx="8352712" cy="5423105"/>
              </a:xfrm>
            </p:spPr>
            <p:txBody>
              <a:bodyPr/>
              <a:lstStyle/>
              <a:p>
                <a:pPr marL="0" indent="0">
                  <a:spcAft>
                    <a:spcPts val="1200"/>
                  </a:spcAft>
                  <a:buNone/>
                </a:pPr>
                <a:r>
                  <a:rPr lang="zh-CN" altLang="en-US" dirty="0" smtClean="0">
                    <a:latin typeface="Arial" panose="020B0604020202020204" pitchFamily="34" charset="0"/>
                    <a:ea typeface="黑体" panose="02010609060101010101" pitchFamily="49" charset="-122"/>
                    <a:cs typeface="Arial" panose="020B0604020202020204" pitchFamily="34" charset="0"/>
                  </a:rPr>
                  <a:t>几个常用关键</a:t>
                </a:r>
                <a:r>
                  <a:rPr lang="zh-CN" altLang="en-US" dirty="0">
                    <a:latin typeface="Arial" panose="020B0604020202020204" pitchFamily="34" charset="0"/>
                    <a:ea typeface="黑体" panose="02010609060101010101" pitchFamily="49" charset="-122"/>
                    <a:cs typeface="Arial" panose="020B0604020202020204" pitchFamily="34" charset="0"/>
                  </a:rPr>
                  <a:t>术语</a:t>
                </a:r>
                <a:r>
                  <a:rPr lang="zh-CN" altLang="en-US" dirty="0" smtClean="0">
                    <a:latin typeface="Arial" panose="020B0604020202020204" pitchFamily="34" charset="0"/>
                    <a:ea typeface="黑体" panose="02010609060101010101" pitchFamily="49" charset="-122"/>
                    <a:cs typeface="Arial" panose="020B0604020202020204" pitchFamily="34" charset="0"/>
                  </a:rPr>
                  <a:t>：</a:t>
                </a:r>
                <a:endParaRPr lang="en-US" altLang="zh-CN" dirty="0" smtClean="0">
                  <a:latin typeface="Arial" panose="020B0604020202020204" pitchFamily="34" charset="0"/>
                  <a:ea typeface="黑体" panose="02010609060101010101" pitchFamily="49" charset="-122"/>
                  <a:cs typeface="Arial" panose="020B0604020202020204" pitchFamily="34" charset="0"/>
                </a:endParaRPr>
              </a:p>
              <a:p>
                <a:pPr marL="361950" indent="-361950">
                  <a:spcBef>
                    <a:spcPts val="0"/>
                  </a:spcBef>
                  <a:spcAft>
                    <a:spcPts val="1200"/>
                  </a:spcAft>
                </a:pPr>
                <a:r>
                  <a:rPr lang="en-US" b="1" dirty="0">
                    <a:latin typeface="Arial" panose="020B0604020202020204" pitchFamily="34" charset="0"/>
                    <a:ea typeface="黑体" panose="02010609060101010101" pitchFamily="49" charset="-122"/>
                    <a:cs typeface="Arial" panose="020B0604020202020204" pitchFamily="34" charset="0"/>
                  </a:rPr>
                  <a:t>maximum capacity </a:t>
                </a:r>
                <a:r>
                  <a:rPr lang="en-US" b="1" dirty="0" smtClean="0">
                    <a:latin typeface="Arial" panose="020B0604020202020204" pitchFamily="34" charset="0"/>
                    <a:ea typeface="黑体" panose="02010609060101010101" pitchFamily="49" charset="-122"/>
                    <a:cs typeface="Arial" panose="020B0604020202020204" pitchFamily="34" charset="0"/>
                  </a:rPr>
                  <a:t>(</a:t>
                </a:r>
                <a14:m>
                  <m:oMath xmlns:m="http://schemas.openxmlformats.org/officeDocument/2006/math">
                    <m:sSub>
                      <m:sSubPr>
                        <m:ctrlPr>
                          <a:rPr lang="en-US" altLang="zh-CN" b="1" i="1" smtClean="0">
                            <a:latin typeface="Cambria Math"/>
                            <a:ea typeface="黑体" panose="02010609060101010101" pitchFamily="49" charset="-122"/>
                            <a:cs typeface="Arial" panose="020B0604020202020204" pitchFamily="34" charset="0"/>
                          </a:rPr>
                        </m:ctrlPr>
                      </m:sSubPr>
                      <m:e>
                        <m:r>
                          <a:rPr lang="en-US" altLang="zh-CN" b="1" i="1" smtClean="0">
                            <a:latin typeface="Cambria Math"/>
                            <a:ea typeface="黑体" panose="02010609060101010101" pitchFamily="49" charset="-122"/>
                            <a:cs typeface="Arial" panose="020B0604020202020204" pitchFamily="34" charset="0"/>
                          </a:rPr>
                          <m:t>𝑬</m:t>
                        </m:r>
                      </m:e>
                      <m:sub>
                        <m:r>
                          <a:rPr lang="en-US" altLang="zh-CN" b="1" i="1" smtClean="0">
                            <a:latin typeface="Cambria Math"/>
                            <a:ea typeface="黑体" panose="02010609060101010101" pitchFamily="49" charset="-122"/>
                            <a:cs typeface="Arial" panose="020B0604020202020204" pitchFamily="34" charset="0"/>
                          </a:rPr>
                          <m:t>𝒎𝒂𝒙</m:t>
                        </m:r>
                      </m:sub>
                    </m:sSub>
                  </m:oMath>
                </a14:m>
                <a:r>
                  <a:rPr lang="en-US" b="1" dirty="0">
                    <a:latin typeface="Arial" panose="020B0604020202020204" pitchFamily="34" charset="0"/>
                    <a:ea typeface="黑体" panose="02010609060101010101" pitchFamily="49" charset="-122"/>
                    <a:cs typeface="Arial" panose="020B0604020202020204" pitchFamily="34" charset="0"/>
                  </a:rPr>
                  <a:t>)</a:t>
                </a:r>
                <a:endParaRPr lang="en-US" b="1" dirty="0" smtClean="0">
                  <a:latin typeface="Arial" panose="020B0604020202020204" pitchFamily="34" charset="0"/>
                  <a:ea typeface="黑体" panose="02010609060101010101" pitchFamily="49" charset="-122"/>
                  <a:cs typeface="Arial" panose="020B0604020202020204" pitchFamily="34" charset="0"/>
                </a:endParaRPr>
              </a:p>
              <a:p>
                <a:pPr marL="361950" lvl="2" indent="0">
                  <a:spcAft>
                    <a:spcPts val="1200"/>
                  </a:spcAft>
                  <a:buNone/>
                </a:pPr>
                <a:r>
                  <a:rPr lang="zh-CN" altLang="en-US" dirty="0" smtClean="0">
                    <a:latin typeface="Arial" panose="020B0604020202020204" pitchFamily="34" charset="0"/>
                    <a:ea typeface="黑体" panose="02010609060101010101" pitchFamily="49" charset="-122"/>
                    <a:cs typeface="Arial" panose="020B0604020202020204" pitchFamily="34" charset="0"/>
                  </a:rPr>
                  <a:t>允许加载的最大载荷</a:t>
                </a:r>
                <a:endParaRPr lang="en-US" dirty="0" smtClean="0">
                  <a:latin typeface="Arial" panose="020B0604020202020204" pitchFamily="34" charset="0"/>
                  <a:ea typeface="黑体" panose="02010609060101010101" pitchFamily="49" charset="-122"/>
                  <a:cs typeface="Arial" panose="020B0604020202020204" pitchFamily="34" charset="0"/>
                </a:endParaRPr>
              </a:p>
              <a:p>
                <a:pPr marL="361950" indent="-361950">
                  <a:spcBef>
                    <a:spcPts val="0"/>
                  </a:spcBef>
                  <a:spcAft>
                    <a:spcPts val="1200"/>
                  </a:spcAft>
                </a:pPr>
                <a:r>
                  <a:rPr lang="en-US" b="1" dirty="0" smtClean="0">
                    <a:latin typeface="Arial" panose="020B0604020202020204" pitchFamily="34" charset="0"/>
                    <a:ea typeface="黑体" panose="02010609060101010101" pitchFamily="49" charset="-122"/>
                    <a:cs typeface="Arial" panose="020B0604020202020204" pitchFamily="34" charset="0"/>
                  </a:rPr>
                  <a:t>minimum </a:t>
                </a:r>
                <a:r>
                  <a:rPr lang="en-US" b="1" dirty="0">
                    <a:latin typeface="Arial" panose="020B0604020202020204" pitchFamily="34" charset="0"/>
                    <a:ea typeface="黑体" panose="02010609060101010101" pitchFamily="49" charset="-122"/>
                    <a:cs typeface="Arial" panose="020B0604020202020204" pitchFamily="34" charset="0"/>
                  </a:rPr>
                  <a:t>dead load </a:t>
                </a:r>
                <a:r>
                  <a:rPr lang="en-US" b="1" dirty="0" smtClean="0">
                    <a:latin typeface="Arial" panose="020B0604020202020204" pitchFamily="34" charset="0"/>
                    <a:ea typeface="黑体" panose="02010609060101010101" pitchFamily="49" charset="-122"/>
                    <a:cs typeface="Arial" panose="020B0604020202020204" pitchFamily="34" charset="0"/>
                  </a:rPr>
                  <a:t>(</a:t>
                </a:r>
                <a14:m>
                  <m:oMath xmlns:m="http://schemas.openxmlformats.org/officeDocument/2006/math">
                    <m:sSub>
                      <m:sSubPr>
                        <m:ctrlPr>
                          <a:rPr lang="en-US" altLang="zh-CN" b="1" i="1" smtClean="0">
                            <a:latin typeface="Cambria Math"/>
                            <a:ea typeface="黑体" panose="02010609060101010101" pitchFamily="49" charset="-122"/>
                          </a:rPr>
                        </m:ctrlPr>
                      </m:sSubPr>
                      <m:e>
                        <m:r>
                          <a:rPr lang="en-US" altLang="zh-CN" b="1" i="1" smtClean="0">
                            <a:latin typeface="Cambria Math"/>
                            <a:ea typeface="黑体" panose="02010609060101010101" pitchFamily="49" charset="-122"/>
                          </a:rPr>
                          <m:t>𝑬</m:t>
                        </m:r>
                      </m:e>
                      <m:sub>
                        <m:r>
                          <a:rPr lang="en-US" altLang="zh-CN" b="1" i="1" smtClean="0">
                            <a:latin typeface="Cambria Math"/>
                            <a:ea typeface="黑体" panose="02010609060101010101" pitchFamily="49" charset="-122"/>
                          </a:rPr>
                          <m:t>𝒎𝒊𝒏</m:t>
                        </m:r>
                      </m:sub>
                    </m:sSub>
                  </m:oMath>
                </a14:m>
                <a:r>
                  <a:rPr lang="en-US" b="1" dirty="0" smtClean="0">
                    <a:latin typeface="Arial" panose="020B0604020202020204" pitchFamily="34" charset="0"/>
                    <a:ea typeface="黑体" panose="02010609060101010101" pitchFamily="49" charset="-122"/>
                    <a:cs typeface="Arial" panose="020B0604020202020204" pitchFamily="34" charset="0"/>
                  </a:rPr>
                  <a:t>)</a:t>
                </a:r>
                <a:br>
                  <a:rPr lang="en-US" b="1" dirty="0" smtClean="0">
                    <a:latin typeface="Arial" panose="020B0604020202020204" pitchFamily="34" charset="0"/>
                    <a:ea typeface="黑体" panose="02010609060101010101" pitchFamily="49" charset="-122"/>
                    <a:cs typeface="Arial" panose="020B0604020202020204" pitchFamily="34" charset="0"/>
                  </a:rPr>
                </a:br>
                <a:r>
                  <a:rPr lang="en-US" dirty="0" smtClean="0">
                    <a:latin typeface="Arial" panose="020B0604020202020204" pitchFamily="34" charset="0"/>
                    <a:ea typeface="黑体" panose="02010609060101010101" pitchFamily="49" charset="-122"/>
                    <a:cs typeface="Arial" panose="020B0604020202020204" pitchFamily="34" charset="0"/>
                  </a:rPr>
                  <a:t>smallest </a:t>
                </a:r>
                <a:r>
                  <a:rPr lang="en-US" dirty="0">
                    <a:latin typeface="Arial" panose="020B0604020202020204" pitchFamily="34" charset="0"/>
                    <a:ea typeface="黑体" panose="02010609060101010101" pitchFamily="49" charset="-122"/>
                    <a:cs typeface="Arial" panose="020B0604020202020204" pitchFamily="34" charset="0"/>
                  </a:rPr>
                  <a:t>value of a quantity (expressed in mass units) that may be applied to a load </a:t>
                </a:r>
                <a:r>
                  <a:rPr lang="en-US" dirty="0" smtClean="0">
                    <a:latin typeface="Arial" panose="020B0604020202020204" pitchFamily="34" charset="0"/>
                    <a:ea typeface="黑体" panose="02010609060101010101" pitchFamily="49" charset="-122"/>
                    <a:cs typeface="Arial" panose="020B0604020202020204" pitchFamily="34" charset="0"/>
                  </a:rPr>
                  <a:t>cell</a:t>
                </a:r>
              </a:p>
              <a:p>
                <a:pPr marL="361950" lvl="2" indent="0">
                  <a:spcAft>
                    <a:spcPts val="1200"/>
                  </a:spcAft>
                  <a:buNone/>
                </a:pPr>
                <a:r>
                  <a:rPr lang="zh-CN" altLang="en-US" dirty="0" smtClean="0">
                    <a:latin typeface="Arial" panose="020B0604020202020204" pitchFamily="34" charset="0"/>
                    <a:ea typeface="黑体" panose="02010609060101010101" pitchFamily="49" charset="-122"/>
                    <a:cs typeface="Arial" panose="020B0604020202020204" pitchFamily="34" charset="0"/>
                  </a:rPr>
                  <a:t>该术语不是最小称量，而是最小静载荷，如果性能能满足要求该值应尽可能小。衡器空载时传感器上的载荷值应大于该设计值。</a:t>
                </a:r>
                <a:endParaRPr lang="en-US" altLang="zh-CN" dirty="0" smtClean="0">
                  <a:latin typeface="Arial" panose="020B0604020202020204" pitchFamily="34" charset="0"/>
                  <a:ea typeface="黑体" panose="02010609060101010101" pitchFamily="49" charset="-122"/>
                  <a:cs typeface="Arial" panose="020B0604020202020204" pitchFamily="34" charset="0"/>
                </a:endParaRPr>
              </a:p>
              <a:p>
                <a:pPr marL="361950" indent="-361950">
                  <a:spcBef>
                    <a:spcPts val="0"/>
                  </a:spcBef>
                  <a:spcAft>
                    <a:spcPts val="1200"/>
                  </a:spcAft>
                </a:pPr>
                <a:r>
                  <a:rPr lang="en-US" b="1" dirty="0">
                    <a:latin typeface="Arial" panose="020B0604020202020204" pitchFamily="34" charset="0"/>
                    <a:ea typeface="黑体" panose="02010609060101010101" pitchFamily="49" charset="-122"/>
                    <a:cs typeface="Arial" panose="020B0604020202020204" pitchFamily="34" charset="0"/>
                  </a:rPr>
                  <a:t>maximum load of the measuring range </a:t>
                </a:r>
                <a:r>
                  <a:rPr lang="en-US" b="1" dirty="0" smtClean="0">
                    <a:latin typeface="Arial" panose="020B0604020202020204" pitchFamily="34" charset="0"/>
                    <a:ea typeface="黑体" panose="02010609060101010101" pitchFamily="49" charset="-122"/>
                    <a:cs typeface="Arial" panose="020B0604020202020204" pitchFamily="34" charset="0"/>
                  </a:rPr>
                  <a:t>(</a:t>
                </a:r>
                <a14:m>
                  <m:oMath xmlns:m="http://schemas.openxmlformats.org/officeDocument/2006/math">
                    <m:sSub>
                      <m:sSubPr>
                        <m:ctrlPr>
                          <a:rPr lang="en-US" altLang="zh-CN" b="1" i="1" smtClean="0">
                            <a:latin typeface="Cambria Math"/>
                            <a:ea typeface="黑体" panose="02010609060101010101" pitchFamily="49" charset="-122"/>
                            <a:cs typeface="Arial" panose="020B0604020202020204" pitchFamily="34" charset="0"/>
                          </a:rPr>
                        </m:ctrlPr>
                      </m:sSubPr>
                      <m:e>
                        <m:r>
                          <a:rPr lang="en-US" altLang="zh-CN" b="1" i="1" smtClean="0">
                            <a:latin typeface="Cambria Math"/>
                            <a:ea typeface="黑体" panose="02010609060101010101" pitchFamily="49" charset="-122"/>
                            <a:cs typeface="Arial" panose="020B0604020202020204" pitchFamily="34" charset="0"/>
                          </a:rPr>
                          <m:t>𝑫</m:t>
                        </m:r>
                      </m:e>
                      <m:sub>
                        <m:r>
                          <a:rPr lang="en-US" altLang="zh-CN" b="1" i="1" smtClean="0">
                            <a:latin typeface="Cambria Math"/>
                            <a:ea typeface="黑体" panose="02010609060101010101" pitchFamily="49" charset="-122"/>
                            <a:cs typeface="Arial" panose="020B0604020202020204" pitchFamily="34" charset="0"/>
                          </a:rPr>
                          <m:t>𝒎𝒂𝒙</m:t>
                        </m:r>
                      </m:sub>
                    </m:sSub>
                  </m:oMath>
                </a14:m>
                <a:r>
                  <a:rPr lang="en-US" b="1" dirty="0" smtClean="0">
                    <a:latin typeface="Arial" panose="020B0604020202020204" pitchFamily="34" charset="0"/>
                    <a:ea typeface="黑体" panose="02010609060101010101" pitchFamily="49" charset="-122"/>
                    <a:cs typeface="Arial" panose="020B0604020202020204" pitchFamily="34" charset="0"/>
                  </a:rPr>
                  <a:t>)</a:t>
                </a:r>
                <a:br>
                  <a:rPr lang="en-US" b="1" dirty="0" smtClean="0">
                    <a:latin typeface="Arial" panose="020B0604020202020204" pitchFamily="34" charset="0"/>
                    <a:ea typeface="黑体" panose="02010609060101010101" pitchFamily="49" charset="-122"/>
                    <a:cs typeface="Arial" panose="020B0604020202020204" pitchFamily="34" charset="0"/>
                  </a:rPr>
                </a:br>
                <a:r>
                  <a:rPr lang="en-US" dirty="0" smtClean="0">
                    <a:latin typeface="Arial" panose="020B0604020202020204" pitchFamily="34" charset="0"/>
                    <a:ea typeface="黑体" panose="02010609060101010101" pitchFamily="49" charset="-122"/>
                    <a:cs typeface="Arial" panose="020B0604020202020204" pitchFamily="34" charset="0"/>
                  </a:rPr>
                  <a:t>largest </a:t>
                </a:r>
                <a:r>
                  <a:rPr lang="en-US" dirty="0">
                    <a:latin typeface="Arial" panose="020B0604020202020204" pitchFamily="34" charset="0"/>
                    <a:ea typeface="黑体" panose="02010609060101010101" pitchFamily="49" charset="-122"/>
                    <a:cs typeface="Arial" panose="020B0604020202020204" pitchFamily="34" charset="0"/>
                  </a:rPr>
                  <a:t>value of a quantity expressed in units of mass which can be introduced to a load cell under </a:t>
                </a:r>
                <a:r>
                  <a:rPr lang="en-US" dirty="0" smtClean="0">
                    <a:latin typeface="Arial" panose="020B0604020202020204" pitchFamily="34" charset="0"/>
                    <a:ea typeface="黑体" panose="02010609060101010101" pitchFamily="49" charset="-122"/>
                    <a:cs typeface="Arial" panose="020B0604020202020204" pitchFamily="34" charset="0"/>
                  </a:rPr>
                  <a:t>test</a:t>
                </a:r>
              </a:p>
              <a:p>
                <a:pPr marL="361950" lvl="2" indent="0">
                  <a:spcAft>
                    <a:spcPts val="1200"/>
                  </a:spcAft>
                  <a:buNone/>
                </a:pPr>
                <a:r>
                  <a:rPr lang="zh-CN" altLang="en-US" dirty="0" smtClean="0">
                    <a:latin typeface="Arial" panose="020B0604020202020204" pitchFamily="34" charset="0"/>
                    <a:ea typeface="黑体" panose="02010609060101010101" pitchFamily="49" charset="-122"/>
                    <a:cs typeface="Arial" panose="020B0604020202020204" pitchFamily="34" charset="0"/>
                  </a:rPr>
                  <a:t>传感器计量性能评价的最大试验载荷，</a:t>
                </a:r>
                <a14:m>
                  <m:oMath xmlns:m="http://schemas.openxmlformats.org/officeDocument/2006/math">
                    <m:sSub>
                      <m:sSubPr>
                        <m:ctrlPr>
                          <a:rPr lang="en-US" altLang="zh-CN" i="1" smtClean="0">
                            <a:latin typeface="Cambria Math"/>
                            <a:ea typeface="黑体" panose="02010609060101010101" pitchFamily="49" charset="-122"/>
                            <a:cs typeface="Arial" panose="020B0604020202020204" pitchFamily="34" charset="0"/>
                          </a:rPr>
                        </m:ctrlPr>
                      </m:sSubPr>
                      <m:e>
                        <m:sSub>
                          <m:sSubPr>
                            <m:ctrlPr>
                              <a:rPr lang="en-US" altLang="zh-CN" i="1" smtClean="0">
                                <a:latin typeface="Cambria Math"/>
                                <a:ea typeface="黑体" panose="02010609060101010101" pitchFamily="49" charset="-122"/>
                                <a:cs typeface="Arial" panose="020B0604020202020204" pitchFamily="34" charset="0"/>
                              </a:rPr>
                            </m:ctrlPr>
                          </m:sSubPr>
                          <m:e>
                            <m:r>
                              <a:rPr lang="en-US" altLang="zh-CN" b="0" i="1" smtClean="0">
                                <a:latin typeface="Cambria Math"/>
                                <a:ea typeface="黑体" panose="02010609060101010101" pitchFamily="49" charset="-122"/>
                                <a:cs typeface="Arial" panose="020B0604020202020204" pitchFamily="34" charset="0"/>
                              </a:rPr>
                              <m:t>𝐸</m:t>
                            </m:r>
                          </m:e>
                          <m:sub>
                            <m:r>
                              <a:rPr lang="en-US" altLang="zh-CN" b="0" i="1" smtClean="0">
                                <a:latin typeface="Cambria Math"/>
                                <a:ea typeface="黑体" panose="02010609060101010101" pitchFamily="49" charset="-122"/>
                                <a:cs typeface="Arial" panose="020B0604020202020204" pitchFamily="34" charset="0"/>
                              </a:rPr>
                              <m:t>𝑚𝑎𝑥</m:t>
                            </m:r>
                          </m:sub>
                        </m:sSub>
                        <m:r>
                          <a:rPr lang="en-US" altLang="zh-CN" i="1" smtClean="0">
                            <a:latin typeface="Cambria Math"/>
                            <a:ea typeface="Cambria Math"/>
                            <a:cs typeface="Arial" panose="020B0604020202020204" pitchFamily="34" charset="0"/>
                          </a:rPr>
                          <m:t>≥</m:t>
                        </m:r>
                        <m:r>
                          <a:rPr lang="en-US" altLang="zh-CN" b="0" i="1" smtClean="0">
                            <a:latin typeface="Cambria Math"/>
                            <a:ea typeface="黑体" panose="02010609060101010101" pitchFamily="49" charset="-122"/>
                            <a:cs typeface="Arial" panose="020B0604020202020204" pitchFamily="34" charset="0"/>
                          </a:rPr>
                          <m:t>𝐷</m:t>
                        </m:r>
                      </m:e>
                      <m:sub>
                        <m:r>
                          <a:rPr lang="en-US" altLang="zh-CN" b="0" i="1" smtClean="0">
                            <a:latin typeface="Cambria Math"/>
                            <a:ea typeface="黑体" panose="02010609060101010101" pitchFamily="49" charset="-122"/>
                            <a:cs typeface="Arial" panose="020B0604020202020204" pitchFamily="34" charset="0"/>
                          </a:rPr>
                          <m:t>𝑚𝑎𝑥</m:t>
                        </m:r>
                      </m:sub>
                    </m:sSub>
                    <m:r>
                      <a:rPr lang="zh-CN" altLang="en-US" i="1" smtClean="0">
                        <a:latin typeface="Cambria Math"/>
                        <a:ea typeface="黑体" panose="02010609060101010101" pitchFamily="49" charset="-122"/>
                        <a:cs typeface="Arial" panose="020B0604020202020204" pitchFamily="34" charset="0"/>
                      </a:rPr>
                      <m:t>≥</m:t>
                    </m:r>
                    <m:r>
                      <a:rPr lang="en-US" altLang="zh-CN" b="0" i="1" smtClean="0">
                        <a:latin typeface="Cambria Math"/>
                        <a:ea typeface="黑体" panose="02010609060101010101" pitchFamily="49" charset="-122"/>
                        <a:cs typeface="Arial" panose="020B0604020202020204" pitchFamily="34" charset="0"/>
                      </a:rPr>
                      <m:t>0.9</m:t>
                    </m:r>
                    <m:sSub>
                      <m:sSubPr>
                        <m:ctrlPr>
                          <a:rPr lang="en-US" altLang="zh-CN" b="0" i="1" smtClean="0">
                            <a:latin typeface="Cambria Math"/>
                            <a:ea typeface="黑体" panose="02010609060101010101" pitchFamily="49" charset="-122"/>
                            <a:cs typeface="Arial" panose="020B0604020202020204" pitchFamily="34" charset="0"/>
                          </a:rPr>
                        </m:ctrlPr>
                      </m:sSubPr>
                      <m:e>
                        <m:r>
                          <a:rPr lang="en-US" altLang="zh-CN" b="0" i="1" smtClean="0">
                            <a:latin typeface="Cambria Math"/>
                            <a:ea typeface="黑体" panose="02010609060101010101" pitchFamily="49" charset="-122"/>
                            <a:cs typeface="Arial" panose="020B0604020202020204" pitchFamily="34" charset="0"/>
                          </a:rPr>
                          <m:t>𝐸</m:t>
                        </m:r>
                      </m:e>
                      <m:sub>
                        <m:r>
                          <a:rPr lang="en-US" altLang="zh-CN" b="0" i="1" smtClean="0">
                            <a:latin typeface="Cambria Math"/>
                            <a:ea typeface="黑体" panose="02010609060101010101" pitchFamily="49" charset="-122"/>
                            <a:cs typeface="Arial" panose="020B0604020202020204" pitchFamily="34" charset="0"/>
                          </a:rPr>
                          <m:t>𝑚𝑎𝑥</m:t>
                        </m:r>
                      </m:sub>
                    </m:sSub>
                  </m:oMath>
                </a14:m>
                <a:endParaRPr lang="en-US" dirty="0" smtClean="0">
                  <a:latin typeface="Arial" panose="020B0604020202020204" pitchFamily="34" charset="0"/>
                  <a:ea typeface="黑体" panose="02010609060101010101" pitchFamily="49" charset="-122"/>
                  <a:cs typeface="Arial" panose="020B0604020202020204" pitchFamily="34" charset="0"/>
                </a:endParaRPr>
              </a:p>
              <a:p>
                <a:pPr marL="361950" indent="-361950">
                  <a:spcBef>
                    <a:spcPts val="0"/>
                  </a:spcBef>
                  <a:spcAft>
                    <a:spcPts val="1200"/>
                  </a:spcAft>
                </a:pPr>
                <a:r>
                  <a:rPr lang="en-US" b="1" dirty="0" smtClean="0">
                    <a:latin typeface="Arial" panose="020B0604020202020204" pitchFamily="34" charset="0"/>
                    <a:ea typeface="黑体" panose="02010609060101010101" pitchFamily="49" charset="-122"/>
                    <a:cs typeface="Arial" panose="020B0604020202020204" pitchFamily="34" charset="0"/>
                  </a:rPr>
                  <a:t>minimum load of the measuring range </a:t>
                </a:r>
                <a:br>
                  <a:rPr lang="en-US" b="1" dirty="0" smtClean="0">
                    <a:latin typeface="Arial" panose="020B0604020202020204" pitchFamily="34" charset="0"/>
                    <a:ea typeface="黑体" panose="02010609060101010101" pitchFamily="49" charset="-122"/>
                    <a:cs typeface="Arial" panose="020B0604020202020204" pitchFamily="34" charset="0"/>
                  </a:rPr>
                </a:br>
                <a:r>
                  <a:rPr lang="en-US" dirty="0" smtClean="0">
                    <a:latin typeface="Arial" panose="020B0604020202020204" pitchFamily="34" charset="0"/>
                    <a:ea typeface="黑体" panose="02010609060101010101" pitchFamily="49" charset="-122"/>
                    <a:cs typeface="Arial" panose="020B0604020202020204" pitchFamily="34" charset="0"/>
                  </a:rPr>
                  <a:t>smallest </a:t>
                </a:r>
                <a:r>
                  <a:rPr lang="en-US" dirty="0">
                    <a:latin typeface="Arial" panose="020B0604020202020204" pitchFamily="34" charset="0"/>
                    <a:ea typeface="黑体" panose="02010609060101010101" pitchFamily="49" charset="-122"/>
                    <a:cs typeface="Arial" panose="020B0604020202020204" pitchFamily="34" charset="0"/>
                  </a:rPr>
                  <a:t>value of a quantity expressed in units of mass, applied to a load cell under </a:t>
                </a:r>
                <a:r>
                  <a:rPr lang="en-US" dirty="0" smtClean="0">
                    <a:latin typeface="Arial" panose="020B0604020202020204" pitchFamily="34" charset="0"/>
                    <a:ea typeface="黑体" panose="02010609060101010101" pitchFamily="49" charset="-122"/>
                    <a:cs typeface="Arial" panose="020B0604020202020204" pitchFamily="34" charset="0"/>
                  </a:rPr>
                  <a:t>test</a:t>
                </a:r>
              </a:p>
              <a:p>
                <a:pPr marL="361950" lvl="2" indent="0">
                  <a:spcAft>
                    <a:spcPts val="1200"/>
                  </a:spcAft>
                  <a:buNone/>
                </a:pPr>
                <a:r>
                  <a:rPr lang="zh-CN" altLang="en-US" dirty="0">
                    <a:latin typeface="Arial" panose="020B0604020202020204" pitchFamily="34" charset="0"/>
                    <a:ea typeface="黑体" panose="02010609060101010101" pitchFamily="49" charset="-122"/>
                    <a:cs typeface="Arial" panose="020B0604020202020204" pitchFamily="34" charset="0"/>
                  </a:rPr>
                  <a:t>传感器计量性能评价的</a:t>
                </a:r>
                <a:r>
                  <a:rPr lang="zh-CN" altLang="en-US" dirty="0" smtClean="0">
                    <a:latin typeface="Arial" panose="020B0604020202020204" pitchFamily="34" charset="0"/>
                    <a:ea typeface="黑体" panose="02010609060101010101" pitchFamily="49" charset="-122"/>
                    <a:cs typeface="Arial" panose="020B0604020202020204" pitchFamily="34" charset="0"/>
                  </a:rPr>
                  <a:t>最</a:t>
                </a:r>
                <a:r>
                  <a:rPr lang="zh-CN" altLang="en-US" dirty="0">
                    <a:latin typeface="Arial" panose="020B0604020202020204" pitchFamily="34" charset="0"/>
                    <a:ea typeface="黑体" panose="02010609060101010101" pitchFamily="49" charset="-122"/>
                    <a:cs typeface="Arial" panose="020B0604020202020204" pitchFamily="34" charset="0"/>
                  </a:rPr>
                  <a:t>小</a:t>
                </a:r>
                <a:r>
                  <a:rPr lang="zh-CN" altLang="en-US" dirty="0" smtClean="0">
                    <a:latin typeface="Arial" panose="020B0604020202020204" pitchFamily="34" charset="0"/>
                    <a:ea typeface="黑体" panose="02010609060101010101" pitchFamily="49" charset="-122"/>
                    <a:cs typeface="Arial" panose="020B0604020202020204" pitchFamily="34" charset="0"/>
                  </a:rPr>
                  <a:t>试验</a:t>
                </a:r>
                <a:r>
                  <a:rPr lang="zh-CN" altLang="en-US" dirty="0">
                    <a:latin typeface="Arial" panose="020B0604020202020204" pitchFamily="34" charset="0"/>
                    <a:ea typeface="黑体" panose="02010609060101010101" pitchFamily="49" charset="-122"/>
                    <a:cs typeface="Arial" panose="020B0604020202020204" pitchFamily="34" charset="0"/>
                  </a:rPr>
                  <a:t>载荷，</a:t>
                </a:r>
                <a:r>
                  <a:rPr lang="zh-CN" altLang="en-US" dirty="0">
                    <a:ea typeface="黑体" panose="02010609060101010101" pitchFamily="49" charset="-122"/>
                    <a:cs typeface="Arial" panose="020B0604020202020204" pitchFamily="34" charset="0"/>
                  </a:rPr>
                  <a:t> </a:t>
                </a:r>
                <a14:m>
                  <m:oMath xmlns:m="http://schemas.openxmlformats.org/officeDocument/2006/math">
                    <m:sSub>
                      <m:sSubPr>
                        <m:ctrlPr>
                          <a:rPr lang="en-US" altLang="zh-CN" i="1" smtClean="0">
                            <a:latin typeface="Cambria Math"/>
                            <a:ea typeface="Cambria Math"/>
                            <a:cs typeface="Arial" panose="020B0604020202020204" pitchFamily="34" charset="0"/>
                          </a:rPr>
                        </m:ctrlPr>
                      </m:sSubPr>
                      <m:e>
                        <m:sSub>
                          <m:sSubPr>
                            <m:ctrlPr>
                              <a:rPr lang="en-US" altLang="zh-CN" i="1" smtClean="0">
                                <a:latin typeface="Cambria Math"/>
                                <a:ea typeface="Cambria Math"/>
                                <a:cs typeface="Arial" panose="020B0604020202020204" pitchFamily="34" charset="0"/>
                              </a:rPr>
                            </m:ctrlPr>
                          </m:sSubPr>
                          <m:e>
                            <m:r>
                              <a:rPr lang="en-US" altLang="zh-CN" b="0" i="1" smtClean="0">
                                <a:latin typeface="Cambria Math"/>
                                <a:ea typeface="Cambria Math"/>
                                <a:cs typeface="Arial" panose="020B0604020202020204" pitchFamily="34" charset="0"/>
                              </a:rPr>
                              <m:t>𝐸</m:t>
                            </m:r>
                          </m:e>
                          <m:sub>
                            <m:r>
                              <a:rPr lang="en-US" altLang="zh-CN" b="0" i="1" smtClean="0">
                                <a:latin typeface="Cambria Math"/>
                                <a:ea typeface="Cambria Math"/>
                                <a:cs typeface="Arial" panose="020B0604020202020204" pitchFamily="34" charset="0"/>
                              </a:rPr>
                              <m:t>𝑚𝑖𝑛</m:t>
                            </m:r>
                          </m:sub>
                        </m:sSub>
                        <m:r>
                          <a:rPr lang="en-US" altLang="zh-CN" i="1" smtClean="0">
                            <a:latin typeface="Cambria Math"/>
                            <a:ea typeface="Cambria Math"/>
                            <a:cs typeface="Arial" panose="020B0604020202020204" pitchFamily="34" charset="0"/>
                          </a:rPr>
                          <m:t>≤</m:t>
                        </m:r>
                        <m:r>
                          <a:rPr lang="en-US" altLang="zh-CN" b="0" i="1" smtClean="0">
                            <a:latin typeface="Cambria Math"/>
                            <a:ea typeface="Cambria Math"/>
                            <a:cs typeface="Arial" panose="020B0604020202020204" pitchFamily="34" charset="0"/>
                          </a:rPr>
                          <m:t>𝐷</m:t>
                        </m:r>
                      </m:e>
                      <m:sub>
                        <m:r>
                          <a:rPr lang="en-US" altLang="zh-CN" b="0" i="1" smtClean="0">
                            <a:latin typeface="Cambria Math"/>
                            <a:ea typeface="Cambria Math"/>
                            <a:cs typeface="Arial" panose="020B0604020202020204" pitchFamily="34" charset="0"/>
                          </a:rPr>
                          <m:t>𝑚𝑖𝑛</m:t>
                        </m:r>
                      </m:sub>
                    </m:sSub>
                    <m:r>
                      <a:rPr lang="en-US" altLang="zh-CN" i="1" smtClean="0">
                        <a:latin typeface="Cambria Math"/>
                        <a:ea typeface="Cambria Math"/>
                        <a:cs typeface="Arial" panose="020B0604020202020204" pitchFamily="34" charset="0"/>
                      </a:rPr>
                      <m:t>≤</m:t>
                    </m:r>
                    <m:r>
                      <a:rPr lang="en-US" altLang="zh-CN" i="1">
                        <a:latin typeface="Cambria Math"/>
                        <a:ea typeface="黑体" panose="02010609060101010101" pitchFamily="49" charset="-122"/>
                        <a:cs typeface="Arial" panose="020B0604020202020204" pitchFamily="34" charset="0"/>
                      </a:rPr>
                      <m:t>0.</m:t>
                    </m:r>
                    <m:r>
                      <a:rPr lang="en-US" altLang="zh-CN" b="0" i="1" smtClean="0">
                        <a:latin typeface="Cambria Math"/>
                        <a:ea typeface="黑体" panose="02010609060101010101" pitchFamily="49" charset="-122"/>
                        <a:cs typeface="Arial" panose="020B0604020202020204" pitchFamily="34" charset="0"/>
                      </a:rPr>
                      <m:t>1</m:t>
                    </m:r>
                    <m:sSub>
                      <m:sSubPr>
                        <m:ctrlPr>
                          <a:rPr lang="en-US" altLang="zh-CN" i="1">
                            <a:latin typeface="Cambria Math"/>
                            <a:ea typeface="黑体" panose="02010609060101010101" pitchFamily="49" charset="-122"/>
                            <a:cs typeface="Arial" panose="020B0604020202020204" pitchFamily="34" charset="0"/>
                          </a:rPr>
                        </m:ctrlPr>
                      </m:sSubPr>
                      <m:e>
                        <m:r>
                          <a:rPr lang="en-US" altLang="zh-CN" i="1">
                            <a:latin typeface="Cambria Math"/>
                            <a:ea typeface="黑体" panose="02010609060101010101" pitchFamily="49" charset="-122"/>
                            <a:cs typeface="Arial" panose="020B0604020202020204" pitchFamily="34" charset="0"/>
                          </a:rPr>
                          <m:t>𝐸</m:t>
                        </m:r>
                      </m:e>
                      <m:sub>
                        <m:r>
                          <a:rPr lang="en-US" altLang="zh-CN" b="0" i="1" smtClean="0">
                            <a:latin typeface="Cambria Math"/>
                            <a:ea typeface="黑体" panose="02010609060101010101" pitchFamily="49" charset="-122"/>
                            <a:cs typeface="Arial" panose="020B0604020202020204" pitchFamily="34" charset="0"/>
                          </a:rPr>
                          <m:t>𝑚𝑎𝑥</m:t>
                        </m:r>
                      </m:sub>
                    </m:sSub>
                  </m:oMath>
                </a14:m>
                <a:endParaRPr lang="en-US" dirty="0" smtClean="0">
                  <a:latin typeface="Arial" panose="020B0604020202020204" pitchFamily="34" charset="0"/>
                  <a:ea typeface="黑体" panose="02010609060101010101" pitchFamily="49" charset="-122"/>
                  <a:cs typeface="Arial" panose="020B0604020202020204" pitchFamily="34" charset="0"/>
                </a:endParaRPr>
              </a:p>
              <a:p>
                <a:pPr marL="361950" lvl="2" indent="0">
                  <a:spcAft>
                    <a:spcPts val="1200"/>
                  </a:spcAft>
                  <a:buNone/>
                </a:pPr>
                <a:r>
                  <a:rPr lang="zh-CN" altLang="en-US" dirty="0" smtClean="0">
                    <a:latin typeface="Arial" panose="020B0604020202020204" pitchFamily="34" charset="0"/>
                    <a:ea typeface="黑体" panose="02010609060101010101" pitchFamily="49" charset="-122"/>
                    <a:cs typeface="Arial" panose="020B0604020202020204" pitchFamily="34" charset="0"/>
                  </a:rPr>
                  <a:t>该表达式隐含了 </a:t>
                </a:r>
                <a14:m>
                  <m:oMath xmlns:m="http://schemas.openxmlformats.org/officeDocument/2006/math">
                    <m:sSub>
                      <m:sSubPr>
                        <m:ctrlPr>
                          <a:rPr lang="en-US" altLang="zh-CN" i="1" smtClean="0">
                            <a:latin typeface="Cambria Math"/>
                            <a:ea typeface="黑体" panose="02010609060101010101" pitchFamily="49" charset="-122"/>
                            <a:cs typeface="Arial" panose="020B0604020202020204" pitchFamily="34" charset="0"/>
                          </a:rPr>
                        </m:ctrlPr>
                      </m:sSubPr>
                      <m:e>
                        <m:r>
                          <a:rPr lang="en-US" altLang="zh-CN" b="0" i="1" smtClean="0">
                            <a:latin typeface="Cambria Math"/>
                            <a:ea typeface="黑体" panose="02010609060101010101" pitchFamily="49" charset="-122"/>
                            <a:cs typeface="Arial" panose="020B0604020202020204" pitchFamily="34" charset="0"/>
                          </a:rPr>
                          <m:t>𝐸</m:t>
                        </m:r>
                      </m:e>
                      <m:sub>
                        <m:r>
                          <a:rPr lang="en-US" altLang="zh-CN" b="0" i="1" smtClean="0">
                            <a:latin typeface="Cambria Math"/>
                            <a:ea typeface="黑体" panose="02010609060101010101" pitchFamily="49" charset="-122"/>
                            <a:cs typeface="Arial" panose="020B0604020202020204" pitchFamily="34" charset="0"/>
                          </a:rPr>
                          <m:t>𝑚𝑖𝑛</m:t>
                        </m:r>
                      </m:sub>
                    </m:sSub>
                    <m:r>
                      <a:rPr lang="en-US" altLang="zh-CN" i="1" smtClean="0">
                        <a:latin typeface="Cambria Math"/>
                        <a:ea typeface="Cambria Math"/>
                        <a:cs typeface="Arial" panose="020B0604020202020204" pitchFamily="34" charset="0"/>
                      </a:rPr>
                      <m:t>≤</m:t>
                    </m:r>
                    <m:r>
                      <a:rPr lang="en-US" altLang="zh-CN" b="0" i="1" smtClean="0">
                        <a:latin typeface="Cambria Math"/>
                        <a:ea typeface="Cambria Math"/>
                        <a:cs typeface="Arial" panose="020B0604020202020204" pitchFamily="34" charset="0"/>
                      </a:rPr>
                      <m:t>0.1</m:t>
                    </m:r>
                    <m:sSub>
                      <m:sSubPr>
                        <m:ctrlPr>
                          <a:rPr lang="en-US" altLang="zh-CN" b="0" i="1" smtClean="0">
                            <a:latin typeface="Cambria Math"/>
                            <a:ea typeface="Cambria Math"/>
                            <a:cs typeface="Arial" panose="020B0604020202020204" pitchFamily="34" charset="0"/>
                          </a:rPr>
                        </m:ctrlPr>
                      </m:sSubPr>
                      <m:e>
                        <m:r>
                          <a:rPr lang="en-US" altLang="zh-CN" b="0" i="1" smtClean="0">
                            <a:latin typeface="Cambria Math"/>
                            <a:ea typeface="Cambria Math"/>
                            <a:cs typeface="Arial" panose="020B0604020202020204" pitchFamily="34" charset="0"/>
                          </a:rPr>
                          <m:t>𝐸</m:t>
                        </m:r>
                      </m:e>
                      <m:sub>
                        <m:r>
                          <a:rPr lang="en-US" altLang="zh-CN" b="0" i="1" smtClean="0">
                            <a:latin typeface="Cambria Math"/>
                            <a:ea typeface="Cambria Math"/>
                            <a:cs typeface="Arial" panose="020B0604020202020204" pitchFamily="34" charset="0"/>
                          </a:rPr>
                          <m:t>𝑚𝑎𝑥</m:t>
                        </m:r>
                      </m:sub>
                    </m:sSub>
                  </m:oMath>
                </a14:m>
                <a:r>
                  <a:rPr lang="zh-CN" altLang="en-US" dirty="0" smtClean="0">
                    <a:latin typeface="Arial" panose="020B0604020202020204" pitchFamily="34" charset="0"/>
                    <a:ea typeface="黑体" panose="02010609060101010101" pitchFamily="49" charset="-122"/>
                    <a:cs typeface="Arial" panose="020B0604020202020204" pitchFamily="34" charset="0"/>
                  </a:rPr>
                  <a:t>，传感器应有</a:t>
                </a:r>
                <a:r>
                  <a:rPr lang="en-US" altLang="zh-CN" dirty="0" smtClean="0">
                    <a:latin typeface="Arial" panose="020B0604020202020204" pitchFamily="34" charset="0"/>
                    <a:ea typeface="黑体" panose="02010609060101010101" pitchFamily="49" charset="-122"/>
                    <a:cs typeface="Arial" panose="020B0604020202020204" pitchFamily="34" charset="0"/>
                  </a:rPr>
                  <a:t>90%</a:t>
                </a:r>
                <a14:m>
                  <m:oMath xmlns:m="http://schemas.openxmlformats.org/officeDocument/2006/math">
                    <m:sSub>
                      <m:sSubPr>
                        <m:ctrlPr>
                          <a:rPr lang="en-US" altLang="zh-CN" i="1" smtClean="0">
                            <a:latin typeface="Cambria Math"/>
                            <a:ea typeface="黑体" panose="02010609060101010101" pitchFamily="49" charset="-122"/>
                            <a:cs typeface="Arial" panose="020B0604020202020204" pitchFamily="34" charset="0"/>
                          </a:rPr>
                        </m:ctrlPr>
                      </m:sSubPr>
                      <m:e>
                        <m:r>
                          <a:rPr lang="en-US" altLang="zh-CN" b="0" i="1" smtClean="0">
                            <a:latin typeface="Cambria Math"/>
                            <a:ea typeface="黑体" panose="02010609060101010101" pitchFamily="49" charset="-122"/>
                            <a:cs typeface="Arial" panose="020B0604020202020204" pitchFamily="34" charset="0"/>
                          </a:rPr>
                          <m:t>𝐸</m:t>
                        </m:r>
                      </m:e>
                      <m:sub>
                        <m:r>
                          <a:rPr lang="en-US" altLang="zh-CN" b="0" i="1" smtClean="0">
                            <a:latin typeface="Cambria Math"/>
                            <a:ea typeface="黑体" panose="02010609060101010101" pitchFamily="49" charset="-122"/>
                            <a:cs typeface="Arial" panose="020B0604020202020204" pitchFamily="34" charset="0"/>
                          </a:rPr>
                          <m:t>𝑚𝑎𝑥</m:t>
                        </m:r>
                      </m:sub>
                    </m:sSub>
                  </m:oMath>
                </a14:m>
                <a:r>
                  <a:rPr lang="zh-CN" altLang="en-US" dirty="0" smtClean="0">
                    <a:latin typeface="Arial" panose="020B0604020202020204" pitchFamily="34" charset="0"/>
                    <a:ea typeface="黑体" panose="02010609060101010101" pitchFamily="49" charset="-122"/>
                    <a:cs typeface="Arial" panose="020B0604020202020204" pitchFamily="34" charset="0"/>
                  </a:rPr>
                  <a:t>的可使用范围</a:t>
                </a:r>
                <a:endParaRPr lang="en-US" dirty="0" smtClean="0">
                  <a:latin typeface="Arial" panose="020B0604020202020204" pitchFamily="34" charset="0"/>
                  <a:ea typeface="黑体" panose="02010609060101010101" pitchFamily="49" charset="-122"/>
                  <a:cs typeface="Arial" panose="020B0604020202020204" pitchFamily="34" charset="0"/>
                </a:endParaRPr>
              </a:p>
              <a:p>
                <a:pPr marL="179387" lvl="1" indent="0">
                  <a:spcAft>
                    <a:spcPts val="600"/>
                  </a:spcAft>
                  <a:buNone/>
                </a:pPr>
                <a:endParaRPr lang="en-US" dirty="0" smtClean="0">
                  <a:latin typeface="Arial" panose="020B0604020202020204" pitchFamily="34" charset="0"/>
                  <a:ea typeface="黑体" panose="02010609060101010101" pitchFamily="49" charset="-122"/>
                  <a:cs typeface="Arial" panose="020B0604020202020204" pitchFamily="34" charset="0"/>
                </a:endParaRPr>
              </a:p>
              <a:p>
                <a:pPr marL="179387" lvl="1" indent="0">
                  <a:spcAft>
                    <a:spcPts val="600"/>
                  </a:spcAft>
                  <a:buNone/>
                </a:pPr>
                <a:endParaRPr lang="en-US" dirty="0" smtClean="0">
                  <a:latin typeface="Arial" panose="020B0604020202020204" pitchFamily="34" charset="0"/>
                  <a:ea typeface="黑体" panose="02010609060101010101" pitchFamily="49" charset="-122"/>
                  <a:cs typeface="Arial" panose="020B0604020202020204" pitchFamily="34" charset="0"/>
                </a:endParaRPr>
              </a:p>
            </p:txBody>
          </p:sp>
        </mc:Choice>
        <mc:Fallback xmlns="">
          <p:sp>
            <p:nvSpPr>
              <p:cNvPr id="4" name="Content Placeholder 3"/>
              <p:cNvSpPr>
                <a:spLocks noGrp="1" noRot="1" noChangeAspect="1" noMove="1" noResize="1" noEditPoints="1" noAdjustHandles="1" noChangeArrowheads="1" noChangeShapeType="1" noTextEdit="1"/>
              </p:cNvSpPr>
              <p:nvPr>
                <p:ph idx="1"/>
              </p:nvPr>
            </p:nvSpPr>
            <p:spPr>
              <a:xfrm>
                <a:off x="395288" y="958645"/>
                <a:ext cx="8352712" cy="5423105"/>
              </a:xfrm>
              <a:blipFill rotWithShape="1">
                <a:blip r:embed="rId3"/>
                <a:stretch>
                  <a:fillRect l="-1533" t="-1236" r="-657"/>
                </a:stretch>
              </a:blipFill>
            </p:spPr>
            <p:txBody>
              <a:bodyPr/>
              <a:lstStyle/>
              <a:p>
                <a:r>
                  <a:rPr lang="zh-CN" altLang="en-US">
                    <a:noFill/>
                  </a:rPr>
                  <a:t> </a:t>
                </a:r>
              </a:p>
            </p:txBody>
          </p:sp>
        </mc:Fallback>
      </mc:AlternateContent>
      <p:sp>
        <p:nvSpPr>
          <p:cNvPr id="11" name="Footer Placeholder 10"/>
          <p:cNvSpPr>
            <a:spLocks noGrp="1"/>
          </p:cNvSpPr>
          <p:nvPr>
            <p:ph type="ftr" sz="quarter" idx="101"/>
          </p:nvPr>
        </p:nvSpPr>
        <p:spPr/>
        <p:txBody>
          <a:bodyPr/>
          <a:lstStyle/>
          <a:p>
            <a:r>
              <a:rPr lang="en-US" smtClean="0"/>
              <a:t>For internal use - Confidential</a:t>
            </a:r>
            <a:endParaRPr lang="en-US" dirty="0"/>
          </a:p>
        </p:txBody>
      </p:sp>
      <p:sp>
        <p:nvSpPr>
          <p:cNvPr id="12" name="Slide Number Placeholder 11"/>
          <p:cNvSpPr>
            <a:spLocks noGrp="1"/>
          </p:cNvSpPr>
          <p:nvPr>
            <p:ph type="sldNum" sz="quarter" idx="100"/>
          </p:nvPr>
        </p:nvSpPr>
        <p:spPr/>
        <p:txBody>
          <a:bodyPr/>
          <a:lstStyle/>
          <a:p>
            <a:fld id="{2B2B68EE-DD1E-4368-AFCE-24A50EC7BF18}" type="slidenum">
              <a:rPr lang="en-US" smtClean="0"/>
              <a:pPr/>
              <a:t>16</a:t>
            </a:fld>
            <a:endParaRPr lang="en-US" dirty="0"/>
          </a:p>
        </p:txBody>
      </p:sp>
    </p:spTree>
    <p:extLst>
      <p:ext uri="{BB962C8B-B14F-4D97-AF65-F5344CB8AC3E}">
        <p14:creationId xmlns:p14="http://schemas.microsoft.com/office/powerpoint/2010/main" val="533306857"/>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zh-CN" altLang="en-US" dirty="0" smtClean="0">
                <a:latin typeface="黑体" panose="02010609060101010101" pitchFamily="49" charset="-122"/>
                <a:ea typeface="黑体" panose="02010609060101010101" pitchFamily="49" charset="-122"/>
              </a:rPr>
              <a:t>术语 </a:t>
            </a:r>
            <a:r>
              <a:rPr lang="en-US" altLang="zh-CN" sz="1800" dirty="0" smtClean="0">
                <a:latin typeface="黑体" panose="02010609060101010101" pitchFamily="49" charset="-122"/>
                <a:ea typeface="黑体" panose="02010609060101010101" pitchFamily="49" charset="-122"/>
              </a:rPr>
              <a:t>– </a:t>
            </a:r>
            <a:r>
              <a:rPr lang="zh-CN" altLang="en-US" sz="1800" dirty="0" smtClean="0">
                <a:latin typeface="黑体" panose="02010609060101010101" pitchFamily="49" charset="-122"/>
                <a:ea typeface="黑体" panose="02010609060101010101" pitchFamily="49" charset="-122"/>
              </a:rPr>
              <a:t>修订</a:t>
            </a:r>
            <a:endParaRPr lang="en-US" dirty="0">
              <a:latin typeface="黑体" panose="02010609060101010101" pitchFamily="49" charset="-122"/>
              <a:ea typeface="黑体" panose="02010609060101010101" pitchFamily="49" charset="-122"/>
            </a:endParaRPr>
          </a:p>
        </p:txBody>
      </p:sp>
      <mc:AlternateContent xmlns:mc="http://schemas.openxmlformats.org/markup-compatibility/2006" xmlns:a14="http://schemas.microsoft.com/office/drawing/2010/main">
        <mc:Choice Requires="a14">
          <p:sp>
            <p:nvSpPr>
              <p:cNvPr id="4" name="Content Placeholder 3"/>
              <p:cNvSpPr>
                <a:spLocks noGrp="1"/>
              </p:cNvSpPr>
              <p:nvPr>
                <p:ph idx="1"/>
              </p:nvPr>
            </p:nvSpPr>
            <p:spPr>
              <a:xfrm>
                <a:off x="820970" y="958645"/>
                <a:ext cx="8028000" cy="5423105"/>
              </a:xfrm>
            </p:spPr>
            <p:txBody>
              <a:bodyPr/>
              <a:lstStyle/>
              <a:p>
                <a:pPr marL="361950" indent="-361950">
                  <a:spcBef>
                    <a:spcPts val="0"/>
                  </a:spcBef>
                </a:pPr>
                <a:r>
                  <a:rPr lang="en-US" b="1" dirty="0" smtClean="0">
                    <a:latin typeface="Arial" panose="020B0604020202020204" pitchFamily="34" charset="0"/>
                    <a:ea typeface="黑体" panose="02010609060101010101" pitchFamily="49" charset="-122"/>
                    <a:cs typeface="Arial" panose="020B0604020202020204" pitchFamily="34" charset="0"/>
                  </a:rPr>
                  <a:t>load </a:t>
                </a:r>
                <a:r>
                  <a:rPr lang="en-US" b="1" dirty="0">
                    <a:latin typeface="Arial" panose="020B0604020202020204" pitchFamily="34" charset="0"/>
                    <a:ea typeface="黑体" panose="02010609060101010101" pitchFamily="49" charset="-122"/>
                    <a:cs typeface="Arial" panose="020B0604020202020204" pitchFamily="34" charset="0"/>
                  </a:rPr>
                  <a:t>cell measuring range (for verification</a:t>
                </a:r>
                <a:r>
                  <a:rPr lang="en-US" b="1" dirty="0" smtClean="0">
                    <a:latin typeface="Arial" panose="020B0604020202020204" pitchFamily="34" charset="0"/>
                    <a:ea typeface="黑体" panose="02010609060101010101" pitchFamily="49" charset="-122"/>
                    <a:cs typeface="Arial" panose="020B0604020202020204" pitchFamily="34" charset="0"/>
                  </a:rPr>
                  <a:t>)</a:t>
                </a:r>
              </a:p>
              <a:p>
                <a:pPr marL="361950" lvl="2" indent="0">
                  <a:spcAft>
                    <a:spcPts val="600"/>
                  </a:spcAft>
                  <a:buNone/>
                </a:pPr>
                <a:r>
                  <a:rPr lang="en-US" dirty="0">
                    <a:latin typeface="Arial" panose="020B0604020202020204" pitchFamily="34" charset="0"/>
                    <a:ea typeface="黑体" panose="02010609060101010101" pitchFamily="49" charset="-122"/>
                    <a:cs typeface="Arial" panose="020B0604020202020204" pitchFamily="34" charset="0"/>
                  </a:rPr>
                  <a:t>range between the maximum load of the measuring range </a:t>
                </a:r>
                <a14:m>
                  <m:oMath xmlns:m="http://schemas.openxmlformats.org/officeDocument/2006/math">
                    <m:sSub>
                      <m:sSubPr>
                        <m:ctrlPr>
                          <a:rPr lang="en-US" altLang="zh-CN" i="1" smtClean="0">
                            <a:latin typeface="Cambria Math"/>
                            <a:ea typeface="黑体" panose="02010609060101010101" pitchFamily="49" charset="-122"/>
                          </a:rPr>
                        </m:ctrlPr>
                      </m:sSubPr>
                      <m:e>
                        <m:r>
                          <a:rPr lang="en-US" altLang="zh-CN" b="0" i="1" smtClean="0">
                            <a:latin typeface="Cambria Math"/>
                            <a:ea typeface="黑体" panose="02010609060101010101" pitchFamily="49" charset="-122"/>
                          </a:rPr>
                          <m:t>𝐷</m:t>
                        </m:r>
                      </m:e>
                      <m:sub>
                        <m:r>
                          <a:rPr lang="en-US" altLang="zh-CN" b="0" i="1" smtClean="0">
                            <a:latin typeface="Cambria Math"/>
                            <a:ea typeface="黑体" panose="02010609060101010101" pitchFamily="49" charset="-122"/>
                          </a:rPr>
                          <m:t>𝑚𝑎𝑥</m:t>
                        </m:r>
                      </m:sub>
                    </m:sSub>
                  </m:oMath>
                </a14:m>
                <a:r>
                  <a:rPr lang="en-US" dirty="0" smtClean="0">
                    <a:latin typeface="Arial" panose="020B0604020202020204" pitchFamily="34" charset="0"/>
                    <a:ea typeface="黑体" panose="02010609060101010101" pitchFamily="49" charset="-122"/>
                    <a:cs typeface="Arial" panose="020B0604020202020204" pitchFamily="34" charset="0"/>
                  </a:rPr>
                  <a:t> </a:t>
                </a:r>
                <a:r>
                  <a:rPr lang="en-US" dirty="0">
                    <a:latin typeface="Arial" panose="020B0604020202020204" pitchFamily="34" charset="0"/>
                    <a:ea typeface="黑体" panose="02010609060101010101" pitchFamily="49" charset="-122"/>
                    <a:cs typeface="Arial" panose="020B0604020202020204" pitchFamily="34" charset="0"/>
                  </a:rPr>
                  <a:t>and minimum load of the measuring range </a:t>
                </a:r>
                <a14:m>
                  <m:oMath xmlns:m="http://schemas.openxmlformats.org/officeDocument/2006/math">
                    <m:sSub>
                      <m:sSubPr>
                        <m:ctrlPr>
                          <a:rPr lang="en-US" altLang="zh-CN" i="1" smtClean="0">
                            <a:latin typeface="Cambria Math"/>
                            <a:ea typeface="黑体" panose="02010609060101010101" pitchFamily="49" charset="-122"/>
                          </a:rPr>
                        </m:ctrlPr>
                      </m:sSubPr>
                      <m:e>
                        <m:r>
                          <a:rPr lang="en-US" altLang="zh-CN" b="0" i="1" smtClean="0">
                            <a:latin typeface="Cambria Math"/>
                            <a:ea typeface="黑体" panose="02010609060101010101" pitchFamily="49" charset="-122"/>
                          </a:rPr>
                          <m:t>𝐷</m:t>
                        </m:r>
                      </m:e>
                      <m:sub>
                        <m:r>
                          <a:rPr lang="en-US" altLang="zh-CN" b="0" i="1" smtClean="0">
                            <a:latin typeface="Cambria Math"/>
                            <a:ea typeface="黑体" panose="02010609060101010101" pitchFamily="49" charset="-122"/>
                          </a:rPr>
                          <m:t>𝑚𝑖𝑛</m:t>
                        </m:r>
                      </m:sub>
                    </m:sSub>
                  </m:oMath>
                </a14:m>
                <a:r>
                  <a:rPr lang="zh-CN" altLang="en-US" dirty="0" smtClean="0">
                    <a:latin typeface="Arial" panose="020B0604020202020204" pitchFamily="34" charset="0"/>
                    <a:ea typeface="黑体" panose="02010609060101010101" pitchFamily="49" charset="-122"/>
                    <a:cs typeface="Arial" panose="020B0604020202020204" pitchFamily="34" charset="0"/>
                  </a:rPr>
                  <a:t>，</a:t>
                </a:r>
                <a:r>
                  <a:rPr lang="en-US" dirty="0" smtClean="0">
                    <a:latin typeface="Arial" panose="020B0604020202020204" pitchFamily="34" charset="0"/>
                    <a:ea typeface="黑体" panose="02010609060101010101" pitchFamily="49" charset="-122"/>
                    <a:cs typeface="Arial" panose="020B0604020202020204" pitchFamily="34" charset="0"/>
                  </a:rPr>
                  <a:t>load </a:t>
                </a:r>
                <a:r>
                  <a:rPr lang="en-US" dirty="0">
                    <a:latin typeface="Arial" panose="020B0604020202020204" pitchFamily="34" charset="0"/>
                    <a:ea typeface="黑体" panose="02010609060101010101" pitchFamily="49" charset="-122"/>
                    <a:cs typeface="Arial" panose="020B0604020202020204" pitchFamily="34" charset="0"/>
                  </a:rPr>
                  <a:t>cell measuring range = </a:t>
                </a:r>
                <a:r>
                  <a:rPr lang="en-US" dirty="0" smtClean="0">
                    <a:latin typeface="Arial" panose="020B0604020202020204" pitchFamily="34" charset="0"/>
                    <a:ea typeface="黑体" panose="02010609060101010101" pitchFamily="49" charset="-122"/>
                    <a:cs typeface="Arial" panose="020B0604020202020204" pitchFamily="34" charset="0"/>
                  </a:rPr>
                  <a:t>(</a:t>
                </a:r>
                <a14:m>
                  <m:oMath xmlns:m="http://schemas.openxmlformats.org/officeDocument/2006/math">
                    <m:sSub>
                      <m:sSubPr>
                        <m:ctrlPr>
                          <a:rPr lang="en-US" altLang="zh-CN" i="1" smtClean="0">
                            <a:latin typeface="Cambria Math"/>
                            <a:ea typeface="黑体" panose="02010609060101010101" pitchFamily="49" charset="-122"/>
                          </a:rPr>
                        </m:ctrlPr>
                      </m:sSubPr>
                      <m:e>
                        <m:r>
                          <a:rPr lang="en-US" altLang="zh-CN" b="0" i="1" smtClean="0">
                            <a:latin typeface="Cambria Math"/>
                            <a:ea typeface="黑体" panose="02010609060101010101" pitchFamily="49" charset="-122"/>
                          </a:rPr>
                          <m:t>𝐷</m:t>
                        </m:r>
                      </m:e>
                      <m:sub>
                        <m:r>
                          <a:rPr lang="en-US" altLang="zh-CN" b="0" i="1" smtClean="0">
                            <a:latin typeface="Cambria Math"/>
                            <a:ea typeface="黑体" panose="02010609060101010101" pitchFamily="49" charset="-122"/>
                          </a:rPr>
                          <m:t>𝑚𝑎𝑥</m:t>
                        </m:r>
                      </m:sub>
                    </m:sSub>
                    <m:r>
                      <a:rPr lang="en-US" altLang="zh-CN" b="0" i="0" smtClean="0">
                        <a:latin typeface="Cambria Math"/>
                        <a:ea typeface="黑体" panose="02010609060101010101" pitchFamily="49" charset="-122"/>
                      </a:rPr>
                      <m:t>−</m:t>
                    </m:r>
                    <m:sSub>
                      <m:sSubPr>
                        <m:ctrlPr>
                          <a:rPr lang="en-US" altLang="zh-CN" b="0" i="1" smtClean="0">
                            <a:latin typeface="Cambria Math"/>
                            <a:ea typeface="黑体" panose="02010609060101010101" pitchFamily="49" charset="-122"/>
                          </a:rPr>
                        </m:ctrlPr>
                      </m:sSubPr>
                      <m:e>
                        <m:r>
                          <a:rPr lang="en-US" altLang="zh-CN" b="0" i="1" smtClean="0">
                            <a:latin typeface="Cambria Math"/>
                            <a:ea typeface="黑体" panose="02010609060101010101" pitchFamily="49" charset="-122"/>
                          </a:rPr>
                          <m:t>𝐷</m:t>
                        </m:r>
                      </m:e>
                      <m:sub>
                        <m:r>
                          <a:rPr lang="en-US" altLang="zh-CN" b="0" i="1" smtClean="0">
                            <a:latin typeface="Cambria Math"/>
                            <a:ea typeface="黑体" panose="02010609060101010101" pitchFamily="49" charset="-122"/>
                          </a:rPr>
                          <m:t>𝑚𝑖𝑛</m:t>
                        </m:r>
                      </m:sub>
                    </m:sSub>
                  </m:oMath>
                </a14:m>
                <a:r>
                  <a:rPr lang="en-US" dirty="0">
                    <a:latin typeface="Arial" panose="020B0604020202020204" pitchFamily="34" charset="0"/>
                    <a:ea typeface="黑体" panose="02010609060101010101" pitchFamily="49" charset="-122"/>
                    <a:cs typeface="Arial" panose="020B0604020202020204" pitchFamily="34" charset="0"/>
                  </a:rPr>
                  <a:t>)</a:t>
                </a:r>
                <a:endParaRPr lang="en-US" dirty="0" smtClean="0">
                  <a:latin typeface="Arial" panose="020B0604020202020204" pitchFamily="34" charset="0"/>
                  <a:ea typeface="黑体" panose="02010609060101010101" pitchFamily="49" charset="-122"/>
                  <a:cs typeface="Arial" panose="020B0604020202020204" pitchFamily="34" charset="0"/>
                </a:endParaRPr>
              </a:p>
              <a:p>
                <a:pPr marL="361950" lvl="2" indent="0">
                  <a:spcAft>
                    <a:spcPts val="600"/>
                  </a:spcAft>
                  <a:buNone/>
                </a:pPr>
                <a:r>
                  <a:rPr lang="zh-CN" altLang="en-US" dirty="0" smtClean="0">
                    <a:latin typeface="Arial" panose="020B0604020202020204" pitchFamily="34" charset="0"/>
                    <a:ea typeface="黑体" panose="02010609060101010101" pitchFamily="49" charset="-122"/>
                    <a:cs typeface="Arial" panose="020B0604020202020204" pitchFamily="34" charset="0"/>
                  </a:rPr>
                  <a:t>计量性能评价时的载荷范围，应符合：</a:t>
                </a:r>
                <a14:m>
                  <m:oMath xmlns:m="http://schemas.openxmlformats.org/officeDocument/2006/math">
                    <m:r>
                      <a:rPr lang="en-US" altLang="zh-CN" i="1" dirty="0">
                        <a:latin typeface="Cambria Math"/>
                      </a:rPr>
                      <m:t>(</m:t>
                    </m:r>
                    <m:sSub>
                      <m:sSubPr>
                        <m:ctrlPr>
                          <a:rPr lang="en-US" altLang="zh-CN" i="1" dirty="0">
                            <a:latin typeface="Cambria Math"/>
                          </a:rPr>
                        </m:ctrlPr>
                      </m:sSubPr>
                      <m:e>
                        <m:r>
                          <a:rPr lang="en-US" altLang="zh-CN" i="1" dirty="0">
                            <a:latin typeface="Cambria Math"/>
                          </a:rPr>
                          <m:t>𝐷</m:t>
                        </m:r>
                      </m:e>
                      <m:sub>
                        <m:r>
                          <a:rPr lang="en-US" altLang="zh-CN" i="1" dirty="0">
                            <a:latin typeface="Cambria Math"/>
                          </a:rPr>
                          <m:t>𝑚𝑎𝑥</m:t>
                        </m:r>
                      </m:sub>
                    </m:sSub>
                    <m:r>
                      <a:rPr lang="en-US" altLang="zh-CN" i="1" dirty="0">
                        <a:latin typeface="Cambria Math"/>
                      </a:rPr>
                      <m:t> –</m:t>
                    </m:r>
                    <m:sSub>
                      <m:sSubPr>
                        <m:ctrlPr>
                          <a:rPr lang="en-US" altLang="zh-CN" i="1" dirty="0">
                            <a:latin typeface="Cambria Math"/>
                          </a:rPr>
                        </m:ctrlPr>
                      </m:sSubPr>
                      <m:e>
                        <m:r>
                          <a:rPr lang="en-US" altLang="zh-CN" i="1" dirty="0">
                            <a:latin typeface="Cambria Math"/>
                          </a:rPr>
                          <m:t>𝐷</m:t>
                        </m:r>
                      </m:e>
                      <m:sub>
                        <m:r>
                          <a:rPr lang="en-US" altLang="zh-CN" i="1" dirty="0">
                            <a:latin typeface="Cambria Math"/>
                          </a:rPr>
                          <m:t>𝑚𝑖𝑛</m:t>
                        </m:r>
                      </m:sub>
                    </m:sSub>
                    <m:r>
                      <a:rPr lang="en-US" altLang="zh-CN" i="1" dirty="0">
                        <a:latin typeface="Cambria Math"/>
                      </a:rPr>
                      <m:t>) ≤ (</m:t>
                    </m:r>
                    <m:sSub>
                      <m:sSubPr>
                        <m:ctrlPr>
                          <a:rPr lang="en-US" altLang="zh-CN" i="1" dirty="0">
                            <a:latin typeface="Cambria Math"/>
                          </a:rPr>
                        </m:ctrlPr>
                      </m:sSubPr>
                      <m:e>
                        <m:r>
                          <a:rPr lang="en-US" altLang="zh-CN" i="1" dirty="0">
                            <a:latin typeface="Cambria Math"/>
                          </a:rPr>
                          <m:t>𝐸</m:t>
                        </m:r>
                      </m:e>
                      <m:sub>
                        <m:r>
                          <a:rPr lang="en-US" altLang="zh-CN" i="1" dirty="0">
                            <a:latin typeface="Cambria Math"/>
                          </a:rPr>
                          <m:t>𝑚𝑎𝑥</m:t>
                        </m:r>
                      </m:sub>
                    </m:sSub>
                    <m:r>
                      <a:rPr lang="en-US" altLang="zh-CN" i="1" dirty="0">
                        <a:latin typeface="Cambria Math"/>
                      </a:rPr>
                      <m:t> –</m:t>
                    </m:r>
                    <m:sSub>
                      <m:sSubPr>
                        <m:ctrlPr>
                          <a:rPr lang="en-US" altLang="zh-CN" i="1" dirty="0">
                            <a:latin typeface="Cambria Math"/>
                          </a:rPr>
                        </m:ctrlPr>
                      </m:sSubPr>
                      <m:e>
                        <m:r>
                          <a:rPr lang="en-US" altLang="zh-CN" i="1" dirty="0">
                            <a:latin typeface="Cambria Math"/>
                          </a:rPr>
                          <m:t>𝐸</m:t>
                        </m:r>
                      </m:e>
                      <m:sub>
                        <m:r>
                          <a:rPr lang="en-US" altLang="zh-CN" i="1" dirty="0">
                            <a:latin typeface="Cambria Math"/>
                          </a:rPr>
                          <m:t>𝑚𝑖𝑛</m:t>
                        </m:r>
                      </m:sub>
                    </m:sSub>
                    <m:r>
                      <a:rPr lang="en-US" altLang="zh-CN" i="1" dirty="0">
                        <a:latin typeface="Cambria Math"/>
                      </a:rPr>
                      <m:t>)</m:t>
                    </m:r>
                  </m:oMath>
                </a14:m>
                <a:endParaRPr lang="en-US" altLang="zh-CN" i="1" dirty="0" smtClean="0"/>
              </a:p>
              <a:p>
                <a:pPr marL="361950" indent="-361950">
                  <a:spcBef>
                    <a:spcPts val="1200"/>
                  </a:spcBef>
                </a:pPr>
                <a:r>
                  <a:rPr lang="en-US" altLang="zh-CN" b="1" dirty="0">
                    <a:latin typeface="Arial" panose="020B0604020202020204" pitchFamily="34" charset="0"/>
                    <a:ea typeface="黑体" panose="02010609060101010101" pitchFamily="49" charset="-122"/>
                    <a:cs typeface="Arial" panose="020B0604020202020204" pitchFamily="34" charset="0"/>
                  </a:rPr>
                  <a:t>load cell interval</a:t>
                </a:r>
              </a:p>
              <a:p>
                <a:pPr marL="361950" lvl="2" indent="0">
                  <a:buNone/>
                </a:pPr>
                <a:r>
                  <a:rPr lang="en-US" altLang="zh-CN" dirty="0">
                    <a:latin typeface="Arial" panose="020B0604020202020204" pitchFamily="34" charset="0"/>
                    <a:ea typeface="黑体" panose="02010609060101010101" pitchFamily="49" charset="-122"/>
                    <a:cs typeface="Arial" panose="020B0604020202020204" pitchFamily="34" charset="0"/>
                  </a:rPr>
                  <a:t>subdivision of the load cell measuring range</a:t>
                </a:r>
              </a:p>
              <a:p>
                <a:pPr marL="361950" lvl="2" indent="0">
                  <a:spcAft>
                    <a:spcPts val="1200"/>
                  </a:spcAft>
                  <a:buNone/>
                </a:pPr>
                <a:r>
                  <a:rPr lang="zh-CN" altLang="en-US" dirty="0">
                    <a:latin typeface="Arial" panose="020B0604020202020204" pitchFamily="34" charset="0"/>
                    <a:ea typeface="黑体" panose="02010609060101010101" pitchFamily="49" charset="-122"/>
                    <a:cs typeface="Arial" panose="020B0604020202020204" pitchFamily="34" charset="0"/>
                  </a:rPr>
                  <a:t>使用中传感器的分度值</a:t>
                </a:r>
                <a:r>
                  <a:rPr lang="zh-CN" altLang="en-US" dirty="0" smtClean="0">
                    <a:latin typeface="Arial" panose="020B0604020202020204" pitchFamily="34" charset="0"/>
                    <a:ea typeface="黑体" panose="02010609060101010101" pitchFamily="49" charset="-122"/>
                    <a:cs typeface="Arial" panose="020B0604020202020204" pitchFamily="34" charset="0"/>
                  </a:rPr>
                  <a:t>，</a:t>
                </a:r>
                <a:endParaRPr lang="en-US" altLang="zh-CN" dirty="0" smtClean="0">
                  <a:latin typeface="Arial" panose="020B0604020202020204" pitchFamily="34" charset="0"/>
                  <a:ea typeface="黑体" panose="02010609060101010101" pitchFamily="49" charset="-122"/>
                  <a:cs typeface="Arial" panose="020B0604020202020204" pitchFamily="34" charset="0"/>
                </a:endParaRPr>
              </a:p>
              <a:p>
                <a:pPr marL="361950" indent="-361950">
                  <a:spcAft>
                    <a:spcPts val="1200"/>
                  </a:spcAft>
                </a:pPr>
                <a:r>
                  <a:rPr lang="en-US" altLang="zh-CN" b="1" dirty="0">
                    <a:latin typeface="Arial" panose="020B0604020202020204" pitchFamily="34" charset="0"/>
                    <a:ea typeface="黑体" panose="02010609060101010101" pitchFamily="49" charset="-122"/>
                    <a:cs typeface="Arial" panose="020B0604020202020204" pitchFamily="34" charset="0"/>
                  </a:rPr>
                  <a:t>load cell verification interval (v)</a:t>
                </a:r>
              </a:p>
              <a:p>
                <a:pPr marL="361950" lvl="2" indent="0">
                  <a:spcAft>
                    <a:spcPts val="1200"/>
                  </a:spcAft>
                  <a:buNone/>
                </a:pPr>
                <a:r>
                  <a:rPr lang="en-US" altLang="zh-CN" dirty="0">
                    <a:latin typeface="Arial" panose="020B0604020202020204" pitchFamily="34" charset="0"/>
                    <a:ea typeface="黑体" panose="02010609060101010101" pitchFamily="49" charset="-122"/>
                    <a:cs typeface="Arial" panose="020B0604020202020204" pitchFamily="34" charset="0"/>
                  </a:rPr>
                  <a:t>load  cell  interval,  expressed  in  units  of  mass,  used  in  the  test  of  the  load  cell  for  accuracy classification</a:t>
                </a:r>
                <a:r>
                  <a:rPr lang="zh-CN" altLang="en-US" dirty="0">
                    <a:latin typeface="Arial" panose="020B0604020202020204" pitchFamily="34" charset="0"/>
                    <a:ea typeface="黑体" panose="02010609060101010101" pitchFamily="49" charset="-122"/>
                    <a:cs typeface="Arial" panose="020B0604020202020204" pitchFamily="34" charset="0"/>
                  </a:rPr>
                  <a:t>。</a:t>
                </a:r>
                <a:endParaRPr lang="en-US" altLang="zh-CN" dirty="0">
                  <a:latin typeface="Arial" panose="020B0604020202020204" pitchFamily="34" charset="0"/>
                  <a:ea typeface="黑体" panose="02010609060101010101" pitchFamily="49" charset="-122"/>
                  <a:cs typeface="Arial" panose="020B0604020202020204" pitchFamily="34" charset="0"/>
                </a:endParaRPr>
              </a:p>
              <a:p>
                <a:pPr marL="361950" lvl="2" indent="0">
                  <a:spcAft>
                    <a:spcPts val="1200"/>
                  </a:spcAft>
                  <a:buNone/>
                </a:pPr>
                <a:r>
                  <a:rPr lang="zh-CN" altLang="en-US" dirty="0">
                    <a:latin typeface="Arial" panose="020B0604020202020204" pitchFamily="34" charset="0"/>
                    <a:ea typeface="黑体" panose="02010609060101010101" pitchFamily="49" charset="-122"/>
                    <a:cs typeface="Arial" panose="020B0604020202020204" pitchFamily="34" charset="0"/>
                  </a:rPr>
                  <a:t>使用中传感器分度值由衡器衡器的检定分度值确定的， </a:t>
                </a:r>
                <a14:m>
                  <m:oMath xmlns:m="http://schemas.openxmlformats.org/officeDocument/2006/math">
                    <m:sSub>
                      <m:sSubPr>
                        <m:ctrlPr>
                          <a:rPr lang="en-US" altLang="zh-CN" i="1">
                            <a:latin typeface="Cambria Math"/>
                            <a:ea typeface="黑体" panose="02010609060101010101" pitchFamily="49" charset="-122"/>
                            <a:cs typeface="Arial" panose="020B0604020202020204" pitchFamily="34" charset="0"/>
                          </a:rPr>
                        </m:ctrlPr>
                      </m:sSubPr>
                      <m:e>
                        <m:r>
                          <a:rPr lang="en-US" altLang="zh-CN" i="1">
                            <a:latin typeface="Cambria Math"/>
                            <a:ea typeface="黑体" panose="02010609060101010101" pitchFamily="49" charset="-122"/>
                            <a:cs typeface="Arial" panose="020B0604020202020204" pitchFamily="34" charset="0"/>
                          </a:rPr>
                          <m:t>𝑒</m:t>
                        </m:r>
                        <m:r>
                          <a:rPr lang="en-US" altLang="zh-CN" i="1">
                            <a:latin typeface="Cambria Math"/>
                            <a:ea typeface="Cambria Math"/>
                            <a:cs typeface="Arial" panose="020B0604020202020204" pitchFamily="34" charset="0"/>
                          </a:rPr>
                          <m:t>≥</m:t>
                        </m:r>
                        <m:r>
                          <a:rPr lang="en-US" altLang="zh-CN" i="1">
                            <a:latin typeface="Cambria Math"/>
                            <a:ea typeface="黑体" panose="02010609060101010101" pitchFamily="49" charset="-122"/>
                            <a:cs typeface="Arial" panose="020B0604020202020204" pitchFamily="34" charset="0"/>
                          </a:rPr>
                          <m:t>𝑣</m:t>
                        </m:r>
                      </m:e>
                      <m:sub>
                        <m:r>
                          <a:rPr lang="en-US" altLang="zh-CN" i="1">
                            <a:latin typeface="Cambria Math"/>
                            <a:ea typeface="黑体" panose="02010609060101010101" pitchFamily="49" charset="-122"/>
                            <a:cs typeface="Arial" panose="020B0604020202020204" pitchFamily="34" charset="0"/>
                          </a:rPr>
                          <m:t>𝑚𝑖𝑛</m:t>
                        </m:r>
                      </m:sub>
                    </m:sSub>
                    <m:r>
                      <a:rPr lang="en-US" altLang="zh-CN" i="1">
                        <a:latin typeface="Cambria Math"/>
                        <a:ea typeface="黑体" panose="02010609060101010101" pitchFamily="49" charset="-122"/>
                        <a:cs typeface="Arial" panose="020B0604020202020204" pitchFamily="34" charset="0"/>
                      </a:rPr>
                      <m:t>∗ </m:t>
                    </m:r>
                    <m:rad>
                      <m:radPr>
                        <m:degHide m:val="on"/>
                        <m:ctrlPr>
                          <a:rPr lang="en-US" altLang="zh-CN" i="1">
                            <a:latin typeface="Cambria Math"/>
                            <a:ea typeface="黑体" panose="02010609060101010101" pitchFamily="49" charset="-122"/>
                            <a:cs typeface="Arial" panose="020B0604020202020204" pitchFamily="34" charset="0"/>
                          </a:rPr>
                        </m:ctrlPr>
                      </m:radPr>
                      <m:deg/>
                      <m:e>
                        <m:r>
                          <a:rPr lang="en-US" altLang="zh-CN" i="1">
                            <a:latin typeface="Cambria Math"/>
                            <a:ea typeface="黑体" panose="02010609060101010101" pitchFamily="49" charset="-122"/>
                            <a:cs typeface="Arial" panose="020B0604020202020204" pitchFamily="34" charset="0"/>
                          </a:rPr>
                          <m:t>𝑁</m:t>
                        </m:r>
                      </m:e>
                    </m:rad>
                  </m:oMath>
                </a14:m>
                <a:r>
                  <a:rPr lang="zh-CN" altLang="en-US" dirty="0">
                    <a:latin typeface="Arial" panose="020B0604020202020204" pitchFamily="34" charset="0"/>
                    <a:ea typeface="黑体" panose="02010609060101010101" pitchFamily="49" charset="-122"/>
                    <a:cs typeface="Arial" panose="020B0604020202020204" pitchFamily="34" charset="0"/>
                  </a:rPr>
                  <a:t>，传感器检定分度值</a:t>
                </a:r>
                <a14:m>
                  <m:oMath xmlns:m="http://schemas.openxmlformats.org/officeDocument/2006/math">
                    <m:r>
                      <a:rPr lang="en-US" altLang="zh-CN" i="1">
                        <a:latin typeface="Cambria Math"/>
                        <a:ea typeface="黑体" panose="02010609060101010101" pitchFamily="49" charset="-122"/>
                        <a:cs typeface="Arial" panose="020B0604020202020204" pitchFamily="34" charset="0"/>
                      </a:rPr>
                      <m:t>𝑣</m:t>
                    </m:r>
                  </m:oMath>
                </a14:m>
                <a:r>
                  <a:rPr lang="zh-CN" altLang="en-US" dirty="0">
                    <a:latin typeface="Arial" panose="020B0604020202020204" pitchFamily="34" charset="0"/>
                    <a:ea typeface="黑体" panose="02010609060101010101" pitchFamily="49" charset="-122"/>
                    <a:cs typeface="Arial" panose="020B0604020202020204" pitchFamily="34" charset="0"/>
                  </a:rPr>
                  <a:t> 是特定条件下的 </a:t>
                </a:r>
                <a:r>
                  <a:rPr lang="en-US" altLang="zh-CN" dirty="0">
                    <a:latin typeface="Arial" panose="020B0604020202020204" pitchFamily="34" charset="0"/>
                    <a:ea typeface="黑体" panose="02010609060101010101" pitchFamily="49" charset="-122"/>
                    <a:cs typeface="Arial" panose="020B0604020202020204" pitchFamily="34" charset="0"/>
                  </a:rPr>
                  <a:t>load cell interval</a:t>
                </a:r>
                <a:r>
                  <a:rPr lang="zh-CN" altLang="en-US" dirty="0" smtClean="0">
                    <a:latin typeface="Arial" panose="020B0604020202020204" pitchFamily="34" charset="0"/>
                    <a:ea typeface="黑体" panose="02010609060101010101" pitchFamily="49" charset="-122"/>
                    <a:cs typeface="Arial" panose="020B0604020202020204" pitchFamily="34" charset="0"/>
                  </a:rPr>
                  <a:t>，是规定的准确度</a:t>
                </a:r>
                <a:r>
                  <a:rPr lang="zh-CN" altLang="en-US" dirty="0">
                    <a:latin typeface="Arial" panose="020B0604020202020204" pitchFamily="34" charset="0"/>
                    <a:ea typeface="黑体" panose="02010609060101010101" pitchFamily="49" charset="-122"/>
                    <a:cs typeface="Arial" panose="020B0604020202020204" pitchFamily="34" charset="0"/>
                  </a:rPr>
                  <a:t>下的最大值，</a:t>
                </a:r>
                <a:r>
                  <a:rPr lang="en-US" altLang="zh-CN" dirty="0" smtClean="0">
                    <a:latin typeface="Arial" panose="020B0604020202020204" pitchFamily="34" charset="0"/>
                    <a:ea typeface="黑体" panose="02010609060101010101" pitchFamily="49" charset="-122"/>
                    <a:cs typeface="Arial" panose="020B0604020202020204" pitchFamily="34" charset="0"/>
                  </a:rPr>
                  <a:t/>
                </a:r>
                <a:br>
                  <a:rPr lang="en-US" altLang="zh-CN" dirty="0" smtClean="0">
                    <a:latin typeface="Arial" panose="020B0604020202020204" pitchFamily="34" charset="0"/>
                    <a:ea typeface="黑体" panose="02010609060101010101" pitchFamily="49" charset="-122"/>
                    <a:cs typeface="Arial" panose="020B0604020202020204" pitchFamily="34" charset="0"/>
                  </a:rPr>
                </a:br>
                <a14:m>
                  <m:oMath xmlns:m="http://schemas.openxmlformats.org/officeDocument/2006/math">
                    <m:r>
                      <a:rPr lang="en-US" altLang="zh-CN" i="1">
                        <a:latin typeface="Cambria Math"/>
                        <a:ea typeface="黑体" panose="02010609060101010101" pitchFamily="49" charset="-122"/>
                        <a:cs typeface="Arial" panose="020B0604020202020204" pitchFamily="34" charset="0"/>
                      </a:rPr>
                      <m:t>(</m:t>
                    </m:r>
                    <m:sSub>
                      <m:sSubPr>
                        <m:ctrlPr>
                          <a:rPr lang="en-US" altLang="zh-CN" i="1">
                            <a:latin typeface="Cambria Math"/>
                            <a:ea typeface="黑体" panose="02010609060101010101" pitchFamily="49" charset="-122"/>
                            <a:cs typeface="Arial" panose="020B0604020202020204" pitchFamily="34" charset="0"/>
                          </a:rPr>
                        </m:ctrlPr>
                      </m:sSubPr>
                      <m:e>
                        <m:r>
                          <a:rPr lang="en-US" altLang="zh-CN" i="1">
                            <a:latin typeface="Cambria Math"/>
                            <a:ea typeface="黑体" panose="02010609060101010101" pitchFamily="49" charset="-122"/>
                            <a:cs typeface="Arial" panose="020B0604020202020204" pitchFamily="34" charset="0"/>
                          </a:rPr>
                          <m:t>𝐸</m:t>
                        </m:r>
                      </m:e>
                      <m:sub>
                        <m:r>
                          <a:rPr lang="en-US" altLang="zh-CN" i="1">
                            <a:latin typeface="Cambria Math"/>
                            <a:ea typeface="黑体" panose="02010609060101010101" pitchFamily="49" charset="-122"/>
                            <a:cs typeface="Arial" panose="020B0604020202020204" pitchFamily="34" charset="0"/>
                          </a:rPr>
                          <m:t>𝑚𝑎𝑥</m:t>
                        </m:r>
                      </m:sub>
                    </m:sSub>
                    <m:r>
                      <a:rPr lang="en-US" altLang="zh-CN" i="1">
                        <a:latin typeface="Cambria Math"/>
                        <a:ea typeface="黑体" panose="02010609060101010101" pitchFamily="49" charset="-122"/>
                        <a:cs typeface="Arial" panose="020B0604020202020204" pitchFamily="34" charset="0"/>
                      </a:rPr>
                      <m:t>−</m:t>
                    </m:r>
                    <m:sSub>
                      <m:sSubPr>
                        <m:ctrlPr>
                          <a:rPr lang="en-US" altLang="zh-CN" i="1">
                            <a:latin typeface="Cambria Math"/>
                            <a:ea typeface="黑体" panose="02010609060101010101" pitchFamily="49" charset="-122"/>
                            <a:cs typeface="Arial" panose="020B0604020202020204" pitchFamily="34" charset="0"/>
                          </a:rPr>
                        </m:ctrlPr>
                      </m:sSubPr>
                      <m:e>
                        <m:r>
                          <a:rPr lang="en-US" altLang="zh-CN" i="1">
                            <a:latin typeface="Cambria Math"/>
                            <a:ea typeface="黑体" panose="02010609060101010101" pitchFamily="49" charset="-122"/>
                            <a:cs typeface="Arial" panose="020B0604020202020204" pitchFamily="34" charset="0"/>
                          </a:rPr>
                          <m:t>𝐸</m:t>
                        </m:r>
                      </m:e>
                      <m:sub>
                        <m:r>
                          <a:rPr lang="en-US" altLang="zh-CN" i="1">
                            <a:latin typeface="Cambria Math"/>
                            <a:ea typeface="黑体" panose="02010609060101010101" pitchFamily="49" charset="-122"/>
                            <a:cs typeface="Arial" panose="020B0604020202020204" pitchFamily="34" charset="0"/>
                          </a:rPr>
                          <m:t>𝑚𝑖𝑛</m:t>
                        </m:r>
                      </m:sub>
                    </m:sSub>
                    <m:r>
                      <a:rPr lang="en-US" altLang="zh-CN" i="1">
                        <a:latin typeface="Cambria Math"/>
                        <a:ea typeface="黑体" panose="02010609060101010101" pitchFamily="49" charset="-122"/>
                        <a:cs typeface="Arial" panose="020B0604020202020204" pitchFamily="34" charset="0"/>
                      </a:rPr>
                      <m:t>)/</m:t>
                    </m:r>
                    <m:sSub>
                      <m:sSubPr>
                        <m:ctrlPr>
                          <a:rPr lang="en-US" altLang="zh-CN" i="1">
                            <a:latin typeface="Cambria Math"/>
                            <a:ea typeface="黑体" panose="02010609060101010101" pitchFamily="49" charset="-122"/>
                            <a:cs typeface="Arial" panose="020B0604020202020204" pitchFamily="34" charset="0"/>
                          </a:rPr>
                        </m:ctrlPr>
                      </m:sSubPr>
                      <m:e>
                        <m:r>
                          <a:rPr lang="en-US" altLang="zh-CN" i="1">
                            <a:latin typeface="Cambria Math"/>
                            <a:ea typeface="黑体" panose="02010609060101010101" pitchFamily="49" charset="-122"/>
                            <a:cs typeface="Arial" panose="020B0604020202020204" pitchFamily="34" charset="0"/>
                          </a:rPr>
                          <m:t>𝑛</m:t>
                        </m:r>
                      </m:e>
                      <m:sub>
                        <m:r>
                          <a:rPr lang="en-US" altLang="zh-CN" i="1">
                            <a:latin typeface="Cambria Math"/>
                            <a:ea typeface="黑体" panose="02010609060101010101" pitchFamily="49" charset="-122"/>
                            <a:cs typeface="Arial" panose="020B0604020202020204" pitchFamily="34" charset="0"/>
                          </a:rPr>
                          <m:t>𝐿𝐶</m:t>
                        </m:r>
                      </m:sub>
                    </m:sSub>
                  </m:oMath>
                </a14:m>
                <a:r>
                  <a:rPr lang="zh-CN" altLang="en-US" dirty="0">
                    <a:latin typeface="Arial" panose="020B0604020202020204" pitchFamily="34" charset="0"/>
                    <a:ea typeface="黑体" panose="02010609060101010101" pitchFamily="49" charset="-122"/>
                    <a:cs typeface="Arial" panose="020B0604020202020204" pitchFamily="34" charset="0"/>
                  </a:rPr>
                  <a:t>，在准确度评价时的分度值应 </a:t>
                </a:r>
                <a14:m>
                  <m:oMath xmlns:m="http://schemas.openxmlformats.org/officeDocument/2006/math">
                    <m:sSub>
                      <m:sSubPr>
                        <m:ctrlPr>
                          <a:rPr lang="en-US" altLang="zh-CN" i="1">
                            <a:latin typeface="Cambria Math"/>
                            <a:ea typeface="黑体" panose="02010609060101010101" pitchFamily="49" charset="-122"/>
                            <a:cs typeface="Arial" panose="020B0604020202020204" pitchFamily="34" charset="0"/>
                          </a:rPr>
                        </m:ctrlPr>
                      </m:sSubPr>
                      <m:e>
                        <m:r>
                          <a:rPr lang="en-US" altLang="zh-CN" i="1">
                            <a:latin typeface="Cambria Math"/>
                            <a:ea typeface="黑体" panose="02010609060101010101" pitchFamily="49" charset="-122"/>
                            <a:cs typeface="Arial" panose="020B0604020202020204" pitchFamily="34" charset="0"/>
                          </a:rPr>
                          <m:t>0.8</m:t>
                        </m:r>
                        <m:r>
                          <a:rPr lang="en-US" altLang="zh-CN" i="1">
                            <a:latin typeface="Cambria Math"/>
                            <a:ea typeface="黑体" panose="02010609060101010101" pitchFamily="49" charset="-122"/>
                            <a:cs typeface="Arial" panose="020B0604020202020204" pitchFamily="34" charset="0"/>
                          </a:rPr>
                          <m:t>𝑣</m:t>
                        </m:r>
                        <m:r>
                          <a:rPr lang="en-US" altLang="zh-CN" i="1">
                            <a:latin typeface="Cambria Math"/>
                            <a:ea typeface="Cambria Math"/>
                            <a:cs typeface="Arial" panose="020B0604020202020204" pitchFamily="34" charset="0"/>
                          </a:rPr>
                          <m:t>≤</m:t>
                        </m:r>
                        <m:r>
                          <a:rPr lang="en-US" altLang="zh-CN" i="1">
                            <a:latin typeface="Cambria Math"/>
                            <a:ea typeface="黑体" panose="02010609060101010101" pitchFamily="49" charset="-122"/>
                            <a:cs typeface="Arial" panose="020B0604020202020204" pitchFamily="34" charset="0"/>
                          </a:rPr>
                          <m:t>𝑣</m:t>
                        </m:r>
                      </m:e>
                      <m:sub>
                        <m:r>
                          <a:rPr lang="en-US" altLang="zh-CN" i="1">
                            <a:latin typeface="Cambria Math"/>
                            <a:ea typeface="黑体" panose="02010609060101010101" pitchFamily="49" charset="-122"/>
                            <a:cs typeface="Arial" panose="020B0604020202020204" pitchFamily="34" charset="0"/>
                          </a:rPr>
                          <m:t>𝑡</m:t>
                        </m:r>
                      </m:sub>
                    </m:sSub>
                    <m:r>
                      <a:rPr lang="en-US" altLang="zh-CN" i="1">
                        <a:latin typeface="Cambria Math"/>
                        <a:ea typeface="Cambria Math"/>
                        <a:cs typeface="Arial" panose="020B0604020202020204" pitchFamily="34" charset="0"/>
                      </a:rPr>
                      <m:t>≤</m:t>
                    </m:r>
                    <m:r>
                      <a:rPr lang="en-US" altLang="zh-CN" i="1">
                        <a:latin typeface="Cambria Math"/>
                        <a:ea typeface="Cambria Math"/>
                        <a:cs typeface="Arial" panose="020B0604020202020204" pitchFamily="34" charset="0"/>
                      </a:rPr>
                      <m:t>𝑣</m:t>
                    </m:r>
                  </m:oMath>
                </a14:m>
                <a:r>
                  <a:rPr lang="zh-CN" altLang="en-US" dirty="0">
                    <a:latin typeface="Arial" panose="020B0604020202020204" pitchFamily="34" charset="0"/>
                    <a:ea typeface="黑体" panose="02010609060101010101" pitchFamily="49" charset="-122"/>
                    <a:cs typeface="Arial" panose="020B0604020202020204" pitchFamily="34" charset="0"/>
                  </a:rPr>
                  <a:t>。</a:t>
                </a:r>
                <a:endParaRPr lang="en-US" altLang="zh-CN" dirty="0">
                  <a:latin typeface="Arial" panose="020B0604020202020204" pitchFamily="34" charset="0"/>
                  <a:ea typeface="黑体" panose="02010609060101010101" pitchFamily="49" charset="-122"/>
                  <a:cs typeface="Arial" panose="020B0604020202020204" pitchFamily="34" charset="0"/>
                </a:endParaRPr>
              </a:p>
              <a:p>
                <a:pPr marL="361950" lvl="2" indent="0">
                  <a:buNone/>
                </a:pPr>
                <a:endParaRPr lang="en-US" altLang="zh-CN" dirty="0">
                  <a:latin typeface="Arial" panose="020B0604020202020204" pitchFamily="34" charset="0"/>
                  <a:ea typeface="黑体" panose="02010609060101010101" pitchFamily="49" charset="-122"/>
                  <a:cs typeface="Arial" panose="020B0604020202020204" pitchFamily="34" charset="0"/>
                </a:endParaRPr>
              </a:p>
              <a:p>
                <a:pPr marL="179387" lvl="1" indent="0">
                  <a:spcAft>
                    <a:spcPts val="600"/>
                  </a:spcAft>
                  <a:buNone/>
                </a:pPr>
                <a:endParaRPr lang="zh-CN" altLang="zh-CN" i="1" dirty="0"/>
              </a:p>
              <a:p>
                <a:pPr marL="179387" lvl="1" indent="0">
                  <a:spcAft>
                    <a:spcPts val="600"/>
                  </a:spcAft>
                  <a:buNone/>
                </a:pPr>
                <a:endParaRPr lang="en-US" dirty="0" smtClean="0">
                  <a:latin typeface="Arial" panose="020B0604020202020204" pitchFamily="34" charset="0"/>
                  <a:ea typeface="黑体" panose="02010609060101010101" pitchFamily="49" charset="-122"/>
                  <a:cs typeface="Arial" panose="020B0604020202020204" pitchFamily="34" charset="0"/>
                </a:endParaRPr>
              </a:p>
              <a:p>
                <a:pPr marL="179387" lvl="1" indent="0">
                  <a:spcAft>
                    <a:spcPts val="600"/>
                  </a:spcAft>
                  <a:buNone/>
                </a:pPr>
                <a:endParaRPr lang="en-US" dirty="0" smtClean="0">
                  <a:latin typeface="Arial" panose="020B0604020202020204" pitchFamily="34" charset="0"/>
                  <a:ea typeface="黑体" panose="02010609060101010101" pitchFamily="49" charset="-122"/>
                  <a:cs typeface="Arial" panose="020B0604020202020204" pitchFamily="34" charset="0"/>
                </a:endParaRPr>
              </a:p>
            </p:txBody>
          </p:sp>
        </mc:Choice>
        <mc:Fallback xmlns="">
          <p:sp>
            <p:nvSpPr>
              <p:cNvPr id="4" name="Content Placeholder 3"/>
              <p:cNvSpPr>
                <a:spLocks noGrp="1" noRot="1" noChangeAspect="1" noMove="1" noResize="1" noEditPoints="1" noAdjustHandles="1" noChangeArrowheads="1" noChangeShapeType="1" noTextEdit="1"/>
              </p:cNvSpPr>
              <p:nvPr>
                <p:ph idx="1"/>
              </p:nvPr>
            </p:nvSpPr>
            <p:spPr>
              <a:xfrm>
                <a:off x="820970" y="958645"/>
                <a:ext cx="8028000" cy="5423105"/>
              </a:xfrm>
              <a:blipFill rotWithShape="1">
                <a:blip r:embed="rId3"/>
                <a:stretch>
                  <a:fillRect l="-1443" t="-1124" r="-1519"/>
                </a:stretch>
              </a:blipFill>
            </p:spPr>
            <p:txBody>
              <a:bodyPr/>
              <a:lstStyle/>
              <a:p>
                <a:r>
                  <a:rPr lang="zh-CN" altLang="en-US">
                    <a:noFill/>
                  </a:rPr>
                  <a:t> </a:t>
                </a:r>
              </a:p>
            </p:txBody>
          </p:sp>
        </mc:Fallback>
      </mc:AlternateContent>
      <p:sp>
        <p:nvSpPr>
          <p:cNvPr id="11" name="Footer Placeholder 10"/>
          <p:cNvSpPr>
            <a:spLocks noGrp="1"/>
          </p:cNvSpPr>
          <p:nvPr>
            <p:ph type="ftr" sz="quarter" idx="101"/>
          </p:nvPr>
        </p:nvSpPr>
        <p:spPr/>
        <p:txBody>
          <a:bodyPr/>
          <a:lstStyle/>
          <a:p>
            <a:r>
              <a:rPr lang="en-US" smtClean="0"/>
              <a:t>For internal use - Confidential</a:t>
            </a:r>
            <a:endParaRPr lang="en-US" dirty="0"/>
          </a:p>
        </p:txBody>
      </p:sp>
      <p:sp>
        <p:nvSpPr>
          <p:cNvPr id="12" name="Slide Number Placeholder 11"/>
          <p:cNvSpPr>
            <a:spLocks noGrp="1"/>
          </p:cNvSpPr>
          <p:nvPr>
            <p:ph type="sldNum" sz="quarter" idx="100"/>
          </p:nvPr>
        </p:nvSpPr>
        <p:spPr/>
        <p:txBody>
          <a:bodyPr/>
          <a:lstStyle/>
          <a:p>
            <a:fld id="{2B2B68EE-DD1E-4368-AFCE-24A50EC7BF18}" type="slidenum">
              <a:rPr lang="en-US" smtClean="0"/>
              <a:pPr/>
              <a:t>17</a:t>
            </a:fld>
            <a:endParaRPr lang="en-US" dirty="0"/>
          </a:p>
        </p:txBody>
      </p:sp>
      <p:cxnSp>
        <p:nvCxnSpPr>
          <p:cNvPr id="5" name="直接连接符 4"/>
          <p:cNvCxnSpPr/>
          <p:nvPr/>
        </p:nvCxnSpPr>
        <p:spPr>
          <a:xfrm>
            <a:off x="1610436" y="4326340"/>
            <a:ext cx="2402006"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38929115"/>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zh-CN" altLang="en-US" dirty="0" smtClean="0">
                <a:latin typeface="黑体" panose="02010609060101010101" pitchFamily="49" charset="-122"/>
                <a:ea typeface="黑体" panose="02010609060101010101" pitchFamily="49" charset="-122"/>
              </a:rPr>
              <a:t>术语 </a:t>
            </a:r>
            <a:r>
              <a:rPr lang="en-US" altLang="zh-CN" sz="1800" dirty="0" smtClean="0">
                <a:latin typeface="黑体" panose="02010609060101010101" pitchFamily="49" charset="-122"/>
                <a:ea typeface="黑体" panose="02010609060101010101" pitchFamily="49" charset="-122"/>
              </a:rPr>
              <a:t>– </a:t>
            </a:r>
            <a:r>
              <a:rPr lang="zh-CN" altLang="en-US" sz="1800" dirty="0" smtClean="0">
                <a:latin typeface="黑体" panose="02010609060101010101" pitchFamily="49" charset="-122"/>
                <a:ea typeface="黑体" panose="02010609060101010101" pitchFamily="49" charset="-122"/>
              </a:rPr>
              <a:t>修订</a:t>
            </a:r>
            <a:endParaRPr lang="en-US" dirty="0">
              <a:latin typeface="黑体" panose="02010609060101010101" pitchFamily="49" charset="-122"/>
              <a:ea typeface="黑体" panose="02010609060101010101" pitchFamily="49" charset="-122"/>
            </a:endParaRPr>
          </a:p>
        </p:txBody>
      </p:sp>
      <mc:AlternateContent xmlns:mc="http://schemas.openxmlformats.org/markup-compatibility/2006" xmlns:a14="http://schemas.microsoft.com/office/drawing/2010/main">
        <mc:Choice Requires="a14">
          <p:sp>
            <p:nvSpPr>
              <p:cNvPr id="4" name="Content Placeholder 3"/>
              <p:cNvSpPr>
                <a:spLocks noGrp="1"/>
              </p:cNvSpPr>
              <p:nvPr>
                <p:ph idx="1"/>
              </p:nvPr>
            </p:nvSpPr>
            <p:spPr>
              <a:xfrm>
                <a:off x="489884" y="1032385"/>
                <a:ext cx="8172000" cy="5423105"/>
              </a:xfrm>
            </p:spPr>
            <p:txBody>
              <a:bodyPr/>
              <a:lstStyle/>
              <a:p>
                <a:pPr marL="361950" indent="-361950">
                  <a:spcAft>
                    <a:spcPts val="1200"/>
                  </a:spcAft>
                </a:pPr>
                <a:r>
                  <a:rPr lang="en-US" b="1" dirty="0" smtClean="0">
                    <a:latin typeface="Arial" panose="020B0604020202020204" pitchFamily="34" charset="0"/>
                    <a:ea typeface="黑体" panose="02010609060101010101" pitchFamily="49" charset="-122"/>
                    <a:cs typeface="Arial" panose="020B0604020202020204" pitchFamily="34" charset="0"/>
                  </a:rPr>
                  <a:t>number </a:t>
                </a:r>
                <a:r>
                  <a:rPr lang="en-US" b="1" dirty="0">
                    <a:latin typeface="Arial" panose="020B0604020202020204" pitchFamily="34" charset="0"/>
                    <a:ea typeface="黑体" panose="02010609060101010101" pitchFamily="49" charset="-122"/>
                    <a:cs typeface="Arial" panose="020B0604020202020204" pitchFamily="34" charset="0"/>
                  </a:rPr>
                  <a:t>of load cell verification intervals (n</a:t>
                </a:r>
                <a:r>
                  <a:rPr lang="en-US" b="1" dirty="0" smtClean="0">
                    <a:latin typeface="Arial" panose="020B0604020202020204" pitchFamily="34" charset="0"/>
                    <a:ea typeface="黑体" panose="02010609060101010101" pitchFamily="49" charset="-122"/>
                    <a:cs typeface="Arial" panose="020B0604020202020204" pitchFamily="34" charset="0"/>
                  </a:rPr>
                  <a:t>)</a:t>
                </a:r>
              </a:p>
              <a:p>
                <a:pPr marL="361950" lvl="2" indent="0">
                  <a:spcAft>
                    <a:spcPts val="1200"/>
                  </a:spcAft>
                  <a:buNone/>
                </a:pPr>
                <a:r>
                  <a:rPr lang="en-US" dirty="0">
                    <a:latin typeface="Arial" panose="020B0604020202020204" pitchFamily="34" charset="0"/>
                    <a:ea typeface="黑体" panose="02010609060101010101" pitchFamily="49" charset="-122"/>
                    <a:cs typeface="Arial" panose="020B0604020202020204" pitchFamily="34" charset="0"/>
                  </a:rPr>
                  <a:t>total of load cell verification intervals into which the maximum measuring range is </a:t>
                </a:r>
                <a:r>
                  <a:rPr lang="en-US" dirty="0" smtClean="0">
                    <a:latin typeface="Arial" panose="020B0604020202020204" pitchFamily="34" charset="0"/>
                    <a:ea typeface="黑体" panose="02010609060101010101" pitchFamily="49" charset="-122"/>
                    <a:cs typeface="Arial" panose="020B0604020202020204" pitchFamily="34" charset="0"/>
                  </a:rPr>
                  <a:t>divided</a:t>
                </a:r>
              </a:p>
              <a:p>
                <a:pPr marL="361950" lvl="2" indent="0">
                  <a:spcAft>
                    <a:spcPts val="1200"/>
                  </a:spcAft>
                  <a:buNone/>
                </a:pPr>
                <a:r>
                  <a:rPr lang="zh-CN" altLang="en-US" dirty="0" smtClean="0">
                    <a:latin typeface="Arial" panose="020B0604020202020204" pitchFamily="34" charset="0"/>
                    <a:ea typeface="黑体" panose="02010609060101010101" pitchFamily="49" charset="-122"/>
                    <a:cs typeface="Arial" panose="020B0604020202020204" pitchFamily="34" charset="0"/>
                  </a:rPr>
                  <a:t>使用中传感器称量范围被细分成分度值的总数（检定分度数  </a:t>
                </a:r>
                <a14:m>
                  <m:oMath xmlns:m="http://schemas.openxmlformats.org/officeDocument/2006/math">
                    <m:r>
                      <a:rPr lang="en-US" altLang="zh-CN" b="0" i="1" smtClean="0">
                        <a:latin typeface="Cambria Math"/>
                        <a:ea typeface="黑体" panose="02010609060101010101" pitchFamily="49" charset="-122"/>
                        <a:cs typeface="Arial" panose="020B0604020202020204" pitchFamily="34" charset="0"/>
                      </a:rPr>
                      <m:t>𝑛</m:t>
                    </m:r>
                    <m:r>
                      <a:rPr lang="zh-CN" altLang="en-US" i="1" smtClean="0">
                        <a:latin typeface="Cambria Math"/>
                        <a:ea typeface="黑体" panose="02010609060101010101" pitchFamily="49" charset="-122"/>
                        <a:cs typeface="Arial" panose="020B0604020202020204" pitchFamily="34" charset="0"/>
                      </a:rPr>
                      <m:t>≤</m:t>
                    </m:r>
                    <m:sSub>
                      <m:sSubPr>
                        <m:ctrlPr>
                          <a:rPr lang="en-US" altLang="zh-CN" i="1" smtClean="0">
                            <a:latin typeface="Cambria Math"/>
                            <a:ea typeface="黑体" panose="02010609060101010101" pitchFamily="49" charset="-122"/>
                            <a:cs typeface="Arial" panose="020B0604020202020204" pitchFamily="34" charset="0"/>
                          </a:rPr>
                        </m:ctrlPr>
                      </m:sSubPr>
                      <m:e>
                        <m:r>
                          <a:rPr lang="en-US" altLang="zh-CN" b="0" i="1" smtClean="0">
                            <a:latin typeface="Cambria Math"/>
                            <a:ea typeface="黑体" panose="02010609060101010101" pitchFamily="49" charset="-122"/>
                            <a:cs typeface="Arial" panose="020B0604020202020204" pitchFamily="34" charset="0"/>
                          </a:rPr>
                          <m:t>𝑛</m:t>
                        </m:r>
                      </m:e>
                      <m:sub>
                        <m:r>
                          <a:rPr lang="en-US" altLang="zh-CN" b="0" i="1" smtClean="0">
                            <a:latin typeface="Cambria Math"/>
                            <a:ea typeface="黑体" panose="02010609060101010101" pitchFamily="49" charset="-122"/>
                            <a:cs typeface="Arial" panose="020B0604020202020204" pitchFamily="34" charset="0"/>
                          </a:rPr>
                          <m:t>𝐿𝐶</m:t>
                        </m:r>
                      </m:sub>
                    </m:sSub>
                  </m:oMath>
                </a14:m>
                <a:r>
                  <a:rPr lang="zh-CN" altLang="en-US" dirty="0" smtClean="0">
                    <a:latin typeface="Arial" panose="020B0604020202020204" pitchFamily="34" charset="0"/>
                    <a:ea typeface="黑体" panose="02010609060101010101" pitchFamily="49" charset="-122"/>
                    <a:cs typeface="Arial" panose="020B0604020202020204" pitchFamily="34" charset="0"/>
                  </a:rPr>
                  <a:t>）</a:t>
                </a:r>
                <a:endParaRPr lang="en-US" dirty="0" smtClean="0">
                  <a:latin typeface="Arial" panose="020B0604020202020204" pitchFamily="34" charset="0"/>
                  <a:ea typeface="黑体" panose="02010609060101010101" pitchFamily="49" charset="-122"/>
                  <a:cs typeface="Arial" panose="020B0604020202020204" pitchFamily="34" charset="0"/>
                </a:endParaRPr>
              </a:p>
              <a:p>
                <a:pPr marL="361950" indent="-361950">
                  <a:spcAft>
                    <a:spcPts val="1200"/>
                  </a:spcAft>
                </a:pPr>
                <a:r>
                  <a:rPr lang="en-US" b="1" dirty="0">
                    <a:latin typeface="Arial" panose="020B0604020202020204" pitchFamily="34" charset="0"/>
                    <a:ea typeface="黑体" panose="02010609060101010101" pitchFamily="49" charset="-122"/>
                    <a:cs typeface="Arial" panose="020B0604020202020204" pitchFamily="34" charset="0"/>
                  </a:rPr>
                  <a:t>maximum number of load cell verification intervals </a:t>
                </a:r>
                <a:r>
                  <a:rPr lang="en-US" b="1" dirty="0" smtClean="0">
                    <a:latin typeface="Arial" panose="020B0604020202020204" pitchFamily="34" charset="0"/>
                    <a:ea typeface="黑体" panose="02010609060101010101" pitchFamily="49" charset="-122"/>
                    <a:cs typeface="Arial" panose="020B0604020202020204" pitchFamily="34" charset="0"/>
                  </a:rPr>
                  <a:t>(</a:t>
                </a:r>
                <a14:m>
                  <m:oMath xmlns:m="http://schemas.openxmlformats.org/officeDocument/2006/math">
                    <m:sSub>
                      <m:sSubPr>
                        <m:ctrlPr>
                          <a:rPr lang="en-US" altLang="zh-CN" b="1" i="1" smtClean="0">
                            <a:latin typeface="Cambria Math"/>
                            <a:ea typeface="黑体" panose="02010609060101010101" pitchFamily="49" charset="-122"/>
                            <a:cs typeface="Arial" panose="020B0604020202020204" pitchFamily="34" charset="0"/>
                          </a:rPr>
                        </m:ctrlPr>
                      </m:sSubPr>
                      <m:e>
                        <m:r>
                          <a:rPr lang="en-US" altLang="zh-CN" b="1" i="1" smtClean="0">
                            <a:latin typeface="Cambria Math"/>
                            <a:ea typeface="黑体" panose="02010609060101010101" pitchFamily="49" charset="-122"/>
                            <a:cs typeface="Arial" panose="020B0604020202020204" pitchFamily="34" charset="0"/>
                          </a:rPr>
                          <m:t>𝒏</m:t>
                        </m:r>
                      </m:e>
                      <m:sub>
                        <m:r>
                          <a:rPr lang="en-US" altLang="zh-CN" b="1" i="1" smtClean="0">
                            <a:latin typeface="Cambria Math"/>
                            <a:ea typeface="黑体" panose="02010609060101010101" pitchFamily="49" charset="-122"/>
                            <a:cs typeface="Arial" panose="020B0604020202020204" pitchFamily="34" charset="0"/>
                          </a:rPr>
                          <m:t>𝑳𝑪</m:t>
                        </m:r>
                      </m:sub>
                    </m:sSub>
                  </m:oMath>
                </a14:m>
                <a:r>
                  <a:rPr lang="en-US" b="1" dirty="0" smtClean="0">
                    <a:latin typeface="Arial" panose="020B0604020202020204" pitchFamily="34" charset="0"/>
                    <a:ea typeface="黑体" panose="02010609060101010101" pitchFamily="49" charset="-122"/>
                    <a:cs typeface="Arial" panose="020B0604020202020204" pitchFamily="34" charset="0"/>
                  </a:rPr>
                  <a:t>) </a:t>
                </a:r>
                <a:r>
                  <a:rPr lang="en-US" b="1" dirty="0" smtClean="0">
                    <a:solidFill>
                      <a:srgbClr val="FF0000"/>
                    </a:solidFill>
                    <a:latin typeface="Arial" panose="020B0604020202020204" pitchFamily="34" charset="0"/>
                    <a:ea typeface="黑体" panose="02010609060101010101" pitchFamily="49" charset="-122"/>
                    <a:cs typeface="Arial" panose="020B0604020202020204" pitchFamily="34" charset="0"/>
                  </a:rPr>
                  <a:t>(</a:t>
                </a:r>
                <a:r>
                  <a:rPr lang="en-US" b="1" strike="sngStrike" dirty="0" smtClean="0">
                    <a:solidFill>
                      <a:srgbClr val="FF0000"/>
                    </a:solidFill>
                    <a:latin typeface="Arial" panose="020B0604020202020204" pitchFamily="34" charset="0"/>
                    <a:ea typeface="黑体" panose="02010609060101010101" pitchFamily="49" charset="-122"/>
                    <a:cs typeface="Arial" panose="020B0604020202020204" pitchFamily="34" charset="0"/>
                  </a:rPr>
                  <a:t>2000</a:t>
                </a:r>
                <a:r>
                  <a:rPr lang="en-US" altLang="zh-CN" b="1" strike="sngStrike" dirty="0" smtClean="0">
                    <a:solidFill>
                      <a:srgbClr val="FF0000"/>
                    </a:solidFill>
                    <a:latin typeface="Arial" panose="020B0604020202020204" pitchFamily="34" charset="0"/>
                    <a:ea typeface="黑体" panose="02010609060101010101" pitchFamily="49" charset="-122"/>
                    <a:cs typeface="Arial" panose="020B0604020202020204" pitchFamily="34" charset="0"/>
                  </a:rPr>
                  <a:t>v</a:t>
                </a:r>
                <a:r>
                  <a:rPr lang="zh-CN" altLang="en-US" b="1" strike="sngStrike" dirty="0" smtClean="0">
                    <a:solidFill>
                      <a:srgbClr val="FF0000"/>
                    </a:solidFill>
                    <a:latin typeface="Arial" panose="020B0604020202020204" pitchFamily="34" charset="0"/>
                    <a:ea typeface="黑体" panose="02010609060101010101" pitchFamily="49" charset="-122"/>
                    <a:cs typeface="Arial" panose="020B0604020202020204" pitchFamily="34" charset="0"/>
                  </a:rPr>
                  <a:t>：</a:t>
                </a:r>
                <a14:m>
                  <m:oMath xmlns:m="http://schemas.openxmlformats.org/officeDocument/2006/math">
                    <m:sSub>
                      <m:sSubPr>
                        <m:ctrlPr>
                          <a:rPr lang="en-US" altLang="zh-CN" b="1" i="1" strike="sngStrike" dirty="0" smtClean="0">
                            <a:solidFill>
                              <a:srgbClr val="FF0000"/>
                            </a:solidFill>
                            <a:latin typeface="Cambria Math"/>
                            <a:ea typeface="黑体" panose="02010609060101010101" pitchFamily="49" charset="-122"/>
                            <a:cs typeface="Arial" panose="020B0604020202020204" pitchFamily="34" charset="0"/>
                          </a:rPr>
                        </m:ctrlPr>
                      </m:sSubPr>
                      <m:e>
                        <m:r>
                          <a:rPr lang="en-US" altLang="zh-CN" b="1" i="1" strike="sngStrike" dirty="0" smtClean="0">
                            <a:solidFill>
                              <a:srgbClr val="FF0000"/>
                            </a:solidFill>
                            <a:latin typeface="Cambria Math"/>
                            <a:ea typeface="黑体" panose="02010609060101010101" pitchFamily="49" charset="-122"/>
                            <a:cs typeface="Arial" panose="020B0604020202020204" pitchFamily="34" charset="0"/>
                          </a:rPr>
                          <m:t>𝒏</m:t>
                        </m:r>
                      </m:e>
                      <m:sub>
                        <m:r>
                          <a:rPr lang="en-US" altLang="zh-CN" b="1" i="1" strike="sngStrike" dirty="0" smtClean="0">
                            <a:solidFill>
                              <a:srgbClr val="FF0000"/>
                            </a:solidFill>
                            <a:latin typeface="Cambria Math"/>
                            <a:ea typeface="黑体" panose="02010609060101010101" pitchFamily="49" charset="-122"/>
                            <a:cs typeface="Arial" panose="020B0604020202020204" pitchFamily="34" charset="0"/>
                          </a:rPr>
                          <m:t>𝒎𝒂𝒙</m:t>
                        </m:r>
                      </m:sub>
                    </m:sSub>
                  </m:oMath>
                </a14:m>
                <a:r>
                  <a:rPr lang="en-US" b="1" dirty="0" smtClean="0">
                    <a:solidFill>
                      <a:srgbClr val="FF0000"/>
                    </a:solidFill>
                    <a:latin typeface="Arial" panose="020B0604020202020204" pitchFamily="34" charset="0"/>
                    <a:ea typeface="黑体" panose="02010609060101010101" pitchFamily="49" charset="-122"/>
                    <a:cs typeface="Arial" panose="020B0604020202020204" pitchFamily="34" charset="0"/>
                  </a:rPr>
                  <a:t>)</a:t>
                </a:r>
              </a:p>
              <a:p>
                <a:pPr marL="361950" lvl="2" indent="0">
                  <a:spcAft>
                    <a:spcPts val="1200"/>
                  </a:spcAft>
                  <a:buNone/>
                </a:pPr>
                <a:r>
                  <a:rPr lang="en-US" dirty="0">
                    <a:latin typeface="Arial" panose="020B0604020202020204" pitchFamily="34" charset="0"/>
                    <a:ea typeface="黑体" panose="02010609060101010101" pitchFamily="49" charset="-122"/>
                    <a:cs typeface="Arial" panose="020B0604020202020204" pitchFamily="34" charset="0"/>
                  </a:rPr>
                  <a:t>maximum number of load cell verification intervals into which the maximum measuring range may be </a:t>
                </a:r>
                <a:r>
                  <a:rPr lang="en-US" dirty="0" smtClean="0">
                    <a:latin typeface="Arial" panose="020B0604020202020204" pitchFamily="34" charset="0"/>
                    <a:ea typeface="黑体" panose="02010609060101010101" pitchFamily="49" charset="-122"/>
                    <a:cs typeface="Arial" panose="020B0604020202020204" pitchFamily="34" charset="0"/>
                  </a:rPr>
                  <a:t>divided</a:t>
                </a:r>
              </a:p>
              <a:p>
                <a:pPr marL="361950" lvl="2" indent="0">
                  <a:spcAft>
                    <a:spcPts val="1200"/>
                  </a:spcAft>
                  <a:buNone/>
                </a:pPr>
                <a:r>
                  <a:rPr lang="zh-CN" altLang="en-US" dirty="0" smtClean="0">
                    <a:latin typeface="Arial" panose="020B0604020202020204" pitchFamily="34" charset="0"/>
                    <a:ea typeface="黑体" panose="02010609060101010101" pitchFamily="49" charset="-122"/>
                    <a:cs typeface="Arial" panose="020B0604020202020204" pitchFamily="34" charset="0"/>
                  </a:rPr>
                  <a:t>最大检定分度数是传感器分度数的设计和评价最大值，使用中称量范围内允许被细分的分度数不大于该最大值。</a:t>
                </a:r>
                <a:r>
                  <a:rPr lang="en-US" altLang="zh-CN" dirty="0" smtClean="0">
                    <a:latin typeface="Arial" panose="020B0604020202020204" pitchFamily="34" charset="0"/>
                    <a:ea typeface="黑体" panose="02010609060101010101" pitchFamily="49" charset="-122"/>
                    <a:cs typeface="Arial" panose="020B0604020202020204" pitchFamily="34" charset="0"/>
                  </a:rPr>
                  <a:t/>
                </a:r>
                <a:br>
                  <a:rPr lang="en-US" altLang="zh-CN" dirty="0" smtClean="0">
                    <a:latin typeface="Arial" panose="020B0604020202020204" pitchFamily="34" charset="0"/>
                    <a:ea typeface="黑体" panose="02010609060101010101" pitchFamily="49" charset="-122"/>
                    <a:cs typeface="Arial" panose="020B0604020202020204" pitchFamily="34" charset="0"/>
                  </a:rPr>
                </a:br>
                <a:r>
                  <a:rPr lang="en-US" altLang="zh-CN" dirty="0" smtClean="0">
                    <a:latin typeface="Arial" panose="020B0604020202020204" pitchFamily="34" charset="0"/>
                    <a:ea typeface="黑体" panose="02010609060101010101" pitchFamily="49" charset="-122"/>
                    <a:cs typeface="Arial" panose="020B0604020202020204" pitchFamily="34" charset="0"/>
                  </a:rPr>
                  <a:t/>
                </a:r>
                <a:br>
                  <a:rPr lang="en-US" altLang="zh-CN" dirty="0" smtClean="0">
                    <a:latin typeface="Arial" panose="020B0604020202020204" pitchFamily="34" charset="0"/>
                    <a:ea typeface="黑体" panose="02010609060101010101" pitchFamily="49" charset="-122"/>
                    <a:cs typeface="Arial" panose="020B0604020202020204" pitchFamily="34" charset="0"/>
                  </a:rPr>
                </a:br>
                <a:endParaRPr lang="en-US" dirty="0">
                  <a:latin typeface="Arial" panose="020B0604020202020204" pitchFamily="34" charset="0"/>
                  <a:ea typeface="黑体" panose="02010609060101010101" pitchFamily="49" charset="-122"/>
                  <a:cs typeface="Arial" panose="020B0604020202020204" pitchFamily="34" charset="0"/>
                </a:endParaRPr>
              </a:p>
            </p:txBody>
          </p:sp>
        </mc:Choice>
        <mc:Fallback xmlns="">
          <p:sp>
            <p:nvSpPr>
              <p:cNvPr id="4" name="Content Placeholder 3"/>
              <p:cNvSpPr>
                <a:spLocks noGrp="1" noRot="1" noChangeAspect="1" noMove="1" noResize="1" noEditPoints="1" noAdjustHandles="1" noChangeArrowheads="1" noChangeShapeType="1" noTextEdit="1"/>
              </p:cNvSpPr>
              <p:nvPr>
                <p:ph idx="1"/>
              </p:nvPr>
            </p:nvSpPr>
            <p:spPr>
              <a:xfrm>
                <a:off x="489884" y="1032385"/>
                <a:ext cx="8172000" cy="5423105"/>
              </a:xfrm>
              <a:blipFill rotWithShape="1">
                <a:blip r:embed="rId3"/>
                <a:stretch>
                  <a:fillRect l="-1342" t="-1124" r="-1268"/>
                </a:stretch>
              </a:blipFill>
            </p:spPr>
            <p:txBody>
              <a:bodyPr/>
              <a:lstStyle/>
              <a:p>
                <a:r>
                  <a:rPr lang="zh-CN" altLang="en-US">
                    <a:noFill/>
                  </a:rPr>
                  <a:t> </a:t>
                </a:r>
              </a:p>
            </p:txBody>
          </p:sp>
        </mc:Fallback>
      </mc:AlternateContent>
      <p:sp>
        <p:nvSpPr>
          <p:cNvPr id="11" name="Footer Placeholder 10"/>
          <p:cNvSpPr>
            <a:spLocks noGrp="1"/>
          </p:cNvSpPr>
          <p:nvPr>
            <p:ph type="ftr" sz="quarter" idx="101"/>
          </p:nvPr>
        </p:nvSpPr>
        <p:spPr/>
        <p:txBody>
          <a:bodyPr/>
          <a:lstStyle/>
          <a:p>
            <a:r>
              <a:rPr lang="en-US" smtClean="0"/>
              <a:t>For internal use - Confidential</a:t>
            </a:r>
            <a:endParaRPr lang="en-US" dirty="0"/>
          </a:p>
        </p:txBody>
      </p:sp>
      <p:sp>
        <p:nvSpPr>
          <p:cNvPr id="12" name="Slide Number Placeholder 11"/>
          <p:cNvSpPr>
            <a:spLocks noGrp="1"/>
          </p:cNvSpPr>
          <p:nvPr>
            <p:ph type="sldNum" sz="quarter" idx="100"/>
          </p:nvPr>
        </p:nvSpPr>
        <p:spPr/>
        <p:txBody>
          <a:bodyPr/>
          <a:lstStyle/>
          <a:p>
            <a:fld id="{2B2B68EE-DD1E-4368-AFCE-24A50EC7BF18}" type="slidenum">
              <a:rPr lang="en-US" smtClean="0"/>
              <a:pPr/>
              <a:t>18</a:t>
            </a:fld>
            <a:endParaRPr lang="en-US" dirty="0"/>
          </a:p>
        </p:txBody>
      </p:sp>
    </p:spTree>
    <p:extLst>
      <p:ext uri="{BB962C8B-B14F-4D97-AF65-F5344CB8AC3E}">
        <p14:creationId xmlns:p14="http://schemas.microsoft.com/office/powerpoint/2010/main" val="1979493625"/>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8" name="TextBox 57"/>
              <p:cNvSpPr txBox="1"/>
              <p:nvPr/>
            </p:nvSpPr>
            <p:spPr>
              <a:xfrm>
                <a:off x="502604" y="904914"/>
                <a:ext cx="8811877" cy="4102890"/>
              </a:xfrm>
              <a:prstGeom prst="rect">
                <a:avLst/>
              </a:prstGeom>
              <a:noFill/>
            </p:spPr>
            <p:txBody>
              <a:bodyPr wrap="square" lIns="0" tIns="0" rIns="0" bIns="0" rtlCol="0">
                <a:spAutoFit/>
              </a:bodyPr>
              <a:lstStyle/>
              <a:p>
                <a:pPr lvl="0" eaLnBrk="0" fontAlgn="base" hangingPunct="0">
                  <a:spcBef>
                    <a:spcPct val="0"/>
                  </a:spcBef>
                  <a:spcAft>
                    <a:spcPct val="0"/>
                  </a:spcAft>
                  <a:tabLst>
                    <a:tab pos="2971800" algn="l"/>
                  </a:tabLst>
                </a:pPr>
                <a:r>
                  <a:rPr lang="en-US" altLang="zh-CN" sz="1600" dirty="0" smtClean="0">
                    <a:latin typeface="黑体" panose="02010609060101010101" pitchFamily="49" charset="-122"/>
                    <a:ea typeface="黑体" panose="02010609060101010101" pitchFamily="49" charset="-122"/>
                    <a:cs typeface="Times New Roman" pitchFamily="18" charset="0"/>
                  </a:rPr>
                  <a:t> </a:t>
                </a:r>
                <a:r>
                  <a:rPr lang="zh-CN" altLang="en-US" sz="1600" dirty="0" smtClean="0">
                    <a:latin typeface="黑体" panose="02010609060101010101" pitchFamily="49" charset="-122"/>
                    <a:ea typeface="黑体" panose="02010609060101010101" pitchFamily="49" charset="-122"/>
                    <a:cs typeface="Times New Roman" pitchFamily="18" charset="0"/>
                  </a:rPr>
                  <a:t>传感器几个设计参数和评价测量或使用数据间的关系</a:t>
                </a:r>
                <a:endParaRPr lang="en-US" altLang="zh-CN" sz="1600" dirty="0" smtClean="0">
                  <a:latin typeface="黑体" panose="02010609060101010101" pitchFamily="49" charset="-122"/>
                  <a:ea typeface="黑体" panose="02010609060101010101" pitchFamily="49" charset="-122"/>
                  <a:cs typeface="Times New Roman" pitchFamily="18" charset="0"/>
                </a:endParaRPr>
              </a:p>
              <a:p>
                <a:pPr lvl="0" eaLnBrk="0" fontAlgn="base" hangingPunct="0">
                  <a:spcBef>
                    <a:spcPct val="0"/>
                  </a:spcBef>
                  <a:spcAft>
                    <a:spcPct val="0"/>
                  </a:spcAft>
                  <a:tabLst>
                    <a:tab pos="2971800" algn="l"/>
                  </a:tabLst>
                </a:pPr>
                <a:endParaRPr lang="en-US" altLang="zh-CN" sz="1600" dirty="0" smtClean="0">
                  <a:latin typeface="黑体" panose="02010609060101010101" pitchFamily="49" charset="-122"/>
                  <a:ea typeface="黑体" panose="02010609060101010101" pitchFamily="49" charset="-122"/>
                  <a:cs typeface="Times New Roman" pitchFamily="18" charset="0"/>
                </a:endParaRPr>
              </a:p>
              <a:p>
                <a:pPr lvl="0" eaLnBrk="0" fontAlgn="base" hangingPunct="0">
                  <a:spcBef>
                    <a:spcPct val="0"/>
                  </a:spcBef>
                  <a:spcAft>
                    <a:spcPct val="0"/>
                  </a:spcAft>
                  <a:tabLst>
                    <a:tab pos="2971800" algn="l"/>
                  </a:tabLst>
                </a:pPr>
                <a:r>
                  <a:rPr lang="en-US" altLang="zh-CN" sz="1800" b="1" dirty="0">
                    <a:latin typeface="Calibri" pitchFamily="34" charset="0"/>
                    <a:ea typeface="Times New Roman" pitchFamily="18" charset="0"/>
                    <a:cs typeface="Times New Roman" pitchFamily="18" charset="0"/>
                  </a:rPr>
                  <a:t> </a:t>
                </a:r>
                <a:r>
                  <a:rPr lang="en-US" altLang="zh-CN" sz="1800" b="1" dirty="0" smtClean="0">
                    <a:latin typeface="Calibri" pitchFamily="34" charset="0"/>
                    <a:ea typeface="Times New Roman" pitchFamily="18" charset="0"/>
                    <a:cs typeface="Times New Roman" pitchFamily="18" charset="0"/>
                  </a:rPr>
                  <a:t>         Minimum </a:t>
                </a:r>
                <a:r>
                  <a:rPr lang="en-US" altLang="zh-CN" sz="1800" b="1" dirty="0">
                    <a:latin typeface="Calibri" pitchFamily="34" charset="0"/>
                    <a:ea typeface="Times New Roman" pitchFamily="18" charset="0"/>
                    <a:cs typeface="Times New Roman" pitchFamily="18" charset="0"/>
                  </a:rPr>
                  <a:t>dead load </a:t>
                </a:r>
                <a:r>
                  <a:rPr lang="en-US" altLang="zh-CN" sz="1800" b="1" dirty="0" smtClean="0">
                    <a:latin typeface="Calibri" pitchFamily="34" charset="0"/>
                    <a:ea typeface="Times New Roman" pitchFamily="18" charset="0"/>
                    <a:cs typeface="Times New Roman" pitchFamily="18" charset="0"/>
                  </a:rPr>
                  <a:t>                                                            Maximum </a:t>
                </a:r>
                <a:r>
                  <a:rPr lang="en-US" altLang="zh-CN" sz="1800" b="1" dirty="0">
                    <a:latin typeface="Calibri" pitchFamily="34" charset="0"/>
                    <a:ea typeface="Times New Roman" pitchFamily="18" charset="0"/>
                    <a:cs typeface="Times New Roman" pitchFamily="18" charset="0"/>
                  </a:rPr>
                  <a:t>capacity</a:t>
                </a:r>
                <a:endParaRPr lang="en-US" altLang="zh-CN" sz="1800" b="1" dirty="0" smtClean="0">
                  <a:latin typeface="Calibri" pitchFamily="34" charset="0"/>
                  <a:ea typeface="Times New Roman" pitchFamily="18" charset="0"/>
                  <a:cs typeface="Times New Roman" pitchFamily="18" charset="0"/>
                </a:endParaRPr>
              </a:p>
              <a:p>
                <a:pPr lvl="0" eaLnBrk="0" fontAlgn="base" hangingPunct="0">
                  <a:spcBef>
                    <a:spcPct val="0"/>
                  </a:spcBef>
                  <a:spcAft>
                    <a:spcPct val="0"/>
                  </a:spcAft>
                  <a:tabLst>
                    <a:tab pos="2971800" algn="l"/>
                  </a:tabLst>
                </a:pPr>
                <a:r>
                  <a:rPr lang="en-US" altLang="zh-CN" sz="1800" b="1" dirty="0" smtClean="0">
                    <a:latin typeface="Calibri" pitchFamily="34" charset="0"/>
                    <a:ea typeface="Times New Roman" pitchFamily="18" charset="0"/>
                    <a:cs typeface="Times New Roman" pitchFamily="18" charset="0"/>
                  </a:rPr>
                  <a:t>                      </a:t>
                </a:r>
                <a14:m>
                  <m:oMath xmlns:m="http://schemas.openxmlformats.org/officeDocument/2006/math">
                    <m:sSub>
                      <m:sSubPr>
                        <m:ctrlPr>
                          <a:rPr lang="en-US" altLang="zh-CN" sz="1800" b="1" i="1" dirty="0" smtClean="0">
                            <a:latin typeface="Cambria Math"/>
                            <a:cs typeface="Times New Roman" pitchFamily="18" charset="0"/>
                          </a:rPr>
                        </m:ctrlPr>
                      </m:sSubPr>
                      <m:e>
                        <m:r>
                          <a:rPr lang="en-US" altLang="zh-CN" sz="1800" b="1" i="1" dirty="0" smtClean="0">
                            <a:latin typeface="Cambria Math"/>
                            <a:cs typeface="Times New Roman" pitchFamily="18" charset="0"/>
                          </a:rPr>
                          <m:t>𝑬</m:t>
                        </m:r>
                      </m:e>
                      <m:sub>
                        <m:r>
                          <a:rPr lang="en-US" altLang="zh-CN" sz="1800" b="1" i="1" dirty="0" smtClean="0">
                            <a:latin typeface="Cambria Math"/>
                            <a:cs typeface="Times New Roman" pitchFamily="18" charset="0"/>
                          </a:rPr>
                          <m:t>𝒎𝒊𝒏</m:t>
                        </m:r>
                      </m:sub>
                    </m:sSub>
                  </m:oMath>
                </a14:m>
                <a:r>
                  <a:rPr lang="en-US" altLang="zh-CN" sz="1800" dirty="0" smtClean="0">
                    <a:latin typeface="Calibri" pitchFamily="34" charset="0"/>
                    <a:ea typeface="宋体" pitchFamily="2" charset="-122"/>
                    <a:cs typeface="Calibri" pitchFamily="34" charset="0"/>
                  </a:rPr>
                  <a:t>                                                                                             </a:t>
                </a:r>
                <a14:m>
                  <m:oMath xmlns:m="http://schemas.openxmlformats.org/officeDocument/2006/math">
                    <m:sSub>
                      <m:sSubPr>
                        <m:ctrlPr>
                          <a:rPr lang="en-US" altLang="zh-CN" sz="1800" b="1" i="1" dirty="0">
                            <a:latin typeface="Cambria Math"/>
                            <a:cs typeface="Times New Roman" pitchFamily="18" charset="0"/>
                          </a:rPr>
                        </m:ctrlPr>
                      </m:sSubPr>
                      <m:e>
                        <m:r>
                          <a:rPr lang="en-US" altLang="zh-CN" sz="1800" b="1" i="1" dirty="0">
                            <a:latin typeface="Cambria Math"/>
                            <a:cs typeface="Times New Roman" pitchFamily="18" charset="0"/>
                          </a:rPr>
                          <m:t>𝑬</m:t>
                        </m:r>
                      </m:e>
                      <m:sub>
                        <m:r>
                          <a:rPr lang="en-US" altLang="zh-CN" sz="1800" b="1" i="1" dirty="0">
                            <a:latin typeface="Cambria Math"/>
                            <a:cs typeface="Times New Roman" pitchFamily="18" charset="0"/>
                          </a:rPr>
                          <m:t>𝒎𝒂𝒙</m:t>
                        </m:r>
                      </m:sub>
                    </m:sSub>
                  </m:oMath>
                </a14:m>
                <a:endParaRPr lang="en-US" altLang="zh-CN" sz="1800" dirty="0">
                  <a:latin typeface="Calibri" pitchFamily="34" charset="0"/>
                  <a:ea typeface="宋体" pitchFamily="2" charset="-122"/>
                  <a:cs typeface="Calibri" pitchFamily="34" charset="0"/>
                </a:endParaRPr>
              </a:p>
              <a:p>
                <a:pPr lvl="0" eaLnBrk="0" fontAlgn="base" hangingPunct="0">
                  <a:spcBef>
                    <a:spcPct val="0"/>
                  </a:spcBef>
                  <a:spcAft>
                    <a:spcPct val="0"/>
                  </a:spcAft>
                  <a:tabLst>
                    <a:tab pos="2971800" algn="l"/>
                  </a:tabLst>
                </a:pPr>
                <a:r>
                  <a:rPr lang="en-US" altLang="zh-CN" sz="1800" dirty="0">
                    <a:latin typeface="Calibri" pitchFamily="34" charset="0"/>
                    <a:ea typeface="宋体" pitchFamily="2" charset="-122"/>
                    <a:cs typeface="Calibri" pitchFamily="34" charset="0"/>
                  </a:rPr>
                  <a:t/>
                </a:r>
                <a:br>
                  <a:rPr lang="en-US" altLang="zh-CN" sz="1800" dirty="0">
                    <a:latin typeface="Calibri" pitchFamily="34" charset="0"/>
                    <a:ea typeface="宋体" pitchFamily="2" charset="-122"/>
                    <a:cs typeface="Calibri" pitchFamily="34" charset="0"/>
                  </a:rPr>
                </a:br>
                <a:endParaRPr lang="en-US" altLang="zh-CN" sz="1050" dirty="0">
                  <a:latin typeface="Arial" pitchFamily="34" charset="0"/>
                  <a:ea typeface="宋体" pitchFamily="2" charset="-122"/>
                  <a:cs typeface="宋体" pitchFamily="2" charset="-122"/>
                </a:endParaRPr>
              </a:p>
              <a:p>
                <a:pPr lvl="0" algn="ctr" eaLnBrk="0" fontAlgn="base" hangingPunct="0">
                  <a:spcBef>
                    <a:spcPct val="0"/>
                  </a:spcBef>
                  <a:spcAft>
                    <a:spcPct val="0"/>
                  </a:spcAft>
                  <a:tabLst>
                    <a:tab pos="2971800" algn="l"/>
                  </a:tabLst>
                </a:pPr>
                <a:endParaRPr lang="en-US" altLang="zh-CN" sz="1800" b="1" dirty="0" smtClean="0">
                  <a:latin typeface="Calibri" pitchFamily="34" charset="0"/>
                  <a:ea typeface="Times New Roman" pitchFamily="18" charset="0"/>
                  <a:cs typeface="Times New Roman" pitchFamily="18" charset="0"/>
                </a:endParaRPr>
              </a:p>
              <a:p>
                <a:pPr lvl="0" algn="ctr" eaLnBrk="0" fontAlgn="base" hangingPunct="0">
                  <a:spcBef>
                    <a:spcPct val="0"/>
                  </a:spcBef>
                  <a:spcAft>
                    <a:spcPct val="0"/>
                  </a:spcAft>
                  <a:tabLst>
                    <a:tab pos="2695575" algn="l"/>
                  </a:tabLst>
                </a:pPr>
                <a:r>
                  <a:rPr lang="en-US" altLang="zh-CN" sz="1800" b="1" dirty="0" smtClean="0">
                    <a:latin typeface="Calibri" pitchFamily="34" charset="0"/>
                    <a:ea typeface="Times New Roman" pitchFamily="18" charset="0"/>
                    <a:cs typeface="Times New Roman" pitchFamily="18" charset="0"/>
                  </a:rPr>
                  <a:t>Maximum </a:t>
                </a:r>
                <a:r>
                  <a:rPr lang="en-US" altLang="zh-CN" sz="1800" b="1" dirty="0">
                    <a:latin typeface="Calibri" pitchFamily="34" charset="0"/>
                    <a:ea typeface="Times New Roman" pitchFamily="18" charset="0"/>
                    <a:cs typeface="Times New Roman" pitchFamily="18" charset="0"/>
                  </a:rPr>
                  <a:t>measuring </a:t>
                </a:r>
                <a:r>
                  <a:rPr lang="en-US" altLang="zh-CN" sz="1800" b="1" dirty="0" smtClean="0">
                    <a:latin typeface="Calibri" pitchFamily="34" charset="0"/>
                    <a:ea typeface="Times New Roman" pitchFamily="18" charset="0"/>
                    <a:cs typeface="Times New Roman" pitchFamily="18" charset="0"/>
                  </a:rPr>
                  <a:t>range</a:t>
                </a:r>
                <a:endParaRPr lang="en-US" altLang="zh-CN" sz="1050" dirty="0">
                  <a:latin typeface="Arial" pitchFamily="34" charset="0"/>
                  <a:ea typeface="宋体" pitchFamily="2" charset="-122"/>
                  <a:cs typeface="宋体" pitchFamily="2" charset="-122"/>
                </a:endParaRPr>
              </a:p>
              <a:p>
                <a:pPr lvl="0" eaLnBrk="0" fontAlgn="base" hangingPunct="0">
                  <a:spcBef>
                    <a:spcPct val="0"/>
                  </a:spcBef>
                  <a:spcAft>
                    <a:spcPct val="0"/>
                  </a:spcAft>
                </a:pPr>
                <a:r>
                  <a:rPr lang="en-US" altLang="zh-CN" sz="1800" b="1" dirty="0">
                    <a:latin typeface="Calibri" pitchFamily="34" charset="0"/>
                    <a:ea typeface="Times New Roman" pitchFamily="18" charset="0"/>
                    <a:cs typeface="Times New Roman" pitchFamily="18" charset="0"/>
                  </a:rPr>
                  <a:t>No Load         </a:t>
                </a:r>
                <a:r>
                  <a:rPr lang="en-US" altLang="zh-CN" sz="1800" b="1" dirty="0" smtClean="0">
                    <a:latin typeface="Calibri" pitchFamily="34" charset="0"/>
                    <a:ea typeface="Times New Roman" pitchFamily="18" charset="0"/>
                    <a:cs typeface="Times New Roman" pitchFamily="18" charset="0"/>
                  </a:rPr>
                  <a:t>              </a:t>
                </a:r>
                <a:r>
                  <a:rPr lang="en-US" altLang="zh-CN" sz="1800" b="1" dirty="0">
                    <a:latin typeface="Calibri" pitchFamily="34" charset="0"/>
                    <a:ea typeface="Times New Roman" pitchFamily="18" charset="0"/>
                    <a:cs typeface="Times New Roman" pitchFamily="18" charset="0"/>
                  </a:rPr>
                  <a:t>	   </a:t>
                </a:r>
                <a:r>
                  <a:rPr lang="en-US" altLang="zh-CN" sz="1800" b="1" dirty="0" smtClean="0">
                    <a:latin typeface="Calibri" pitchFamily="34" charset="0"/>
                    <a:ea typeface="Times New Roman" pitchFamily="18" charset="0"/>
                    <a:cs typeface="Times New Roman" pitchFamily="18" charset="0"/>
                  </a:rPr>
                  <a:t>                                                                             </a:t>
                </a:r>
                <a:r>
                  <a:rPr lang="en-US" altLang="zh-CN" sz="1800" b="1" dirty="0">
                    <a:latin typeface="Calibri" pitchFamily="34" charset="0"/>
                    <a:ea typeface="Times New Roman" pitchFamily="18" charset="0"/>
                    <a:cs typeface="Times New Roman" pitchFamily="18" charset="0"/>
                  </a:rPr>
                  <a:t>Safe load </a:t>
                </a:r>
                <a:r>
                  <a:rPr lang="en-US" altLang="zh-CN" sz="1800" b="1" dirty="0" smtClean="0">
                    <a:latin typeface="Calibri" pitchFamily="34" charset="0"/>
                    <a:ea typeface="Times New Roman" pitchFamily="18" charset="0"/>
                    <a:cs typeface="Times New Roman" pitchFamily="18" charset="0"/>
                  </a:rPr>
                  <a:t>Limit</a:t>
                </a:r>
              </a:p>
              <a:p>
                <a:pPr lvl="0" eaLnBrk="0" fontAlgn="base" hangingPunct="0">
                  <a:spcBef>
                    <a:spcPct val="0"/>
                  </a:spcBef>
                  <a:spcAft>
                    <a:spcPct val="0"/>
                  </a:spcAft>
                </a:pPr>
                <a:r>
                  <a:rPr lang="en-US" altLang="zh-CN" sz="1800" b="1" dirty="0" smtClean="0">
                    <a:latin typeface="Calibri" pitchFamily="34" charset="0"/>
                    <a:cs typeface="Times New Roman" pitchFamily="18" charset="0"/>
                  </a:rPr>
                  <a:t>                                                                                                                                               </a:t>
                </a:r>
                <a14:m>
                  <m:oMath xmlns:m="http://schemas.openxmlformats.org/officeDocument/2006/math">
                    <m:sSub>
                      <m:sSubPr>
                        <m:ctrlPr>
                          <a:rPr lang="en-US" altLang="zh-CN" sz="1800" b="1" i="1" smtClean="0">
                            <a:latin typeface="Cambria Math"/>
                            <a:cs typeface="Times New Roman" pitchFamily="18" charset="0"/>
                          </a:rPr>
                        </m:ctrlPr>
                      </m:sSubPr>
                      <m:e>
                        <m:r>
                          <a:rPr lang="en-US" altLang="zh-CN" sz="1800" b="1" i="1" smtClean="0">
                            <a:latin typeface="Cambria Math"/>
                            <a:cs typeface="Times New Roman" pitchFamily="18" charset="0"/>
                          </a:rPr>
                          <m:t>𝑬</m:t>
                        </m:r>
                      </m:e>
                      <m:sub>
                        <m:r>
                          <a:rPr lang="en-US" altLang="zh-CN" sz="1800" b="1" i="1" smtClean="0">
                            <a:latin typeface="Cambria Math"/>
                            <a:cs typeface="Times New Roman" pitchFamily="18" charset="0"/>
                          </a:rPr>
                          <m:t>𝒍𝒊𝒎</m:t>
                        </m:r>
                      </m:sub>
                    </m:sSub>
                  </m:oMath>
                </a14:m>
                <a:endParaRPr lang="en-US" altLang="zh-CN" sz="1800" b="1" dirty="0">
                  <a:latin typeface="Calibri" pitchFamily="34" charset="0"/>
                  <a:cs typeface="Times New Roman" pitchFamily="18" charset="0"/>
                </a:endParaRPr>
              </a:p>
              <a:p>
                <a:pPr fontAlgn="base">
                  <a:spcBef>
                    <a:spcPct val="0"/>
                  </a:spcBef>
                  <a:spcAft>
                    <a:spcPct val="0"/>
                  </a:spcAft>
                </a:pPr>
                <a:r>
                  <a:rPr lang="en-US" altLang="zh-CN" sz="1800" b="1" dirty="0" smtClean="0">
                    <a:latin typeface="Calibri" pitchFamily="34" charset="0"/>
                    <a:ea typeface="Times New Roman" pitchFamily="18" charset="0"/>
                    <a:cs typeface="Times New Roman" pitchFamily="18" charset="0"/>
                  </a:rPr>
                  <a:t>                                                    </a:t>
                </a:r>
              </a:p>
              <a:p>
                <a:pPr fontAlgn="base">
                  <a:spcBef>
                    <a:spcPct val="0"/>
                  </a:spcBef>
                  <a:spcAft>
                    <a:spcPct val="0"/>
                  </a:spcAft>
                </a:pPr>
                <a:r>
                  <a:rPr lang="en-US" altLang="zh-CN" sz="1800" b="1" dirty="0">
                    <a:latin typeface="Calibri" pitchFamily="34" charset="0"/>
                    <a:ea typeface="Times New Roman" pitchFamily="18" charset="0"/>
                    <a:cs typeface="Times New Roman" pitchFamily="18" charset="0"/>
                  </a:rPr>
                  <a:t> </a:t>
                </a:r>
                <a:r>
                  <a:rPr lang="en-US" altLang="zh-CN" sz="1800" b="1" dirty="0" smtClean="0">
                    <a:latin typeface="Calibri" pitchFamily="34" charset="0"/>
                    <a:ea typeface="Times New Roman" pitchFamily="18" charset="0"/>
                    <a:cs typeface="Times New Roman" pitchFamily="18" charset="0"/>
                  </a:rPr>
                  <a:t>                                                     Load </a:t>
                </a:r>
                <a:r>
                  <a:rPr lang="en-US" altLang="zh-CN" sz="1800" b="1" dirty="0">
                    <a:latin typeface="Calibri" pitchFamily="34" charset="0"/>
                    <a:ea typeface="Times New Roman" pitchFamily="18" charset="0"/>
                    <a:cs typeface="Times New Roman" pitchFamily="18" charset="0"/>
                  </a:rPr>
                  <a:t>cell measuring range  </a:t>
                </a:r>
                <a:r>
                  <a:rPr lang="en-US" altLang="zh-CN" sz="1800" b="1" dirty="0" smtClean="0">
                    <a:latin typeface="Calibri" pitchFamily="34" charset="0"/>
                    <a:ea typeface="Times New Roman" pitchFamily="18" charset="0"/>
                    <a:cs typeface="Times New Roman" pitchFamily="18" charset="0"/>
                  </a:rPr>
                  <a:t>                                      </a:t>
                </a:r>
                <a:r>
                  <a:rPr lang="en-US" altLang="zh-CN" sz="1600" dirty="0">
                    <a:latin typeface="Calibri" pitchFamily="34" charset="0"/>
                    <a:ea typeface="宋体" pitchFamily="2" charset="-122"/>
                    <a:cs typeface="Calibri" pitchFamily="34" charset="0"/>
                  </a:rPr>
                  <a:t/>
                </a:r>
                <a:br>
                  <a:rPr lang="en-US" altLang="zh-CN" sz="1600" dirty="0">
                    <a:latin typeface="Calibri" pitchFamily="34" charset="0"/>
                    <a:ea typeface="宋体" pitchFamily="2" charset="-122"/>
                    <a:cs typeface="Calibri" pitchFamily="34" charset="0"/>
                  </a:rPr>
                </a:br>
                <a:endParaRPr lang="en-US" altLang="zh-CN" sz="1050" dirty="0">
                  <a:latin typeface="Arial" pitchFamily="34" charset="0"/>
                  <a:ea typeface="宋体" pitchFamily="2" charset="-122"/>
                  <a:cs typeface="宋体" pitchFamily="2" charset="-122"/>
                </a:endParaRPr>
              </a:p>
              <a:p>
                <a:pPr lvl="0" eaLnBrk="0" fontAlgn="base" hangingPunct="0">
                  <a:spcBef>
                    <a:spcPct val="0"/>
                  </a:spcBef>
                  <a:spcAft>
                    <a:spcPct val="0"/>
                  </a:spcAft>
                </a:pPr>
                <a:endParaRPr lang="en-US" altLang="zh-CN" sz="1050" dirty="0">
                  <a:latin typeface="Arial" pitchFamily="34" charset="0"/>
                  <a:ea typeface="宋体" pitchFamily="2" charset="-122"/>
                  <a:cs typeface="宋体" pitchFamily="2" charset="-122"/>
                </a:endParaRPr>
              </a:p>
              <a:p>
                <a:pPr eaLnBrk="0" fontAlgn="base" hangingPunct="0">
                  <a:spcBef>
                    <a:spcPct val="0"/>
                  </a:spcBef>
                  <a:spcAft>
                    <a:spcPct val="0"/>
                  </a:spcAft>
                </a:pPr>
                <a:r>
                  <a:rPr lang="en-US" altLang="zh-CN" sz="1800" b="1" dirty="0" smtClean="0">
                    <a:latin typeface="Calibri" pitchFamily="34" charset="0"/>
                    <a:ea typeface="Times New Roman" pitchFamily="18" charset="0"/>
                    <a:cs typeface="Times New Roman" pitchFamily="18" charset="0"/>
                  </a:rPr>
                  <a:t>                       Minimum </a:t>
                </a:r>
                <a:r>
                  <a:rPr lang="en-US" altLang="zh-CN" sz="1800" b="1" dirty="0">
                    <a:latin typeface="Calibri" pitchFamily="34" charset="0"/>
                    <a:ea typeface="Times New Roman" pitchFamily="18" charset="0"/>
                    <a:cs typeface="Times New Roman" pitchFamily="18" charset="0"/>
                  </a:rPr>
                  <a:t>load </a:t>
                </a:r>
                <a:r>
                  <a:rPr lang="en-US" altLang="zh-CN" sz="1800" b="1" dirty="0" smtClean="0">
                    <a:latin typeface="Calibri" pitchFamily="34" charset="0"/>
                    <a:ea typeface="Times New Roman" pitchFamily="18" charset="0"/>
                    <a:cs typeface="Times New Roman" pitchFamily="18" charset="0"/>
                  </a:rPr>
                  <a:t>                                                        Maximum </a:t>
                </a:r>
                <a:r>
                  <a:rPr lang="en-US" altLang="zh-CN" sz="1800" b="1" dirty="0">
                    <a:latin typeface="Calibri" pitchFamily="34" charset="0"/>
                    <a:ea typeface="Times New Roman" pitchFamily="18" charset="0"/>
                    <a:cs typeface="Times New Roman" pitchFamily="18" charset="0"/>
                  </a:rPr>
                  <a:t>load</a:t>
                </a:r>
              </a:p>
              <a:p>
                <a:pPr lvl="0" eaLnBrk="0" fontAlgn="base" hangingPunct="0">
                  <a:spcBef>
                    <a:spcPct val="0"/>
                  </a:spcBef>
                  <a:spcAft>
                    <a:spcPct val="0"/>
                  </a:spcAft>
                </a:pPr>
                <a:r>
                  <a:rPr lang="en-US" altLang="zh-CN" sz="1800" dirty="0" smtClean="0">
                    <a:latin typeface="Arial" pitchFamily="34" charset="0"/>
                    <a:ea typeface="宋体" pitchFamily="2" charset="-122"/>
                    <a:cs typeface="宋体" pitchFamily="2" charset="-122"/>
                  </a:rPr>
                  <a:t>                        </a:t>
                </a:r>
                <a14:m>
                  <m:oMath xmlns:m="http://schemas.openxmlformats.org/officeDocument/2006/math">
                    <m:sSub>
                      <m:sSubPr>
                        <m:ctrlPr>
                          <a:rPr lang="en-US" altLang="zh-CN" sz="1800" b="1" i="1" smtClean="0">
                            <a:latin typeface="Cambria Math"/>
                            <a:ea typeface="宋体" pitchFamily="2" charset="-122"/>
                          </a:rPr>
                        </m:ctrlPr>
                      </m:sSubPr>
                      <m:e>
                        <m:r>
                          <a:rPr lang="en-US" altLang="zh-CN" sz="1800" b="1" i="1" smtClean="0">
                            <a:latin typeface="Cambria Math"/>
                            <a:ea typeface="宋体" pitchFamily="2" charset="-122"/>
                          </a:rPr>
                          <m:t>𝑫</m:t>
                        </m:r>
                      </m:e>
                      <m:sub>
                        <m:r>
                          <a:rPr lang="en-US" altLang="zh-CN" sz="1800" b="1" i="1" smtClean="0">
                            <a:latin typeface="Cambria Math"/>
                            <a:ea typeface="宋体" pitchFamily="2" charset="-122"/>
                          </a:rPr>
                          <m:t>𝒎𝒊𝒏</m:t>
                        </m:r>
                      </m:sub>
                    </m:sSub>
                  </m:oMath>
                </a14:m>
                <a:r>
                  <a:rPr lang="en-US" altLang="zh-CN" sz="1800" b="1" dirty="0" smtClean="0">
                    <a:latin typeface="Arial" pitchFamily="34" charset="0"/>
                    <a:ea typeface="宋体" pitchFamily="2" charset="-122"/>
                    <a:cs typeface="宋体" pitchFamily="2" charset="-122"/>
                  </a:rPr>
                  <a:t>                                                                 </a:t>
                </a:r>
                <a14:m>
                  <m:oMath xmlns:m="http://schemas.openxmlformats.org/officeDocument/2006/math">
                    <m:sSub>
                      <m:sSubPr>
                        <m:ctrlPr>
                          <a:rPr lang="en-US" altLang="zh-CN" sz="1800" b="1" i="1" dirty="0" smtClean="0">
                            <a:latin typeface="Cambria Math"/>
                            <a:ea typeface="宋体" pitchFamily="2" charset="-122"/>
                          </a:rPr>
                        </m:ctrlPr>
                      </m:sSubPr>
                      <m:e>
                        <m:r>
                          <a:rPr lang="en-US" altLang="zh-CN" sz="1800" b="1" i="1" dirty="0" smtClean="0">
                            <a:latin typeface="Cambria Math"/>
                            <a:ea typeface="宋体" pitchFamily="2" charset="-122"/>
                          </a:rPr>
                          <m:t>𝑫</m:t>
                        </m:r>
                      </m:e>
                      <m:sub>
                        <m:r>
                          <a:rPr lang="en-US" altLang="zh-CN" sz="1800" b="1" i="1" dirty="0" smtClean="0">
                            <a:latin typeface="Cambria Math"/>
                            <a:ea typeface="宋体" pitchFamily="2" charset="-122"/>
                          </a:rPr>
                          <m:t>𝒎𝒂𝒙</m:t>
                        </m:r>
                      </m:sub>
                    </m:sSub>
                  </m:oMath>
                </a14:m>
                <a:endParaRPr lang="en-US" altLang="zh-CN" sz="1800" b="1" dirty="0" smtClean="0">
                  <a:latin typeface="Arial" pitchFamily="34" charset="0"/>
                  <a:ea typeface="宋体" pitchFamily="2" charset="-122"/>
                  <a:cs typeface="宋体" pitchFamily="2" charset="-122"/>
                </a:endParaRPr>
              </a:p>
            </p:txBody>
          </p:sp>
        </mc:Choice>
        <mc:Fallback xmlns="">
          <p:sp>
            <p:nvSpPr>
              <p:cNvPr id="58" name="TextBox 57"/>
              <p:cNvSpPr txBox="1">
                <a:spLocks noRot="1" noChangeAspect="1" noMove="1" noResize="1" noEditPoints="1" noAdjustHandles="1" noChangeArrowheads="1" noChangeShapeType="1" noTextEdit="1"/>
              </p:cNvSpPr>
              <p:nvPr/>
            </p:nvSpPr>
            <p:spPr>
              <a:xfrm>
                <a:off x="502604" y="904914"/>
                <a:ext cx="8811877" cy="4102890"/>
              </a:xfrm>
              <a:prstGeom prst="rect">
                <a:avLst/>
              </a:prstGeom>
              <a:blipFill rotWithShape="1">
                <a:blip r:embed="rId3"/>
                <a:stretch>
                  <a:fillRect l="-1591" t="-1486"/>
                </a:stretch>
              </a:blipFill>
            </p:spPr>
            <p:txBody>
              <a:bodyPr/>
              <a:lstStyle/>
              <a:p>
                <a:r>
                  <a:rPr lang="zh-CN" altLang="en-US">
                    <a:noFill/>
                  </a:rPr>
                  <a:t> </a:t>
                </a:r>
              </a:p>
            </p:txBody>
          </p:sp>
        </mc:Fallback>
      </mc:AlternateContent>
      <p:sp>
        <p:nvSpPr>
          <p:cNvPr id="2" name="标题 1"/>
          <p:cNvSpPr>
            <a:spLocks noGrp="1"/>
          </p:cNvSpPr>
          <p:nvPr>
            <p:ph type="title"/>
          </p:nvPr>
        </p:nvSpPr>
        <p:spPr/>
        <p:txBody>
          <a:bodyPr/>
          <a:lstStyle/>
          <a:p>
            <a:r>
              <a:rPr lang="zh-CN" altLang="en-US" dirty="0" smtClean="0">
                <a:latin typeface="黑体" panose="02010609060101010101" pitchFamily="49" charset="-122"/>
                <a:ea typeface="黑体" panose="02010609060101010101" pitchFamily="49" charset="-122"/>
              </a:rPr>
              <a:t>术语 </a:t>
            </a:r>
            <a:r>
              <a:rPr lang="en-US" altLang="zh-CN" sz="1800" dirty="0" smtClean="0">
                <a:latin typeface="黑体" panose="02010609060101010101" pitchFamily="49" charset="-122"/>
                <a:ea typeface="黑体" panose="02010609060101010101" pitchFamily="49" charset="-122"/>
              </a:rPr>
              <a:t>– </a:t>
            </a:r>
            <a:r>
              <a:rPr lang="zh-CN" altLang="en-US" sz="1800" dirty="0" smtClean="0">
                <a:latin typeface="黑体" panose="02010609060101010101" pitchFamily="49" charset="-122"/>
                <a:ea typeface="黑体" panose="02010609060101010101" pitchFamily="49" charset="-122"/>
              </a:rPr>
              <a:t>修订</a:t>
            </a:r>
            <a:endParaRPr lang="zh-CN" altLang="en-US" dirty="0">
              <a:latin typeface="黑体" panose="02010609060101010101" pitchFamily="49" charset="-122"/>
              <a:ea typeface="黑体" panose="02010609060101010101" pitchFamily="49" charset="-122"/>
            </a:endParaRPr>
          </a:p>
        </p:txBody>
      </p:sp>
      <p:sp>
        <p:nvSpPr>
          <p:cNvPr id="5" name="灯片编号占位符 4"/>
          <p:cNvSpPr>
            <a:spLocks noGrp="1"/>
          </p:cNvSpPr>
          <p:nvPr>
            <p:ph type="sldNum" sz="quarter" idx="100"/>
          </p:nvPr>
        </p:nvSpPr>
        <p:spPr/>
        <p:txBody>
          <a:bodyPr/>
          <a:lstStyle/>
          <a:p>
            <a:fld id="{2B2B68EE-DD1E-4368-AFCE-24A50EC7BF18}" type="slidenum">
              <a:rPr lang="en-US" smtClean="0"/>
              <a:pPr/>
              <a:t>19</a:t>
            </a:fld>
            <a:endParaRPr lang="en-US" dirty="0"/>
          </a:p>
        </p:txBody>
      </p:sp>
      <p:sp>
        <p:nvSpPr>
          <p:cNvPr id="6" name="页脚占位符 5"/>
          <p:cNvSpPr>
            <a:spLocks noGrp="1"/>
          </p:cNvSpPr>
          <p:nvPr>
            <p:ph type="ftr" sz="quarter" idx="101"/>
          </p:nvPr>
        </p:nvSpPr>
        <p:spPr/>
        <p:txBody>
          <a:bodyPr/>
          <a:lstStyle/>
          <a:p>
            <a:r>
              <a:rPr lang="en-US" smtClean="0"/>
              <a:t>For internal use - Confidential</a:t>
            </a:r>
            <a:endParaRPr lang="en-US" dirty="0"/>
          </a:p>
        </p:txBody>
      </p:sp>
      <p:grpSp>
        <p:nvGrpSpPr>
          <p:cNvPr id="56" name="组合 55"/>
          <p:cNvGrpSpPr/>
          <p:nvPr/>
        </p:nvGrpSpPr>
        <p:grpSpPr>
          <a:xfrm>
            <a:off x="1419833" y="1924928"/>
            <a:ext cx="6770914" cy="2474958"/>
            <a:chOff x="1419833" y="1878434"/>
            <a:chExt cx="6770914" cy="2474958"/>
          </a:xfrm>
        </p:grpSpPr>
        <p:grpSp>
          <p:nvGrpSpPr>
            <p:cNvPr id="8" name="Group 47"/>
            <p:cNvGrpSpPr>
              <a:grpSpLocks/>
            </p:cNvGrpSpPr>
            <p:nvPr/>
          </p:nvGrpSpPr>
          <p:grpSpPr bwMode="auto">
            <a:xfrm>
              <a:off x="1419833" y="1878434"/>
              <a:ext cx="1918" cy="2474958"/>
              <a:chOff x="2459" y="-1076"/>
              <a:chExt cx="2" cy="1841"/>
            </a:xfrm>
          </p:grpSpPr>
          <p:sp>
            <p:nvSpPr>
              <p:cNvPr id="47" name="Freeform 48"/>
              <p:cNvSpPr>
                <a:spLocks/>
              </p:cNvSpPr>
              <p:nvPr/>
            </p:nvSpPr>
            <p:spPr bwMode="auto">
              <a:xfrm>
                <a:off x="2459" y="-1076"/>
                <a:ext cx="2" cy="1841"/>
              </a:xfrm>
              <a:custGeom>
                <a:avLst/>
                <a:gdLst>
                  <a:gd name="T0" fmla="+- 0 765 -1076"/>
                  <a:gd name="T1" fmla="*/ 765 h 1841"/>
                  <a:gd name="T2" fmla="+- 0 -1076 -1076"/>
                  <a:gd name="T3" fmla="*/ -1076 h 1841"/>
                </a:gdLst>
                <a:ahLst/>
                <a:cxnLst>
                  <a:cxn ang="0">
                    <a:pos x="0" y="T1"/>
                  </a:cxn>
                  <a:cxn ang="0">
                    <a:pos x="0" y="T3"/>
                  </a:cxn>
                </a:cxnLst>
                <a:rect l="0" t="0" r="r" b="b"/>
                <a:pathLst>
                  <a:path h="1841">
                    <a:moveTo>
                      <a:pt x="0" y="1841"/>
                    </a:moveTo>
                    <a:lnTo>
                      <a:pt x="0" y="0"/>
                    </a:lnTo>
                  </a:path>
                </a:pathLst>
              </a:custGeom>
              <a:noFill/>
              <a:ln w="7351">
                <a:solidFill>
                  <a:srgbClr val="000000"/>
                </a:solidFill>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10" name="Group 43"/>
            <p:cNvGrpSpPr>
              <a:grpSpLocks/>
            </p:cNvGrpSpPr>
            <p:nvPr/>
          </p:nvGrpSpPr>
          <p:grpSpPr bwMode="auto">
            <a:xfrm>
              <a:off x="1890677" y="1878434"/>
              <a:ext cx="1918" cy="1168245"/>
              <a:chOff x="2950" y="-1076"/>
              <a:chExt cx="2" cy="869"/>
            </a:xfrm>
          </p:grpSpPr>
          <p:sp>
            <p:nvSpPr>
              <p:cNvPr id="45" name="Freeform 44"/>
              <p:cNvSpPr>
                <a:spLocks/>
              </p:cNvSpPr>
              <p:nvPr/>
            </p:nvSpPr>
            <p:spPr bwMode="auto">
              <a:xfrm>
                <a:off x="2950" y="-1076"/>
                <a:ext cx="2" cy="869"/>
              </a:xfrm>
              <a:custGeom>
                <a:avLst/>
                <a:gdLst>
                  <a:gd name="T0" fmla="+- 0 -207 -1076"/>
                  <a:gd name="T1" fmla="*/ -207 h 869"/>
                  <a:gd name="T2" fmla="+- 0 -1076 -1076"/>
                  <a:gd name="T3" fmla="*/ -1076 h 869"/>
                </a:gdLst>
                <a:ahLst/>
                <a:cxnLst>
                  <a:cxn ang="0">
                    <a:pos x="0" y="T1"/>
                  </a:cxn>
                  <a:cxn ang="0">
                    <a:pos x="0" y="T3"/>
                  </a:cxn>
                </a:cxnLst>
                <a:rect l="0" t="0" r="r" b="b"/>
                <a:pathLst>
                  <a:path h="869">
                    <a:moveTo>
                      <a:pt x="0" y="869"/>
                    </a:moveTo>
                    <a:lnTo>
                      <a:pt x="0" y="0"/>
                    </a:lnTo>
                  </a:path>
                </a:pathLst>
              </a:custGeom>
              <a:noFill/>
              <a:ln w="7351">
                <a:solidFill>
                  <a:srgbClr val="000000"/>
                </a:solidFill>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12" name="Group 39"/>
            <p:cNvGrpSpPr>
              <a:grpSpLocks/>
            </p:cNvGrpSpPr>
            <p:nvPr/>
          </p:nvGrpSpPr>
          <p:grpSpPr bwMode="auto">
            <a:xfrm>
              <a:off x="7240471" y="1878434"/>
              <a:ext cx="1918" cy="1168245"/>
              <a:chOff x="8060" y="-1076"/>
              <a:chExt cx="2" cy="869"/>
            </a:xfrm>
          </p:grpSpPr>
          <p:sp>
            <p:nvSpPr>
              <p:cNvPr id="43" name="Freeform 40"/>
              <p:cNvSpPr>
                <a:spLocks/>
              </p:cNvSpPr>
              <p:nvPr/>
            </p:nvSpPr>
            <p:spPr bwMode="auto">
              <a:xfrm>
                <a:off x="8060" y="-1076"/>
                <a:ext cx="2" cy="869"/>
              </a:xfrm>
              <a:custGeom>
                <a:avLst/>
                <a:gdLst>
                  <a:gd name="T0" fmla="+- 0 -207 -1076"/>
                  <a:gd name="T1" fmla="*/ -207 h 869"/>
                  <a:gd name="T2" fmla="+- 0 -1076 -1076"/>
                  <a:gd name="T3" fmla="*/ -1076 h 869"/>
                </a:gdLst>
                <a:ahLst/>
                <a:cxnLst>
                  <a:cxn ang="0">
                    <a:pos x="0" y="T1"/>
                  </a:cxn>
                  <a:cxn ang="0">
                    <a:pos x="0" y="T3"/>
                  </a:cxn>
                </a:cxnLst>
                <a:rect l="0" t="0" r="r" b="b"/>
                <a:pathLst>
                  <a:path h="869">
                    <a:moveTo>
                      <a:pt x="0" y="869"/>
                    </a:moveTo>
                    <a:lnTo>
                      <a:pt x="0" y="0"/>
                    </a:lnTo>
                  </a:path>
                </a:pathLst>
              </a:custGeom>
              <a:noFill/>
              <a:ln w="7352">
                <a:solidFill>
                  <a:srgbClr val="000000"/>
                </a:solidFill>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14" name="Group 35"/>
            <p:cNvGrpSpPr>
              <a:grpSpLocks/>
            </p:cNvGrpSpPr>
            <p:nvPr/>
          </p:nvGrpSpPr>
          <p:grpSpPr bwMode="auto">
            <a:xfrm>
              <a:off x="8188829" y="1878434"/>
              <a:ext cx="1918" cy="2474958"/>
              <a:chOff x="8855" y="-1076"/>
              <a:chExt cx="2" cy="1841"/>
            </a:xfrm>
          </p:grpSpPr>
          <p:sp>
            <p:nvSpPr>
              <p:cNvPr id="41" name="Freeform 36"/>
              <p:cNvSpPr>
                <a:spLocks/>
              </p:cNvSpPr>
              <p:nvPr/>
            </p:nvSpPr>
            <p:spPr bwMode="auto">
              <a:xfrm>
                <a:off x="8855" y="-1076"/>
                <a:ext cx="2" cy="1841"/>
              </a:xfrm>
              <a:custGeom>
                <a:avLst/>
                <a:gdLst>
                  <a:gd name="T0" fmla="+- 0 765 -1076"/>
                  <a:gd name="T1" fmla="*/ 765 h 1841"/>
                  <a:gd name="T2" fmla="+- 0 -1076 -1076"/>
                  <a:gd name="T3" fmla="*/ -1076 h 1841"/>
                </a:gdLst>
                <a:ahLst/>
                <a:cxnLst>
                  <a:cxn ang="0">
                    <a:pos x="0" y="T1"/>
                  </a:cxn>
                  <a:cxn ang="0">
                    <a:pos x="0" y="T3"/>
                  </a:cxn>
                </a:cxnLst>
                <a:rect l="0" t="0" r="r" b="b"/>
                <a:pathLst>
                  <a:path h="1841">
                    <a:moveTo>
                      <a:pt x="0" y="1841"/>
                    </a:moveTo>
                    <a:lnTo>
                      <a:pt x="0" y="0"/>
                    </a:lnTo>
                  </a:path>
                </a:pathLst>
              </a:custGeom>
              <a:noFill/>
              <a:ln w="7351">
                <a:solidFill>
                  <a:srgbClr val="000000"/>
                </a:solidFill>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16" name="Group 31"/>
            <p:cNvGrpSpPr>
              <a:grpSpLocks/>
            </p:cNvGrpSpPr>
            <p:nvPr/>
          </p:nvGrpSpPr>
          <p:grpSpPr bwMode="auto">
            <a:xfrm>
              <a:off x="1430536" y="3053400"/>
              <a:ext cx="6624000" cy="2689"/>
              <a:chOff x="2454" y="-202"/>
              <a:chExt cx="6406" cy="2"/>
            </a:xfrm>
          </p:grpSpPr>
          <p:sp>
            <p:nvSpPr>
              <p:cNvPr id="39" name="Freeform 32"/>
              <p:cNvSpPr>
                <a:spLocks/>
              </p:cNvSpPr>
              <p:nvPr/>
            </p:nvSpPr>
            <p:spPr bwMode="auto">
              <a:xfrm>
                <a:off x="2454" y="-202"/>
                <a:ext cx="6406" cy="2"/>
              </a:xfrm>
              <a:custGeom>
                <a:avLst/>
                <a:gdLst>
                  <a:gd name="T0" fmla="+- 0 2454 2454"/>
                  <a:gd name="T1" fmla="*/ T0 w 6406"/>
                  <a:gd name="T2" fmla="+- 0 8860 2454"/>
                  <a:gd name="T3" fmla="*/ T2 w 6406"/>
                </a:gdLst>
                <a:ahLst/>
                <a:cxnLst>
                  <a:cxn ang="0">
                    <a:pos x="T1" y="0"/>
                  </a:cxn>
                  <a:cxn ang="0">
                    <a:pos x="T3" y="0"/>
                  </a:cxn>
                </a:cxnLst>
                <a:rect l="0" t="0" r="r" b="b"/>
                <a:pathLst>
                  <a:path w="6406">
                    <a:moveTo>
                      <a:pt x="0" y="0"/>
                    </a:moveTo>
                    <a:lnTo>
                      <a:pt x="6406" y="0"/>
                    </a:lnTo>
                  </a:path>
                </a:pathLst>
              </a:custGeom>
              <a:noFill/>
              <a:ln w="7354">
                <a:solidFill>
                  <a:srgbClr val="000000"/>
                </a:solidFill>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20" name="Group 23"/>
            <p:cNvGrpSpPr>
              <a:grpSpLocks/>
            </p:cNvGrpSpPr>
            <p:nvPr/>
          </p:nvGrpSpPr>
          <p:grpSpPr bwMode="auto">
            <a:xfrm>
              <a:off x="2175077" y="3060122"/>
              <a:ext cx="1918" cy="1293270"/>
              <a:chOff x="3893" y="-197"/>
              <a:chExt cx="2" cy="962"/>
            </a:xfrm>
          </p:grpSpPr>
          <p:sp>
            <p:nvSpPr>
              <p:cNvPr id="35" name="Freeform 24"/>
              <p:cNvSpPr>
                <a:spLocks/>
              </p:cNvSpPr>
              <p:nvPr/>
            </p:nvSpPr>
            <p:spPr bwMode="auto">
              <a:xfrm>
                <a:off x="3893" y="-197"/>
                <a:ext cx="2" cy="962"/>
              </a:xfrm>
              <a:custGeom>
                <a:avLst/>
                <a:gdLst>
                  <a:gd name="T0" fmla="+- 0 765 -197"/>
                  <a:gd name="T1" fmla="*/ 765 h 962"/>
                  <a:gd name="T2" fmla="+- 0 -197 -197"/>
                  <a:gd name="T3" fmla="*/ -197 h 962"/>
                </a:gdLst>
                <a:ahLst/>
                <a:cxnLst>
                  <a:cxn ang="0">
                    <a:pos x="0" y="T1"/>
                  </a:cxn>
                  <a:cxn ang="0">
                    <a:pos x="0" y="T3"/>
                  </a:cxn>
                </a:cxnLst>
                <a:rect l="0" t="0" r="r" b="b"/>
                <a:pathLst>
                  <a:path h="962">
                    <a:moveTo>
                      <a:pt x="0" y="962"/>
                    </a:moveTo>
                    <a:lnTo>
                      <a:pt x="0" y="0"/>
                    </a:lnTo>
                  </a:path>
                </a:pathLst>
              </a:custGeom>
              <a:noFill/>
              <a:ln w="7351">
                <a:solidFill>
                  <a:srgbClr val="000000"/>
                </a:solidFill>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21" name="Group 21"/>
            <p:cNvGrpSpPr>
              <a:grpSpLocks/>
            </p:cNvGrpSpPr>
            <p:nvPr/>
          </p:nvGrpSpPr>
          <p:grpSpPr bwMode="auto">
            <a:xfrm>
              <a:off x="6978270" y="3060122"/>
              <a:ext cx="1918" cy="1293270"/>
              <a:chOff x="7528" y="-197"/>
              <a:chExt cx="2" cy="962"/>
            </a:xfrm>
          </p:grpSpPr>
          <p:sp>
            <p:nvSpPr>
              <p:cNvPr id="34" name="Freeform 22"/>
              <p:cNvSpPr>
                <a:spLocks/>
              </p:cNvSpPr>
              <p:nvPr/>
            </p:nvSpPr>
            <p:spPr bwMode="auto">
              <a:xfrm>
                <a:off x="7528" y="-197"/>
                <a:ext cx="2" cy="962"/>
              </a:xfrm>
              <a:custGeom>
                <a:avLst/>
                <a:gdLst>
                  <a:gd name="T0" fmla="+- 0 765 -197"/>
                  <a:gd name="T1" fmla="*/ 765 h 962"/>
                  <a:gd name="T2" fmla="+- 0 -197 -197"/>
                  <a:gd name="T3" fmla="*/ -197 h 962"/>
                </a:gdLst>
                <a:ahLst/>
                <a:cxnLst>
                  <a:cxn ang="0">
                    <a:pos x="0" y="T1"/>
                  </a:cxn>
                  <a:cxn ang="0">
                    <a:pos x="0" y="T3"/>
                  </a:cxn>
                </a:cxnLst>
                <a:rect l="0" t="0" r="r" b="b"/>
                <a:pathLst>
                  <a:path h="962">
                    <a:moveTo>
                      <a:pt x="0" y="962"/>
                    </a:moveTo>
                    <a:lnTo>
                      <a:pt x="0" y="0"/>
                    </a:lnTo>
                  </a:path>
                </a:pathLst>
              </a:custGeom>
              <a:noFill/>
              <a:ln w="7351">
                <a:solidFill>
                  <a:srgbClr val="000000"/>
                </a:solidFill>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grpSp>
      </p:grpSp>
      <p:grpSp>
        <p:nvGrpSpPr>
          <p:cNvPr id="51" name="Group 2"/>
          <p:cNvGrpSpPr>
            <a:grpSpLocks/>
          </p:cNvGrpSpPr>
          <p:nvPr/>
        </p:nvGrpSpPr>
        <p:grpSpPr bwMode="auto">
          <a:xfrm>
            <a:off x="8634312" y="3076908"/>
            <a:ext cx="9991" cy="2689"/>
            <a:chOff x="9980" y="-207"/>
            <a:chExt cx="10" cy="2"/>
          </a:xfrm>
        </p:grpSpPr>
        <p:sp>
          <p:nvSpPr>
            <p:cNvPr id="52" name="Freeform 3"/>
            <p:cNvSpPr>
              <a:spLocks/>
            </p:cNvSpPr>
            <p:nvPr/>
          </p:nvSpPr>
          <p:spPr bwMode="auto">
            <a:xfrm>
              <a:off x="9980" y="-207"/>
              <a:ext cx="10" cy="2"/>
            </a:xfrm>
            <a:custGeom>
              <a:avLst/>
              <a:gdLst>
                <a:gd name="T0" fmla="+- 0 9980 9980"/>
                <a:gd name="T1" fmla="*/ T0 w 10"/>
                <a:gd name="T2" fmla="+- 0 9990 9980"/>
                <a:gd name="T3" fmla="*/ T2 w 10"/>
              </a:gdLst>
              <a:ahLst/>
              <a:cxnLst>
                <a:cxn ang="0">
                  <a:pos x="T1" y="0"/>
                </a:cxn>
                <a:cxn ang="0">
                  <a:pos x="T3" y="0"/>
                </a:cxn>
              </a:cxnLst>
              <a:rect l="0" t="0" r="r" b="b"/>
              <a:pathLst>
                <a:path w="10">
                  <a:moveTo>
                    <a:pt x="0" y="0"/>
                  </a:moveTo>
                  <a:lnTo>
                    <a:pt x="10" y="0"/>
                  </a:lnTo>
                </a:path>
              </a:pathLst>
            </a:custGeom>
            <a:noFill/>
            <a:ln w="0">
              <a:solidFill>
                <a:srgbClr val="000000"/>
              </a:solidFill>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grpSp>
      <mc:AlternateContent xmlns:mc="http://schemas.openxmlformats.org/markup-compatibility/2006" xmlns:a14="http://schemas.microsoft.com/office/drawing/2010/main">
        <mc:Choice Requires="a14">
          <p:sp>
            <p:nvSpPr>
              <p:cNvPr id="59" name="TextBox 58"/>
              <p:cNvSpPr txBox="1"/>
              <p:nvPr/>
            </p:nvSpPr>
            <p:spPr>
              <a:xfrm>
                <a:off x="513273" y="4923097"/>
                <a:ext cx="8460000" cy="1338123"/>
              </a:xfrm>
              <a:prstGeom prst="rect">
                <a:avLst/>
              </a:prstGeom>
              <a:noFill/>
            </p:spPr>
            <p:txBody>
              <a:bodyPr wrap="square" lIns="0" tIns="0" rIns="0" bIns="0" rtlCol="0">
                <a:spAutoFit/>
              </a:bodyPr>
              <a:lstStyle/>
              <a:p>
                <a:pPr>
                  <a:spcAft>
                    <a:spcPts val="600"/>
                  </a:spcAft>
                </a:pPr>
                <a:r>
                  <a:rPr lang="en-US" altLang="zh-CN" sz="1600" dirty="0"/>
                  <a:t>the minimum load, </a:t>
                </a:r>
                <a14:m>
                  <m:oMath xmlns:m="http://schemas.openxmlformats.org/officeDocument/2006/math">
                    <m:sSub>
                      <m:sSubPr>
                        <m:ctrlPr>
                          <a:rPr lang="en-US" altLang="zh-CN" sz="1600" i="1" dirty="0">
                            <a:latin typeface="Cambria Math"/>
                          </a:rPr>
                        </m:ctrlPr>
                      </m:sSubPr>
                      <m:e>
                        <m:r>
                          <a:rPr lang="en-US" altLang="zh-CN" sz="1600" i="1" dirty="0">
                            <a:latin typeface="Cambria Math"/>
                          </a:rPr>
                          <m:t>𝐷</m:t>
                        </m:r>
                      </m:e>
                      <m:sub>
                        <m:r>
                          <a:rPr lang="en-US" altLang="zh-CN" sz="1600" i="1" dirty="0">
                            <a:latin typeface="Cambria Math"/>
                          </a:rPr>
                          <m:t>𝑚𝑖𝑛</m:t>
                        </m:r>
                      </m:sub>
                    </m:sSub>
                  </m:oMath>
                </a14:m>
                <a:r>
                  <a:rPr lang="en-US" altLang="zh-CN" sz="1600" dirty="0"/>
                  <a:t>, shall be as near as possible to but not less than the minimum dead load, </a:t>
                </a:r>
                <a14:m>
                  <m:oMath xmlns:m="http://schemas.openxmlformats.org/officeDocument/2006/math">
                    <m:sSub>
                      <m:sSubPr>
                        <m:ctrlPr>
                          <a:rPr lang="en-US" altLang="zh-CN" sz="1600" i="1">
                            <a:latin typeface="Cambria Math"/>
                          </a:rPr>
                        </m:ctrlPr>
                      </m:sSubPr>
                      <m:e>
                        <m:r>
                          <a:rPr lang="en-US" altLang="zh-CN" sz="1600" i="1">
                            <a:latin typeface="Cambria Math"/>
                          </a:rPr>
                          <m:t>𝐸</m:t>
                        </m:r>
                      </m:e>
                      <m:sub>
                        <m:r>
                          <a:rPr lang="en-US" altLang="zh-CN" sz="1600" i="1">
                            <a:latin typeface="Cambria Math"/>
                          </a:rPr>
                          <m:t>𝑚𝑖𝑛</m:t>
                        </m:r>
                      </m:sub>
                    </m:sSub>
                  </m:oMath>
                </a14:m>
                <a:r>
                  <a:rPr lang="en-US" altLang="zh-CN" sz="1600" dirty="0"/>
                  <a:t>, and shall not be higher than a value equal to 10 % of </a:t>
                </a:r>
                <a14:m>
                  <m:oMath xmlns:m="http://schemas.openxmlformats.org/officeDocument/2006/math">
                    <m:sSub>
                      <m:sSubPr>
                        <m:ctrlPr>
                          <a:rPr lang="en-US" altLang="zh-CN" sz="1600" i="1">
                            <a:latin typeface="Cambria Math"/>
                          </a:rPr>
                        </m:ctrlPr>
                      </m:sSubPr>
                      <m:e>
                        <m:r>
                          <a:rPr lang="en-US" altLang="zh-CN" sz="1600" i="1">
                            <a:latin typeface="Cambria Math"/>
                          </a:rPr>
                          <m:t>𝐸</m:t>
                        </m:r>
                      </m:e>
                      <m:sub>
                        <m:r>
                          <a:rPr lang="en-US" altLang="zh-CN" sz="1600" i="1">
                            <a:latin typeface="Cambria Math"/>
                          </a:rPr>
                          <m:t>𝑚𝑎𝑥</m:t>
                        </m:r>
                      </m:sub>
                    </m:sSub>
                  </m:oMath>
                </a14:m>
                <a:r>
                  <a:rPr lang="en-US" altLang="zh-CN" sz="1600" dirty="0"/>
                  <a:t>. The maximum load, </a:t>
                </a:r>
                <a14:m>
                  <m:oMath xmlns:m="http://schemas.openxmlformats.org/officeDocument/2006/math">
                    <m:sSub>
                      <m:sSubPr>
                        <m:ctrlPr>
                          <a:rPr lang="en-US" altLang="zh-CN" sz="1600" i="1">
                            <a:latin typeface="Cambria Math"/>
                          </a:rPr>
                        </m:ctrlPr>
                      </m:sSubPr>
                      <m:e>
                        <m:r>
                          <a:rPr lang="en-US" altLang="zh-CN" sz="1600" i="1">
                            <a:latin typeface="Cambria Math"/>
                          </a:rPr>
                          <m:t>𝐷</m:t>
                        </m:r>
                      </m:e>
                      <m:sub>
                        <m:r>
                          <a:rPr lang="en-US" altLang="zh-CN" sz="1600" i="1">
                            <a:latin typeface="Cambria Math"/>
                          </a:rPr>
                          <m:t>𝑚𝑎𝑥</m:t>
                        </m:r>
                      </m:sub>
                    </m:sSub>
                  </m:oMath>
                </a14:m>
                <a:r>
                  <a:rPr lang="en-US" altLang="zh-CN" sz="1600" dirty="0"/>
                  <a:t>, shall be not less than 90 % of </a:t>
                </a:r>
                <a14:m>
                  <m:oMath xmlns:m="http://schemas.openxmlformats.org/officeDocument/2006/math">
                    <m:sSub>
                      <m:sSubPr>
                        <m:ctrlPr>
                          <a:rPr lang="en-US" altLang="zh-CN" sz="1600" i="1">
                            <a:latin typeface="Cambria Math"/>
                          </a:rPr>
                        </m:ctrlPr>
                      </m:sSubPr>
                      <m:e>
                        <m:r>
                          <a:rPr lang="en-US" altLang="zh-CN" sz="1600" i="1">
                            <a:latin typeface="Cambria Math"/>
                          </a:rPr>
                          <m:t>𝐸</m:t>
                        </m:r>
                      </m:e>
                      <m:sub>
                        <m:r>
                          <a:rPr lang="en-US" altLang="zh-CN" sz="1600" i="1">
                            <a:latin typeface="Cambria Math"/>
                          </a:rPr>
                          <m:t>𝑚𝑎𝑥</m:t>
                        </m:r>
                      </m:sub>
                    </m:sSub>
                  </m:oMath>
                </a14:m>
                <a:r>
                  <a:rPr lang="en-US" altLang="zh-CN" sz="1600" dirty="0"/>
                  <a:t>, nor shall it be greater than </a:t>
                </a:r>
                <a14:m>
                  <m:oMath xmlns:m="http://schemas.openxmlformats.org/officeDocument/2006/math">
                    <m:sSub>
                      <m:sSubPr>
                        <m:ctrlPr>
                          <a:rPr lang="en-US" altLang="zh-CN" sz="1600" i="1">
                            <a:latin typeface="Cambria Math"/>
                          </a:rPr>
                        </m:ctrlPr>
                      </m:sSubPr>
                      <m:e>
                        <m:r>
                          <a:rPr lang="en-US" altLang="zh-CN" sz="1600" i="1">
                            <a:latin typeface="Cambria Math"/>
                          </a:rPr>
                          <m:t>𝐸</m:t>
                        </m:r>
                      </m:e>
                      <m:sub>
                        <m:r>
                          <a:rPr lang="en-US" altLang="zh-CN" sz="1600" i="1">
                            <a:latin typeface="Cambria Math"/>
                          </a:rPr>
                          <m:t>𝑚𝑎𝑥</m:t>
                        </m:r>
                      </m:sub>
                    </m:sSub>
                  </m:oMath>
                </a14:m>
                <a:r>
                  <a:rPr lang="en-US" altLang="zh-CN" sz="1600" dirty="0"/>
                  <a:t>.</a:t>
                </a:r>
                <a:endParaRPr lang="en-US" altLang="zh-CN" sz="1600" dirty="0" smtClean="0"/>
              </a:p>
              <a:p>
                <a:pPr marL="342900" indent="-342900">
                  <a:buFont typeface="+mj-lt"/>
                  <a:buAutoNum type="alphaLcParenR"/>
                </a:pPr>
                <a14:m>
                  <m:oMath xmlns:m="http://schemas.openxmlformats.org/officeDocument/2006/math">
                    <m:r>
                      <a:rPr lang="en-US" altLang="zh-CN" sz="1600" i="1" dirty="0" smtClean="0">
                        <a:latin typeface="Cambria Math"/>
                      </a:rPr>
                      <m:t>(</m:t>
                    </m:r>
                    <m:sSub>
                      <m:sSubPr>
                        <m:ctrlPr>
                          <a:rPr lang="en-US" altLang="zh-CN" sz="1600" i="1" dirty="0" smtClean="0">
                            <a:latin typeface="Cambria Math"/>
                          </a:rPr>
                        </m:ctrlPr>
                      </m:sSubPr>
                      <m:e>
                        <m:r>
                          <a:rPr lang="en-US" altLang="zh-CN" sz="1600" b="0" i="1" dirty="0" smtClean="0">
                            <a:latin typeface="Cambria Math"/>
                          </a:rPr>
                          <m:t>𝐷</m:t>
                        </m:r>
                      </m:e>
                      <m:sub>
                        <m:r>
                          <a:rPr lang="en-US" altLang="zh-CN" sz="1600" b="0" i="1" dirty="0" smtClean="0">
                            <a:latin typeface="Cambria Math"/>
                          </a:rPr>
                          <m:t>𝑚𝑎𝑥</m:t>
                        </m:r>
                      </m:sub>
                    </m:sSub>
                    <m:r>
                      <a:rPr lang="en-US" altLang="zh-CN" sz="1600" i="1" dirty="0">
                        <a:latin typeface="Cambria Math"/>
                      </a:rPr>
                      <m:t> –</m:t>
                    </m:r>
                    <m:sSub>
                      <m:sSubPr>
                        <m:ctrlPr>
                          <a:rPr lang="en-US" altLang="zh-CN" sz="1600" i="1" dirty="0" smtClean="0">
                            <a:latin typeface="Cambria Math"/>
                          </a:rPr>
                        </m:ctrlPr>
                      </m:sSubPr>
                      <m:e>
                        <m:r>
                          <a:rPr lang="en-US" altLang="zh-CN" sz="1600" b="0" i="1" dirty="0" smtClean="0">
                            <a:latin typeface="Cambria Math"/>
                          </a:rPr>
                          <m:t>𝐷</m:t>
                        </m:r>
                      </m:e>
                      <m:sub>
                        <m:r>
                          <a:rPr lang="en-US" altLang="zh-CN" sz="1600" b="0" i="1" dirty="0" smtClean="0">
                            <a:latin typeface="Cambria Math"/>
                          </a:rPr>
                          <m:t>𝑚𝑖𝑛</m:t>
                        </m:r>
                      </m:sub>
                    </m:sSub>
                    <m:r>
                      <a:rPr lang="en-US" altLang="zh-CN" sz="1600" i="1" dirty="0">
                        <a:latin typeface="Cambria Math"/>
                      </a:rPr>
                      <m:t>) ≤ (</m:t>
                    </m:r>
                    <m:sSub>
                      <m:sSubPr>
                        <m:ctrlPr>
                          <a:rPr lang="en-US" altLang="zh-CN" sz="1600" i="1" dirty="0" smtClean="0">
                            <a:latin typeface="Cambria Math"/>
                          </a:rPr>
                        </m:ctrlPr>
                      </m:sSubPr>
                      <m:e>
                        <m:r>
                          <a:rPr lang="en-US" altLang="zh-CN" sz="1600" b="0" i="1" dirty="0" smtClean="0">
                            <a:latin typeface="Cambria Math"/>
                          </a:rPr>
                          <m:t>𝐸</m:t>
                        </m:r>
                      </m:e>
                      <m:sub>
                        <m:r>
                          <a:rPr lang="en-US" altLang="zh-CN" sz="1600" b="0" i="1" dirty="0" smtClean="0">
                            <a:latin typeface="Cambria Math"/>
                          </a:rPr>
                          <m:t>𝑚𝑎𝑥</m:t>
                        </m:r>
                      </m:sub>
                    </m:sSub>
                    <m:r>
                      <a:rPr lang="en-US" altLang="zh-CN" sz="1600" i="1" dirty="0">
                        <a:latin typeface="Cambria Math"/>
                      </a:rPr>
                      <m:t> –</m:t>
                    </m:r>
                    <m:sSub>
                      <m:sSubPr>
                        <m:ctrlPr>
                          <a:rPr lang="en-US" altLang="zh-CN" sz="1600" i="1" dirty="0" smtClean="0">
                            <a:latin typeface="Cambria Math"/>
                          </a:rPr>
                        </m:ctrlPr>
                      </m:sSubPr>
                      <m:e>
                        <m:r>
                          <a:rPr lang="en-US" altLang="zh-CN" sz="1600" b="0" i="1" dirty="0" smtClean="0">
                            <a:latin typeface="Cambria Math"/>
                          </a:rPr>
                          <m:t>𝐸</m:t>
                        </m:r>
                      </m:e>
                      <m:sub>
                        <m:r>
                          <a:rPr lang="en-US" altLang="zh-CN" sz="1600" b="0" i="1" dirty="0" smtClean="0">
                            <a:latin typeface="Cambria Math"/>
                          </a:rPr>
                          <m:t>𝑚𝑖𝑛</m:t>
                        </m:r>
                      </m:sub>
                    </m:sSub>
                    <m:r>
                      <a:rPr lang="en-US" altLang="zh-CN" sz="1600" i="1" dirty="0">
                        <a:latin typeface="Cambria Math"/>
                      </a:rPr>
                      <m:t>)</m:t>
                    </m:r>
                  </m:oMath>
                </a14:m>
                <a:endParaRPr lang="zh-CN" altLang="zh-CN" sz="1600" i="1" dirty="0"/>
              </a:p>
              <a:p>
                <a:pPr marL="342900" indent="-342900">
                  <a:buFont typeface="+mj-lt"/>
                  <a:buAutoNum type="alphaLcParenR"/>
                </a:pPr>
                <a14:m>
                  <m:oMath xmlns:m="http://schemas.openxmlformats.org/officeDocument/2006/math">
                    <m:sSub>
                      <m:sSubPr>
                        <m:ctrlPr>
                          <a:rPr lang="en-US" altLang="zh-CN" sz="1600" i="1" dirty="0" smtClean="0">
                            <a:latin typeface="Cambria Math"/>
                          </a:rPr>
                        </m:ctrlPr>
                      </m:sSubPr>
                      <m:e>
                        <m:r>
                          <a:rPr lang="en-US" altLang="zh-CN" sz="1600" b="0" i="1" dirty="0" smtClean="0">
                            <a:latin typeface="Cambria Math"/>
                          </a:rPr>
                          <m:t>𝐸</m:t>
                        </m:r>
                      </m:e>
                      <m:sub>
                        <m:r>
                          <a:rPr lang="en-US" altLang="zh-CN" sz="1600" b="0" i="1" dirty="0" smtClean="0">
                            <a:latin typeface="Cambria Math"/>
                          </a:rPr>
                          <m:t>𝑚𝑖𝑛</m:t>
                        </m:r>
                      </m:sub>
                    </m:sSub>
                    <m:r>
                      <a:rPr lang="en-US" altLang="zh-CN" sz="1600" i="1" dirty="0" smtClean="0">
                        <a:latin typeface="Cambria Math"/>
                      </a:rPr>
                      <m:t> </m:t>
                    </m:r>
                    <m:r>
                      <a:rPr lang="en-US" altLang="zh-CN" sz="1600" i="1" dirty="0">
                        <a:latin typeface="Cambria Math"/>
                      </a:rPr>
                      <m:t>≤</m:t>
                    </m:r>
                    <m:sSub>
                      <m:sSubPr>
                        <m:ctrlPr>
                          <a:rPr lang="en-US" altLang="zh-CN" sz="1600" i="1" dirty="0" smtClean="0">
                            <a:latin typeface="Cambria Math"/>
                          </a:rPr>
                        </m:ctrlPr>
                      </m:sSubPr>
                      <m:e>
                        <m:r>
                          <a:rPr lang="en-US" altLang="zh-CN" sz="1600" b="0" i="1" dirty="0" smtClean="0">
                            <a:latin typeface="Cambria Math"/>
                          </a:rPr>
                          <m:t>𝐷</m:t>
                        </m:r>
                      </m:e>
                      <m:sub>
                        <m:r>
                          <a:rPr lang="en-US" altLang="zh-CN" sz="1600" b="0" i="1" dirty="0" smtClean="0">
                            <a:latin typeface="Cambria Math"/>
                          </a:rPr>
                          <m:t>𝑚𝑖𝑛</m:t>
                        </m:r>
                      </m:sub>
                    </m:sSub>
                    <m:r>
                      <a:rPr lang="en-US" altLang="zh-CN" sz="1600" i="1" dirty="0">
                        <a:latin typeface="Cambria Math"/>
                      </a:rPr>
                      <m:t> ≤ (0.1 </m:t>
                    </m:r>
                    <m:sSub>
                      <m:sSubPr>
                        <m:ctrlPr>
                          <a:rPr lang="en-US" altLang="zh-CN" sz="1600" i="1" dirty="0" smtClean="0">
                            <a:latin typeface="Cambria Math"/>
                          </a:rPr>
                        </m:ctrlPr>
                      </m:sSubPr>
                      <m:e>
                        <m:r>
                          <a:rPr lang="en-US" altLang="zh-CN" sz="1600" b="0" i="1" dirty="0" smtClean="0">
                            <a:latin typeface="Cambria Math"/>
                          </a:rPr>
                          <m:t>𝐸</m:t>
                        </m:r>
                      </m:e>
                      <m:sub>
                        <m:r>
                          <a:rPr lang="en-US" altLang="zh-CN" sz="1600" b="0" i="1" dirty="0" smtClean="0">
                            <a:latin typeface="Cambria Math"/>
                          </a:rPr>
                          <m:t>𝑚𝑎𝑥</m:t>
                        </m:r>
                      </m:sub>
                    </m:sSub>
                    <m:r>
                      <a:rPr lang="en-US" altLang="zh-CN" sz="1600" i="1" dirty="0">
                        <a:latin typeface="Cambria Math"/>
                      </a:rPr>
                      <m:t>), </m:t>
                    </m:r>
                    <m:r>
                      <a:rPr lang="en-US" altLang="zh-CN" sz="1600" b="0" i="1" dirty="0" smtClean="0">
                        <a:latin typeface="Cambria Math"/>
                      </a:rPr>
                      <m:t> </m:t>
                    </m:r>
                    <m:r>
                      <a:rPr lang="en-US" altLang="zh-CN" sz="1600" i="1" dirty="0">
                        <a:latin typeface="Cambria Math"/>
                      </a:rPr>
                      <m:t>𝑎𝑛𝑑</m:t>
                    </m:r>
                    <m:r>
                      <a:rPr lang="en-US" altLang="zh-CN" sz="1600" i="1" dirty="0">
                        <a:latin typeface="Cambria Math"/>
                      </a:rPr>
                      <m:t> (0.9 </m:t>
                    </m:r>
                    <m:sSub>
                      <m:sSubPr>
                        <m:ctrlPr>
                          <a:rPr lang="en-US" altLang="zh-CN" sz="1600" i="1" dirty="0" smtClean="0">
                            <a:latin typeface="Cambria Math"/>
                          </a:rPr>
                        </m:ctrlPr>
                      </m:sSubPr>
                      <m:e>
                        <m:r>
                          <a:rPr lang="en-US" altLang="zh-CN" sz="1600" b="0" i="1" dirty="0" smtClean="0">
                            <a:latin typeface="Cambria Math"/>
                          </a:rPr>
                          <m:t>𝐸</m:t>
                        </m:r>
                      </m:e>
                      <m:sub>
                        <m:r>
                          <a:rPr lang="en-US" altLang="zh-CN" sz="1600" b="0" i="1" dirty="0" smtClean="0">
                            <a:latin typeface="Cambria Math"/>
                          </a:rPr>
                          <m:t>𝑚𝑎𝑥</m:t>
                        </m:r>
                      </m:sub>
                    </m:sSub>
                    <m:r>
                      <a:rPr lang="en-US" altLang="zh-CN" sz="1600" i="1" dirty="0">
                        <a:latin typeface="Cambria Math"/>
                      </a:rPr>
                      <m:t>) ≤ </m:t>
                    </m:r>
                    <m:sSub>
                      <m:sSubPr>
                        <m:ctrlPr>
                          <a:rPr lang="en-US" altLang="zh-CN" sz="1600" i="1" dirty="0" smtClean="0">
                            <a:latin typeface="Cambria Math"/>
                          </a:rPr>
                        </m:ctrlPr>
                      </m:sSubPr>
                      <m:e>
                        <m:r>
                          <a:rPr lang="en-US" altLang="zh-CN" sz="1600" b="0" i="1" dirty="0" smtClean="0">
                            <a:latin typeface="Cambria Math"/>
                          </a:rPr>
                          <m:t>𝐷</m:t>
                        </m:r>
                      </m:e>
                      <m:sub>
                        <m:r>
                          <a:rPr lang="en-US" altLang="zh-CN" sz="1600" b="0" i="1" dirty="0" smtClean="0">
                            <a:latin typeface="Cambria Math"/>
                          </a:rPr>
                          <m:t>𝑚𝑎𝑥</m:t>
                        </m:r>
                      </m:sub>
                    </m:sSub>
                    <m:r>
                      <a:rPr lang="en-US" altLang="zh-CN" sz="1600" i="1" dirty="0">
                        <a:latin typeface="Cambria Math"/>
                      </a:rPr>
                      <m:t> ≤ </m:t>
                    </m:r>
                    <m:sSub>
                      <m:sSubPr>
                        <m:ctrlPr>
                          <a:rPr lang="en-US" altLang="zh-CN" sz="1600" i="1" dirty="0" smtClean="0">
                            <a:latin typeface="Cambria Math"/>
                          </a:rPr>
                        </m:ctrlPr>
                      </m:sSubPr>
                      <m:e>
                        <m:r>
                          <a:rPr lang="en-US" altLang="zh-CN" sz="1600" b="0" i="1" dirty="0" smtClean="0">
                            <a:latin typeface="Cambria Math"/>
                          </a:rPr>
                          <m:t>𝐸</m:t>
                        </m:r>
                      </m:e>
                      <m:sub>
                        <m:r>
                          <a:rPr lang="en-US" altLang="zh-CN" sz="1600" b="0" i="1" dirty="0" smtClean="0">
                            <a:latin typeface="Cambria Math"/>
                          </a:rPr>
                          <m:t>𝑚𝑎𝑥</m:t>
                        </m:r>
                      </m:sub>
                    </m:sSub>
                  </m:oMath>
                </a14:m>
                <a:endParaRPr lang="zh-CN" altLang="en-US" sz="1600" i="1" dirty="0" err="1" smtClean="0"/>
              </a:p>
            </p:txBody>
          </p:sp>
        </mc:Choice>
        <mc:Fallback xmlns="">
          <p:sp>
            <p:nvSpPr>
              <p:cNvPr id="59" name="TextBox 58"/>
              <p:cNvSpPr txBox="1">
                <a:spLocks noRot="1" noChangeAspect="1" noMove="1" noResize="1" noEditPoints="1" noAdjustHandles="1" noChangeArrowheads="1" noChangeShapeType="1" noTextEdit="1"/>
              </p:cNvSpPr>
              <p:nvPr/>
            </p:nvSpPr>
            <p:spPr>
              <a:xfrm>
                <a:off x="513273" y="4923097"/>
                <a:ext cx="8460000" cy="1338123"/>
              </a:xfrm>
              <a:prstGeom prst="rect">
                <a:avLst/>
              </a:prstGeom>
              <a:blipFill rotWithShape="1">
                <a:blip r:embed="rId4"/>
                <a:stretch>
                  <a:fillRect l="-1441" t="-5023" b="-7763"/>
                </a:stretch>
              </a:blipFill>
            </p:spPr>
            <p:txBody>
              <a:bodyPr/>
              <a:lstStyle/>
              <a:p>
                <a:r>
                  <a:rPr lang="zh-CN" altLang="en-US">
                    <a:noFill/>
                  </a:rPr>
                  <a:t> </a:t>
                </a:r>
              </a:p>
            </p:txBody>
          </p:sp>
        </mc:Fallback>
      </mc:AlternateContent>
      <p:cxnSp>
        <p:nvCxnSpPr>
          <p:cNvPr id="55" name="直接箭头连接符 54"/>
          <p:cNvCxnSpPr/>
          <p:nvPr/>
        </p:nvCxnSpPr>
        <p:spPr>
          <a:xfrm>
            <a:off x="1892595" y="2309247"/>
            <a:ext cx="5349794" cy="0"/>
          </a:xfrm>
          <a:prstGeom prst="straightConnector1">
            <a:avLst/>
          </a:prstGeom>
          <a:ln>
            <a:solidFill>
              <a:srgbClr val="000104"/>
            </a:solidFill>
            <a:headEnd type="arrow"/>
            <a:tailEnd type="arrow"/>
          </a:ln>
        </p:spPr>
        <p:style>
          <a:lnRef idx="1">
            <a:schemeClr val="dk1"/>
          </a:lnRef>
          <a:fillRef idx="0">
            <a:schemeClr val="dk1"/>
          </a:fillRef>
          <a:effectRef idx="0">
            <a:schemeClr val="dk1"/>
          </a:effectRef>
          <a:fontRef idx="minor">
            <a:schemeClr val="tx1"/>
          </a:fontRef>
        </p:style>
      </p:cxnSp>
      <p:cxnSp>
        <p:nvCxnSpPr>
          <p:cNvPr id="60" name="直接箭头连接符 59"/>
          <p:cNvCxnSpPr/>
          <p:nvPr/>
        </p:nvCxnSpPr>
        <p:spPr>
          <a:xfrm>
            <a:off x="2184477" y="3670491"/>
            <a:ext cx="4788000" cy="0"/>
          </a:xfrm>
          <a:prstGeom prst="straightConnector1">
            <a:avLst/>
          </a:prstGeom>
          <a:ln>
            <a:solidFill>
              <a:srgbClr val="000104"/>
            </a:solidFill>
            <a:headEnd type="arrow"/>
            <a:tailEnd type="arrow"/>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6867782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9"/>
                                        </p:tgtEl>
                                        <p:attrNameLst>
                                          <p:attrName>style.visibility</p:attrName>
                                        </p:attrNameLst>
                                      </p:cBhvr>
                                      <p:to>
                                        <p:strVal val="visible"/>
                                      </p:to>
                                    </p:set>
                                    <p:animEffect transition="in" filter="fade">
                                      <p:cBhvr>
                                        <p:cTn id="7" dur="1000"/>
                                        <p:tgtEl>
                                          <p:spTgt spid="59"/>
                                        </p:tgtEl>
                                      </p:cBhvr>
                                    </p:animEffect>
                                    <p:anim calcmode="lin" valueType="num">
                                      <p:cBhvr>
                                        <p:cTn id="8" dur="1000" fill="hold"/>
                                        <p:tgtEl>
                                          <p:spTgt spid="59"/>
                                        </p:tgtEl>
                                        <p:attrNameLst>
                                          <p:attrName>ppt_x</p:attrName>
                                        </p:attrNameLst>
                                      </p:cBhvr>
                                      <p:tavLst>
                                        <p:tav tm="0">
                                          <p:val>
                                            <p:strVal val="#ppt_x"/>
                                          </p:val>
                                        </p:tav>
                                        <p:tav tm="100000">
                                          <p:val>
                                            <p:strVal val="#ppt_x"/>
                                          </p:val>
                                        </p:tav>
                                      </p:tavLst>
                                    </p:anim>
                                    <p:anim calcmode="lin" valueType="num">
                                      <p:cBhvr>
                                        <p:cTn id="9" dur="1000" fill="hold"/>
                                        <p:tgtEl>
                                          <p:spTgt spid="5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latin typeface="黑体" panose="02010609060101010101" pitchFamily="49" charset="-122"/>
                <a:ea typeface="黑体" panose="02010609060101010101" pitchFamily="49" charset="-122"/>
              </a:rPr>
              <a:t>术语 </a:t>
            </a:r>
            <a:r>
              <a:rPr lang="en-US" altLang="zh-CN" sz="1800" dirty="0" smtClean="0">
                <a:latin typeface="黑体" panose="02010609060101010101" pitchFamily="49" charset="-122"/>
                <a:ea typeface="黑体" panose="02010609060101010101" pitchFamily="49" charset="-122"/>
              </a:rPr>
              <a:t>– </a:t>
            </a:r>
            <a:r>
              <a:rPr lang="zh-CN" altLang="en-US" sz="1800" dirty="0" smtClean="0">
                <a:latin typeface="黑体" panose="02010609060101010101" pitchFamily="49" charset="-122"/>
                <a:ea typeface="黑体" panose="02010609060101010101" pitchFamily="49" charset="-122"/>
              </a:rPr>
              <a:t>修订</a:t>
            </a:r>
            <a:endParaRPr lang="zh-CN" altLang="en-US" dirty="0">
              <a:latin typeface="黑体" panose="02010609060101010101" pitchFamily="49" charset="-122"/>
              <a:ea typeface="黑体" panose="02010609060101010101" pitchFamily="49" charset="-122"/>
            </a:endParaRPr>
          </a:p>
        </p:txBody>
      </p:sp>
      <p:sp>
        <p:nvSpPr>
          <p:cNvPr id="7" name="标题 6"/>
          <p:cNvSpPr>
            <a:spLocks noGrp="1"/>
          </p:cNvSpPr>
          <p:nvPr>
            <p:ph type="title" idx="99"/>
          </p:nvPr>
        </p:nvSpPr>
        <p:spPr/>
        <p:txBody>
          <a:bodyPr/>
          <a:lstStyle/>
          <a:p>
            <a:r>
              <a:rPr lang="zh-CN" altLang="en-US" dirty="0">
                <a:solidFill>
                  <a:schemeClr val="tx1"/>
                </a:solidFill>
                <a:latin typeface="Arial" panose="020B0604020202020204" pitchFamily="34" charset="0"/>
                <a:ea typeface="黑体" panose="02010609060101010101" pitchFamily="49" charset="-122"/>
                <a:cs typeface="Arial" panose="020B0604020202020204" pitchFamily="34" charset="0"/>
              </a:rPr>
              <a:t>对术语的描述更加明确，便于</a:t>
            </a:r>
            <a:r>
              <a:rPr lang="zh-CN" altLang="en-US" dirty="0" smtClean="0">
                <a:solidFill>
                  <a:schemeClr val="tx1"/>
                </a:solidFill>
                <a:latin typeface="Arial" panose="020B0604020202020204" pitchFamily="34" charset="0"/>
                <a:ea typeface="黑体" panose="02010609060101010101" pitchFamily="49" charset="-122"/>
                <a:cs typeface="Arial" panose="020B0604020202020204" pitchFamily="34" charset="0"/>
              </a:rPr>
              <a:t>理解。   例如</a:t>
            </a:r>
            <a:r>
              <a:rPr lang="zh-CN" altLang="en-US" dirty="0">
                <a:solidFill>
                  <a:schemeClr val="tx1"/>
                </a:solidFill>
                <a:latin typeface="Arial" panose="020B0604020202020204" pitchFamily="34" charset="0"/>
                <a:ea typeface="黑体" panose="02010609060101010101" pitchFamily="49" charset="-122"/>
                <a:cs typeface="Arial" panose="020B0604020202020204" pitchFamily="34" charset="0"/>
              </a:rPr>
              <a:t>：影响量 </a:t>
            </a:r>
            <a:r>
              <a:rPr lang="en-US" altLang="zh-CN" dirty="0">
                <a:solidFill>
                  <a:schemeClr val="tx1"/>
                </a:solidFill>
                <a:latin typeface="Arial" panose="020B0604020202020204" pitchFamily="34" charset="0"/>
                <a:ea typeface="黑体" panose="02010609060101010101" pitchFamily="49" charset="-122"/>
                <a:cs typeface="Arial" panose="020B0604020202020204" pitchFamily="34" charset="0"/>
              </a:rPr>
              <a:t>Influence quantity</a:t>
            </a:r>
            <a:br>
              <a:rPr lang="en-US" altLang="zh-CN" dirty="0">
                <a:solidFill>
                  <a:schemeClr val="tx1"/>
                </a:solidFill>
                <a:latin typeface="Arial" panose="020B0604020202020204" pitchFamily="34" charset="0"/>
                <a:ea typeface="黑体" panose="02010609060101010101" pitchFamily="49" charset="-122"/>
                <a:cs typeface="Arial" panose="020B0604020202020204" pitchFamily="34" charset="0"/>
              </a:rPr>
            </a:br>
            <a:endParaRPr lang="zh-CN" altLang="en-US" dirty="0">
              <a:solidFill>
                <a:schemeClr val="tx1"/>
              </a:solidFill>
              <a:latin typeface="Arial" panose="020B0604020202020204" pitchFamily="34" charset="0"/>
              <a:ea typeface="黑体" panose="02010609060101010101" pitchFamily="49" charset="-122"/>
              <a:cs typeface="Arial" panose="020B0604020202020204" pitchFamily="34" charset="0"/>
            </a:endParaRPr>
          </a:p>
        </p:txBody>
      </p:sp>
      <p:sp>
        <p:nvSpPr>
          <p:cNvPr id="4" name="内容占位符 3"/>
          <p:cNvSpPr>
            <a:spLocks noGrp="1"/>
          </p:cNvSpPr>
          <p:nvPr>
            <p:ph sz="quarter" idx="1"/>
          </p:nvPr>
        </p:nvSpPr>
        <p:spPr/>
        <p:txBody>
          <a:bodyPr/>
          <a:lstStyle/>
          <a:p>
            <a:pPr marL="179387" lvl="1" indent="0">
              <a:buNone/>
            </a:pPr>
            <a:endParaRPr lang="en-US" altLang="zh-CN" dirty="0" smtClean="0">
              <a:latin typeface="Arial" panose="020B0604020202020204" pitchFamily="34" charset="0"/>
              <a:ea typeface="黑体" panose="02010609060101010101" pitchFamily="49" charset="-122"/>
              <a:cs typeface="Arial" panose="020B0604020202020204" pitchFamily="34" charset="0"/>
            </a:endParaRPr>
          </a:p>
          <a:p>
            <a:pPr marL="179387" lvl="1" indent="0">
              <a:spcAft>
                <a:spcPts val="1200"/>
              </a:spcAft>
              <a:buNone/>
            </a:pPr>
            <a:r>
              <a:rPr lang="en-US" altLang="zh-CN" dirty="0" smtClean="0">
                <a:latin typeface="Arial" panose="020B0604020202020204" pitchFamily="34" charset="0"/>
                <a:ea typeface="黑体" panose="02010609060101010101" pitchFamily="49" charset="-122"/>
                <a:cs typeface="Arial" panose="020B0604020202020204" pitchFamily="34" charset="0"/>
              </a:rPr>
              <a:t>2000 version</a:t>
            </a:r>
            <a:r>
              <a:rPr lang="zh-CN" altLang="en-US" dirty="0" smtClean="0">
                <a:latin typeface="Arial" panose="020B0604020202020204" pitchFamily="34" charset="0"/>
                <a:ea typeface="黑体" panose="02010609060101010101" pitchFamily="49" charset="-122"/>
                <a:cs typeface="Arial" panose="020B0604020202020204" pitchFamily="34" charset="0"/>
              </a:rPr>
              <a:t>：</a:t>
            </a:r>
            <a:endParaRPr lang="en-US" altLang="zh-CN" dirty="0" smtClean="0">
              <a:latin typeface="Arial" panose="020B0604020202020204" pitchFamily="34" charset="0"/>
              <a:ea typeface="黑体" panose="02010609060101010101" pitchFamily="49" charset="-122"/>
              <a:cs typeface="Arial" panose="020B0604020202020204" pitchFamily="34" charset="0"/>
            </a:endParaRPr>
          </a:p>
          <a:p>
            <a:pPr marL="179387" lvl="1" indent="0">
              <a:spcAft>
                <a:spcPts val="1200"/>
              </a:spcAft>
              <a:buNone/>
            </a:pPr>
            <a:r>
              <a:rPr lang="zh-CN" altLang="en-US" dirty="0" smtClean="0">
                <a:latin typeface="Arial" panose="020B0604020202020204" pitchFamily="34" charset="0"/>
                <a:ea typeface="黑体" panose="02010609060101010101" pitchFamily="49" charset="-122"/>
                <a:cs typeface="Arial" panose="020B0604020202020204" pitchFamily="34" charset="0"/>
              </a:rPr>
              <a:t>影响量不属于被测量，但影响测量结果（例如，传感器测量时记录的温度或湿度的值） </a:t>
            </a:r>
            <a:endParaRPr lang="en-US" altLang="zh-CN" dirty="0" smtClean="0">
              <a:latin typeface="Arial" panose="020B0604020202020204" pitchFamily="34" charset="0"/>
              <a:ea typeface="黑体" panose="02010609060101010101" pitchFamily="49" charset="-122"/>
              <a:cs typeface="Arial" panose="020B0604020202020204" pitchFamily="34" charset="0"/>
            </a:endParaRPr>
          </a:p>
          <a:p>
            <a:pPr marL="179387" lvl="1" indent="0">
              <a:spcAft>
                <a:spcPts val="1200"/>
              </a:spcAft>
              <a:buNone/>
            </a:pPr>
            <a:r>
              <a:rPr lang="en-US" altLang="zh-CN" dirty="0" smtClean="0">
                <a:latin typeface="Arial" panose="020B0604020202020204" pitchFamily="34" charset="0"/>
                <a:ea typeface="黑体" panose="02010609060101010101" pitchFamily="49" charset="-122"/>
                <a:cs typeface="Arial" panose="020B0604020202020204" pitchFamily="34" charset="0"/>
              </a:rPr>
              <a:t>Quantity </a:t>
            </a:r>
            <a:r>
              <a:rPr lang="en-US" altLang="zh-CN" dirty="0">
                <a:latin typeface="Arial" panose="020B0604020202020204" pitchFamily="34" charset="0"/>
                <a:ea typeface="黑体" panose="02010609060101010101" pitchFamily="49" charset="-122"/>
                <a:cs typeface="Arial" panose="020B0604020202020204" pitchFamily="34" charset="0"/>
              </a:rPr>
              <a:t>that is not the </a:t>
            </a:r>
            <a:r>
              <a:rPr lang="en-US" altLang="zh-CN" dirty="0" err="1">
                <a:latin typeface="Arial" panose="020B0604020202020204" pitchFamily="34" charset="0"/>
                <a:ea typeface="黑体" panose="02010609060101010101" pitchFamily="49" charset="-122"/>
                <a:cs typeface="Arial" panose="020B0604020202020204" pitchFamily="34" charset="0"/>
              </a:rPr>
              <a:t>measurand</a:t>
            </a:r>
            <a:r>
              <a:rPr lang="en-US" altLang="zh-CN" dirty="0">
                <a:latin typeface="Arial" panose="020B0604020202020204" pitchFamily="34" charset="0"/>
                <a:ea typeface="黑体" panose="02010609060101010101" pitchFamily="49" charset="-122"/>
                <a:cs typeface="Arial" panose="020B0604020202020204" pitchFamily="34" charset="0"/>
              </a:rPr>
              <a:t> but that affects </a:t>
            </a:r>
            <a:r>
              <a:rPr lang="en-US" altLang="zh-CN" dirty="0" smtClean="0">
                <a:latin typeface="Arial" panose="020B0604020202020204" pitchFamily="34" charset="0"/>
                <a:ea typeface="黑体" panose="02010609060101010101" pitchFamily="49" charset="-122"/>
                <a:cs typeface="Arial" panose="020B0604020202020204" pitchFamily="34" charset="0"/>
              </a:rPr>
              <a:t>the result </a:t>
            </a:r>
            <a:r>
              <a:rPr lang="en-US" altLang="zh-CN" dirty="0">
                <a:latin typeface="Arial" panose="020B0604020202020204" pitchFamily="34" charset="0"/>
                <a:ea typeface="黑体" panose="02010609060101010101" pitchFamily="49" charset="-122"/>
                <a:cs typeface="Arial" panose="020B0604020202020204" pitchFamily="34" charset="0"/>
              </a:rPr>
              <a:t>of the measurement. </a:t>
            </a:r>
            <a:r>
              <a:rPr lang="en-US" altLang="zh-CN" dirty="0" smtClean="0">
                <a:latin typeface="Arial" panose="020B0604020202020204" pitchFamily="34" charset="0"/>
                <a:ea typeface="黑体" panose="02010609060101010101" pitchFamily="49" charset="-122"/>
                <a:cs typeface="Arial" panose="020B0604020202020204" pitchFamily="34" charset="0"/>
              </a:rPr>
              <a:t>(</a:t>
            </a:r>
            <a:r>
              <a:rPr lang="en-US" altLang="zh-CN" dirty="0">
                <a:latin typeface="Arial" panose="020B0604020202020204" pitchFamily="34" charset="0"/>
                <a:ea typeface="黑体" panose="02010609060101010101" pitchFamily="49" charset="-122"/>
                <a:cs typeface="Arial" panose="020B0604020202020204" pitchFamily="34" charset="0"/>
              </a:rPr>
              <a:t>For example</a:t>
            </a:r>
            <a:r>
              <a:rPr lang="en-US" altLang="zh-CN" dirty="0" smtClean="0">
                <a:latin typeface="Arial" panose="020B0604020202020204" pitchFamily="34" charset="0"/>
                <a:ea typeface="黑体" panose="02010609060101010101" pitchFamily="49" charset="-122"/>
                <a:cs typeface="Arial" panose="020B0604020202020204" pitchFamily="34" charset="0"/>
              </a:rPr>
              <a:t>, temperature </a:t>
            </a:r>
            <a:r>
              <a:rPr lang="en-US" altLang="zh-CN" dirty="0">
                <a:latin typeface="Arial" panose="020B0604020202020204" pitchFamily="34" charset="0"/>
                <a:ea typeface="黑体" panose="02010609060101010101" pitchFamily="49" charset="-122"/>
                <a:cs typeface="Arial" panose="020B0604020202020204" pitchFamily="34" charset="0"/>
              </a:rPr>
              <a:t>or humidity level at the instant the </a:t>
            </a:r>
            <a:r>
              <a:rPr lang="en-US" altLang="zh-CN" dirty="0" smtClean="0">
                <a:latin typeface="Arial" panose="020B0604020202020204" pitchFamily="34" charset="0"/>
                <a:ea typeface="黑体" panose="02010609060101010101" pitchFamily="49" charset="-122"/>
                <a:cs typeface="Arial" panose="020B0604020202020204" pitchFamily="34" charset="0"/>
              </a:rPr>
              <a:t>measurements on </a:t>
            </a:r>
            <a:r>
              <a:rPr lang="en-US" altLang="zh-CN" dirty="0">
                <a:latin typeface="Arial" panose="020B0604020202020204" pitchFamily="34" charset="0"/>
                <a:ea typeface="黑体" panose="02010609060101010101" pitchFamily="49" charset="-122"/>
                <a:cs typeface="Arial" panose="020B0604020202020204" pitchFamily="34" charset="0"/>
              </a:rPr>
              <a:t>the load cell are being observed or recorded.)</a:t>
            </a:r>
            <a:endParaRPr lang="en-US" altLang="zh-CN" dirty="0" smtClean="0">
              <a:latin typeface="Arial" panose="020B0604020202020204" pitchFamily="34" charset="0"/>
              <a:ea typeface="黑体" panose="02010609060101010101" pitchFamily="49" charset="-122"/>
              <a:cs typeface="Arial" panose="020B0604020202020204" pitchFamily="34" charset="0"/>
            </a:endParaRPr>
          </a:p>
          <a:p>
            <a:pPr marL="361950" lvl="2" indent="0">
              <a:buNone/>
            </a:pPr>
            <a:endParaRPr lang="en-US" altLang="zh-CN" dirty="0">
              <a:latin typeface="Arial" panose="020B0604020202020204" pitchFamily="34" charset="0"/>
              <a:ea typeface="黑体" panose="02010609060101010101" pitchFamily="49" charset="-122"/>
              <a:cs typeface="Arial" panose="020B0604020202020204" pitchFamily="34" charset="0"/>
            </a:endParaRPr>
          </a:p>
        </p:txBody>
      </p:sp>
      <p:sp>
        <p:nvSpPr>
          <p:cNvPr id="3" name="内容占位符 2"/>
          <p:cNvSpPr>
            <a:spLocks noGrp="1"/>
          </p:cNvSpPr>
          <p:nvPr>
            <p:ph sz="quarter" idx="2"/>
          </p:nvPr>
        </p:nvSpPr>
        <p:spPr/>
        <p:txBody>
          <a:bodyPr/>
          <a:lstStyle/>
          <a:p>
            <a:pPr marL="179387" lvl="1" indent="0">
              <a:buNone/>
            </a:pPr>
            <a:endParaRPr lang="en-US" altLang="zh-CN" dirty="0" smtClean="0">
              <a:latin typeface="Arial" panose="020B0604020202020204" pitchFamily="34" charset="0"/>
              <a:ea typeface="黑体" panose="02010609060101010101" pitchFamily="49" charset="-122"/>
              <a:cs typeface="Arial" panose="020B0604020202020204" pitchFamily="34" charset="0"/>
            </a:endParaRPr>
          </a:p>
          <a:p>
            <a:pPr marL="179387" lvl="1" indent="0">
              <a:spcAft>
                <a:spcPts val="1200"/>
              </a:spcAft>
              <a:buNone/>
            </a:pPr>
            <a:r>
              <a:rPr lang="en-US" altLang="zh-CN" dirty="0" smtClean="0">
                <a:latin typeface="Arial" panose="020B0604020202020204" pitchFamily="34" charset="0"/>
                <a:ea typeface="黑体" panose="02010609060101010101" pitchFamily="49" charset="-122"/>
                <a:cs typeface="Arial" panose="020B0604020202020204" pitchFamily="34" charset="0"/>
              </a:rPr>
              <a:t>2017 </a:t>
            </a:r>
            <a:r>
              <a:rPr lang="en-US" altLang="zh-CN" dirty="0">
                <a:latin typeface="Arial" panose="020B0604020202020204" pitchFamily="34" charset="0"/>
                <a:ea typeface="黑体" panose="02010609060101010101" pitchFamily="49" charset="-122"/>
                <a:cs typeface="Arial" panose="020B0604020202020204" pitchFamily="34" charset="0"/>
              </a:rPr>
              <a:t>version</a:t>
            </a:r>
            <a:r>
              <a:rPr lang="zh-CN" altLang="en-US" dirty="0">
                <a:latin typeface="Arial" panose="020B0604020202020204" pitchFamily="34" charset="0"/>
                <a:ea typeface="黑体" panose="02010609060101010101" pitchFamily="49" charset="-122"/>
                <a:cs typeface="Arial" panose="020B0604020202020204" pitchFamily="34" charset="0"/>
              </a:rPr>
              <a:t>：</a:t>
            </a:r>
            <a:endParaRPr lang="en-US" altLang="zh-CN" dirty="0">
              <a:latin typeface="Arial" panose="020B0604020202020204" pitchFamily="34" charset="0"/>
              <a:ea typeface="黑体" panose="02010609060101010101" pitchFamily="49" charset="-122"/>
              <a:cs typeface="Arial" panose="020B0604020202020204" pitchFamily="34" charset="0"/>
            </a:endParaRPr>
          </a:p>
          <a:p>
            <a:pPr marL="361950" lvl="2" indent="0">
              <a:spcAft>
                <a:spcPts val="1200"/>
              </a:spcAft>
              <a:buNone/>
            </a:pPr>
            <a:r>
              <a:rPr lang="zh-CN" altLang="en-US" dirty="0">
                <a:latin typeface="Arial" panose="020B0604020202020204" pitchFamily="34" charset="0"/>
                <a:ea typeface="黑体" panose="02010609060101010101" pitchFamily="49" charset="-122"/>
                <a:cs typeface="Arial" panose="020B0604020202020204" pitchFamily="34" charset="0"/>
              </a:rPr>
              <a:t>直接测量中，该影响量不影响实际被测量的量，但影响测量的示值和测量结果之间的关系</a:t>
            </a:r>
            <a:endParaRPr lang="en-US" altLang="zh-CN" dirty="0">
              <a:latin typeface="Arial" panose="020B0604020202020204" pitchFamily="34" charset="0"/>
              <a:ea typeface="黑体" panose="02010609060101010101" pitchFamily="49" charset="-122"/>
              <a:cs typeface="Arial" panose="020B0604020202020204" pitchFamily="34" charset="0"/>
            </a:endParaRPr>
          </a:p>
          <a:p>
            <a:pPr marL="361950" lvl="2" indent="0">
              <a:buNone/>
            </a:pPr>
            <a:r>
              <a:rPr lang="en-US" altLang="zh-CN" dirty="0">
                <a:latin typeface="Arial" panose="020B0604020202020204" pitchFamily="34" charset="0"/>
                <a:ea typeface="黑体" panose="02010609060101010101" pitchFamily="49" charset="-122"/>
                <a:cs typeface="Arial" panose="020B0604020202020204" pitchFamily="34" charset="0"/>
              </a:rPr>
              <a:t>quantity that, in a direct measurement, does not affect the quantity that is actually measured, but that affects the relation between the indication and the measurement result</a:t>
            </a:r>
            <a:r>
              <a:rPr lang="zh-CN" altLang="en-US" dirty="0" smtClean="0">
                <a:latin typeface="Arial" panose="020B0604020202020204" pitchFamily="34" charset="0"/>
                <a:ea typeface="黑体" panose="02010609060101010101" pitchFamily="49" charset="-122"/>
                <a:cs typeface="Arial" panose="020B0604020202020204" pitchFamily="34" charset="0"/>
              </a:rPr>
              <a:t>。</a:t>
            </a:r>
            <a:endParaRPr lang="en-US" altLang="zh-CN" dirty="0" smtClean="0">
              <a:latin typeface="Arial" panose="020B0604020202020204" pitchFamily="34" charset="0"/>
              <a:ea typeface="黑体" panose="02010609060101010101" pitchFamily="49" charset="-122"/>
              <a:cs typeface="Arial" panose="020B0604020202020204" pitchFamily="34" charset="0"/>
            </a:endParaRPr>
          </a:p>
          <a:p>
            <a:pPr marL="361950" lvl="2" indent="0">
              <a:buNone/>
            </a:pPr>
            <a:endParaRPr lang="en-US" altLang="zh-CN" dirty="0">
              <a:latin typeface="Arial" panose="020B0604020202020204" pitchFamily="34" charset="0"/>
              <a:ea typeface="黑体" panose="02010609060101010101" pitchFamily="49" charset="-122"/>
              <a:cs typeface="Arial" panose="020B0604020202020204" pitchFamily="34" charset="0"/>
            </a:endParaRPr>
          </a:p>
          <a:p>
            <a:pPr marL="361950" lvl="2" indent="0">
              <a:buNone/>
            </a:pPr>
            <a:r>
              <a:rPr lang="zh-CN" altLang="en-US" dirty="0">
                <a:latin typeface="Arial" panose="020B0604020202020204" pitchFamily="34" charset="0"/>
                <a:ea typeface="黑体" panose="02010609060101010101" pitchFamily="49" charset="-122"/>
                <a:cs typeface="Arial" panose="020B0604020202020204" pitchFamily="34" charset="0"/>
              </a:rPr>
              <a:t>影响量不影响被</a:t>
            </a:r>
            <a:r>
              <a:rPr lang="zh-CN" altLang="en-US" dirty="0" smtClean="0">
                <a:latin typeface="Arial" panose="020B0604020202020204" pitchFamily="34" charset="0"/>
                <a:ea typeface="黑体" panose="02010609060101010101" pitchFamily="49" charset="-122"/>
                <a:cs typeface="Arial" panose="020B0604020202020204" pitchFamily="34" charset="0"/>
              </a:rPr>
              <a:t>测量的</a:t>
            </a:r>
            <a:r>
              <a:rPr lang="zh-CN" altLang="en-US" dirty="0">
                <a:latin typeface="Arial" panose="020B0604020202020204" pitchFamily="34" charset="0"/>
                <a:ea typeface="黑体" panose="02010609060101010101" pitchFamily="49" charset="-122"/>
                <a:cs typeface="Arial" panose="020B0604020202020204" pitchFamily="34" charset="0"/>
              </a:rPr>
              <a:t>真值，只影响衡器对被测载荷的测量结果。</a:t>
            </a:r>
            <a:endParaRPr lang="en-US" altLang="zh-CN" dirty="0">
              <a:latin typeface="Arial" panose="020B0604020202020204" pitchFamily="34" charset="0"/>
              <a:ea typeface="黑体" panose="02010609060101010101" pitchFamily="49" charset="-122"/>
              <a:cs typeface="Arial" panose="020B0604020202020204" pitchFamily="34" charset="0"/>
            </a:endParaRPr>
          </a:p>
          <a:p>
            <a:pPr marL="361950" lvl="2" indent="0">
              <a:buNone/>
            </a:pPr>
            <a:endParaRPr lang="en-US" altLang="zh-CN" dirty="0">
              <a:latin typeface="Arial" panose="020B0604020202020204" pitchFamily="34" charset="0"/>
              <a:ea typeface="黑体" panose="02010609060101010101" pitchFamily="49" charset="-122"/>
              <a:cs typeface="Arial" panose="020B0604020202020204" pitchFamily="34" charset="0"/>
            </a:endParaRPr>
          </a:p>
          <a:p>
            <a:endParaRPr lang="zh-CN" altLang="en-US" dirty="0"/>
          </a:p>
        </p:txBody>
      </p:sp>
      <p:sp>
        <p:nvSpPr>
          <p:cNvPr id="5" name="灯片编号占位符 4"/>
          <p:cNvSpPr>
            <a:spLocks noGrp="1"/>
          </p:cNvSpPr>
          <p:nvPr>
            <p:ph type="sldNum" sz="quarter" idx="100"/>
          </p:nvPr>
        </p:nvSpPr>
        <p:spPr/>
        <p:txBody>
          <a:bodyPr/>
          <a:lstStyle/>
          <a:p>
            <a:fld id="{2B2B68EE-DD1E-4368-AFCE-24A50EC7BF18}" type="slidenum">
              <a:rPr lang="en-US" smtClean="0"/>
              <a:pPr/>
              <a:t>20</a:t>
            </a:fld>
            <a:endParaRPr lang="en-US" dirty="0"/>
          </a:p>
        </p:txBody>
      </p:sp>
      <p:sp>
        <p:nvSpPr>
          <p:cNvPr id="6" name="页脚占位符 5"/>
          <p:cNvSpPr>
            <a:spLocks noGrp="1"/>
          </p:cNvSpPr>
          <p:nvPr>
            <p:ph type="ftr" sz="quarter" idx="101"/>
          </p:nvPr>
        </p:nvSpPr>
        <p:spPr/>
        <p:txBody>
          <a:bodyPr/>
          <a:lstStyle/>
          <a:p>
            <a:r>
              <a:rPr lang="en-US" smtClean="0"/>
              <a:t>For internal use - Confidential</a:t>
            </a:r>
            <a:endParaRPr lang="en-US" dirty="0"/>
          </a:p>
        </p:txBody>
      </p:sp>
    </p:spTree>
    <p:extLst>
      <p:ext uri="{BB962C8B-B14F-4D97-AF65-F5344CB8AC3E}">
        <p14:creationId xmlns:p14="http://schemas.microsoft.com/office/powerpoint/2010/main" val="3175581369"/>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latin typeface="黑体" panose="02010609060101010101" pitchFamily="49" charset="-122"/>
                <a:ea typeface="黑体" panose="02010609060101010101" pitchFamily="49" charset="-122"/>
              </a:rPr>
              <a:t>术语修订 </a:t>
            </a:r>
            <a:r>
              <a:rPr lang="en-US" altLang="zh-CN" dirty="0" smtClean="0">
                <a:latin typeface="黑体" panose="02010609060101010101" pitchFamily="49" charset="-122"/>
                <a:ea typeface="黑体" panose="02010609060101010101" pitchFamily="49" charset="-122"/>
              </a:rPr>
              <a:t>- </a:t>
            </a:r>
            <a:r>
              <a:rPr lang="zh-CN" altLang="en-US" sz="1800" dirty="0" smtClean="0">
                <a:latin typeface="黑体" panose="02010609060101010101" pitchFamily="49" charset="-122"/>
                <a:ea typeface="黑体" panose="02010609060101010101" pitchFamily="49" charset="-122"/>
              </a:rPr>
              <a:t>传感器模块与其它模块的界定</a:t>
            </a:r>
            <a:endParaRPr lang="zh-CN" altLang="en-US" dirty="0">
              <a:latin typeface="黑体" panose="02010609060101010101" pitchFamily="49" charset="-122"/>
              <a:ea typeface="黑体" panose="02010609060101010101" pitchFamily="49" charset="-122"/>
            </a:endParaRPr>
          </a:p>
        </p:txBody>
      </p:sp>
      <p:sp>
        <p:nvSpPr>
          <p:cNvPr id="4" name="内容占位符 3"/>
          <p:cNvSpPr>
            <a:spLocks noGrp="1"/>
          </p:cNvSpPr>
          <p:nvPr>
            <p:ph idx="1"/>
          </p:nvPr>
        </p:nvSpPr>
        <p:spPr>
          <a:xfrm>
            <a:off x="395288" y="971532"/>
            <a:ext cx="8353426" cy="4895850"/>
          </a:xfrm>
        </p:spPr>
        <p:txBody>
          <a:bodyPr/>
          <a:lstStyle/>
          <a:p>
            <a:pPr marL="0" indent="0">
              <a:lnSpc>
                <a:spcPct val="150000"/>
              </a:lnSpc>
              <a:spcBef>
                <a:spcPts val="0"/>
              </a:spcBef>
              <a:spcAft>
                <a:spcPts val="0"/>
              </a:spcAft>
              <a:buNone/>
            </a:pPr>
            <a:r>
              <a:rPr lang="en-US" altLang="zh-CN" dirty="0">
                <a:latin typeface="+mj-lt"/>
                <a:ea typeface="黑体" panose="02010609060101010101" pitchFamily="49" charset="-122"/>
              </a:rPr>
              <a:t> </a:t>
            </a:r>
            <a:r>
              <a:rPr lang="zh-CN" altLang="en-US" dirty="0" smtClean="0">
                <a:latin typeface="+mj-lt"/>
                <a:ea typeface="黑体" panose="02010609060101010101" pitchFamily="49" charset="-122"/>
              </a:rPr>
              <a:t>引入衡器中的典型部件</a:t>
            </a:r>
            <a:endParaRPr lang="en-US" altLang="zh-CN" dirty="0" smtClean="0">
              <a:latin typeface="+mj-lt"/>
              <a:ea typeface="黑体" panose="02010609060101010101" pitchFamily="49" charset="-122"/>
            </a:endParaRPr>
          </a:p>
          <a:p>
            <a:pPr marL="0" indent="0">
              <a:lnSpc>
                <a:spcPct val="150000"/>
              </a:lnSpc>
              <a:buNone/>
            </a:pPr>
            <a:r>
              <a:rPr lang="en-US" altLang="zh-CN" b="1" dirty="0" smtClean="0">
                <a:latin typeface="+mj-lt"/>
                <a:ea typeface="黑体" panose="02010609060101010101" pitchFamily="49" charset="-122"/>
              </a:rPr>
              <a:t>                    </a:t>
            </a:r>
            <a:r>
              <a:rPr lang="zh-CN" altLang="en-US" dirty="0" smtClean="0">
                <a:latin typeface="+mj-lt"/>
                <a:ea typeface="黑体" panose="02010609060101010101" pitchFamily="49" charset="-122"/>
              </a:rPr>
              <a:t>衡器结构组成</a:t>
            </a:r>
            <a:endParaRPr lang="en-US" altLang="zh-CN" dirty="0" smtClean="0">
              <a:latin typeface="+mj-lt"/>
              <a:ea typeface="黑体" panose="02010609060101010101" pitchFamily="49" charset="-122"/>
            </a:endParaRPr>
          </a:p>
          <a:p>
            <a:pPr marL="0" indent="0">
              <a:lnSpc>
                <a:spcPct val="150000"/>
              </a:lnSpc>
              <a:buNone/>
            </a:pPr>
            <a:endParaRPr lang="en-US" altLang="zh-CN" dirty="0">
              <a:latin typeface="+mj-lt"/>
              <a:ea typeface="黑体" panose="02010609060101010101" pitchFamily="49" charset="-122"/>
            </a:endParaRPr>
          </a:p>
          <a:p>
            <a:pPr marL="0" indent="0">
              <a:lnSpc>
                <a:spcPct val="150000"/>
              </a:lnSpc>
              <a:buNone/>
            </a:pPr>
            <a:endParaRPr lang="en-US" altLang="zh-CN" dirty="0" smtClean="0">
              <a:latin typeface="+mj-lt"/>
              <a:ea typeface="黑体" panose="02010609060101010101" pitchFamily="49" charset="-122"/>
            </a:endParaRPr>
          </a:p>
          <a:p>
            <a:pPr marL="0" indent="0">
              <a:lnSpc>
                <a:spcPct val="150000"/>
              </a:lnSpc>
              <a:buNone/>
            </a:pPr>
            <a:endParaRPr lang="en-US" altLang="zh-CN" dirty="0">
              <a:latin typeface="+mj-lt"/>
              <a:ea typeface="黑体" panose="02010609060101010101" pitchFamily="49" charset="-122"/>
            </a:endParaRPr>
          </a:p>
          <a:p>
            <a:pPr marL="0" indent="0">
              <a:lnSpc>
                <a:spcPct val="150000"/>
              </a:lnSpc>
              <a:buNone/>
            </a:pPr>
            <a:endParaRPr lang="en-US" altLang="zh-CN" dirty="0" smtClean="0">
              <a:latin typeface="+mj-lt"/>
              <a:ea typeface="黑体" panose="02010609060101010101" pitchFamily="49" charset="-122"/>
            </a:endParaRPr>
          </a:p>
          <a:p>
            <a:pPr marL="0" indent="0">
              <a:lnSpc>
                <a:spcPct val="150000"/>
              </a:lnSpc>
              <a:buNone/>
            </a:pPr>
            <a:endParaRPr lang="en-US" altLang="zh-CN" dirty="0">
              <a:latin typeface="+mj-lt"/>
              <a:ea typeface="黑体" panose="02010609060101010101" pitchFamily="49" charset="-122"/>
            </a:endParaRPr>
          </a:p>
          <a:p>
            <a:pPr marL="0" indent="0">
              <a:lnSpc>
                <a:spcPct val="150000"/>
              </a:lnSpc>
              <a:spcBef>
                <a:spcPts val="0"/>
              </a:spcBef>
              <a:spcAft>
                <a:spcPts val="0"/>
              </a:spcAft>
              <a:buNone/>
            </a:pPr>
            <a:endParaRPr lang="en-US" altLang="zh-CN" dirty="0" smtClean="0">
              <a:latin typeface="+mj-lt"/>
              <a:ea typeface="黑体" panose="02010609060101010101" pitchFamily="49" charset="-122"/>
            </a:endParaRPr>
          </a:p>
          <a:p>
            <a:pPr marL="0" indent="0">
              <a:lnSpc>
                <a:spcPct val="150000"/>
              </a:lnSpc>
              <a:buNone/>
            </a:pPr>
            <a:endParaRPr lang="en-US" altLang="zh-CN" dirty="0">
              <a:latin typeface="+mj-lt"/>
              <a:ea typeface="黑体" panose="02010609060101010101" pitchFamily="49" charset="-122"/>
            </a:endParaRPr>
          </a:p>
          <a:p>
            <a:pPr marL="0" indent="0">
              <a:lnSpc>
                <a:spcPct val="150000"/>
              </a:lnSpc>
              <a:spcAft>
                <a:spcPts val="0"/>
              </a:spcAft>
              <a:buNone/>
            </a:pPr>
            <a:endParaRPr lang="en-US" altLang="zh-CN" dirty="0" smtClean="0">
              <a:latin typeface="+mj-lt"/>
              <a:ea typeface="黑体" panose="02010609060101010101" pitchFamily="49" charset="-122"/>
            </a:endParaRPr>
          </a:p>
          <a:p>
            <a:pPr marL="361950" lvl="2" indent="0">
              <a:lnSpc>
                <a:spcPct val="150000"/>
              </a:lnSpc>
              <a:buNone/>
            </a:pPr>
            <a:endParaRPr lang="en-US" altLang="zh-CN" dirty="0" smtClean="0">
              <a:latin typeface="+mj-lt"/>
              <a:ea typeface="黑体" panose="02010609060101010101" pitchFamily="49" charset="-122"/>
            </a:endParaRPr>
          </a:p>
          <a:p>
            <a:pPr marL="361950" lvl="2" indent="0">
              <a:lnSpc>
                <a:spcPct val="150000"/>
              </a:lnSpc>
              <a:buNone/>
            </a:pPr>
            <a:r>
              <a:rPr lang="zh-CN" altLang="en-US" dirty="0" smtClean="0">
                <a:latin typeface="+mj-lt"/>
                <a:ea typeface="黑体" panose="02010609060101010101" pitchFamily="49" charset="-122"/>
              </a:rPr>
              <a:t>                         信号流和信号格式变换</a:t>
            </a:r>
            <a:endParaRPr lang="en-US" altLang="zh-CN" dirty="0">
              <a:latin typeface="+mj-lt"/>
              <a:ea typeface="黑体" panose="02010609060101010101" pitchFamily="49" charset="-122"/>
            </a:endParaRPr>
          </a:p>
          <a:p>
            <a:pPr marL="0" indent="0">
              <a:lnSpc>
                <a:spcPct val="150000"/>
              </a:lnSpc>
              <a:buNone/>
            </a:pPr>
            <a:endParaRPr lang="en-US" altLang="zh-CN" dirty="0" smtClean="0">
              <a:latin typeface="+mj-lt"/>
              <a:ea typeface="黑体" panose="02010609060101010101" pitchFamily="49" charset="-122"/>
            </a:endParaRPr>
          </a:p>
          <a:p>
            <a:pPr marL="0" indent="0">
              <a:lnSpc>
                <a:spcPct val="150000"/>
              </a:lnSpc>
              <a:buNone/>
            </a:pPr>
            <a:endParaRPr lang="zh-CN" altLang="en-US" dirty="0">
              <a:latin typeface="+mj-lt"/>
              <a:ea typeface="黑体" panose="02010609060101010101" pitchFamily="49" charset="-122"/>
            </a:endParaRPr>
          </a:p>
        </p:txBody>
      </p:sp>
      <p:sp>
        <p:nvSpPr>
          <p:cNvPr id="5" name="灯片编号占位符 4"/>
          <p:cNvSpPr>
            <a:spLocks noGrp="1"/>
          </p:cNvSpPr>
          <p:nvPr>
            <p:ph type="sldNum" sz="quarter" idx="100"/>
          </p:nvPr>
        </p:nvSpPr>
        <p:spPr/>
        <p:txBody>
          <a:bodyPr/>
          <a:lstStyle/>
          <a:p>
            <a:fld id="{2B2B68EE-DD1E-4368-AFCE-24A50EC7BF18}" type="slidenum">
              <a:rPr lang="en-US" smtClean="0"/>
              <a:pPr/>
              <a:t>21</a:t>
            </a:fld>
            <a:endParaRPr lang="en-US" dirty="0"/>
          </a:p>
        </p:txBody>
      </p:sp>
      <p:sp>
        <p:nvSpPr>
          <p:cNvPr id="6" name="页脚占位符 5"/>
          <p:cNvSpPr>
            <a:spLocks noGrp="1"/>
          </p:cNvSpPr>
          <p:nvPr>
            <p:ph type="ftr" sz="quarter" idx="101"/>
          </p:nvPr>
        </p:nvSpPr>
        <p:spPr/>
        <p:txBody>
          <a:bodyPr/>
          <a:lstStyle/>
          <a:p>
            <a:r>
              <a:rPr lang="en-US" smtClean="0"/>
              <a:t>For internal use - Confidential</a:t>
            </a:r>
            <a:endParaRPr lang="en-US" dirty="0"/>
          </a:p>
        </p:txBody>
      </p:sp>
      <p:sp>
        <p:nvSpPr>
          <p:cNvPr id="15" name="矩形 14"/>
          <p:cNvSpPr/>
          <p:nvPr/>
        </p:nvSpPr>
        <p:spPr>
          <a:xfrm>
            <a:off x="7748591" y="1152534"/>
            <a:ext cx="1057275" cy="684000"/>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altLang="zh-CN" dirty="0"/>
              <a:t>Peripheral devices</a:t>
            </a:r>
            <a:endParaRPr lang="zh-CN" altLang="en-US" dirty="0" err="1" smtClean="0">
              <a:solidFill>
                <a:schemeClr val="bg1"/>
              </a:solidFill>
            </a:endParaRPr>
          </a:p>
        </p:txBody>
      </p:sp>
      <p:grpSp>
        <p:nvGrpSpPr>
          <p:cNvPr id="16" name="组合 15"/>
          <p:cNvGrpSpPr/>
          <p:nvPr/>
        </p:nvGrpSpPr>
        <p:grpSpPr>
          <a:xfrm>
            <a:off x="400026" y="1195398"/>
            <a:ext cx="8420127" cy="5364000"/>
            <a:chOff x="400026" y="495286"/>
            <a:chExt cx="8420127" cy="5364000"/>
          </a:xfrm>
        </p:grpSpPr>
        <p:sp>
          <p:nvSpPr>
            <p:cNvPr id="7" name="矩形 6"/>
            <p:cNvSpPr/>
            <p:nvPr/>
          </p:nvSpPr>
          <p:spPr>
            <a:xfrm>
              <a:off x="400026" y="2183605"/>
              <a:ext cx="1116000" cy="1443037"/>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US" altLang="zh-CN" dirty="0" smtClean="0"/>
                <a:t>1</a:t>
              </a:r>
            </a:p>
            <a:p>
              <a:pPr algn="ctr"/>
              <a:r>
                <a:rPr lang="en-US" altLang="zh-CN" dirty="0" smtClean="0"/>
                <a:t>Mechanical </a:t>
              </a:r>
              <a:r>
                <a:rPr lang="en-US" altLang="zh-CN" dirty="0"/>
                <a:t>and electrical connecting elements</a:t>
              </a:r>
              <a:endParaRPr lang="zh-CN" altLang="en-US" dirty="0" err="1" smtClean="0">
                <a:solidFill>
                  <a:schemeClr val="bg1"/>
                </a:solidFill>
              </a:endParaRPr>
            </a:p>
          </p:txBody>
        </p:sp>
        <p:sp>
          <p:nvSpPr>
            <p:cNvPr id="8" name="矩形 7"/>
            <p:cNvSpPr/>
            <p:nvPr/>
          </p:nvSpPr>
          <p:spPr>
            <a:xfrm>
              <a:off x="1566838" y="2183605"/>
              <a:ext cx="1057275" cy="1443037"/>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US" altLang="zh-CN" dirty="0" smtClean="0">
                  <a:solidFill>
                    <a:schemeClr val="tx1"/>
                  </a:solidFill>
                </a:rPr>
                <a:t>2</a:t>
              </a:r>
            </a:p>
            <a:p>
              <a:pPr algn="ctr"/>
              <a:endParaRPr lang="en-US" altLang="zh-CN" dirty="0" smtClean="0">
                <a:solidFill>
                  <a:schemeClr val="tx1"/>
                </a:solidFill>
              </a:endParaRPr>
            </a:p>
            <a:p>
              <a:pPr algn="ctr"/>
              <a:r>
                <a:rPr lang="en-US" altLang="zh-CN" dirty="0" smtClean="0">
                  <a:solidFill>
                    <a:schemeClr val="tx1"/>
                  </a:solidFill>
                </a:rPr>
                <a:t>Analog load cell</a:t>
              </a:r>
            </a:p>
            <a:p>
              <a:pPr algn="ctr"/>
              <a:endParaRPr lang="en-US" altLang="zh-CN" dirty="0">
                <a:solidFill>
                  <a:schemeClr val="tx1"/>
                </a:solidFill>
              </a:endParaRPr>
            </a:p>
            <a:p>
              <a:pPr algn="ctr"/>
              <a:endParaRPr lang="zh-CN" altLang="en-US" dirty="0" err="1" smtClean="0">
                <a:solidFill>
                  <a:schemeClr val="tx1"/>
                </a:solidFill>
              </a:endParaRPr>
            </a:p>
          </p:txBody>
        </p:sp>
        <p:sp>
          <p:nvSpPr>
            <p:cNvPr id="9" name="矩形 8"/>
            <p:cNvSpPr/>
            <p:nvPr/>
          </p:nvSpPr>
          <p:spPr>
            <a:xfrm>
              <a:off x="2690786" y="2193131"/>
              <a:ext cx="1057275" cy="1443037"/>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US" altLang="zh-CN" dirty="0" smtClean="0">
                  <a:solidFill>
                    <a:schemeClr val="tx1"/>
                  </a:solidFill>
                </a:rPr>
                <a:t>3</a:t>
              </a:r>
            </a:p>
            <a:p>
              <a:pPr algn="ctr"/>
              <a:endParaRPr lang="en-US" altLang="zh-CN" dirty="0">
                <a:solidFill>
                  <a:schemeClr val="tx1"/>
                </a:solidFill>
              </a:endParaRPr>
            </a:p>
            <a:p>
              <a:pPr algn="ctr"/>
              <a:r>
                <a:rPr lang="en-US" altLang="zh-CN" dirty="0" smtClean="0">
                  <a:solidFill>
                    <a:schemeClr val="tx1"/>
                  </a:solidFill>
                </a:rPr>
                <a:t>ADC</a:t>
              </a:r>
              <a:br>
                <a:rPr lang="en-US" altLang="zh-CN" dirty="0" smtClean="0">
                  <a:solidFill>
                    <a:schemeClr val="tx1"/>
                  </a:solidFill>
                </a:rPr>
              </a:br>
              <a:r>
                <a:rPr lang="en-US" altLang="zh-CN" dirty="0" smtClean="0">
                  <a:solidFill>
                    <a:schemeClr val="tx1"/>
                  </a:solidFill>
                </a:rPr>
                <a:t>(digital</a:t>
              </a:r>
              <a:br>
                <a:rPr lang="en-US" altLang="zh-CN" dirty="0" smtClean="0">
                  <a:solidFill>
                    <a:schemeClr val="tx1"/>
                  </a:solidFill>
                </a:rPr>
              </a:br>
              <a:r>
                <a:rPr lang="en-US" altLang="zh-CN" dirty="0" smtClean="0">
                  <a:solidFill>
                    <a:schemeClr val="tx1"/>
                  </a:solidFill>
                </a:rPr>
                <a:t>processing)</a:t>
              </a:r>
            </a:p>
            <a:p>
              <a:pPr algn="ctr"/>
              <a:endParaRPr lang="zh-CN" altLang="en-US" dirty="0" err="1" smtClean="0">
                <a:solidFill>
                  <a:schemeClr val="tx1"/>
                </a:solidFill>
              </a:endParaRPr>
            </a:p>
          </p:txBody>
        </p:sp>
        <p:sp>
          <p:nvSpPr>
            <p:cNvPr id="10" name="矩形 9"/>
            <p:cNvSpPr/>
            <p:nvPr/>
          </p:nvSpPr>
          <p:spPr>
            <a:xfrm>
              <a:off x="3786158" y="2193131"/>
              <a:ext cx="1057275" cy="1443037"/>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US" altLang="zh-CN" dirty="0" smtClean="0"/>
                <a:t>4</a:t>
              </a:r>
            </a:p>
            <a:p>
              <a:pPr algn="ctr"/>
              <a:endParaRPr lang="en-US" altLang="zh-CN" dirty="0"/>
            </a:p>
            <a:p>
              <a:pPr algn="ctr"/>
              <a:r>
                <a:rPr lang="en-US" altLang="zh-CN" dirty="0" smtClean="0"/>
                <a:t>Data </a:t>
              </a:r>
              <a:r>
                <a:rPr lang="en-US" altLang="zh-CN" dirty="0"/>
                <a:t>processing (scaling</a:t>
              </a:r>
              <a:r>
                <a:rPr lang="en-US" altLang="zh-CN" dirty="0" smtClean="0"/>
                <a:t>)</a:t>
              </a:r>
            </a:p>
            <a:p>
              <a:pPr algn="ctr"/>
              <a:endParaRPr lang="zh-CN" altLang="zh-CN" dirty="0"/>
            </a:p>
          </p:txBody>
        </p:sp>
        <p:sp>
          <p:nvSpPr>
            <p:cNvPr id="11" name="矩形 10"/>
            <p:cNvSpPr/>
            <p:nvPr/>
          </p:nvSpPr>
          <p:spPr>
            <a:xfrm>
              <a:off x="4905344" y="2190749"/>
              <a:ext cx="1057275" cy="1443037"/>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US" altLang="zh-CN" dirty="0" smtClean="0"/>
                <a:t>5</a:t>
              </a:r>
            </a:p>
            <a:p>
              <a:pPr algn="ctr"/>
              <a:r>
                <a:rPr lang="en-US" altLang="zh-CN" dirty="0" smtClean="0"/>
                <a:t>Further data</a:t>
              </a:r>
              <a:r>
                <a:rPr lang="en-US" altLang="zh-CN" u="sng" dirty="0" smtClean="0"/>
                <a:t>     </a:t>
              </a:r>
              <a:r>
                <a:rPr lang="en-US" altLang="zh-CN" dirty="0" smtClean="0"/>
                <a:t>    </a:t>
              </a:r>
              <a:r>
                <a:rPr lang="en-US" altLang="zh-CN" dirty="0"/>
                <a:t>processing</a:t>
              </a:r>
              <a:endParaRPr lang="zh-CN" altLang="zh-CN" dirty="0"/>
            </a:p>
            <a:p>
              <a:pPr algn="ctr"/>
              <a:r>
                <a:rPr lang="en-US" altLang="zh-CN" dirty="0"/>
                <a:t>(e.g., tare, price</a:t>
              </a:r>
              <a:endParaRPr lang="zh-CN" altLang="zh-CN" dirty="0"/>
            </a:p>
          </p:txBody>
        </p:sp>
        <p:sp>
          <p:nvSpPr>
            <p:cNvPr id="12" name="矩形 11"/>
            <p:cNvSpPr/>
            <p:nvPr/>
          </p:nvSpPr>
          <p:spPr>
            <a:xfrm>
              <a:off x="5481606" y="1176481"/>
              <a:ext cx="1057275" cy="936000"/>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US" altLang="zh-CN" dirty="0" smtClean="0"/>
                <a:t>6</a:t>
              </a:r>
              <a:endParaRPr lang="en-US" altLang="zh-CN" dirty="0"/>
            </a:p>
            <a:p>
              <a:pPr algn="ctr"/>
              <a:r>
                <a:rPr lang="en-US" altLang="zh-CN" dirty="0" smtClean="0"/>
                <a:t>Key(s</a:t>
              </a:r>
              <a:r>
                <a:rPr lang="en-US" altLang="zh-CN" dirty="0"/>
                <a:t>) </a:t>
              </a:r>
              <a:r>
                <a:rPr lang="en-US" altLang="zh-CN" dirty="0" smtClean="0"/>
                <a:t>or </a:t>
              </a:r>
              <a:r>
                <a:rPr lang="en-US" altLang="zh-CN" dirty="0"/>
                <a:t>keyboard </a:t>
              </a:r>
              <a:r>
                <a:rPr lang="en-US" altLang="zh-CN" dirty="0" smtClean="0"/>
                <a:t>to </a:t>
              </a:r>
              <a:r>
                <a:rPr lang="en-US" altLang="zh-CN" dirty="0"/>
                <a:t>operate</a:t>
              </a:r>
              <a:endParaRPr lang="zh-CN" altLang="zh-CN" dirty="0"/>
            </a:p>
          </p:txBody>
        </p:sp>
        <p:sp>
          <p:nvSpPr>
            <p:cNvPr id="13" name="矩形 12"/>
            <p:cNvSpPr/>
            <p:nvPr/>
          </p:nvSpPr>
          <p:spPr>
            <a:xfrm>
              <a:off x="6250725" y="2183604"/>
              <a:ext cx="1057275" cy="1443037"/>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US" altLang="zh-CN" dirty="0" smtClean="0"/>
                <a:t>7</a:t>
              </a:r>
            </a:p>
            <a:p>
              <a:pPr algn="ctr"/>
              <a:endParaRPr lang="en-US" altLang="zh-CN" dirty="0"/>
            </a:p>
            <a:p>
              <a:pPr algn="ctr"/>
              <a:r>
                <a:rPr lang="en-US" altLang="zh-CN" dirty="0" smtClean="0"/>
                <a:t>Primary display</a:t>
              </a:r>
            </a:p>
            <a:p>
              <a:pPr algn="ctr"/>
              <a:endParaRPr lang="en-US" altLang="zh-CN" dirty="0"/>
            </a:p>
            <a:p>
              <a:pPr algn="ctr"/>
              <a:endParaRPr lang="zh-CN" altLang="zh-CN" dirty="0"/>
            </a:p>
          </p:txBody>
        </p:sp>
        <p:sp>
          <p:nvSpPr>
            <p:cNvPr id="14" name="矩形 13"/>
            <p:cNvSpPr/>
            <p:nvPr/>
          </p:nvSpPr>
          <p:spPr>
            <a:xfrm>
              <a:off x="2152646" y="4108230"/>
              <a:ext cx="1057275" cy="1116000"/>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altLang="zh-CN" dirty="0"/>
                <a:t>Analog signal</a:t>
              </a:r>
              <a:endParaRPr lang="zh-CN" altLang="en-US" dirty="0" err="1" smtClean="0">
                <a:solidFill>
                  <a:schemeClr val="bg1"/>
                </a:solidFill>
              </a:endParaRPr>
            </a:p>
          </p:txBody>
        </p:sp>
        <p:sp>
          <p:nvSpPr>
            <p:cNvPr id="17" name="矩形 16"/>
            <p:cNvSpPr/>
            <p:nvPr/>
          </p:nvSpPr>
          <p:spPr>
            <a:xfrm>
              <a:off x="7758113" y="1841604"/>
              <a:ext cx="1057275" cy="684000"/>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US" altLang="zh-CN" dirty="0"/>
                <a:t>Printer</a:t>
              </a:r>
              <a:endParaRPr lang="zh-CN" altLang="en-US" dirty="0" err="1" smtClean="0">
                <a:solidFill>
                  <a:schemeClr val="bg1"/>
                </a:solidFill>
              </a:endParaRPr>
            </a:p>
          </p:txBody>
        </p:sp>
        <p:sp>
          <p:nvSpPr>
            <p:cNvPr id="18" name="矩形 17"/>
            <p:cNvSpPr/>
            <p:nvPr/>
          </p:nvSpPr>
          <p:spPr>
            <a:xfrm>
              <a:off x="7758115" y="2648850"/>
              <a:ext cx="1057275" cy="684000"/>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US" altLang="zh-CN" dirty="0" smtClean="0"/>
                <a:t>Secondary </a:t>
              </a:r>
              <a:r>
                <a:rPr lang="en-US" altLang="zh-CN" dirty="0"/>
                <a:t>display</a:t>
              </a:r>
              <a:endParaRPr lang="zh-CN" altLang="en-US" dirty="0" err="1" smtClean="0">
                <a:solidFill>
                  <a:schemeClr val="bg1"/>
                </a:solidFill>
              </a:endParaRPr>
            </a:p>
          </p:txBody>
        </p:sp>
        <p:sp>
          <p:nvSpPr>
            <p:cNvPr id="19" name="矩形 18"/>
            <p:cNvSpPr/>
            <p:nvPr/>
          </p:nvSpPr>
          <p:spPr>
            <a:xfrm>
              <a:off x="7758115" y="3394184"/>
              <a:ext cx="1057275" cy="684000"/>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US" altLang="zh-CN" dirty="0"/>
                <a:t>Data </a:t>
              </a:r>
              <a:r>
                <a:rPr lang="en-US" altLang="zh-CN" dirty="0" smtClean="0"/>
                <a:t>storage </a:t>
              </a:r>
              <a:r>
                <a:rPr lang="en-US" altLang="zh-CN" dirty="0"/>
                <a:t>device</a:t>
              </a:r>
              <a:endParaRPr lang="zh-CN" altLang="en-US" dirty="0" err="1" smtClean="0">
                <a:solidFill>
                  <a:schemeClr val="bg1"/>
                </a:solidFill>
              </a:endParaRPr>
            </a:p>
          </p:txBody>
        </p:sp>
        <p:sp>
          <p:nvSpPr>
            <p:cNvPr id="20" name="矩形 19"/>
            <p:cNvSpPr/>
            <p:nvPr/>
          </p:nvSpPr>
          <p:spPr>
            <a:xfrm>
              <a:off x="7762878" y="4171950"/>
              <a:ext cx="1057275" cy="684000"/>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r>
                <a:rPr lang="en-US" altLang="zh-CN" dirty="0"/>
                <a:t>Other peripheral devices</a:t>
              </a:r>
              <a:endParaRPr lang="zh-CN" altLang="zh-CN" dirty="0"/>
            </a:p>
          </p:txBody>
        </p:sp>
        <p:cxnSp>
          <p:nvCxnSpPr>
            <p:cNvPr id="22" name="直接连接符 21"/>
            <p:cNvCxnSpPr/>
            <p:nvPr/>
          </p:nvCxnSpPr>
          <p:spPr>
            <a:xfrm>
              <a:off x="7500938" y="495286"/>
              <a:ext cx="0" cy="5364000"/>
            </a:xfrm>
            <a:prstGeom prst="line">
              <a:avLst/>
            </a:prstGeom>
            <a:ln w="31750">
              <a:solidFill>
                <a:schemeClr val="accent2"/>
              </a:solidFill>
              <a:prstDash val="lgDash"/>
            </a:ln>
          </p:spPr>
          <p:style>
            <a:lnRef idx="1">
              <a:schemeClr val="accent1"/>
            </a:lnRef>
            <a:fillRef idx="0">
              <a:schemeClr val="accent1"/>
            </a:fillRef>
            <a:effectRef idx="0">
              <a:schemeClr val="accent1"/>
            </a:effectRef>
            <a:fontRef idx="minor">
              <a:schemeClr val="tx1"/>
            </a:fontRef>
          </p:style>
        </p:cxnSp>
        <p:sp>
          <p:nvSpPr>
            <p:cNvPr id="23" name="矩形 22"/>
            <p:cNvSpPr/>
            <p:nvPr/>
          </p:nvSpPr>
          <p:spPr>
            <a:xfrm>
              <a:off x="3324225" y="4108230"/>
              <a:ext cx="1057275" cy="1116000"/>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altLang="zh-CN" dirty="0"/>
                <a:t>Digital “raw values” (counts)</a:t>
              </a:r>
              <a:endParaRPr lang="zh-CN" altLang="en-US" dirty="0" err="1" smtClean="0">
                <a:solidFill>
                  <a:schemeClr val="bg1"/>
                </a:solidFill>
              </a:endParaRPr>
            </a:p>
          </p:txBody>
        </p:sp>
        <p:sp>
          <p:nvSpPr>
            <p:cNvPr id="26" name="矩形 25"/>
            <p:cNvSpPr/>
            <p:nvPr/>
          </p:nvSpPr>
          <p:spPr>
            <a:xfrm>
              <a:off x="4381500" y="4108230"/>
              <a:ext cx="1057275" cy="1080000"/>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r>
                <a:rPr lang="en-US" altLang="zh-CN" dirty="0"/>
                <a:t>Weighing value</a:t>
              </a:r>
              <a:endParaRPr lang="zh-CN" altLang="zh-CN" dirty="0"/>
            </a:p>
            <a:p>
              <a:r>
                <a:rPr lang="en-US" altLang="zh-CN" dirty="0"/>
                <a:t>(in mass units)</a:t>
              </a:r>
              <a:endParaRPr lang="zh-CN" altLang="zh-CN" dirty="0"/>
            </a:p>
          </p:txBody>
        </p:sp>
        <p:sp>
          <p:nvSpPr>
            <p:cNvPr id="27" name="矩形 26"/>
            <p:cNvSpPr/>
            <p:nvPr/>
          </p:nvSpPr>
          <p:spPr>
            <a:xfrm>
              <a:off x="5505385" y="4108229"/>
              <a:ext cx="1476000" cy="1443037"/>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altLang="zh-CN" dirty="0"/>
                <a:t>Net, gross, tare and other primary indication (e.g. price)</a:t>
              </a:r>
              <a:endParaRPr lang="zh-CN" altLang="en-US" dirty="0" err="1" smtClean="0">
                <a:solidFill>
                  <a:schemeClr val="bg1"/>
                </a:solidFill>
              </a:endParaRPr>
            </a:p>
          </p:txBody>
        </p:sp>
        <p:cxnSp>
          <p:nvCxnSpPr>
            <p:cNvPr id="29" name="直接箭头连接符 28"/>
            <p:cNvCxnSpPr/>
            <p:nvPr/>
          </p:nvCxnSpPr>
          <p:spPr>
            <a:xfrm flipH="1" flipV="1">
              <a:off x="2666995" y="3793336"/>
              <a:ext cx="1" cy="432000"/>
            </a:xfrm>
            <a:prstGeom prst="straightConnector1">
              <a:avLst/>
            </a:prstGeom>
            <a:ln>
              <a:solidFill>
                <a:srgbClr val="004696"/>
              </a:solidFill>
              <a:tailEnd type="arrow"/>
            </a:ln>
          </p:spPr>
          <p:style>
            <a:lnRef idx="1">
              <a:schemeClr val="accent1"/>
            </a:lnRef>
            <a:fillRef idx="0">
              <a:schemeClr val="accent1"/>
            </a:fillRef>
            <a:effectRef idx="0">
              <a:schemeClr val="accent1"/>
            </a:effectRef>
            <a:fontRef idx="minor">
              <a:schemeClr val="tx1"/>
            </a:fontRef>
          </p:style>
        </p:cxnSp>
        <p:cxnSp>
          <p:nvCxnSpPr>
            <p:cNvPr id="30" name="直接箭头连接符 29"/>
            <p:cNvCxnSpPr/>
            <p:nvPr/>
          </p:nvCxnSpPr>
          <p:spPr>
            <a:xfrm flipH="1" flipV="1">
              <a:off x="3790979" y="3759992"/>
              <a:ext cx="1" cy="432000"/>
            </a:xfrm>
            <a:prstGeom prst="straightConnector1">
              <a:avLst/>
            </a:prstGeom>
            <a:ln>
              <a:solidFill>
                <a:srgbClr val="004696"/>
              </a:solidFill>
              <a:tailEnd type="arrow"/>
            </a:ln>
          </p:spPr>
          <p:style>
            <a:lnRef idx="1">
              <a:schemeClr val="accent1"/>
            </a:lnRef>
            <a:fillRef idx="0">
              <a:schemeClr val="accent1"/>
            </a:fillRef>
            <a:effectRef idx="0">
              <a:schemeClr val="accent1"/>
            </a:effectRef>
            <a:fontRef idx="minor">
              <a:schemeClr val="tx1"/>
            </a:fontRef>
          </p:style>
        </p:cxnSp>
        <p:cxnSp>
          <p:nvCxnSpPr>
            <p:cNvPr id="31" name="直接箭头连接符 30"/>
            <p:cNvCxnSpPr/>
            <p:nvPr/>
          </p:nvCxnSpPr>
          <p:spPr>
            <a:xfrm flipH="1" flipV="1">
              <a:off x="4914963" y="3769512"/>
              <a:ext cx="1" cy="432000"/>
            </a:xfrm>
            <a:prstGeom prst="straightConnector1">
              <a:avLst/>
            </a:prstGeom>
            <a:ln>
              <a:solidFill>
                <a:srgbClr val="004696"/>
              </a:solidFill>
              <a:tailEnd type="arrow"/>
            </a:ln>
          </p:spPr>
          <p:style>
            <a:lnRef idx="1">
              <a:schemeClr val="accent1"/>
            </a:lnRef>
            <a:fillRef idx="0">
              <a:schemeClr val="accent1"/>
            </a:fillRef>
            <a:effectRef idx="0">
              <a:schemeClr val="accent1"/>
            </a:effectRef>
            <a:fontRef idx="minor">
              <a:schemeClr val="tx1"/>
            </a:fontRef>
          </p:style>
        </p:cxnSp>
        <p:cxnSp>
          <p:nvCxnSpPr>
            <p:cNvPr id="32" name="直接箭头连接符 31"/>
            <p:cNvCxnSpPr/>
            <p:nvPr/>
          </p:nvCxnSpPr>
          <p:spPr>
            <a:xfrm flipH="1" flipV="1">
              <a:off x="6153251" y="3779032"/>
              <a:ext cx="1" cy="432000"/>
            </a:xfrm>
            <a:prstGeom prst="straightConnector1">
              <a:avLst/>
            </a:prstGeom>
            <a:ln>
              <a:solidFill>
                <a:srgbClr val="004696"/>
              </a:solidFill>
              <a:tailEnd type="arrow"/>
            </a:ln>
          </p:spPr>
          <p:style>
            <a:lnRef idx="1">
              <a:schemeClr val="accent1"/>
            </a:lnRef>
            <a:fillRef idx="0">
              <a:schemeClr val="accent1"/>
            </a:fillRef>
            <a:effectRef idx="0">
              <a:schemeClr val="accent1"/>
            </a:effectRef>
            <a:fontRef idx="minor">
              <a:schemeClr val="tx1"/>
            </a:fontRef>
          </p:style>
        </p:cxnSp>
      </p:grpSp>
      <p:sp>
        <p:nvSpPr>
          <p:cNvPr id="21" name="矩形 20"/>
          <p:cNvSpPr/>
          <p:nvPr/>
        </p:nvSpPr>
        <p:spPr>
          <a:xfrm>
            <a:off x="1516026" y="2344593"/>
            <a:ext cx="2278110" cy="2869469"/>
          </a:xfrm>
          <a:prstGeom prst="rect">
            <a:avLst/>
          </a:prstGeom>
          <a:noFill/>
          <a:ln w="25400">
            <a:solidFill>
              <a:srgbClr val="C00000"/>
            </a:solidFill>
            <a:prstDash val="lgDash"/>
          </a:ln>
        </p:spPr>
        <p:style>
          <a:lnRef idx="2">
            <a:schemeClr val="dk1"/>
          </a:lnRef>
          <a:fillRef idx="1">
            <a:schemeClr val="lt1"/>
          </a:fillRef>
          <a:effectRef idx="0">
            <a:schemeClr val="dk1"/>
          </a:effectRef>
          <a:fontRef idx="minor">
            <a:schemeClr val="dk1"/>
          </a:fontRef>
        </p:style>
        <p:txBody>
          <a:bodyPr rtlCol="0" anchor="t"/>
          <a:lstStyle/>
          <a:p>
            <a:pPr algn="ctr"/>
            <a:r>
              <a:rPr lang="en-US" altLang="zh-CN" sz="1800" b="1" dirty="0" smtClean="0">
                <a:solidFill>
                  <a:schemeClr val="tx1"/>
                </a:solidFill>
              </a:rPr>
              <a:t>R60 Load Cell</a:t>
            </a:r>
            <a:endParaRPr lang="zh-CN" altLang="en-US" sz="1800" b="1" dirty="0" err="1" smtClean="0">
              <a:solidFill>
                <a:schemeClr val="tx1"/>
              </a:solidFill>
            </a:endParaRPr>
          </a:p>
        </p:txBody>
      </p:sp>
      <p:cxnSp>
        <p:nvCxnSpPr>
          <p:cNvPr id="33" name="直接箭头连接符 32"/>
          <p:cNvCxnSpPr/>
          <p:nvPr/>
        </p:nvCxnSpPr>
        <p:spPr>
          <a:xfrm>
            <a:off x="500063" y="1757366"/>
            <a:ext cx="6700837" cy="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35" name="直接箭头连接符 34"/>
          <p:cNvCxnSpPr/>
          <p:nvPr/>
        </p:nvCxnSpPr>
        <p:spPr>
          <a:xfrm>
            <a:off x="1957431" y="6357938"/>
            <a:ext cx="5112000" cy="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5955741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fade">
                                      <p:cBhvr>
                                        <p:cTn id="7" dur="1000"/>
                                        <p:tgtEl>
                                          <p:spTgt spid="21"/>
                                        </p:tgtEl>
                                      </p:cBhvr>
                                    </p:animEffect>
                                    <p:anim calcmode="lin" valueType="num">
                                      <p:cBhvr>
                                        <p:cTn id="8" dur="1000" fill="hold"/>
                                        <p:tgtEl>
                                          <p:spTgt spid="21"/>
                                        </p:tgtEl>
                                        <p:attrNameLst>
                                          <p:attrName>ppt_x</p:attrName>
                                        </p:attrNameLst>
                                      </p:cBhvr>
                                      <p:tavLst>
                                        <p:tav tm="0">
                                          <p:val>
                                            <p:strVal val="#ppt_x"/>
                                          </p:val>
                                        </p:tav>
                                        <p:tav tm="100000">
                                          <p:val>
                                            <p:strVal val="#ppt_x"/>
                                          </p:val>
                                        </p:tav>
                                      </p:tavLst>
                                    </p:anim>
                                    <p:anim calcmode="lin" valueType="num">
                                      <p:cBhvr>
                                        <p:cTn id="9" dur="1000" fill="hold"/>
                                        <p:tgtEl>
                                          <p:spTgt spid="2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latin typeface="黑体" panose="02010609060101010101" pitchFamily="49" charset="-122"/>
                <a:ea typeface="黑体" panose="02010609060101010101" pitchFamily="49" charset="-122"/>
              </a:rPr>
              <a:t>术语修订 </a:t>
            </a:r>
            <a:r>
              <a:rPr lang="en-US" altLang="zh-CN" dirty="0" smtClean="0">
                <a:latin typeface="黑体" panose="02010609060101010101" pitchFamily="49" charset="-122"/>
                <a:ea typeface="黑体" panose="02010609060101010101" pitchFamily="49" charset="-122"/>
              </a:rPr>
              <a:t>- </a:t>
            </a:r>
            <a:r>
              <a:rPr lang="zh-CN" altLang="en-US" sz="1800" dirty="0" smtClean="0">
                <a:latin typeface="黑体" panose="02010609060101010101" pitchFamily="49" charset="-122"/>
                <a:ea typeface="黑体" panose="02010609060101010101" pitchFamily="49" charset="-122"/>
              </a:rPr>
              <a:t>模拟</a:t>
            </a:r>
            <a:r>
              <a:rPr lang="zh-CN" altLang="en-US" sz="1800" dirty="0">
                <a:latin typeface="黑体" panose="02010609060101010101" pitchFamily="49" charset="-122"/>
                <a:ea typeface="黑体" panose="02010609060101010101" pitchFamily="49" charset="-122"/>
              </a:rPr>
              <a:t>传感器和数字</a:t>
            </a:r>
            <a:r>
              <a:rPr lang="zh-CN" altLang="en-US" sz="1800" dirty="0" smtClean="0">
                <a:latin typeface="黑体" panose="02010609060101010101" pitchFamily="49" charset="-122"/>
                <a:ea typeface="黑体" panose="02010609060101010101" pitchFamily="49" charset="-122"/>
              </a:rPr>
              <a:t>传感器</a:t>
            </a:r>
            <a:endParaRPr lang="zh-CN" altLang="en-US" sz="1800" dirty="0">
              <a:latin typeface="黑体" panose="02010609060101010101" pitchFamily="49" charset="-122"/>
              <a:ea typeface="黑体" panose="02010609060101010101" pitchFamily="49" charset="-122"/>
            </a:endParaRPr>
          </a:p>
        </p:txBody>
      </p:sp>
      <p:sp>
        <p:nvSpPr>
          <p:cNvPr id="4" name="内容占位符 3"/>
          <p:cNvSpPr>
            <a:spLocks noGrp="1"/>
          </p:cNvSpPr>
          <p:nvPr>
            <p:ph idx="1"/>
          </p:nvPr>
        </p:nvSpPr>
        <p:spPr>
          <a:xfrm>
            <a:off x="395288" y="1072956"/>
            <a:ext cx="8353426" cy="4895850"/>
          </a:xfrm>
        </p:spPr>
        <p:txBody>
          <a:bodyPr/>
          <a:lstStyle/>
          <a:p>
            <a:r>
              <a:rPr lang="en-US" altLang="zh-CN" b="1" dirty="0">
                <a:latin typeface="+mj-lt"/>
              </a:rPr>
              <a:t>Characterization of load cell </a:t>
            </a:r>
            <a:r>
              <a:rPr lang="en-US" altLang="zh-CN" b="1" dirty="0" smtClean="0">
                <a:latin typeface="+mj-lt"/>
              </a:rPr>
              <a:t>capabilities</a:t>
            </a:r>
          </a:p>
          <a:p>
            <a:endParaRPr lang="en-US" altLang="zh-CN" b="1" dirty="0">
              <a:latin typeface="+mj-lt"/>
            </a:endParaRPr>
          </a:p>
          <a:p>
            <a:endParaRPr lang="en-US" altLang="zh-CN" b="1" dirty="0" smtClean="0">
              <a:latin typeface="+mj-lt"/>
            </a:endParaRPr>
          </a:p>
          <a:p>
            <a:endParaRPr lang="en-US" altLang="zh-CN" b="1" dirty="0">
              <a:latin typeface="+mj-lt"/>
            </a:endParaRPr>
          </a:p>
          <a:p>
            <a:endParaRPr lang="en-US" altLang="zh-CN" b="1" dirty="0" smtClean="0">
              <a:latin typeface="+mj-lt"/>
            </a:endParaRPr>
          </a:p>
          <a:p>
            <a:endParaRPr lang="en-US" altLang="zh-CN" b="1" dirty="0">
              <a:latin typeface="+mj-lt"/>
            </a:endParaRPr>
          </a:p>
          <a:p>
            <a:endParaRPr lang="en-US" altLang="zh-CN" b="1" dirty="0" smtClean="0">
              <a:latin typeface="+mj-lt"/>
            </a:endParaRPr>
          </a:p>
          <a:p>
            <a:endParaRPr lang="en-US" altLang="zh-CN" b="1" dirty="0">
              <a:latin typeface="+mj-lt"/>
            </a:endParaRPr>
          </a:p>
          <a:p>
            <a:pPr marL="536575" lvl="3" indent="0">
              <a:buNone/>
            </a:pPr>
            <a:endParaRPr lang="en-US" altLang="zh-CN" dirty="0" smtClean="0">
              <a:latin typeface="+mj-lt"/>
              <a:ea typeface="黑体" panose="02010609060101010101" pitchFamily="49" charset="-122"/>
            </a:endParaRPr>
          </a:p>
          <a:p>
            <a:pPr marL="536575" lvl="3" indent="0">
              <a:buNone/>
            </a:pPr>
            <a:endParaRPr lang="zh-CN" altLang="en-US" dirty="0">
              <a:latin typeface="+mj-lt"/>
              <a:ea typeface="黑体" panose="02010609060101010101" pitchFamily="49" charset="-122"/>
            </a:endParaRPr>
          </a:p>
        </p:txBody>
      </p:sp>
      <p:sp>
        <p:nvSpPr>
          <p:cNvPr id="5" name="灯片编号占位符 4"/>
          <p:cNvSpPr>
            <a:spLocks noGrp="1"/>
          </p:cNvSpPr>
          <p:nvPr>
            <p:ph type="sldNum" sz="quarter" idx="100"/>
          </p:nvPr>
        </p:nvSpPr>
        <p:spPr/>
        <p:txBody>
          <a:bodyPr/>
          <a:lstStyle/>
          <a:p>
            <a:fld id="{2B2B68EE-DD1E-4368-AFCE-24A50EC7BF18}" type="slidenum">
              <a:rPr lang="en-US" smtClean="0"/>
              <a:pPr/>
              <a:t>22</a:t>
            </a:fld>
            <a:endParaRPr lang="en-US" dirty="0"/>
          </a:p>
        </p:txBody>
      </p:sp>
      <p:sp>
        <p:nvSpPr>
          <p:cNvPr id="6" name="页脚占位符 5"/>
          <p:cNvSpPr>
            <a:spLocks noGrp="1"/>
          </p:cNvSpPr>
          <p:nvPr>
            <p:ph type="ftr" sz="quarter" idx="101"/>
          </p:nvPr>
        </p:nvSpPr>
        <p:spPr/>
        <p:txBody>
          <a:bodyPr/>
          <a:lstStyle/>
          <a:p>
            <a:r>
              <a:rPr lang="en-US" smtClean="0"/>
              <a:t>For internal use - Confidential</a:t>
            </a:r>
            <a:endParaRPr lang="en-US" dirty="0"/>
          </a:p>
        </p:txBody>
      </p:sp>
      <p:sp>
        <p:nvSpPr>
          <p:cNvPr id="7" name="矩形 6"/>
          <p:cNvSpPr/>
          <p:nvPr/>
        </p:nvSpPr>
        <p:spPr>
          <a:xfrm>
            <a:off x="1024208" y="1633853"/>
            <a:ext cx="1116000" cy="1828800"/>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US" altLang="zh-CN" dirty="0" smtClean="0"/>
              <a:t>A</a:t>
            </a:r>
          </a:p>
          <a:p>
            <a:pPr algn="ctr"/>
            <a:endParaRPr lang="en-US" altLang="zh-CN" dirty="0" smtClean="0"/>
          </a:p>
          <a:p>
            <a:pPr algn="ctr"/>
            <a:r>
              <a:rPr lang="en-US" altLang="zh-CN" dirty="0" smtClean="0"/>
              <a:t>Mechanical</a:t>
            </a:r>
            <a:endParaRPr lang="zh-CN" altLang="zh-CN" dirty="0"/>
          </a:p>
          <a:p>
            <a:pPr algn="ctr"/>
            <a:r>
              <a:rPr lang="en-US" altLang="zh-CN" dirty="0"/>
              <a:t>part of the load </a:t>
            </a:r>
            <a:r>
              <a:rPr lang="en-US" altLang="zh-CN" dirty="0" smtClean="0"/>
              <a:t>cell</a:t>
            </a:r>
            <a:r>
              <a:rPr lang="en-US" altLang="zh-CN" dirty="0"/>
              <a:t> </a:t>
            </a:r>
            <a:endParaRPr lang="zh-CN" altLang="zh-CN" dirty="0"/>
          </a:p>
          <a:p>
            <a:pPr algn="ctr"/>
            <a:endParaRPr lang="en-US" altLang="zh-CN" dirty="0" smtClean="0"/>
          </a:p>
          <a:p>
            <a:pPr algn="ctr"/>
            <a:r>
              <a:rPr lang="en-US" altLang="zh-CN" dirty="0" smtClean="0"/>
              <a:t>(</a:t>
            </a:r>
            <a:r>
              <a:rPr lang="en-US" altLang="zh-CN" dirty="0"/>
              <a:t>force introduction)</a:t>
            </a:r>
            <a:endParaRPr lang="zh-CN" altLang="en-US" dirty="0" err="1" smtClean="0">
              <a:solidFill>
                <a:schemeClr val="bg1"/>
              </a:solidFill>
            </a:endParaRPr>
          </a:p>
        </p:txBody>
      </p:sp>
      <p:sp>
        <p:nvSpPr>
          <p:cNvPr id="8" name="矩形 7"/>
          <p:cNvSpPr/>
          <p:nvPr/>
        </p:nvSpPr>
        <p:spPr>
          <a:xfrm>
            <a:off x="5952341" y="1648141"/>
            <a:ext cx="1080000" cy="1828800"/>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US" altLang="zh-CN" dirty="0" smtClean="0"/>
              <a:t>E</a:t>
            </a:r>
          </a:p>
          <a:p>
            <a:pPr algn="ctr"/>
            <a:endParaRPr lang="en-US" altLang="zh-CN" dirty="0" smtClean="0"/>
          </a:p>
          <a:p>
            <a:pPr algn="ctr"/>
            <a:endParaRPr lang="en-US" altLang="zh-CN" dirty="0"/>
          </a:p>
          <a:p>
            <a:pPr algn="ctr"/>
            <a:r>
              <a:rPr lang="en-US" altLang="zh-CN" dirty="0" smtClean="0"/>
              <a:t>Analog </a:t>
            </a:r>
            <a:r>
              <a:rPr lang="en-US" altLang="zh-CN" dirty="0"/>
              <a:t>/ </a:t>
            </a:r>
            <a:r>
              <a:rPr lang="en-US" altLang="zh-CN" dirty="0" smtClean="0"/>
              <a:t>digital</a:t>
            </a:r>
            <a:r>
              <a:rPr lang="en-US" altLang="zh-CN" dirty="0"/>
              <a:t> </a:t>
            </a:r>
            <a:endParaRPr lang="zh-CN" altLang="zh-CN" dirty="0"/>
          </a:p>
          <a:p>
            <a:pPr algn="ctr"/>
            <a:r>
              <a:rPr lang="en-US" altLang="zh-CN" dirty="0" smtClean="0"/>
              <a:t>Conversion</a:t>
            </a:r>
          </a:p>
          <a:p>
            <a:pPr algn="ctr"/>
            <a:endParaRPr lang="en-US" altLang="zh-CN" dirty="0">
              <a:solidFill>
                <a:schemeClr val="bg1"/>
              </a:solidFill>
            </a:endParaRPr>
          </a:p>
          <a:p>
            <a:pPr algn="ctr"/>
            <a:endParaRPr lang="zh-CN" altLang="en-US" dirty="0" err="1" smtClean="0">
              <a:solidFill>
                <a:schemeClr val="bg1"/>
              </a:solidFill>
            </a:endParaRPr>
          </a:p>
        </p:txBody>
      </p:sp>
      <p:sp>
        <p:nvSpPr>
          <p:cNvPr id="10" name="矩形 9"/>
          <p:cNvSpPr/>
          <p:nvPr/>
        </p:nvSpPr>
        <p:spPr>
          <a:xfrm>
            <a:off x="2283995" y="1648141"/>
            <a:ext cx="1080000" cy="1828800"/>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US" altLang="zh-CN" dirty="0" smtClean="0"/>
              <a:t>B</a:t>
            </a:r>
          </a:p>
          <a:p>
            <a:pPr algn="ctr"/>
            <a:endParaRPr lang="en-US" altLang="zh-CN" dirty="0"/>
          </a:p>
          <a:p>
            <a:pPr algn="ctr"/>
            <a:r>
              <a:rPr lang="en-US" altLang="zh-CN" dirty="0" smtClean="0"/>
              <a:t>Force conversion</a:t>
            </a:r>
            <a:endParaRPr lang="zh-CN" altLang="zh-CN" dirty="0"/>
          </a:p>
          <a:p>
            <a:pPr algn="ctr"/>
            <a:r>
              <a:rPr lang="en-US" altLang="zh-CN" dirty="0"/>
              <a:t>(e.g. strain gauges</a:t>
            </a:r>
            <a:r>
              <a:rPr lang="en-US" altLang="zh-CN" dirty="0" smtClean="0"/>
              <a:t>)</a:t>
            </a:r>
          </a:p>
          <a:p>
            <a:pPr algn="ctr"/>
            <a:endParaRPr lang="en-US" altLang="zh-CN" dirty="0">
              <a:solidFill>
                <a:schemeClr val="bg1"/>
              </a:solidFill>
            </a:endParaRPr>
          </a:p>
          <a:p>
            <a:pPr algn="ctr"/>
            <a:endParaRPr lang="zh-CN" altLang="en-US" dirty="0" err="1" smtClean="0">
              <a:solidFill>
                <a:schemeClr val="bg1"/>
              </a:solidFill>
            </a:endParaRPr>
          </a:p>
        </p:txBody>
      </p:sp>
      <p:sp>
        <p:nvSpPr>
          <p:cNvPr id="11" name="矩形 10"/>
          <p:cNvSpPr/>
          <p:nvPr/>
        </p:nvSpPr>
        <p:spPr>
          <a:xfrm>
            <a:off x="3521163" y="1648141"/>
            <a:ext cx="1080000" cy="1828800"/>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US" altLang="zh-CN" dirty="0" smtClean="0"/>
              <a:t>C</a:t>
            </a:r>
          </a:p>
          <a:p>
            <a:pPr algn="ctr"/>
            <a:endParaRPr lang="en-US" altLang="zh-CN" dirty="0"/>
          </a:p>
          <a:p>
            <a:pPr algn="ctr"/>
            <a:r>
              <a:rPr lang="en-US" altLang="zh-CN" dirty="0" smtClean="0"/>
              <a:t>Passive </a:t>
            </a:r>
            <a:r>
              <a:rPr lang="en-US" altLang="zh-CN" dirty="0"/>
              <a:t>analog signal</a:t>
            </a:r>
            <a:endParaRPr lang="zh-CN" altLang="zh-CN" dirty="0"/>
          </a:p>
          <a:p>
            <a:pPr algn="ctr"/>
            <a:r>
              <a:rPr lang="en-US" altLang="zh-CN" dirty="0" smtClean="0"/>
              <a:t>processing</a:t>
            </a:r>
            <a:endParaRPr lang="zh-CN" altLang="zh-CN" dirty="0"/>
          </a:p>
          <a:p>
            <a:pPr algn="ctr"/>
            <a:r>
              <a:rPr lang="en-US" altLang="zh-CN" dirty="0"/>
              <a:t>(linearization)</a:t>
            </a:r>
            <a:endParaRPr lang="zh-CN" altLang="en-US" dirty="0" err="1" smtClean="0">
              <a:solidFill>
                <a:schemeClr val="bg1"/>
              </a:solidFill>
            </a:endParaRPr>
          </a:p>
        </p:txBody>
      </p:sp>
      <p:sp>
        <p:nvSpPr>
          <p:cNvPr id="12" name="矩形 11"/>
          <p:cNvSpPr/>
          <p:nvPr/>
        </p:nvSpPr>
        <p:spPr>
          <a:xfrm>
            <a:off x="4715173" y="1648141"/>
            <a:ext cx="1080000" cy="1828800"/>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US" altLang="zh-CN" dirty="0" smtClean="0"/>
              <a:t>D</a:t>
            </a:r>
          </a:p>
          <a:p>
            <a:pPr algn="ctr"/>
            <a:endParaRPr lang="en-US" altLang="zh-CN" dirty="0"/>
          </a:p>
          <a:p>
            <a:pPr algn="ctr"/>
            <a:r>
              <a:rPr lang="en-US" altLang="zh-CN" dirty="0" smtClean="0"/>
              <a:t>Active </a:t>
            </a:r>
            <a:r>
              <a:rPr lang="en-US" altLang="zh-CN" dirty="0"/>
              <a:t>analog signal</a:t>
            </a:r>
            <a:endParaRPr lang="zh-CN" altLang="zh-CN" dirty="0"/>
          </a:p>
          <a:p>
            <a:pPr algn="ctr"/>
            <a:r>
              <a:rPr lang="en-US" altLang="zh-CN" dirty="0" smtClean="0"/>
              <a:t>processing</a:t>
            </a:r>
            <a:endParaRPr lang="zh-CN" altLang="zh-CN" dirty="0"/>
          </a:p>
          <a:p>
            <a:pPr algn="ctr"/>
            <a:r>
              <a:rPr lang="en-US" altLang="zh-CN" dirty="0"/>
              <a:t>(amplification)</a:t>
            </a:r>
            <a:endParaRPr lang="zh-CN" altLang="en-US" dirty="0" err="1" smtClean="0">
              <a:solidFill>
                <a:schemeClr val="bg1"/>
              </a:solidFill>
            </a:endParaRPr>
          </a:p>
        </p:txBody>
      </p:sp>
      <p:sp>
        <p:nvSpPr>
          <p:cNvPr id="13" name="矩形 12"/>
          <p:cNvSpPr/>
          <p:nvPr/>
        </p:nvSpPr>
        <p:spPr>
          <a:xfrm>
            <a:off x="7153577" y="1633853"/>
            <a:ext cx="1080000" cy="1828800"/>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US" altLang="zh-CN" dirty="0" smtClean="0"/>
              <a:t>F</a:t>
            </a:r>
          </a:p>
          <a:p>
            <a:pPr algn="ctr"/>
            <a:endParaRPr lang="en-US" altLang="zh-CN" dirty="0"/>
          </a:p>
          <a:p>
            <a:pPr algn="ctr"/>
            <a:r>
              <a:rPr lang="en-US" altLang="zh-CN" dirty="0" smtClean="0"/>
              <a:t>Digital </a:t>
            </a:r>
            <a:r>
              <a:rPr lang="en-US" altLang="zh-CN" dirty="0"/>
              <a:t>data</a:t>
            </a:r>
            <a:endParaRPr lang="zh-CN" altLang="zh-CN" dirty="0"/>
          </a:p>
          <a:p>
            <a:pPr algn="ctr"/>
            <a:r>
              <a:rPr lang="en-US" altLang="zh-CN" dirty="0"/>
              <a:t>processing</a:t>
            </a:r>
            <a:endParaRPr lang="zh-CN" altLang="zh-CN" dirty="0"/>
          </a:p>
          <a:p>
            <a:pPr algn="ctr"/>
            <a:r>
              <a:rPr lang="en-US" altLang="zh-CN" dirty="0"/>
              <a:t> </a:t>
            </a:r>
            <a:endParaRPr lang="zh-CN" altLang="zh-CN" dirty="0"/>
          </a:p>
          <a:p>
            <a:pPr algn="ctr"/>
            <a:r>
              <a:rPr lang="en-US" altLang="zh-CN" dirty="0"/>
              <a:t>(scaling</a:t>
            </a:r>
            <a:r>
              <a:rPr lang="en-US" altLang="zh-CN" dirty="0" smtClean="0"/>
              <a:t>)</a:t>
            </a:r>
          </a:p>
          <a:p>
            <a:pPr algn="ctr"/>
            <a:endParaRPr lang="en-US" altLang="zh-CN" dirty="0">
              <a:solidFill>
                <a:schemeClr val="bg1"/>
              </a:solidFill>
            </a:endParaRPr>
          </a:p>
          <a:p>
            <a:pPr algn="ctr"/>
            <a:endParaRPr lang="zh-CN" altLang="en-US" dirty="0" err="1" smtClean="0">
              <a:solidFill>
                <a:schemeClr val="bg1"/>
              </a:solidFill>
            </a:endParaRPr>
          </a:p>
        </p:txBody>
      </p:sp>
      <p:sp>
        <p:nvSpPr>
          <p:cNvPr id="14" name="矩形 13"/>
          <p:cNvSpPr/>
          <p:nvPr/>
        </p:nvSpPr>
        <p:spPr>
          <a:xfrm>
            <a:off x="3603947" y="3676965"/>
            <a:ext cx="2160000" cy="324000"/>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US" altLang="zh-CN" dirty="0"/>
              <a:t>Analog signal</a:t>
            </a:r>
            <a:endParaRPr lang="zh-CN" altLang="en-US" dirty="0" err="1" smtClean="0">
              <a:solidFill>
                <a:schemeClr val="bg1"/>
              </a:solidFill>
            </a:endParaRPr>
          </a:p>
        </p:txBody>
      </p:sp>
      <p:sp>
        <p:nvSpPr>
          <p:cNvPr id="15" name="矩形 14"/>
          <p:cNvSpPr/>
          <p:nvPr/>
        </p:nvSpPr>
        <p:spPr>
          <a:xfrm>
            <a:off x="7114057" y="3667365"/>
            <a:ext cx="1368000" cy="324000"/>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US" altLang="zh-CN" dirty="0"/>
              <a:t>Digital </a:t>
            </a:r>
            <a:r>
              <a:rPr lang="en-US" altLang="zh-CN" dirty="0" smtClean="0"/>
              <a:t>signal</a:t>
            </a:r>
            <a:endParaRPr lang="zh-CN" altLang="zh-CN" dirty="0"/>
          </a:p>
        </p:txBody>
      </p:sp>
      <p:graphicFrame>
        <p:nvGraphicFramePr>
          <p:cNvPr id="16" name="表格 15"/>
          <p:cNvGraphicFramePr>
            <a:graphicFrameLocks noGrp="1"/>
          </p:cNvGraphicFramePr>
          <p:nvPr>
            <p:extLst>
              <p:ext uri="{D42A27DB-BD31-4B8C-83A1-F6EECF244321}">
                <p14:modId xmlns:p14="http://schemas.microsoft.com/office/powerpoint/2010/main" val="202083425"/>
              </p:ext>
            </p:extLst>
          </p:nvPr>
        </p:nvGraphicFramePr>
        <p:xfrm>
          <a:off x="1057577" y="4377084"/>
          <a:ext cx="7452000" cy="1676400"/>
        </p:xfrm>
        <a:graphic>
          <a:graphicData uri="http://schemas.openxmlformats.org/drawingml/2006/table">
            <a:tbl>
              <a:tblPr firstRow="1" bandRow="1">
                <a:tableStyleId>{5C22544A-7EE6-4342-B048-85BDC9FD1C3A}</a:tableStyleId>
              </a:tblPr>
              <a:tblGrid>
                <a:gridCol w="3485929"/>
                <a:gridCol w="1192269"/>
                <a:gridCol w="2773802"/>
              </a:tblGrid>
              <a:tr h="331200">
                <a:tc>
                  <a:txBody>
                    <a:bodyPr/>
                    <a:lstStyle/>
                    <a:p>
                      <a:r>
                        <a:rPr lang="zh-CN" altLang="en-US" sz="1600" b="0" kern="1200" dirty="0" smtClean="0">
                          <a:solidFill>
                            <a:schemeClr val="tx1"/>
                          </a:solidFill>
                          <a:latin typeface="Arial" panose="020B0604020202020204" pitchFamily="34" charset="0"/>
                          <a:ea typeface="黑体" panose="02010609060101010101" pitchFamily="49" charset="-122"/>
                          <a:cs typeface="Arial" panose="020B0604020202020204" pitchFamily="34" charset="0"/>
                        </a:rPr>
                        <a:t>最简模拟传感器</a:t>
                      </a:r>
                      <a:endParaRPr lang="zh-CN" altLang="en-US" b="0" dirty="0">
                        <a:solidFill>
                          <a:schemeClr val="tx1"/>
                        </a:solidFill>
                        <a:latin typeface="Arial" panose="020B0604020202020204" pitchFamily="34" charset="0"/>
                        <a:ea typeface="黑体" panose="02010609060101010101" pitchFamily="49" charset="-122"/>
                        <a:cs typeface="Arial" panose="020B0604020202020204" pitchFamily="34" charset="0"/>
                      </a:endParaRPr>
                    </a:p>
                  </a:txBody>
                  <a:tcP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38100" cmpd="sng">
                      <a:noFill/>
                    </a:lnB>
                    <a:lnTlToBr w="12700" cmpd="sng">
                      <a:noFill/>
                      <a:prstDash val="solid"/>
                    </a:lnTlToBr>
                    <a:lnBlToTr w="12700" cmpd="sng">
                      <a:noFill/>
                      <a:prstDash val="solid"/>
                    </a:lnBlToTr>
                    <a:noFill/>
                  </a:tcPr>
                </a:tc>
                <a:tc>
                  <a:txBody>
                    <a:bodyPr/>
                    <a:lstStyle/>
                    <a:p>
                      <a:pPr marL="0" marR="0" lvl="3" indent="0" algn="l" defTabSz="914400" rtl="0" eaLnBrk="1" fontAlgn="auto" latinLnBrk="0" hangingPunct="1">
                        <a:lnSpc>
                          <a:spcPct val="100000"/>
                        </a:lnSpc>
                        <a:spcBef>
                          <a:spcPts val="0"/>
                        </a:spcBef>
                        <a:spcAft>
                          <a:spcPts val="0"/>
                        </a:spcAft>
                        <a:buClrTx/>
                        <a:buSzTx/>
                        <a:buFontTx/>
                        <a:buNone/>
                        <a:tabLst/>
                        <a:defRPr/>
                      </a:pPr>
                      <a:r>
                        <a:rPr lang="en-US" altLang="zh-CN" sz="1600" b="0" kern="1200" dirty="0" smtClean="0">
                          <a:solidFill>
                            <a:schemeClr val="tx1"/>
                          </a:solidFill>
                          <a:latin typeface="Arial" panose="020B0604020202020204" pitchFamily="34" charset="0"/>
                          <a:ea typeface="黑体" panose="02010609060101010101" pitchFamily="49" charset="-122"/>
                          <a:cs typeface="Arial" panose="020B0604020202020204" pitchFamily="34" charset="0"/>
                        </a:rPr>
                        <a:t>A ~ B</a:t>
                      </a:r>
                      <a:endParaRPr lang="zh-CN" altLang="en-US" b="0" dirty="0">
                        <a:solidFill>
                          <a:schemeClr val="tx1"/>
                        </a:solidFill>
                        <a:latin typeface="Arial" panose="020B0604020202020204" pitchFamily="34" charset="0"/>
                        <a:ea typeface="黑体" panose="02010609060101010101" pitchFamily="49" charset="-122"/>
                        <a:cs typeface="Arial" panose="020B0604020202020204" pitchFamily="34" charset="0"/>
                      </a:endParaRPr>
                    </a:p>
                  </a:txBody>
                  <a:tcPr>
                    <a:lnL w="12700" cmpd="sng">
                      <a:noFill/>
                    </a:lnL>
                    <a:lnR w="12700" cmpd="sng">
                      <a:noFill/>
                    </a:lnR>
                    <a:lnT w="12700" cap="flat" cmpd="sng" algn="ctr">
                      <a:solidFill>
                        <a:schemeClr val="tx1"/>
                      </a:solidFill>
                      <a:prstDash val="solid"/>
                      <a:round/>
                      <a:headEnd type="none" w="med" len="med"/>
                      <a:tailEnd type="none" w="med" len="med"/>
                    </a:lnT>
                    <a:lnB w="38100" cmpd="sng">
                      <a:noFill/>
                    </a:lnB>
                    <a:lnTlToBr w="12700" cmpd="sng">
                      <a:noFill/>
                      <a:prstDash val="solid"/>
                    </a:lnTlToBr>
                    <a:lnBlToTr w="12700" cmpd="sng">
                      <a:noFill/>
                      <a:prstDash val="solid"/>
                    </a:lnBlToTr>
                    <a:noFill/>
                  </a:tcPr>
                </a:tc>
                <a:tc>
                  <a:txBody>
                    <a:bodyPr/>
                    <a:lstStyle/>
                    <a:p>
                      <a:pPr marL="0" marR="0" lvl="3" indent="0" algn="l" defTabSz="914400" rtl="0" eaLnBrk="1" fontAlgn="auto" latinLnBrk="0" hangingPunct="1">
                        <a:lnSpc>
                          <a:spcPct val="100000"/>
                        </a:lnSpc>
                        <a:spcBef>
                          <a:spcPts val="0"/>
                        </a:spcBef>
                        <a:spcAft>
                          <a:spcPts val="0"/>
                        </a:spcAft>
                        <a:buClrTx/>
                        <a:buSzTx/>
                        <a:buFontTx/>
                        <a:buNone/>
                        <a:tabLst/>
                        <a:defRPr/>
                      </a:pPr>
                      <a:r>
                        <a:rPr lang="zh-CN" altLang="en-US" b="0" dirty="0" smtClean="0">
                          <a:solidFill>
                            <a:schemeClr val="tx1"/>
                          </a:solidFill>
                          <a:latin typeface="Arial" panose="020B0604020202020204" pitchFamily="34" charset="0"/>
                          <a:ea typeface="黑体" panose="02010609060101010101" pitchFamily="49" charset="-122"/>
                          <a:cs typeface="Arial" panose="020B0604020202020204" pitchFamily="34" charset="0"/>
                        </a:rPr>
                        <a:t>弹性体和应变计</a:t>
                      </a:r>
                      <a:endParaRPr lang="zh-CN" altLang="en-US" b="0" dirty="0">
                        <a:solidFill>
                          <a:schemeClr val="tx1"/>
                        </a:solidFill>
                        <a:latin typeface="Arial" panose="020B0604020202020204" pitchFamily="34" charset="0"/>
                        <a:ea typeface="黑体" panose="02010609060101010101" pitchFamily="49" charset="-122"/>
                        <a:cs typeface="Arial" panose="020B0604020202020204" pitchFamily="34" charset="0"/>
                      </a:endParaRPr>
                    </a:p>
                  </a:txBody>
                  <a:tcP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mpd="sng">
                      <a:noFill/>
                    </a:lnB>
                    <a:lnTlToBr w="12700" cmpd="sng">
                      <a:noFill/>
                      <a:prstDash val="solid"/>
                    </a:lnTlToBr>
                    <a:lnBlToTr w="12700" cmpd="sng">
                      <a:noFill/>
                      <a:prstDash val="solid"/>
                    </a:lnBlToTr>
                    <a:noFill/>
                  </a:tcPr>
                </a:tc>
              </a:tr>
              <a:tr h="331200">
                <a:tc>
                  <a:txBody>
                    <a:bodyPr/>
                    <a:lstStyle/>
                    <a:p>
                      <a:r>
                        <a:rPr lang="zh-CN" altLang="en-US" b="0" dirty="0" smtClean="0">
                          <a:solidFill>
                            <a:schemeClr val="tx1"/>
                          </a:solidFill>
                          <a:latin typeface="Arial" panose="020B0604020202020204" pitchFamily="34" charset="0"/>
                          <a:ea typeface="黑体" panose="02010609060101010101" pitchFamily="49" charset="-122"/>
                          <a:cs typeface="Arial" panose="020B0604020202020204" pitchFamily="34" charset="0"/>
                        </a:rPr>
                        <a:t>无源模拟传感器（温度、线性补偿）</a:t>
                      </a:r>
                      <a:endParaRPr lang="zh-CN" altLang="en-US" b="0" dirty="0">
                        <a:solidFill>
                          <a:schemeClr val="tx1"/>
                        </a:solidFill>
                        <a:latin typeface="Arial" panose="020B0604020202020204" pitchFamily="34" charset="0"/>
                        <a:ea typeface="黑体" panose="02010609060101010101" pitchFamily="49" charset="-122"/>
                        <a:cs typeface="Arial" panose="020B0604020202020204" pitchFamily="34" charset="0"/>
                      </a:endParaRPr>
                    </a:p>
                  </a:txBody>
                  <a:tcPr>
                    <a:lnL w="12700" cap="flat" cmpd="sng" algn="ctr">
                      <a:solidFill>
                        <a:schemeClr val="tx1"/>
                      </a:solidFill>
                      <a:prstDash val="solid"/>
                      <a:round/>
                      <a:headEnd type="none" w="med" len="med"/>
                      <a:tailEnd type="none" w="med" len="med"/>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3" indent="0" algn="l" defTabSz="914400" rtl="0" eaLnBrk="1" fontAlgn="auto" latinLnBrk="0" hangingPunct="1">
                        <a:lnSpc>
                          <a:spcPct val="100000"/>
                        </a:lnSpc>
                        <a:spcBef>
                          <a:spcPts val="0"/>
                        </a:spcBef>
                        <a:spcAft>
                          <a:spcPts val="0"/>
                        </a:spcAft>
                        <a:buClrTx/>
                        <a:buSzTx/>
                        <a:buFontTx/>
                        <a:buNone/>
                        <a:tabLst/>
                        <a:defRPr/>
                      </a:pPr>
                      <a:r>
                        <a:rPr lang="en-US" altLang="zh-CN" b="0" dirty="0" smtClean="0">
                          <a:solidFill>
                            <a:schemeClr val="tx1"/>
                          </a:solidFill>
                          <a:latin typeface="Arial" panose="020B0604020202020204" pitchFamily="34" charset="0"/>
                          <a:ea typeface="黑体" panose="02010609060101010101" pitchFamily="49" charset="-122"/>
                          <a:cs typeface="Arial" panose="020B0604020202020204" pitchFamily="34" charset="0"/>
                        </a:rPr>
                        <a:t>A ~ C</a:t>
                      </a:r>
                      <a:endParaRPr lang="zh-CN" altLang="en-US" b="0" dirty="0">
                        <a:solidFill>
                          <a:schemeClr val="tx1"/>
                        </a:solidFill>
                        <a:latin typeface="Arial" panose="020B0604020202020204" pitchFamily="34" charset="0"/>
                        <a:ea typeface="黑体" panose="02010609060101010101" pitchFamily="49" charset="-122"/>
                        <a:cs typeface="Arial" panose="020B0604020202020204" pitchFamily="34" charset="0"/>
                      </a:endParaRP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3" indent="0" algn="l" defTabSz="914400" rtl="0" eaLnBrk="1" fontAlgn="auto" latinLnBrk="0" hangingPunct="1">
                        <a:lnSpc>
                          <a:spcPct val="100000"/>
                        </a:lnSpc>
                        <a:spcBef>
                          <a:spcPts val="0"/>
                        </a:spcBef>
                        <a:spcAft>
                          <a:spcPts val="0"/>
                        </a:spcAft>
                        <a:buClrTx/>
                        <a:buSzTx/>
                        <a:buFontTx/>
                        <a:buNone/>
                        <a:tabLst/>
                        <a:defRPr/>
                      </a:pPr>
                      <a:r>
                        <a:rPr lang="zh-CN" altLang="en-US" b="0" dirty="0" smtClean="0">
                          <a:solidFill>
                            <a:schemeClr val="tx1"/>
                          </a:solidFill>
                          <a:latin typeface="Arial" panose="020B0604020202020204" pitchFamily="34" charset="0"/>
                          <a:ea typeface="黑体" panose="02010609060101010101" pitchFamily="49" charset="-122"/>
                          <a:cs typeface="Arial" panose="020B0604020202020204" pitchFamily="34" charset="0"/>
                        </a:rPr>
                        <a:t>热敏、半导体非线性补偿</a:t>
                      </a:r>
                      <a:endParaRPr lang="zh-CN" altLang="en-US" b="0" dirty="0">
                        <a:solidFill>
                          <a:schemeClr val="tx1"/>
                        </a:solidFill>
                        <a:latin typeface="Arial" panose="020B0604020202020204" pitchFamily="34" charset="0"/>
                        <a:ea typeface="黑体" panose="02010609060101010101" pitchFamily="49" charset="-122"/>
                        <a:cs typeface="Arial" panose="020B0604020202020204" pitchFamily="34" charset="0"/>
                      </a:endParaRPr>
                    </a:p>
                  </a:txBody>
                  <a:tcPr>
                    <a:lnL w="12700" cmpd="sng">
                      <a:noFill/>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r h="331200">
                <a:tc>
                  <a:txBody>
                    <a:bodyPr/>
                    <a:lstStyle/>
                    <a:p>
                      <a:r>
                        <a:rPr lang="zh-CN" altLang="en-US" sz="1600" b="0" kern="1200" dirty="0" smtClean="0">
                          <a:solidFill>
                            <a:schemeClr val="tx1"/>
                          </a:solidFill>
                          <a:latin typeface="Arial" panose="020B0604020202020204" pitchFamily="34" charset="0"/>
                          <a:ea typeface="黑体" panose="02010609060101010101" pitchFamily="49" charset="-122"/>
                          <a:cs typeface="Arial" panose="020B0604020202020204" pitchFamily="34" charset="0"/>
                        </a:rPr>
                        <a:t>有源模拟传感器 </a:t>
                      </a:r>
                      <a:r>
                        <a:rPr lang="en-US" altLang="zh-CN" sz="1600" b="0" kern="1200" dirty="0" smtClean="0">
                          <a:solidFill>
                            <a:schemeClr val="tx1"/>
                          </a:solidFill>
                          <a:latin typeface="Arial" panose="020B0604020202020204" pitchFamily="34" charset="0"/>
                          <a:ea typeface="黑体" panose="02010609060101010101" pitchFamily="49" charset="-122"/>
                          <a:cs typeface="Arial" panose="020B0604020202020204" pitchFamily="34" charset="0"/>
                        </a:rPr>
                        <a:t>(</a:t>
                      </a:r>
                      <a:r>
                        <a:rPr lang="zh-CN" altLang="en-US" sz="1600" b="0" kern="1200" dirty="0" smtClean="0">
                          <a:solidFill>
                            <a:schemeClr val="tx1"/>
                          </a:solidFill>
                          <a:latin typeface="Arial" panose="020B0604020202020204" pitchFamily="34" charset="0"/>
                          <a:ea typeface="黑体" panose="02010609060101010101" pitchFamily="49" charset="-122"/>
                          <a:cs typeface="Arial" panose="020B0604020202020204" pitchFamily="34" charset="0"/>
                        </a:rPr>
                        <a:t>带放大器</a:t>
                      </a:r>
                      <a:r>
                        <a:rPr lang="en-US" altLang="zh-CN" sz="1600" b="0" kern="1200" dirty="0" smtClean="0">
                          <a:solidFill>
                            <a:schemeClr val="tx1"/>
                          </a:solidFill>
                          <a:latin typeface="Arial" panose="020B0604020202020204" pitchFamily="34" charset="0"/>
                          <a:ea typeface="黑体" panose="02010609060101010101" pitchFamily="49" charset="-122"/>
                          <a:cs typeface="Arial" panose="020B0604020202020204" pitchFamily="34" charset="0"/>
                        </a:rPr>
                        <a:t>) </a:t>
                      </a:r>
                      <a:endParaRPr lang="zh-CN" altLang="en-US" b="0" dirty="0">
                        <a:solidFill>
                          <a:schemeClr val="tx1"/>
                        </a:solidFill>
                        <a:latin typeface="Arial" panose="020B0604020202020204" pitchFamily="34" charset="0"/>
                        <a:ea typeface="黑体" panose="02010609060101010101" pitchFamily="49" charset="-122"/>
                        <a:cs typeface="Arial" panose="020B0604020202020204" pitchFamily="34" charset="0"/>
                      </a:endParaRPr>
                    </a:p>
                  </a:txBody>
                  <a:tcP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marL="0" marR="0" lvl="3" indent="0" algn="l" defTabSz="914400" rtl="0" eaLnBrk="1" fontAlgn="auto" latinLnBrk="0" hangingPunct="1">
                        <a:lnSpc>
                          <a:spcPct val="100000"/>
                        </a:lnSpc>
                        <a:spcBef>
                          <a:spcPts val="0"/>
                        </a:spcBef>
                        <a:spcAft>
                          <a:spcPts val="0"/>
                        </a:spcAft>
                        <a:buClrTx/>
                        <a:buSzTx/>
                        <a:buFontTx/>
                        <a:buNone/>
                        <a:tabLst/>
                        <a:defRPr/>
                      </a:pPr>
                      <a:r>
                        <a:rPr lang="en-US" altLang="zh-CN" sz="1600" b="0" kern="1200" dirty="0" smtClean="0">
                          <a:solidFill>
                            <a:schemeClr val="tx1"/>
                          </a:solidFill>
                          <a:latin typeface="Arial" panose="020B0604020202020204" pitchFamily="34" charset="0"/>
                          <a:ea typeface="黑体" panose="02010609060101010101" pitchFamily="49" charset="-122"/>
                          <a:cs typeface="Arial" panose="020B0604020202020204" pitchFamily="34" charset="0"/>
                        </a:rPr>
                        <a:t>A ~ D</a:t>
                      </a:r>
                      <a:endParaRPr lang="zh-CN" altLang="en-US" b="0" dirty="0">
                        <a:solidFill>
                          <a:schemeClr val="tx1"/>
                        </a:solidFill>
                        <a:latin typeface="Arial" panose="020B0604020202020204" pitchFamily="34" charset="0"/>
                        <a:ea typeface="黑体" panose="02010609060101010101" pitchFamily="49" charset="-122"/>
                        <a:cs typeface="Arial" panose="020B0604020202020204" pitchFamily="34" charset="0"/>
                      </a:endParaRPr>
                    </a:p>
                  </a:txBody>
                  <a:tcP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marL="0" marR="0" lvl="3" indent="0" algn="l" defTabSz="914400" rtl="0" eaLnBrk="1" fontAlgn="auto" latinLnBrk="0" hangingPunct="1">
                        <a:lnSpc>
                          <a:spcPct val="100000"/>
                        </a:lnSpc>
                        <a:spcBef>
                          <a:spcPts val="0"/>
                        </a:spcBef>
                        <a:spcAft>
                          <a:spcPts val="0"/>
                        </a:spcAft>
                        <a:buClrTx/>
                        <a:buSzTx/>
                        <a:buFontTx/>
                        <a:buNone/>
                        <a:tabLst/>
                        <a:defRPr/>
                      </a:pPr>
                      <a:r>
                        <a:rPr lang="zh-CN" altLang="en-US" b="0" dirty="0" smtClean="0">
                          <a:solidFill>
                            <a:schemeClr val="tx1"/>
                          </a:solidFill>
                          <a:latin typeface="Arial" panose="020B0604020202020204" pitchFamily="34" charset="0"/>
                          <a:ea typeface="黑体" panose="02010609060101010101" pitchFamily="49" charset="-122"/>
                          <a:cs typeface="Arial" panose="020B0604020202020204" pitchFamily="34" charset="0"/>
                        </a:rPr>
                        <a:t>额定输出为电压或电流信号</a:t>
                      </a:r>
                      <a:endParaRPr lang="zh-CN" altLang="en-US" b="0" dirty="0">
                        <a:solidFill>
                          <a:schemeClr val="tx1"/>
                        </a:solidFill>
                        <a:latin typeface="Arial" panose="020B0604020202020204" pitchFamily="34" charset="0"/>
                        <a:ea typeface="黑体" panose="02010609060101010101" pitchFamily="49" charset="-122"/>
                        <a:cs typeface="Arial" panose="020B0604020202020204" pitchFamily="34" charset="0"/>
                      </a:endParaRPr>
                    </a:p>
                  </a:txBody>
                  <a:tcP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r>
              <a:tr h="331200">
                <a:tc>
                  <a:txBody>
                    <a:bodyPr/>
                    <a:lstStyle/>
                    <a:p>
                      <a:r>
                        <a:rPr lang="zh-CN" altLang="en-US" sz="1600" b="0" kern="1200" dirty="0" smtClean="0">
                          <a:solidFill>
                            <a:schemeClr val="tx1"/>
                          </a:solidFill>
                          <a:latin typeface="Arial" panose="020B0604020202020204" pitchFamily="34" charset="0"/>
                          <a:ea typeface="黑体" panose="02010609060101010101" pitchFamily="49" charset="-122"/>
                          <a:cs typeface="Arial" panose="020B0604020202020204" pitchFamily="34" charset="0"/>
                        </a:rPr>
                        <a:t>数字传感器 </a:t>
                      </a:r>
                      <a:endParaRPr lang="zh-CN" altLang="en-US" b="0" dirty="0">
                        <a:solidFill>
                          <a:schemeClr val="tx1"/>
                        </a:solidFill>
                        <a:latin typeface="Arial" panose="020B0604020202020204" pitchFamily="34" charset="0"/>
                        <a:ea typeface="黑体" panose="02010609060101010101" pitchFamily="49" charset="-122"/>
                        <a:cs typeface="Arial" panose="020B0604020202020204" pitchFamily="34"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3" indent="0" algn="l" defTabSz="914400" rtl="0" eaLnBrk="1" fontAlgn="auto" latinLnBrk="0" hangingPunct="1">
                        <a:lnSpc>
                          <a:spcPct val="100000"/>
                        </a:lnSpc>
                        <a:spcBef>
                          <a:spcPts val="0"/>
                        </a:spcBef>
                        <a:spcAft>
                          <a:spcPts val="0"/>
                        </a:spcAft>
                        <a:buClrTx/>
                        <a:buSzTx/>
                        <a:buFontTx/>
                        <a:buNone/>
                        <a:tabLst/>
                        <a:defRPr/>
                      </a:pPr>
                      <a:r>
                        <a:rPr lang="en-US" altLang="zh-CN" sz="1600" b="0" kern="1200" dirty="0" smtClean="0">
                          <a:solidFill>
                            <a:schemeClr val="tx1"/>
                          </a:solidFill>
                          <a:latin typeface="Arial" panose="020B0604020202020204" pitchFamily="34" charset="0"/>
                          <a:ea typeface="黑体" panose="02010609060101010101" pitchFamily="49" charset="-122"/>
                          <a:cs typeface="Arial" panose="020B0604020202020204" pitchFamily="34" charset="0"/>
                        </a:rPr>
                        <a:t>A ~ E</a:t>
                      </a:r>
                      <a:endParaRPr lang="zh-CN" altLang="en-US" b="0" dirty="0">
                        <a:solidFill>
                          <a:schemeClr val="tx1"/>
                        </a:solidFill>
                        <a:latin typeface="Arial" panose="020B0604020202020204" pitchFamily="34" charset="0"/>
                        <a:ea typeface="黑体" panose="02010609060101010101" pitchFamily="49" charset="-122"/>
                        <a:cs typeface="Arial" panose="020B0604020202020204" pitchFamily="34"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3" indent="0" algn="l" defTabSz="914400" rtl="0" eaLnBrk="1" fontAlgn="auto" latinLnBrk="0" hangingPunct="1">
                        <a:lnSpc>
                          <a:spcPct val="100000"/>
                        </a:lnSpc>
                        <a:spcBef>
                          <a:spcPts val="0"/>
                        </a:spcBef>
                        <a:spcAft>
                          <a:spcPts val="0"/>
                        </a:spcAft>
                        <a:buClrTx/>
                        <a:buSzTx/>
                        <a:buFontTx/>
                        <a:buNone/>
                        <a:tabLst/>
                        <a:defRPr/>
                      </a:pPr>
                      <a:r>
                        <a:rPr lang="en-US" altLang="zh-CN" b="0" dirty="0" smtClean="0">
                          <a:solidFill>
                            <a:schemeClr val="tx1"/>
                          </a:solidFill>
                          <a:latin typeface="Arial" panose="020B0604020202020204" pitchFamily="34" charset="0"/>
                          <a:ea typeface="黑体" panose="02010609060101010101" pitchFamily="49" charset="-122"/>
                          <a:cs typeface="Arial" panose="020B0604020202020204" pitchFamily="34" charset="0"/>
                        </a:rPr>
                        <a:t>AD</a:t>
                      </a:r>
                      <a:r>
                        <a:rPr lang="zh-CN" altLang="en-US" b="0" dirty="0" smtClean="0">
                          <a:solidFill>
                            <a:schemeClr val="tx1"/>
                          </a:solidFill>
                          <a:latin typeface="Arial" panose="020B0604020202020204" pitchFamily="34" charset="0"/>
                          <a:ea typeface="黑体" panose="02010609060101010101" pitchFamily="49" charset="-122"/>
                          <a:cs typeface="Arial" panose="020B0604020202020204" pitchFamily="34" charset="0"/>
                        </a:rPr>
                        <a:t>码或计数值输出</a:t>
                      </a:r>
                      <a:endParaRPr lang="zh-CN" altLang="en-US" b="0" dirty="0">
                        <a:solidFill>
                          <a:schemeClr val="tx1"/>
                        </a:solidFill>
                        <a:latin typeface="Arial" panose="020B0604020202020204" pitchFamily="34" charset="0"/>
                        <a:ea typeface="黑体" panose="02010609060101010101" pitchFamily="49" charset="-122"/>
                        <a:cs typeface="Arial" panose="020B0604020202020204" pitchFamily="34"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r>
              <a:tr h="331200">
                <a:tc>
                  <a:txBody>
                    <a:bodyPr/>
                    <a:lstStyle/>
                    <a:p>
                      <a:r>
                        <a:rPr lang="zh-CN" altLang="en-US" sz="1600" b="0" kern="1200" dirty="0" smtClean="0">
                          <a:solidFill>
                            <a:schemeClr val="tx1"/>
                          </a:solidFill>
                          <a:latin typeface="Arial" panose="020B0604020202020204" pitchFamily="34" charset="0"/>
                          <a:ea typeface="黑体" panose="02010609060101010101" pitchFamily="49" charset="-122"/>
                          <a:cs typeface="Arial" panose="020B0604020202020204" pitchFamily="34" charset="0"/>
                        </a:rPr>
                        <a:t>带数据处理装置的数字传感器 </a:t>
                      </a:r>
                      <a:endParaRPr lang="zh-CN" altLang="en-US" b="0" dirty="0">
                        <a:solidFill>
                          <a:schemeClr val="tx1"/>
                        </a:solidFill>
                        <a:latin typeface="Arial" panose="020B0604020202020204" pitchFamily="34" charset="0"/>
                        <a:ea typeface="黑体" panose="02010609060101010101" pitchFamily="49" charset="-122"/>
                        <a:cs typeface="Arial" panose="020B0604020202020204" pitchFamily="34"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3" indent="0" algn="l" defTabSz="914400" rtl="0" eaLnBrk="1" fontAlgn="auto" latinLnBrk="0" hangingPunct="1">
                        <a:lnSpc>
                          <a:spcPct val="100000"/>
                        </a:lnSpc>
                        <a:spcBef>
                          <a:spcPts val="0"/>
                        </a:spcBef>
                        <a:spcAft>
                          <a:spcPts val="0"/>
                        </a:spcAft>
                        <a:buClrTx/>
                        <a:buSzTx/>
                        <a:buFontTx/>
                        <a:buNone/>
                        <a:tabLst/>
                        <a:defRPr/>
                      </a:pPr>
                      <a:r>
                        <a:rPr lang="en-US" altLang="zh-CN" sz="1600" b="0" kern="1200" dirty="0" smtClean="0">
                          <a:solidFill>
                            <a:schemeClr val="tx1"/>
                          </a:solidFill>
                          <a:latin typeface="Arial" panose="020B0604020202020204" pitchFamily="34" charset="0"/>
                          <a:ea typeface="黑体" panose="02010609060101010101" pitchFamily="49" charset="-122"/>
                          <a:cs typeface="Arial" panose="020B0604020202020204" pitchFamily="34" charset="0"/>
                        </a:rPr>
                        <a:t>A ~ F</a:t>
                      </a:r>
                      <a:endParaRPr lang="zh-CN" altLang="en-US" b="0" dirty="0">
                        <a:solidFill>
                          <a:schemeClr val="tx1"/>
                        </a:solidFill>
                        <a:latin typeface="Arial" panose="020B0604020202020204" pitchFamily="34" charset="0"/>
                        <a:ea typeface="黑体" panose="02010609060101010101" pitchFamily="49" charset="-122"/>
                        <a:cs typeface="Arial" panose="020B0604020202020204" pitchFamily="34"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3" indent="0" algn="l" defTabSz="914400" rtl="0" eaLnBrk="1" fontAlgn="auto" latinLnBrk="0" hangingPunct="1">
                        <a:lnSpc>
                          <a:spcPct val="100000"/>
                        </a:lnSpc>
                        <a:spcBef>
                          <a:spcPts val="0"/>
                        </a:spcBef>
                        <a:spcAft>
                          <a:spcPts val="0"/>
                        </a:spcAft>
                        <a:buClrTx/>
                        <a:buSzTx/>
                        <a:buFontTx/>
                        <a:buNone/>
                        <a:tabLst/>
                        <a:defRPr/>
                      </a:pPr>
                      <a:r>
                        <a:rPr lang="zh-CN" altLang="en-US" b="0" dirty="0" smtClean="0">
                          <a:solidFill>
                            <a:schemeClr val="tx1"/>
                          </a:solidFill>
                          <a:latin typeface="Arial" panose="020B0604020202020204" pitchFamily="34" charset="0"/>
                          <a:ea typeface="黑体" panose="02010609060101010101" pitchFamily="49" charset="-122"/>
                          <a:cs typeface="Arial" panose="020B0604020202020204" pitchFamily="34" charset="0"/>
                        </a:rPr>
                        <a:t>质量为单位数字数据输出</a:t>
                      </a:r>
                      <a:endParaRPr lang="zh-CN" altLang="en-US" b="0" dirty="0">
                        <a:solidFill>
                          <a:schemeClr val="tx1"/>
                        </a:solidFill>
                        <a:latin typeface="Arial" panose="020B0604020202020204" pitchFamily="34" charset="0"/>
                        <a:ea typeface="黑体" panose="02010609060101010101" pitchFamily="49" charset="-122"/>
                        <a:cs typeface="Arial" panose="020B0604020202020204" pitchFamily="34"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r>
            </a:tbl>
          </a:graphicData>
        </a:graphic>
      </p:graphicFrame>
    </p:spTree>
    <p:extLst>
      <p:ext uri="{BB962C8B-B14F-4D97-AF65-F5344CB8AC3E}">
        <p14:creationId xmlns:p14="http://schemas.microsoft.com/office/powerpoint/2010/main" val="2734890053"/>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latin typeface="黑体" panose="02010609060101010101" pitchFamily="49" charset="-122"/>
                <a:ea typeface="黑体" panose="02010609060101010101" pitchFamily="49" charset="-122"/>
              </a:rPr>
              <a:t>术语修订 </a:t>
            </a:r>
            <a:r>
              <a:rPr lang="en-US" altLang="zh-CN" dirty="0" smtClean="0">
                <a:latin typeface="黑体" panose="02010609060101010101" pitchFamily="49" charset="-122"/>
                <a:ea typeface="黑体" panose="02010609060101010101" pitchFamily="49" charset="-122"/>
              </a:rPr>
              <a:t>- </a:t>
            </a:r>
            <a:r>
              <a:rPr lang="zh-CN" altLang="en-US" sz="1800" dirty="0" smtClean="0">
                <a:latin typeface="黑体" panose="02010609060101010101" pitchFamily="49" charset="-122"/>
                <a:ea typeface="黑体" panose="02010609060101010101" pitchFamily="49" charset="-122"/>
              </a:rPr>
              <a:t>模拟</a:t>
            </a:r>
            <a:r>
              <a:rPr lang="zh-CN" altLang="en-US" sz="1800" dirty="0">
                <a:latin typeface="黑体" panose="02010609060101010101" pitchFamily="49" charset="-122"/>
                <a:ea typeface="黑体" panose="02010609060101010101" pitchFamily="49" charset="-122"/>
              </a:rPr>
              <a:t>传感器和数字传感器在衡器中的</a:t>
            </a:r>
            <a:r>
              <a:rPr lang="zh-CN" altLang="en-US" sz="1800" dirty="0" smtClean="0">
                <a:latin typeface="黑体" panose="02010609060101010101" pitchFamily="49" charset="-122"/>
                <a:ea typeface="黑体" panose="02010609060101010101" pitchFamily="49" charset="-122"/>
              </a:rPr>
              <a:t>界定</a:t>
            </a:r>
            <a:endParaRPr lang="zh-CN" altLang="en-US" sz="1800" dirty="0">
              <a:latin typeface="黑体" panose="02010609060101010101" pitchFamily="49" charset="-122"/>
              <a:ea typeface="黑体" panose="02010609060101010101" pitchFamily="49" charset="-122"/>
            </a:endParaRPr>
          </a:p>
        </p:txBody>
      </p:sp>
      <p:sp>
        <p:nvSpPr>
          <p:cNvPr id="4" name="内容占位符 3"/>
          <p:cNvSpPr>
            <a:spLocks noGrp="1"/>
          </p:cNvSpPr>
          <p:nvPr>
            <p:ph idx="1"/>
          </p:nvPr>
        </p:nvSpPr>
        <p:spPr>
          <a:xfrm>
            <a:off x="395288" y="1072956"/>
            <a:ext cx="8353426" cy="4895850"/>
          </a:xfrm>
        </p:spPr>
        <p:txBody>
          <a:bodyPr/>
          <a:lstStyle/>
          <a:p>
            <a:r>
              <a:rPr lang="en-US" altLang="zh-CN" b="1" dirty="0">
                <a:latin typeface="+mj-lt"/>
              </a:rPr>
              <a:t>Characterization of load cell </a:t>
            </a:r>
            <a:r>
              <a:rPr lang="en-US" altLang="zh-CN" b="1" dirty="0" smtClean="0">
                <a:latin typeface="+mj-lt"/>
              </a:rPr>
              <a:t>capabilities</a:t>
            </a:r>
          </a:p>
          <a:p>
            <a:endParaRPr lang="en-US" altLang="zh-CN" b="1" dirty="0">
              <a:latin typeface="+mj-lt"/>
            </a:endParaRPr>
          </a:p>
          <a:p>
            <a:endParaRPr lang="en-US" altLang="zh-CN" b="1" dirty="0" smtClean="0">
              <a:latin typeface="+mj-lt"/>
            </a:endParaRPr>
          </a:p>
          <a:p>
            <a:endParaRPr lang="en-US" altLang="zh-CN" b="1" dirty="0">
              <a:latin typeface="+mj-lt"/>
            </a:endParaRPr>
          </a:p>
          <a:p>
            <a:endParaRPr lang="en-US" altLang="zh-CN" b="1" dirty="0" smtClean="0">
              <a:latin typeface="+mj-lt"/>
            </a:endParaRPr>
          </a:p>
          <a:p>
            <a:endParaRPr lang="en-US" altLang="zh-CN" b="1" dirty="0">
              <a:latin typeface="+mj-lt"/>
            </a:endParaRPr>
          </a:p>
          <a:p>
            <a:endParaRPr lang="en-US" altLang="zh-CN" b="1" dirty="0" smtClean="0">
              <a:latin typeface="+mj-lt"/>
            </a:endParaRPr>
          </a:p>
          <a:p>
            <a:endParaRPr lang="en-US" altLang="zh-CN" b="1" dirty="0">
              <a:latin typeface="+mj-lt"/>
            </a:endParaRPr>
          </a:p>
          <a:p>
            <a:pPr marL="536575" lvl="3" indent="0">
              <a:buNone/>
            </a:pPr>
            <a:endParaRPr lang="en-US" altLang="zh-CN" dirty="0" smtClean="0">
              <a:latin typeface="+mj-lt"/>
              <a:ea typeface="黑体" panose="02010609060101010101" pitchFamily="49" charset="-122"/>
            </a:endParaRPr>
          </a:p>
          <a:p>
            <a:pPr marL="536575" lvl="3" indent="0">
              <a:buNone/>
            </a:pPr>
            <a:endParaRPr lang="zh-CN" altLang="en-US" dirty="0">
              <a:latin typeface="+mj-lt"/>
              <a:ea typeface="黑体" panose="02010609060101010101" pitchFamily="49" charset="-122"/>
            </a:endParaRPr>
          </a:p>
        </p:txBody>
      </p:sp>
      <p:sp>
        <p:nvSpPr>
          <p:cNvPr id="5" name="灯片编号占位符 4"/>
          <p:cNvSpPr>
            <a:spLocks noGrp="1"/>
          </p:cNvSpPr>
          <p:nvPr>
            <p:ph type="sldNum" sz="quarter" idx="100"/>
          </p:nvPr>
        </p:nvSpPr>
        <p:spPr/>
        <p:txBody>
          <a:bodyPr/>
          <a:lstStyle/>
          <a:p>
            <a:fld id="{2B2B68EE-DD1E-4368-AFCE-24A50EC7BF18}" type="slidenum">
              <a:rPr lang="en-US" smtClean="0"/>
              <a:pPr/>
              <a:t>23</a:t>
            </a:fld>
            <a:endParaRPr lang="en-US" dirty="0"/>
          </a:p>
        </p:txBody>
      </p:sp>
      <p:sp>
        <p:nvSpPr>
          <p:cNvPr id="6" name="页脚占位符 5"/>
          <p:cNvSpPr>
            <a:spLocks noGrp="1"/>
          </p:cNvSpPr>
          <p:nvPr>
            <p:ph type="ftr" sz="quarter" idx="101"/>
          </p:nvPr>
        </p:nvSpPr>
        <p:spPr/>
        <p:txBody>
          <a:bodyPr/>
          <a:lstStyle/>
          <a:p>
            <a:r>
              <a:rPr lang="en-US" smtClean="0"/>
              <a:t>For internal use - Confidential</a:t>
            </a:r>
            <a:endParaRPr lang="en-US" dirty="0"/>
          </a:p>
        </p:txBody>
      </p:sp>
      <p:sp>
        <p:nvSpPr>
          <p:cNvPr id="7" name="矩形 6"/>
          <p:cNvSpPr/>
          <p:nvPr/>
        </p:nvSpPr>
        <p:spPr>
          <a:xfrm>
            <a:off x="1024208" y="1633853"/>
            <a:ext cx="1116000" cy="1828800"/>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US" altLang="zh-CN" dirty="0" smtClean="0"/>
              <a:t>A</a:t>
            </a:r>
          </a:p>
          <a:p>
            <a:pPr algn="ctr"/>
            <a:endParaRPr lang="en-US" altLang="zh-CN" dirty="0" smtClean="0"/>
          </a:p>
          <a:p>
            <a:pPr algn="ctr"/>
            <a:r>
              <a:rPr lang="en-US" altLang="zh-CN" dirty="0" smtClean="0"/>
              <a:t>Mechanical</a:t>
            </a:r>
            <a:endParaRPr lang="zh-CN" altLang="zh-CN" dirty="0"/>
          </a:p>
          <a:p>
            <a:pPr algn="ctr"/>
            <a:r>
              <a:rPr lang="en-US" altLang="zh-CN" dirty="0"/>
              <a:t>part of the load </a:t>
            </a:r>
            <a:r>
              <a:rPr lang="en-US" altLang="zh-CN" dirty="0" smtClean="0"/>
              <a:t>cell</a:t>
            </a:r>
            <a:r>
              <a:rPr lang="en-US" altLang="zh-CN" dirty="0"/>
              <a:t> </a:t>
            </a:r>
            <a:endParaRPr lang="zh-CN" altLang="zh-CN" dirty="0"/>
          </a:p>
          <a:p>
            <a:pPr algn="ctr"/>
            <a:endParaRPr lang="en-US" altLang="zh-CN" dirty="0" smtClean="0"/>
          </a:p>
          <a:p>
            <a:pPr algn="ctr"/>
            <a:r>
              <a:rPr lang="en-US" altLang="zh-CN" dirty="0" smtClean="0"/>
              <a:t>(</a:t>
            </a:r>
            <a:r>
              <a:rPr lang="en-US" altLang="zh-CN" dirty="0"/>
              <a:t>force introduction)</a:t>
            </a:r>
            <a:endParaRPr lang="zh-CN" altLang="en-US" dirty="0" err="1" smtClean="0">
              <a:solidFill>
                <a:schemeClr val="bg1"/>
              </a:solidFill>
            </a:endParaRPr>
          </a:p>
        </p:txBody>
      </p:sp>
      <p:sp>
        <p:nvSpPr>
          <p:cNvPr id="8" name="矩形 7"/>
          <p:cNvSpPr/>
          <p:nvPr/>
        </p:nvSpPr>
        <p:spPr>
          <a:xfrm>
            <a:off x="5952341" y="1648141"/>
            <a:ext cx="1080000" cy="1828800"/>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US" altLang="zh-CN" dirty="0" smtClean="0"/>
              <a:t>E</a:t>
            </a:r>
          </a:p>
          <a:p>
            <a:pPr algn="ctr"/>
            <a:endParaRPr lang="en-US" altLang="zh-CN" dirty="0" smtClean="0"/>
          </a:p>
          <a:p>
            <a:pPr algn="ctr"/>
            <a:endParaRPr lang="en-US" altLang="zh-CN" dirty="0"/>
          </a:p>
          <a:p>
            <a:pPr algn="ctr"/>
            <a:r>
              <a:rPr lang="en-US" altLang="zh-CN" dirty="0" smtClean="0"/>
              <a:t>Analog </a:t>
            </a:r>
            <a:r>
              <a:rPr lang="en-US" altLang="zh-CN" dirty="0"/>
              <a:t>/ </a:t>
            </a:r>
            <a:r>
              <a:rPr lang="en-US" altLang="zh-CN" dirty="0" smtClean="0"/>
              <a:t>digital</a:t>
            </a:r>
            <a:r>
              <a:rPr lang="en-US" altLang="zh-CN" dirty="0"/>
              <a:t> </a:t>
            </a:r>
            <a:endParaRPr lang="zh-CN" altLang="zh-CN" dirty="0"/>
          </a:p>
          <a:p>
            <a:pPr algn="ctr"/>
            <a:r>
              <a:rPr lang="en-US" altLang="zh-CN" dirty="0" smtClean="0"/>
              <a:t>Conversion</a:t>
            </a:r>
          </a:p>
          <a:p>
            <a:pPr algn="ctr"/>
            <a:endParaRPr lang="en-US" altLang="zh-CN" dirty="0">
              <a:solidFill>
                <a:schemeClr val="bg1"/>
              </a:solidFill>
            </a:endParaRPr>
          </a:p>
          <a:p>
            <a:pPr algn="ctr"/>
            <a:endParaRPr lang="zh-CN" altLang="en-US" dirty="0" err="1" smtClean="0">
              <a:solidFill>
                <a:schemeClr val="bg1"/>
              </a:solidFill>
            </a:endParaRPr>
          </a:p>
        </p:txBody>
      </p:sp>
      <p:sp>
        <p:nvSpPr>
          <p:cNvPr id="10" name="矩形 9"/>
          <p:cNvSpPr/>
          <p:nvPr/>
        </p:nvSpPr>
        <p:spPr>
          <a:xfrm>
            <a:off x="2283995" y="1648141"/>
            <a:ext cx="1080000" cy="1828800"/>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US" altLang="zh-CN" dirty="0" smtClean="0"/>
              <a:t>B</a:t>
            </a:r>
          </a:p>
          <a:p>
            <a:pPr algn="ctr"/>
            <a:endParaRPr lang="en-US" altLang="zh-CN" dirty="0"/>
          </a:p>
          <a:p>
            <a:pPr algn="ctr"/>
            <a:r>
              <a:rPr lang="en-US" altLang="zh-CN" dirty="0" smtClean="0"/>
              <a:t>Force conversion</a:t>
            </a:r>
            <a:endParaRPr lang="zh-CN" altLang="zh-CN" dirty="0"/>
          </a:p>
          <a:p>
            <a:pPr algn="ctr"/>
            <a:r>
              <a:rPr lang="en-US" altLang="zh-CN" dirty="0"/>
              <a:t>(e.g. strain gauges</a:t>
            </a:r>
            <a:r>
              <a:rPr lang="en-US" altLang="zh-CN" dirty="0" smtClean="0"/>
              <a:t>)</a:t>
            </a:r>
          </a:p>
          <a:p>
            <a:pPr algn="ctr"/>
            <a:endParaRPr lang="en-US" altLang="zh-CN" dirty="0">
              <a:solidFill>
                <a:schemeClr val="bg1"/>
              </a:solidFill>
            </a:endParaRPr>
          </a:p>
          <a:p>
            <a:pPr algn="ctr"/>
            <a:endParaRPr lang="zh-CN" altLang="en-US" dirty="0" err="1" smtClean="0">
              <a:solidFill>
                <a:schemeClr val="bg1"/>
              </a:solidFill>
            </a:endParaRPr>
          </a:p>
        </p:txBody>
      </p:sp>
      <p:sp>
        <p:nvSpPr>
          <p:cNvPr id="11" name="矩形 10"/>
          <p:cNvSpPr/>
          <p:nvPr/>
        </p:nvSpPr>
        <p:spPr>
          <a:xfrm>
            <a:off x="3521163" y="1648141"/>
            <a:ext cx="1080000" cy="1828800"/>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US" altLang="zh-CN" dirty="0" smtClean="0"/>
              <a:t>C</a:t>
            </a:r>
          </a:p>
          <a:p>
            <a:pPr algn="ctr"/>
            <a:endParaRPr lang="en-US" altLang="zh-CN" dirty="0"/>
          </a:p>
          <a:p>
            <a:pPr algn="ctr"/>
            <a:r>
              <a:rPr lang="en-US" altLang="zh-CN" dirty="0" smtClean="0"/>
              <a:t>Passive </a:t>
            </a:r>
            <a:r>
              <a:rPr lang="en-US" altLang="zh-CN" dirty="0"/>
              <a:t>analog signal</a:t>
            </a:r>
            <a:endParaRPr lang="zh-CN" altLang="zh-CN" dirty="0"/>
          </a:p>
          <a:p>
            <a:pPr algn="ctr"/>
            <a:r>
              <a:rPr lang="en-US" altLang="zh-CN" dirty="0" smtClean="0"/>
              <a:t>processing</a:t>
            </a:r>
            <a:endParaRPr lang="zh-CN" altLang="zh-CN" dirty="0"/>
          </a:p>
          <a:p>
            <a:pPr algn="ctr"/>
            <a:r>
              <a:rPr lang="en-US" altLang="zh-CN" dirty="0"/>
              <a:t>(linearization)</a:t>
            </a:r>
            <a:endParaRPr lang="zh-CN" altLang="en-US" dirty="0" err="1" smtClean="0">
              <a:solidFill>
                <a:schemeClr val="bg1"/>
              </a:solidFill>
            </a:endParaRPr>
          </a:p>
        </p:txBody>
      </p:sp>
      <p:sp>
        <p:nvSpPr>
          <p:cNvPr id="12" name="矩形 11"/>
          <p:cNvSpPr/>
          <p:nvPr/>
        </p:nvSpPr>
        <p:spPr>
          <a:xfrm>
            <a:off x="4715173" y="1648141"/>
            <a:ext cx="1080000" cy="1828800"/>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US" altLang="zh-CN" dirty="0" smtClean="0"/>
              <a:t>D</a:t>
            </a:r>
          </a:p>
          <a:p>
            <a:pPr algn="ctr"/>
            <a:endParaRPr lang="en-US" altLang="zh-CN" dirty="0"/>
          </a:p>
          <a:p>
            <a:pPr algn="ctr"/>
            <a:r>
              <a:rPr lang="en-US" altLang="zh-CN" dirty="0" smtClean="0"/>
              <a:t>Active </a:t>
            </a:r>
            <a:r>
              <a:rPr lang="en-US" altLang="zh-CN" dirty="0"/>
              <a:t>analog signal</a:t>
            </a:r>
            <a:endParaRPr lang="zh-CN" altLang="zh-CN" dirty="0"/>
          </a:p>
          <a:p>
            <a:pPr algn="ctr"/>
            <a:r>
              <a:rPr lang="en-US" altLang="zh-CN" dirty="0" smtClean="0"/>
              <a:t>processing</a:t>
            </a:r>
            <a:endParaRPr lang="zh-CN" altLang="zh-CN" dirty="0"/>
          </a:p>
          <a:p>
            <a:pPr algn="ctr"/>
            <a:r>
              <a:rPr lang="en-US" altLang="zh-CN" dirty="0"/>
              <a:t>(amplification)</a:t>
            </a:r>
            <a:endParaRPr lang="zh-CN" altLang="en-US" dirty="0" err="1" smtClean="0">
              <a:solidFill>
                <a:schemeClr val="bg1"/>
              </a:solidFill>
            </a:endParaRPr>
          </a:p>
        </p:txBody>
      </p:sp>
      <p:sp>
        <p:nvSpPr>
          <p:cNvPr id="13" name="矩形 12"/>
          <p:cNvSpPr/>
          <p:nvPr/>
        </p:nvSpPr>
        <p:spPr>
          <a:xfrm>
            <a:off x="7153577" y="1633853"/>
            <a:ext cx="1080000" cy="1828800"/>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US" altLang="zh-CN" dirty="0" smtClean="0"/>
              <a:t>F</a:t>
            </a:r>
          </a:p>
          <a:p>
            <a:pPr algn="ctr"/>
            <a:endParaRPr lang="en-US" altLang="zh-CN" dirty="0"/>
          </a:p>
          <a:p>
            <a:pPr algn="ctr"/>
            <a:r>
              <a:rPr lang="en-US" altLang="zh-CN" dirty="0" smtClean="0"/>
              <a:t>Digital </a:t>
            </a:r>
            <a:r>
              <a:rPr lang="en-US" altLang="zh-CN" dirty="0"/>
              <a:t>data</a:t>
            </a:r>
            <a:endParaRPr lang="zh-CN" altLang="zh-CN" dirty="0"/>
          </a:p>
          <a:p>
            <a:pPr algn="ctr"/>
            <a:r>
              <a:rPr lang="en-US" altLang="zh-CN" dirty="0"/>
              <a:t>processing</a:t>
            </a:r>
            <a:endParaRPr lang="zh-CN" altLang="zh-CN" dirty="0"/>
          </a:p>
          <a:p>
            <a:pPr algn="ctr"/>
            <a:r>
              <a:rPr lang="en-US" altLang="zh-CN" dirty="0"/>
              <a:t> </a:t>
            </a:r>
            <a:endParaRPr lang="zh-CN" altLang="zh-CN" dirty="0"/>
          </a:p>
          <a:p>
            <a:pPr algn="ctr"/>
            <a:r>
              <a:rPr lang="en-US" altLang="zh-CN" dirty="0"/>
              <a:t>(scaling</a:t>
            </a:r>
            <a:r>
              <a:rPr lang="en-US" altLang="zh-CN" dirty="0" smtClean="0"/>
              <a:t>)</a:t>
            </a:r>
          </a:p>
          <a:p>
            <a:pPr algn="ctr"/>
            <a:endParaRPr lang="en-US" altLang="zh-CN" dirty="0">
              <a:solidFill>
                <a:schemeClr val="bg1"/>
              </a:solidFill>
            </a:endParaRPr>
          </a:p>
          <a:p>
            <a:pPr algn="ctr"/>
            <a:endParaRPr lang="zh-CN" altLang="en-US" dirty="0" err="1" smtClean="0">
              <a:solidFill>
                <a:schemeClr val="bg1"/>
              </a:solidFill>
            </a:endParaRPr>
          </a:p>
        </p:txBody>
      </p:sp>
      <p:sp>
        <p:nvSpPr>
          <p:cNvPr id="14" name="矩形 13"/>
          <p:cNvSpPr/>
          <p:nvPr/>
        </p:nvSpPr>
        <p:spPr>
          <a:xfrm>
            <a:off x="3603947" y="3676965"/>
            <a:ext cx="2160000" cy="324000"/>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US" altLang="zh-CN" dirty="0"/>
              <a:t>Analog signal</a:t>
            </a:r>
            <a:endParaRPr lang="zh-CN" altLang="en-US" dirty="0" err="1" smtClean="0">
              <a:solidFill>
                <a:schemeClr val="bg1"/>
              </a:solidFill>
            </a:endParaRPr>
          </a:p>
        </p:txBody>
      </p:sp>
      <p:sp>
        <p:nvSpPr>
          <p:cNvPr id="15" name="矩形 14"/>
          <p:cNvSpPr/>
          <p:nvPr/>
        </p:nvSpPr>
        <p:spPr>
          <a:xfrm>
            <a:off x="7114057" y="3667365"/>
            <a:ext cx="1368000" cy="324000"/>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US" altLang="zh-CN" dirty="0"/>
              <a:t>Digital </a:t>
            </a:r>
            <a:r>
              <a:rPr lang="en-US" altLang="zh-CN" dirty="0" smtClean="0"/>
              <a:t>signal</a:t>
            </a:r>
            <a:endParaRPr lang="zh-CN" altLang="zh-CN" dirty="0"/>
          </a:p>
        </p:txBody>
      </p:sp>
      <p:sp>
        <p:nvSpPr>
          <p:cNvPr id="3" name="TextBox 2"/>
          <p:cNvSpPr txBox="1"/>
          <p:nvPr/>
        </p:nvSpPr>
        <p:spPr>
          <a:xfrm>
            <a:off x="1115173" y="4621001"/>
            <a:ext cx="7200000" cy="1113125"/>
          </a:xfrm>
          <a:prstGeom prst="rect">
            <a:avLst/>
          </a:prstGeom>
          <a:noFill/>
        </p:spPr>
        <p:txBody>
          <a:bodyPr wrap="square" lIns="0" tIns="0" rIns="0" bIns="0" rtlCol="0">
            <a:spAutoFit/>
          </a:bodyPr>
          <a:lstStyle/>
          <a:p>
            <a:pPr>
              <a:spcBef>
                <a:spcPts val="400"/>
              </a:spcBef>
              <a:spcAft>
                <a:spcPts val="600"/>
              </a:spcAft>
              <a:buClr>
                <a:schemeClr val="accent1"/>
              </a:buClr>
            </a:pPr>
            <a:r>
              <a:rPr lang="en-US" altLang="zh-CN" sz="1600" dirty="0" smtClean="0"/>
              <a:t>A ~ B </a:t>
            </a:r>
            <a:r>
              <a:rPr lang="zh-CN" altLang="en-US" sz="1600" dirty="0" smtClean="0">
                <a:latin typeface="黑体" panose="02010609060101010101" pitchFamily="49" charset="-122"/>
                <a:ea typeface="黑体" panose="02010609060101010101" pitchFamily="49" charset="-122"/>
              </a:rPr>
              <a:t>构成称重传感器最小单元，可以作为衡器中的一个部件使用，但很难满足型式评价要求，因此 </a:t>
            </a:r>
            <a:r>
              <a:rPr lang="en-US" altLang="zh-CN" sz="1600" dirty="0" smtClean="0">
                <a:latin typeface="Arial" panose="020B0604020202020204" pitchFamily="34" charset="0"/>
                <a:ea typeface="黑体" panose="02010609060101010101" pitchFamily="49" charset="-122"/>
                <a:cs typeface="Arial" panose="020B0604020202020204" pitchFamily="34" charset="0"/>
              </a:rPr>
              <a:t>A ~ C </a:t>
            </a:r>
            <a:r>
              <a:rPr lang="zh-CN" altLang="en-US" sz="1600" dirty="0" smtClean="0">
                <a:latin typeface="黑体" panose="02010609060101010101" pitchFamily="49" charset="-122"/>
                <a:ea typeface="黑体" panose="02010609060101010101" pitchFamily="49" charset="-122"/>
              </a:rPr>
              <a:t>是典型的可评价的模拟传感器。</a:t>
            </a:r>
            <a:endParaRPr lang="en-US" altLang="zh-CN" sz="1600" dirty="0" smtClean="0"/>
          </a:p>
          <a:p>
            <a:pPr>
              <a:spcBef>
                <a:spcPts val="400"/>
              </a:spcBef>
              <a:spcAft>
                <a:spcPts val="600"/>
              </a:spcAft>
              <a:buClr>
                <a:schemeClr val="accent1"/>
              </a:buClr>
            </a:pPr>
            <a:r>
              <a:rPr lang="en-US" altLang="zh-CN" sz="1600" dirty="0" smtClean="0"/>
              <a:t>Analog </a:t>
            </a:r>
            <a:r>
              <a:rPr lang="en-US" altLang="zh-CN" sz="1600" dirty="0"/>
              <a:t>load cells and digital load cells without data processing are within scope of OIML R 60.</a:t>
            </a:r>
            <a:endParaRPr lang="zh-CN" altLang="en-US" sz="1600" dirty="0" err="1" smtClean="0"/>
          </a:p>
        </p:txBody>
      </p:sp>
      <p:sp>
        <p:nvSpPr>
          <p:cNvPr id="9" name="矩形 8"/>
          <p:cNvSpPr/>
          <p:nvPr/>
        </p:nvSpPr>
        <p:spPr>
          <a:xfrm>
            <a:off x="884903" y="1460090"/>
            <a:ext cx="6229154" cy="2207275"/>
          </a:xfrm>
          <a:prstGeom prst="rect">
            <a:avLst/>
          </a:prstGeom>
          <a:noFill/>
          <a:ln w="19050">
            <a:solidFill>
              <a:srgbClr val="C00000"/>
            </a:solidFill>
            <a:prstDash val="lgDash"/>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sz="1600" dirty="0" err="1" smtClean="0">
              <a:solidFill>
                <a:schemeClr val="bg1"/>
              </a:solidFill>
            </a:endParaRPr>
          </a:p>
        </p:txBody>
      </p:sp>
    </p:spTree>
    <p:extLst>
      <p:ext uri="{BB962C8B-B14F-4D97-AF65-F5344CB8AC3E}">
        <p14:creationId xmlns:p14="http://schemas.microsoft.com/office/powerpoint/2010/main" val="3668979697"/>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7" name="Gruppieren 16"/>
          <p:cNvGrpSpPr/>
          <p:nvPr/>
        </p:nvGrpSpPr>
        <p:grpSpPr>
          <a:xfrm>
            <a:off x="395288" y="2518260"/>
            <a:ext cx="10081400" cy="491500"/>
            <a:chOff x="539175" y="3154768"/>
            <a:chExt cx="10081400" cy="531132"/>
          </a:xfrm>
        </p:grpSpPr>
        <p:sp>
          <p:nvSpPr>
            <p:cNvPr id="4" name="Gleichschenkliges Dreieck 3"/>
            <p:cNvSpPr/>
            <p:nvPr/>
          </p:nvSpPr>
          <p:spPr>
            <a:xfrm rot="16200000">
              <a:off x="9371418" y="3273380"/>
              <a:ext cx="311087" cy="216029"/>
            </a:xfrm>
            <a:prstGeom prs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hteck 19"/>
            <p:cNvSpPr/>
            <p:nvPr/>
          </p:nvSpPr>
          <p:spPr>
            <a:xfrm>
              <a:off x="539175" y="3154768"/>
              <a:ext cx="8396287" cy="531132"/>
            </a:xfrm>
            <a:prstGeom prst="rect">
              <a:avLst/>
            </a:prstGeom>
            <a:solidFill>
              <a:schemeClr val="bg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b="1" dirty="0"/>
            </a:p>
          </p:txBody>
        </p:sp>
        <p:sp>
          <p:nvSpPr>
            <p:cNvPr id="16" name="Rechteck 15"/>
            <p:cNvSpPr/>
            <p:nvPr/>
          </p:nvSpPr>
          <p:spPr>
            <a:xfrm>
              <a:off x="9684445" y="3176891"/>
              <a:ext cx="936130" cy="43206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36000" bIns="0" rtlCol="0" anchor="ctr"/>
            <a:lstStyle/>
            <a:p>
              <a:r>
                <a:rPr lang="en-US" sz="800" dirty="0" smtClean="0">
                  <a:solidFill>
                    <a:schemeClr val="tx1"/>
                  </a:solidFill>
                </a:rPr>
                <a:t>To shift Highlight</a:t>
              </a:r>
            </a:p>
            <a:p>
              <a:r>
                <a:rPr lang="en-US" sz="800" dirty="0">
                  <a:solidFill>
                    <a:schemeClr val="tx1"/>
                  </a:solidFill>
                </a:rPr>
                <a:t>C</a:t>
              </a:r>
              <a:r>
                <a:rPr lang="en-US" sz="800" dirty="0" smtClean="0">
                  <a:solidFill>
                    <a:schemeClr val="tx1"/>
                  </a:solidFill>
                </a:rPr>
                <a:t>lick the arrow, press shift key and move top or bottom</a:t>
              </a:r>
            </a:p>
          </p:txBody>
        </p:sp>
      </p:grpSp>
      <p:sp>
        <p:nvSpPr>
          <p:cNvPr id="2" name="Titel 1"/>
          <p:cNvSpPr>
            <a:spLocks noGrp="1"/>
          </p:cNvSpPr>
          <p:nvPr>
            <p:ph type="title"/>
          </p:nvPr>
        </p:nvSpPr>
        <p:spPr/>
        <p:txBody>
          <a:bodyPr/>
          <a:lstStyle/>
          <a:p>
            <a:r>
              <a:rPr lang="en-US" dirty="0" smtClean="0"/>
              <a:t>Agenda</a:t>
            </a:r>
            <a:endParaRPr lang="en-US" dirty="0"/>
          </a:p>
        </p:txBody>
      </p:sp>
      <p:sp>
        <p:nvSpPr>
          <p:cNvPr id="14" name="Slide Number Placeholder 13"/>
          <p:cNvSpPr>
            <a:spLocks noGrp="1"/>
          </p:cNvSpPr>
          <p:nvPr>
            <p:ph type="sldNum" sz="quarter" idx="100"/>
          </p:nvPr>
        </p:nvSpPr>
        <p:spPr/>
        <p:txBody>
          <a:bodyPr/>
          <a:lstStyle/>
          <a:p>
            <a:fld id="{2B2B68EE-DD1E-4368-AFCE-24A50EC7BF18}" type="slidenum">
              <a:rPr lang="en-US" smtClean="0"/>
              <a:pPr/>
              <a:t>24</a:t>
            </a:fld>
            <a:endParaRPr lang="en-US" dirty="0"/>
          </a:p>
        </p:txBody>
      </p:sp>
      <p:sp>
        <p:nvSpPr>
          <p:cNvPr id="13" name="Footer Placeholder 12"/>
          <p:cNvSpPr>
            <a:spLocks noGrp="1"/>
          </p:cNvSpPr>
          <p:nvPr>
            <p:ph type="ftr" sz="quarter" idx="101"/>
          </p:nvPr>
        </p:nvSpPr>
        <p:spPr/>
        <p:txBody>
          <a:bodyPr/>
          <a:lstStyle/>
          <a:p>
            <a:r>
              <a:rPr lang="en-US" smtClean="0"/>
              <a:t>For internal use - Confidential</a:t>
            </a:r>
            <a:endParaRPr lang="en-US" dirty="0"/>
          </a:p>
        </p:txBody>
      </p:sp>
      <p:graphicFrame>
        <p:nvGraphicFramePr>
          <p:cNvPr id="8" name="Inhaltsplatzhalter 7"/>
          <p:cNvGraphicFramePr>
            <a:graphicFrameLocks noGrp="1"/>
          </p:cNvGraphicFramePr>
          <p:nvPr>
            <p:ph idx="4294967295"/>
            <p:extLst>
              <p:ext uri="{D42A27DB-BD31-4B8C-83A1-F6EECF244321}">
                <p14:modId xmlns:p14="http://schemas.microsoft.com/office/powerpoint/2010/main" val="2072813661"/>
              </p:ext>
            </p:extLst>
          </p:nvPr>
        </p:nvGraphicFramePr>
        <p:xfrm>
          <a:off x="357187" y="1477762"/>
          <a:ext cx="8429625" cy="2016000"/>
        </p:xfrm>
        <a:graphic>
          <a:graphicData uri="http://schemas.openxmlformats.org/drawingml/2006/table">
            <a:tbl>
              <a:tblPr firstRow="1" firstCol="1" bandRow="1">
                <a:solidFill>
                  <a:srgbClr val="FFFFFF">
                    <a:alpha val="20000"/>
                  </a:srgbClr>
                </a:solidFill>
              </a:tblPr>
              <a:tblGrid>
                <a:gridCol w="508896"/>
                <a:gridCol w="7920729"/>
              </a:tblGrid>
              <a:tr h="504000">
                <a:tc>
                  <a:txBody>
                    <a:bodyPr/>
                    <a:lstStyle/>
                    <a:p>
                      <a:pPr algn="ctr"/>
                      <a:r>
                        <a:rPr lang="en-US" b="1" noProof="0" dirty="0" smtClean="0">
                          <a:solidFill>
                            <a:schemeClr val="bg1"/>
                          </a:solidFill>
                          <a:latin typeface="Arial" panose="020B0604020202020204" pitchFamily="34" charset="0"/>
                          <a:ea typeface="黑体" panose="02010609060101010101" pitchFamily="49" charset="-122"/>
                          <a:cs typeface="Arial" panose="020B0604020202020204" pitchFamily="34" charset="0"/>
                        </a:rPr>
                        <a:t>1</a:t>
                      </a:r>
                      <a:endParaRPr lang="en-US" b="1" noProof="0" dirty="0">
                        <a:solidFill>
                          <a:schemeClr val="bg1"/>
                        </a:solidFill>
                        <a:latin typeface="Arial" panose="020B0604020202020204" pitchFamily="34" charset="0"/>
                        <a:ea typeface="黑体" panose="02010609060101010101" pitchFamily="49" charset="-122"/>
                        <a:cs typeface="Arial" panose="020B0604020202020204" pitchFamily="34" charset="0"/>
                      </a:endParaRPr>
                    </a:p>
                  </a:txBody>
                  <a:tcPr marL="35742" marR="71484" anchor="ctr">
                    <a:lnL w="76200" cap="flat" cmpd="sng" algn="ctr">
                      <a:solidFill>
                        <a:schemeClr val="tx2"/>
                      </a:solidFill>
                      <a:prstDash val="solid"/>
                      <a:round/>
                      <a:headEnd type="none" w="med" len="med"/>
                      <a:tailEnd type="none" w="med" len="med"/>
                    </a:lnL>
                    <a:lnR w="76200" cap="flat" cmpd="sng" algn="ctr">
                      <a:solidFill>
                        <a:schemeClr val="tx2"/>
                      </a:solidFill>
                      <a:prstDash val="solid"/>
                      <a:round/>
                      <a:headEnd type="none" w="med" len="med"/>
                      <a:tailEnd type="none" w="med" len="med"/>
                    </a:lnR>
                    <a:lnT w="76200" cap="flat" cmpd="sng" algn="ctr">
                      <a:solidFill>
                        <a:schemeClr val="tx2"/>
                      </a:solidFill>
                      <a:prstDash val="solid"/>
                      <a:round/>
                      <a:headEnd type="none" w="med" len="med"/>
                      <a:tailEnd type="none" w="med" len="med"/>
                    </a:lnT>
                    <a:lnB w="76200" cap="flat" cmpd="sng" algn="ctr">
                      <a:solidFill>
                        <a:schemeClr val="tx2"/>
                      </a:solidFill>
                      <a:prstDash val="solid"/>
                      <a:round/>
                      <a:headEnd type="none" w="med" len="med"/>
                      <a:tailEnd type="none" w="med" len="med"/>
                    </a:lnB>
                    <a:solidFill>
                      <a:schemeClr val="tx1"/>
                    </a:solidFill>
                  </a:tcPr>
                </a:tc>
                <a:tc>
                  <a:txBody>
                    <a:bodyPr/>
                    <a:lstStyle/>
                    <a:p>
                      <a:r>
                        <a:rPr lang="zh-CN" altLang="en-US" b="1" baseline="0" noProof="0" dirty="0" smtClean="0">
                          <a:latin typeface="Arial" panose="020B0604020202020204" pitchFamily="34" charset="0"/>
                          <a:ea typeface="黑体" panose="02010609060101010101" pitchFamily="49" charset="-122"/>
                          <a:cs typeface="Arial" panose="020B0604020202020204" pitchFamily="34" charset="0"/>
                        </a:rPr>
                        <a:t>一般介绍</a:t>
                      </a:r>
                      <a:endParaRPr lang="en-US" b="1" baseline="0" noProof="0" dirty="0">
                        <a:latin typeface="Arial" panose="020B0604020202020204" pitchFamily="34" charset="0"/>
                        <a:ea typeface="黑体" panose="02010609060101010101" pitchFamily="49" charset="-122"/>
                        <a:cs typeface="Arial" panose="020B0604020202020204" pitchFamily="34" charset="0"/>
                      </a:endParaRPr>
                    </a:p>
                  </a:txBody>
                  <a:tcPr marL="90784" marR="90784" anchor="ctr">
                    <a:lnL w="76200" cap="flat" cmpd="sng" algn="ctr">
                      <a:solidFill>
                        <a:schemeClr val="tx2"/>
                      </a:solidFill>
                      <a:prstDash val="solid"/>
                      <a:round/>
                      <a:headEnd type="none" w="med" len="med"/>
                      <a:tailEnd type="none" w="med" len="med"/>
                    </a:lnL>
                    <a:lnR w="76200" cap="flat" cmpd="sng" algn="ctr">
                      <a:solidFill>
                        <a:schemeClr val="tx2"/>
                      </a:solidFill>
                      <a:prstDash val="solid"/>
                      <a:round/>
                      <a:headEnd type="none" w="med" len="med"/>
                      <a:tailEnd type="none" w="med" len="med"/>
                    </a:lnR>
                    <a:lnT w="76200" cap="flat" cmpd="sng" algn="ctr">
                      <a:solidFill>
                        <a:schemeClr val="tx2"/>
                      </a:solidFill>
                      <a:prstDash val="solid"/>
                      <a:round/>
                      <a:headEnd type="none" w="med" len="med"/>
                      <a:tailEnd type="none" w="med" len="med"/>
                    </a:lnT>
                    <a:lnB w="76200" cap="flat" cmpd="sng" algn="ctr">
                      <a:solidFill>
                        <a:schemeClr val="tx2"/>
                      </a:solidFill>
                      <a:prstDash val="solid"/>
                      <a:round/>
                      <a:headEnd type="none" w="med" len="med"/>
                      <a:tailEnd type="none" w="med" len="med"/>
                    </a:lnB>
                    <a:blipFill dpi="0" rotWithShape="1">
                      <a:blip r:embed="rId3">
                        <a:alphaModFix amt="40000"/>
                      </a:blip>
                      <a:srcRect/>
                      <a:stretch>
                        <a:fillRect/>
                      </a:stretch>
                    </a:blipFill>
                  </a:tcPr>
                </a:tc>
              </a:tr>
              <a:tr h="50400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b="1" noProof="0" dirty="0" smtClean="0">
                          <a:solidFill>
                            <a:schemeClr val="bg1"/>
                          </a:solidFill>
                          <a:latin typeface="Arial" panose="020B0604020202020204" pitchFamily="34" charset="0"/>
                          <a:ea typeface="黑体" panose="02010609060101010101" pitchFamily="49" charset="-122"/>
                          <a:cs typeface="Arial" panose="020B0604020202020204" pitchFamily="34" charset="0"/>
                        </a:rPr>
                        <a:t>2</a:t>
                      </a:r>
                    </a:p>
                  </a:txBody>
                  <a:tcPr marL="35742" marR="71484" anchor="ctr">
                    <a:lnL w="76200" cap="flat" cmpd="sng" algn="ctr">
                      <a:solidFill>
                        <a:schemeClr val="tx2"/>
                      </a:solidFill>
                      <a:prstDash val="solid"/>
                      <a:round/>
                      <a:headEnd type="none" w="med" len="med"/>
                      <a:tailEnd type="none" w="med" len="med"/>
                    </a:lnL>
                    <a:lnR w="76200" cap="flat" cmpd="sng" algn="ctr">
                      <a:solidFill>
                        <a:schemeClr val="tx2"/>
                      </a:solidFill>
                      <a:prstDash val="solid"/>
                      <a:round/>
                      <a:headEnd type="none" w="med" len="med"/>
                      <a:tailEnd type="none" w="med" len="med"/>
                    </a:lnR>
                    <a:lnT w="76200" cap="flat" cmpd="sng" algn="ctr">
                      <a:solidFill>
                        <a:schemeClr val="tx2"/>
                      </a:solidFill>
                      <a:prstDash val="solid"/>
                      <a:round/>
                      <a:headEnd type="none" w="med" len="med"/>
                      <a:tailEnd type="none" w="med" len="med"/>
                    </a:lnT>
                    <a:lnB w="76200" cap="flat" cmpd="sng" algn="ctr">
                      <a:solidFill>
                        <a:schemeClr val="tx2"/>
                      </a:solidFill>
                      <a:prstDash val="solid"/>
                      <a:round/>
                      <a:headEnd type="none" w="med" len="med"/>
                      <a:tailEnd type="none" w="med" len="med"/>
                    </a:lnB>
                    <a:solidFill>
                      <a:schemeClr val="tx1"/>
                    </a:solidFill>
                  </a:tcPr>
                </a:tc>
                <a:tc>
                  <a:txBody>
                    <a:bodyPr/>
                    <a:lstStyle/>
                    <a:p>
                      <a:r>
                        <a:rPr lang="zh-CN" altLang="en-US" b="1" noProof="0" dirty="0" smtClean="0">
                          <a:latin typeface="Arial" panose="020B0604020202020204" pitchFamily="34" charset="0"/>
                          <a:ea typeface="黑体" panose="02010609060101010101" pitchFamily="49" charset="-122"/>
                          <a:cs typeface="Arial" panose="020B0604020202020204" pitchFamily="34" charset="0"/>
                        </a:rPr>
                        <a:t>术语新增和修订</a:t>
                      </a:r>
                      <a:endParaRPr lang="en-US" b="1" noProof="0" dirty="0">
                        <a:latin typeface="Arial" panose="020B0604020202020204" pitchFamily="34" charset="0"/>
                        <a:ea typeface="黑体" panose="02010609060101010101" pitchFamily="49" charset="-122"/>
                        <a:cs typeface="Arial" panose="020B0604020202020204" pitchFamily="34" charset="0"/>
                      </a:endParaRPr>
                    </a:p>
                  </a:txBody>
                  <a:tcPr marL="90784" marR="90784" anchor="ctr">
                    <a:lnL w="76200" cap="flat" cmpd="sng" algn="ctr">
                      <a:solidFill>
                        <a:schemeClr val="tx2"/>
                      </a:solidFill>
                      <a:prstDash val="solid"/>
                      <a:round/>
                      <a:headEnd type="none" w="med" len="med"/>
                      <a:tailEnd type="none" w="med" len="med"/>
                    </a:lnL>
                    <a:lnR w="76200" cap="flat" cmpd="sng" algn="ctr">
                      <a:solidFill>
                        <a:schemeClr val="tx2"/>
                      </a:solidFill>
                      <a:prstDash val="solid"/>
                      <a:round/>
                      <a:headEnd type="none" w="med" len="med"/>
                      <a:tailEnd type="none" w="med" len="med"/>
                    </a:lnR>
                    <a:lnT w="76200" cap="flat" cmpd="sng" algn="ctr">
                      <a:solidFill>
                        <a:schemeClr val="tx2"/>
                      </a:solidFill>
                      <a:prstDash val="solid"/>
                      <a:round/>
                      <a:headEnd type="none" w="med" len="med"/>
                      <a:tailEnd type="none" w="med" len="med"/>
                    </a:lnT>
                    <a:lnB w="76200" cap="flat" cmpd="sng" algn="ctr">
                      <a:solidFill>
                        <a:schemeClr val="tx2"/>
                      </a:solidFill>
                      <a:prstDash val="solid"/>
                      <a:round/>
                      <a:headEnd type="none" w="med" len="med"/>
                      <a:tailEnd type="none" w="med" len="med"/>
                    </a:lnB>
                    <a:blipFill dpi="0" rotWithShape="1">
                      <a:blip r:embed="rId3">
                        <a:alphaModFix amt="40000"/>
                      </a:blip>
                      <a:srcRect/>
                      <a:stretch>
                        <a:fillRect/>
                      </a:stretch>
                    </a:blipFill>
                  </a:tcPr>
                </a:tc>
              </a:tr>
              <a:tr h="504000">
                <a:tc>
                  <a:txBody>
                    <a:bodyPr/>
                    <a:lstStyle/>
                    <a:p>
                      <a:pPr algn="ctr"/>
                      <a:r>
                        <a:rPr lang="en-US" b="1" noProof="0" dirty="0" smtClean="0">
                          <a:solidFill>
                            <a:schemeClr val="bg1"/>
                          </a:solidFill>
                          <a:latin typeface="Arial" panose="020B0604020202020204" pitchFamily="34" charset="0"/>
                          <a:ea typeface="黑体" panose="02010609060101010101" pitchFamily="49" charset="-122"/>
                          <a:cs typeface="Arial" panose="020B0604020202020204" pitchFamily="34" charset="0"/>
                        </a:rPr>
                        <a:t>3</a:t>
                      </a:r>
                      <a:endParaRPr lang="en-US" b="1" noProof="0" dirty="0">
                        <a:solidFill>
                          <a:schemeClr val="bg1"/>
                        </a:solidFill>
                        <a:latin typeface="Arial" panose="020B0604020202020204" pitchFamily="34" charset="0"/>
                        <a:ea typeface="黑体" panose="02010609060101010101" pitchFamily="49" charset="-122"/>
                        <a:cs typeface="Arial" panose="020B0604020202020204" pitchFamily="34" charset="0"/>
                      </a:endParaRPr>
                    </a:p>
                  </a:txBody>
                  <a:tcPr marL="35742" marR="71484" anchor="ctr">
                    <a:lnL w="76200" cap="flat" cmpd="sng" algn="ctr">
                      <a:solidFill>
                        <a:schemeClr val="tx2"/>
                      </a:solidFill>
                      <a:prstDash val="solid"/>
                      <a:round/>
                      <a:headEnd type="none" w="med" len="med"/>
                      <a:tailEnd type="none" w="med" len="med"/>
                    </a:lnL>
                    <a:lnR w="76200" cap="flat" cmpd="sng" algn="ctr">
                      <a:solidFill>
                        <a:schemeClr val="tx2"/>
                      </a:solidFill>
                      <a:prstDash val="solid"/>
                      <a:round/>
                      <a:headEnd type="none" w="med" len="med"/>
                      <a:tailEnd type="none" w="med" len="med"/>
                    </a:lnR>
                    <a:lnT w="76200" cap="flat" cmpd="sng" algn="ctr">
                      <a:solidFill>
                        <a:schemeClr val="tx2"/>
                      </a:solidFill>
                      <a:prstDash val="solid"/>
                      <a:round/>
                      <a:headEnd type="none" w="med" len="med"/>
                      <a:tailEnd type="none" w="med" len="med"/>
                    </a:lnT>
                    <a:lnB w="76200" cap="flat" cmpd="sng" algn="ctr">
                      <a:solidFill>
                        <a:schemeClr val="tx2"/>
                      </a:solidFill>
                      <a:prstDash val="solid"/>
                      <a:round/>
                      <a:headEnd type="none" w="med" len="med"/>
                      <a:tailEnd type="none" w="med" len="med"/>
                    </a:lnB>
                    <a:solidFill>
                      <a:schemeClr val="tx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b="1" noProof="0" dirty="0" smtClean="0">
                          <a:latin typeface="Arial" panose="020B0604020202020204" pitchFamily="34" charset="0"/>
                          <a:ea typeface="黑体" panose="02010609060101010101" pitchFamily="49" charset="-122"/>
                          <a:cs typeface="Arial" panose="020B0604020202020204" pitchFamily="34" charset="0"/>
                        </a:rPr>
                        <a:t>计量要求简述和差异</a:t>
                      </a:r>
                      <a:endParaRPr lang="en-US" b="1" noProof="0" dirty="0" smtClean="0">
                        <a:latin typeface="Arial" panose="020B0604020202020204" pitchFamily="34" charset="0"/>
                        <a:ea typeface="黑体" panose="02010609060101010101" pitchFamily="49" charset="-122"/>
                        <a:cs typeface="Arial" panose="020B0604020202020204" pitchFamily="34" charset="0"/>
                      </a:endParaRPr>
                    </a:p>
                  </a:txBody>
                  <a:tcPr marL="90784" marR="90784" anchor="ctr">
                    <a:lnL w="76200" cap="flat" cmpd="sng" algn="ctr">
                      <a:solidFill>
                        <a:schemeClr val="tx2"/>
                      </a:solidFill>
                      <a:prstDash val="solid"/>
                      <a:round/>
                      <a:headEnd type="none" w="med" len="med"/>
                      <a:tailEnd type="none" w="med" len="med"/>
                    </a:lnL>
                    <a:lnR w="76200" cap="flat" cmpd="sng" algn="ctr">
                      <a:solidFill>
                        <a:schemeClr val="tx2"/>
                      </a:solidFill>
                      <a:prstDash val="solid"/>
                      <a:round/>
                      <a:headEnd type="none" w="med" len="med"/>
                      <a:tailEnd type="none" w="med" len="med"/>
                    </a:lnR>
                    <a:lnT w="76200" cap="flat" cmpd="sng" algn="ctr">
                      <a:solidFill>
                        <a:schemeClr val="tx2"/>
                      </a:solidFill>
                      <a:prstDash val="solid"/>
                      <a:round/>
                      <a:headEnd type="none" w="med" len="med"/>
                      <a:tailEnd type="none" w="med" len="med"/>
                    </a:lnT>
                    <a:lnB w="76200" cap="flat" cmpd="sng" algn="ctr">
                      <a:solidFill>
                        <a:schemeClr val="tx2"/>
                      </a:solidFill>
                      <a:prstDash val="solid"/>
                      <a:round/>
                      <a:headEnd type="none" w="med" len="med"/>
                      <a:tailEnd type="none" w="med" len="med"/>
                    </a:lnB>
                    <a:blipFill dpi="0" rotWithShape="1">
                      <a:blip r:embed="rId3">
                        <a:alphaModFix amt="40000"/>
                      </a:blip>
                      <a:srcRect/>
                      <a:stretch>
                        <a:fillRect/>
                      </a:stretch>
                    </a:blipFill>
                  </a:tcPr>
                </a:tc>
              </a:tr>
              <a:tr h="504000">
                <a:tc>
                  <a:txBody>
                    <a:bodyPr/>
                    <a:lstStyle/>
                    <a:p>
                      <a:pPr algn="ctr"/>
                      <a:r>
                        <a:rPr lang="en-US" altLang="zh-CN" b="1" noProof="0" dirty="0" smtClean="0">
                          <a:solidFill>
                            <a:schemeClr val="bg1"/>
                          </a:solidFill>
                          <a:latin typeface="Arial" panose="020B0604020202020204" pitchFamily="34" charset="0"/>
                          <a:ea typeface="黑体" panose="02010609060101010101" pitchFamily="49" charset="-122"/>
                          <a:cs typeface="Arial" panose="020B0604020202020204" pitchFamily="34" charset="0"/>
                        </a:rPr>
                        <a:t>4</a:t>
                      </a:r>
                      <a:endParaRPr lang="en-US" b="1" noProof="0" dirty="0">
                        <a:solidFill>
                          <a:schemeClr val="bg1"/>
                        </a:solidFill>
                        <a:latin typeface="Arial" panose="020B0604020202020204" pitchFamily="34" charset="0"/>
                        <a:ea typeface="黑体" panose="02010609060101010101" pitchFamily="49" charset="-122"/>
                        <a:cs typeface="Arial" panose="020B0604020202020204" pitchFamily="34" charset="0"/>
                      </a:endParaRPr>
                    </a:p>
                  </a:txBody>
                  <a:tcPr marL="35742" marR="71484" anchor="ctr">
                    <a:lnL w="76200" cap="flat" cmpd="sng" algn="ctr">
                      <a:solidFill>
                        <a:schemeClr val="tx2"/>
                      </a:solidFill>
                      <a:prstDash val="solid"/>
                      <a:round/>
                      <a:headEnd type="none" w="med" len="med"/>
                      <a:tailEnd type="none" w="med" len="med"/>
                    </a:lnL>
                    <a:lnR w="76200" cap="flat" cmpd="sng" algn="ctr">
                      <a:solidFill>
                        <a:schemeClr val="tx2"/>
                      </a:solidFill>
                      <a:prstDash val="solid"/>
                      <a:round/>
                      <a:headEnd type="none" w="med" len="med"/>
                      <a:tailEnd type="none" w="med" len="med"/>
                    </a:lnR>
                    <a:lnT w="76200" cap="flat" cmpd="sng" algn="ctr">
                      <a:solidFill>
                        <a:schemeClr val="tx2"/>
                      </a:solidFill>
                      <a:prstDash val="solid"/>
                      <a:round/>
                      <a:headEnd type="none" w="med" len="med"/>
                      <a:tailEnd type="none" w="med" len="med"/>
                    </a:lnT>
                    <a:lnB w="76200" cap="flat" cmpd="sng" algn="ctr">
                      <a:solidFill>
                        <a:schemeClr val="tx2"/>
                      </a:solidFill>
                      <a:prstDash val="solid"/>
                      <a:round/>
                      <a:headEnd type="none" w="med" len="med"/>
                      <a:tailEnd type="none" w="med" len="med"/>
                    </a:lnB>
                    <a:solidFill>
                      <a:schemeClr val="tx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b="1" noProof="0" dirty="0" smtClean="0">
                          <a:latin typeface="Arial" panose="020B0604020202020204" pitchFamily="34" charset="0"/>
                          <a:ea typeface="黑体" panose="02010609060101010101" pitchFamily="49" charset="-122"/>
                          <a:cs typeface="Arial" panose="020B0604020202020204" pitchFamily="34" charset="0"/>
                        </a:rPr>
                        <a:t>新增软件要求</a:t>
                      </a:r>
                      <a:endParaRPr lang="en-US" b="1" noProof="0" dirty="0" smtClean="0">
                        <a:latin typeface="Arial" panose="020B0604020202020204" pitchFamily="34" charset="0"/>
                        <a:ea typeface="黑体" panose="02010609060101010101" pitchFamily="49" charset="-122"/>
                        <a:cs typeface="Arial" panose="020B0604020202020204" pitchFamily="34" charset="0"/>
                      </a:endParaRPr>
                    </a:p>
                  </a:txBody>
                  <a:tcPr marL="90784" marR="90784" anchor="ctr">
                    <a:lnL w="76200" cap="flat" cmpd="sng" algn="ctr">
                      <a:solidFill>
                        <a:schemeClr val="tx2"/>
                      </a:solidFill>
                      <a:prstDash val="solid"/>
                      <a:round/>
                      <a:headEnd type="none" w="med" len="med"/>
                      <a:tailEnd type="none" w="med" len="med"/>
                    </a:lnL>
                    <a:lnR w="76200" cap="flat" cmpd="sng" algn="ctr">
                      <a:solidFill>
                        <a:schemeClr val="tx2"/>
                      </a:solidFill>
                      <a:prstDash val="solid"/>
                      <a:round/>
                      <a:headEnd type="none" w="med" len="med"/>
                      <a:tailEnd type="none" w="med" len="med"/>
                    </a:lnR>
                    <a:lnT w="76200" cap="flat" cmpd="sng" algn="ctr">
                      <a:solidFill>
                        <a:schemeClr val="tx2"/>
                      </a:solidFill>
                      <a:prstDash val="solid"/>
                      <a:round/>
                      <a:headEnd type="none" w="med" len="med"/>
                      <a:tailEnd type="none" w="med" len="med"/>
                    </a:lnT>
                    <a:lnB w="76200" cap="flat" cmpd="sng" algn="ctr">
                      <a:solidFill>
                        <a:schemeClr val="tx2"/>
                      </a:solidFill>
                      <a:prstDash val="solid"/>
                      <a:round/>
                      <a:headEnd type="none" w="med" len="med"/>
                      <a:tailEnd type="none" w="med" len="med"/>
                    </a:lnB>
                    <a:blipFill dpi="0" rotWithShape="1">
                      <a:blip r:embed="rId3">
                        <a:alphaModFix amt="40000"/>
                      </a:blip>
                      <a:srcRect/>
                      <a:stretch>
                        <a:fillRect/>
                      </a:stretch>
                    </a:blipFill>
                  </a:tcPr>
                </a:tc>
              </a:tr>
            </a:tbl>
          </a:graphicData>
        </a:graphic>
      </p:graphicFrame>
    </p:spTree>
    <p:extLst>
      <p:ext uri="{BB962C8B-B14F-4D97-AF65-F5344CB8AC3E}">
        <p14:creationId xmlns:p14="http://schemas.microsoft.com/office/powerpoint/2010/main" val="2512270976"/>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zh-CN" altLang="en-US" dirty="0" smtClean="0">
                <a:latin typeface="黑体" panose="02010609060101010101" pitchFamily="49" charset="-122"/>
                <a:ea typeface="黑体" panose="02010609060101010101" pitchFamily="49" charset="-122"/>
              </a:rPr>
              <a:t>计量</a:t>
            </a:r>
            <a:r>
              <a:rPr lang="zh-CN" altLang="en-US" dirty="0" smtClean="0">
                <a:latin typeface="黑体" panose="02010609060101010101" pitchFamily="49" charset="-122"/>
                <a:ea typeface="黑体" panose="02010609060101010101" pitchFamily="49" charset="-122"/>
              </a:rPr>
              <a:t>要求 </a:t>
            </a:r>
            <a:r>
              <a:rPr lang="en-US" altLang="zh-CN" sz="1800" dirty="0" smtClean="0">
                <a:latin typeface="黑体" panose="02010609060101010101" pitchFamily="49" charset="-122"/>
                <a:ea typeface="黑体" panose="02010609060101010101" pitchFamily="49" charset="-122"/>
              </a:rPr>
              <a:t>– 3</a:t>
            </a:r>
            <a:r>
              <a:rPr lang="zh-CN" altLang="en-US" sz="1800" dirty="0" smtClean="0">
                <a:latin typeface="黑体" panose="02010609060101010101" pitchFamily="49" charset="-122"/>
                <a:ea typeface="黑体" panose="02010609060101010101" pitchFamily="49" charset="-122"/>
              </a:rPr>
              <a:t>个基本参数</a:t>
            </a:r>
            <a:endParaRPr lang="en-US" dirty="0">
              <a:latin typeface="黑体" panose="02010609060101010101" pitchFamily="49" charset="-122"/>
              <a:ea typeface="黑体" panose="02010609060101010101" pitchFamily="49" charset="-122"/>
            </a:endParaRPr>
          </a:p>
        </p:txBody>
      </p:sp>
      <mc:AlternateContent xmlns:mc="http://schemas.openxmlformats.org/markup-compatibility/2006" xmlns:a14="http://schemas.microsoft.com/office/drawing/2010/main">
        <mc:Choice Requires="a14">
          <p:sp>
            <p:nvSpPr>
              <p:cNvPr id="4" name="Content Placeholder 3"/>
              <p:cNvSpPr>
                <a:spLocks noGrp="1"/>
              </p:cNvSpPr>
              <p:nvPr>
                <p:ph idx="1"/>
              </p:nvPr>
            </p:nvSpPr>
            <p:spPr>
              <a:xfrm>
                <a:off x="395288" y="1042972"/>
                <a:ext cx="8172000" cy="5256000"/>
              </a:xfrm>
            </p:spPr>
            <p:txBody>
              <a:bodyPr/>
              <a:lstStyle/>
              <a:p>
                <a:pPr>
                  <a:spcBef>
                    <a:spcPts val="0"/>
                  </a:spcBef>
                </a:pPr>
                <a:r>
                  <a:rPr lang="en-US" dirty="0" smtClean="0">
                    <a:ea typeface="黑体" panose="02010609060101010101" pitchFamily="49" charset="-122"/>
                  </a:rPr>
                  <a:t>Accuracy classes</a:t>
                </a:r>
              </a:p>
              <a:p>
                <a:pPr marL="893762" lvl="5" indent="0">
                  <a:buNone/>
                </a:pPr>
                <a:r>
                  <a:rPr lang="en-US" dirty="0">
                    <a:ea typeface="黑体" panose="02010609060101010101" pitchFamily="49" charset="-122"/>
                  </a:rPr>
                  <a:t>Class A; Class B; Class C; Class </a:t>
                </a:r>
                <a:r>
                  <a:rPr lang="en-US" dirty="0" smtClean="0">
                    <a:ea typeface="黑体" panose="02010609060101010101" pitchFamily="49" charset="-122"/>
                  </a:rPr>
                  <a:t>D</a:t>
                </a:r>
              </a:p>
              <a:p>
                <a:pPr marL="360363" lvl="5" indent="0">
                  <a:buNone/>
                </a:pPr>
                <a:r>
                  <a:rPr lang="zh-CN" altLang="en-US" dirty="0" smtClean="0">
                    <a:ea typeface="黑体" panose="02010609060101010101" pitchFamily="49" charset="-122"/>
                  </a:rPr>
                  <a:t>与</a:t>
                </a:r>
                <a:r>
                  <a:rPr lang="en-US" altLang="zh-CN" dirty="0" smtClean="0">
                    <a:ea typeface="黑体" panose="02010609060101010101" pitchFamily="49" charset="-122"/>
                  </a:rPr>
                  <a:t>R76 </a:t>
                </a:r>
                <a:r>
                  <a:rPr lang="zh-CN" altLang="en-US" dirty="0" smtClean="0">
                    <a:ea typeface="黑体" panose="02010609060101010101" pitchFamily="49" charset="-122"/>
                  </a:rPr>
                  <a:t>非自动衡器的准确度等级</a:t>
                </a:r>
                <a:r>
                  <a:rPr lang="en-US" altLang="zh-CN" dirty="0" smtClean="0">
                    <a:ea typeface="黑体" panose="02010609060101010101" pitchFamily="49" charset="-122"/>
                  </a:rPr>
                  <a:t>I</a:t>
                </a:r>
                <a:r>
                  <a:rPr lang="zh-CN" altLang="en-US" dirty="0" smtClean="0">
                    <a:ea typeface="黑体" panose="02010609060101010101" pitchFamily="49" charset="-122"/>
                  </a:rPr>
                  <a:t>、</a:t>
                </a:r>
                <a:r>
                  <a:rPr lang="en-US" altLang="zh-CN" dirty="0" smtClean="0">
                    <a:ea typeface="黑体" panose="02010609060101010101" pitchFamily="49" charset="-122"/>
                  </a:rPr>
                  <a:t>II</a:t>
                </a:r>
                <a:r>
                  <a:rPr lang="zh-CN" altLang="en-US" dirty="0" smtClean="0">
                    <a:ea typeface="黑体" panose="02010609060101010101" pitchFamily="49" charset="-122"/>
                  </a:rPr>
                  <a:t>、</a:t>
                </a:r>
                <a:r>
                  <a:rPr lang="en-US" altLang="zh-CN" dirty="0" smtClean="0">
                    <a:ea typeface="黑体" panose="02010609060101010101" pitchFamily="49" charset="-122"/>
                  </a:rPr>
                  <a:t>III</a:t>
                </a:r>
                <a:r>
                  <a:rPr lang="zh-CN" altLang="en-US" dirty="0" smtClean="0">
                    <a:ea typeface="黑体" panose="02010609060101010101" pitchFamily="49" charset="-122"/>
                  </a:rPr>
                  <a:t>、</a:t>
                </a:r>
                <a:r>
                  <a:rPr lang="en-US" altLang="zh-CN" dirty="0" smtClean="0">
                    <a:ea typeface="黑体" panose="02010609060101010101" pitchFamily="49" charset="-122"/>
                  </a:rPr>
                  <a:t>IIII</a:t>
                </a:r>
                <a:r>
                  <a:rPr lang="zh-CN" altLang="en-US" dirty="0" smtClean="0">
                    <a:ea typeface="黑体" panose="02010609060101010101" pitchFamily="49" charset="-122"/>
                  </a:rPr>
                  <a:t>是对应的，也对应于</a:t>
                </a:r>
                <a:r>
                  <a:rPr lang="en-US" altLang="zh-CN" dirty="0" smtClean="0">
                    <a:ea typeface="黑体" panose="02010609060101010101" pitchFamily="49" charset="-122"/>
                  </a:rPr>
                  <a:t>R51</a:t>
                </a:r>
                <a:r>
                  <a:rPr lang="zh-CN" altLang="en-US" dirty="0" smtClean="0">
                    <a:ea typeface="黑体" panose="02010609060101010101" pitchFamily="49" charset="-122"/>
                  </a:rPr>
                  <a:t>的准确度等级</a:t>
                </a:r>
                <a:endParaRPr lang="en-US" dirty="0" smtClean="0">
                  <a:ea typeface="黑体" panose="02010609060101010101" pitchFamily="49" charset="-122"/>
                </a:endParaRPr>
              </a:p>
              <a:p>
                <a:pPr marL="285750" indent="-285750"/>
                <a:r>
                  <a:rPr lang="en-US" dirty="0">
                    <a:ea typeface="黑体" panose="02010609060101010101" pitchFamily="49" charset="-122"/>
                  </a:rPr>
                  <a:t>Maximum number of load cell verification </a:t>
                </a:r>
                <a:r>
                  <a:rPr lang="en-US" dirty="0" smtClean="0">
                    <a:ea typeface="黑体" panose="02010609060101010101" pitchFamily="49" charset="-122"/>
                  </a:rPr>
                  <a:t>intervals</a:t>
                </a:r>
                <a:r>
                  <a:rPr lang="zh-CN" altLang="en-US" dirty="0" smtClean="0">
                    <a:ea typeface="黑体" panose="02010609060101010101" pitchFamily="49" charset="-122"/>
                  </a:rPr>
                  <a:t>，分度数划分与 </a:t>
                </a:r>
                <a:r>
                  <a:rPr lang="en-US" altLang="zh-CN" dirty="0" smtClean="0">
                    <a:ea typeface="黑体" panose="02010609060101010101" pitchFamily="49" charset="-122"/>
                  </a:rPr>
                  <a:t>R76 </a:t>
                </a:r>
                <a:r>
                  <a:rPr lang="zh-CN" altLang="en-US" dirty="0" smtClean="0">
                    <a:ea typeface="黑体" panose="02010609060101010101" pitchFamily="49" charset="-122"/>
                  </a:rPr>
                  <a:t>、</a:t>
                </a:r>
                <a:r>
                  <a:rPr lang="en-US" altLang="zh-CN" dirty="0" smtClean="0">
                    <a:ea typeface="黑体" panose="02010609060101010101" pitchFamily="49" charset="-122"/>
                  </a:rPr>
                  <a:t>R51</a:t>
                </a:r>
                <a:r>
                  <a:rPr lang="zh-CN" altLang="en-US" dirty="0" smtClean="0">
                    <a:ea typeface="黑体" panose="02010609060101010101" pitchFamily="49" charset="-122"/>
                  </a:rPr>
                  <a:t>一致</a:t>
                </a:r>
                <a:endParaRPr lang="en-US" dirty="0">
                  <a:ea typeface="黑体" panose="02010609060101010101" pitchFamily="49" charset="-122"/>
                </a:endParaRPr>
              </a:p>
              <a:p>
                <a:pPr marL="285750" indent="-285750"/>
                <a:endParaRPr lang="en-US" dirty="0" smtClean="0">
                  <a:ea typeface="黑体" panose="02010609060101010101" pitchFamily="49" charset="-122"/>
                </a:endParaRPr>
              </a:p>
              <a:p>
                <a:pPr marL="285750" indent="-285750"/>
                <a:endParaRPr lang="en-US" dirty="0">
                  <a:ea typeface="黑体" panose="02010609060101010101" pitchFamily="49" charset="-122"/>
                </a:endParaRPr>
              </a:p>
              <a:p>
                <a:pPr marL="285750" indent="-285750"/>
                <a:endParaRPr lang="en-US" dirty="0" smtClean="0">
                  <a:ea typeface="黑体" panose="02010609060101010101" pitchFamily="49" charset="-122"/>
                </a:endParaRPr>
              </a:p>
              <a:p>
                <a:pPr marL="285750" indent="-285750"/>
                <a:endParaRPr lang="en-US" dirty="0">
                  <a:ea typeface="黑体" panose="02010609060101010101" pitchFamily="49" charset="-122"/>
                </a:endParaRPr>
              </a:p>
              <a:p>
                <a:pPr marL="285750" indent="-285750"/>
                <a:endParaRPr lang="en-US" dirty="0" smtClean="0">
                  <a:ea typeface="黑体" panose="02010609060101010101" pitchFamily="49" charset="-122"/>
                </a:endParaRPr>
              </a:p>
              <a:p>
                <a:pPr marL="285750" indent="-285750"/>
                <a:r>
                  <a:rPr lang="en-US" dirty="0">
                    <a:ea typeface="黑体" panose="02010609060101010101" pitchFamily="49" charset="-122"/>
                  </a:rPr>
                  <a:t>Minimum load cell verification </a:t>
                </a:r>
                <a:r>
                  <a:rPr lang="en-US" dirty="0" smtClean="0">
                    <a:ea typeface="黑体" panose="02010609060101010101" pitchFamily="49" charset="-122"/>
                  </a:rPr>
                  <a:t>interval</a:t>
                </a:r>
                <a:r>
                  <a:rPr lang="zh-CN" altLang="en-US" dirty="0" smtClean="0">
                    <a:ea typeface="黑体" panose="02010609060101010101" pitchFamily="49" charset="-122"/>
                  </a:rPr>
                  <a:t>，</a:t>
                </a:r>
                <a:endParaRPr lang="en-US" dirty="0" smtClean="0">
                  <a:ea typeface="黑体" panose="02010609060101010101" pitchFamily="49" charset="-122"/>
                </a:endParaRPr>
              </a:p>
              <a:p>
                <a:pPr marL="361950" lvl="2" indent="0">
                  <a:spcAft>
                    <a:spcPts val="600"/>
                  </a:spcAft>
                  <a:buNone/>
                </a:pPr>
                <a:r>
                  <a:rPr lang="en-US" dirty="0">
                    <a:ea typeface="黑体" panose="02010609060101010101" pitchFamily="49" charset="-122"/>
                  </a:rPr>
                  <a:t>The minimum load cell verification interval, </a:t>
                </a:r>
                <a14:m>
                  <m:oMath xmlns:m="http://schemas.openxmlformats.org/officeDocument/2006/math">
                    <m:sSub>
                      <m:sSubPr>
                        <m:ctrlPr>
                          <a:rPr lang="en-US" altLang="zh-CN" i="1" dirty="0" smtClean="0">
                            <a:latin typeface="Cambria Math"/>
                            <a:ea typeface="黑体" panose="02010609060101010101" pitchFamily="49" charset="-122"/>
                          </a:rPr>
                        </m:ctrlPr>
                      </m:sSubPr>
                      <m:e>
                        <m:r>
                          <a:rPr lang="en-US" altLang="zh-CN" b="0" i="1" dirty="0" smtClean="0">
                            <a:latin typeface="Cambria Math"/>
                            <a:ea typeface="黑体" panose="02010609060101010101" pitchFamily="49" charset="-122"/>
                          </a:rPr>
                          <m:t>𝑣</m:t>
                        </m:r>
                      </m:e>
                      <m:sub>
                        <m:r>
                          <a:rPr lang="en-US" altLang="zh-CN" b="0" i="1" dirty="0" smtClean="0">
                            <a:latin typeface="Cambria Math"/>
                            <a:ea typeface="黑体" panose="02010609060101010101" pitchFamily="49" charset="-122"/>
                          </a:rPr>
                          <m:t>𝑚𝑖𝑛</m:t>
                        </m:r>
                      </m:sub>
                    </m:sSub>
                  </m:oMath>
                </a14:m>
                <a:r>
                  <a:rPr lang="en-US" dirty="0">
                    <a:ea typeface="黑体" panose="02010609060101010101" pitchFamily="49" charset="-122"/>
                  </a:rPr>
                  <a:t>, shall be </a:t>
                </a:r>
                <a:r>
                  <a:rPr lang="en-US" b="1" dirty="0">
                    <a:ea typeface="黑体" panose="02010609060101010101" pitchFamily="49" charset="-122"/>
                  </a:rPr>
                  <a:t>specified by the </a:t>
                </a:r>
                <a:r>
                  <a:rPr lang="en-US" b="1" dirty="0" smtClean="0">
                    <a:ea typeface="黑体" panose="02010609060101010101" pitchFamily="49" charset="-122"/>
                  </a:rPr>
                  <a:t>manufacturer</a:t>
                </a:r>
                <a:r>
                  <a:rPr lang="en-US" dirty="0" smtClean="0">
                    <a:ea typeface="黑体" panose="02010609060101010101" pitchFamily="49" charset="-122"/>
                  </a:rPr>
                  <a:t>.</a:t>
                </a:r>
              </a:p>
              <a:p>
                <a:pPr marL="361950" lvl="2" indent="457200">
                  <a:buNone/>
                </a:pPr>
                <a:r>
                  <a:rPr lang="zh-CN" altLang="en-US" dirty="0" smtClean="0">
                    <a:ea typeface="黑体" panose="02010609060101010101" pitchFamily="49" charset="-122"/>
                  </a:rPr>
                  <a:t>最小检定分度值是传感器独立的一个技术指标，由制造商根据产品的市场应用要求或配套使用的衡器确定，与衡器的检定分度值有对应的关系。产品的 </a:t>
                </a:r>
                <a14:m>
                  <m:oMath xmlns:m="http://schemas.openxmlformats.org/officeDocument/2006/math">
                    <m:sSub>
                      <m:sSubPr>
                        <m:ctrlPr>
                          <a:rPr lang="en-US" altLang="zh-CN" i="1" smtClean="0">
                            <a:latin typeface="Cambria Math"/>
                            <a:ea typeface="黑体" panose="02010609060101010101" pitchFamily="49" charset="-122"/>
                          </a:rPr>
                        </m:ctrlPr>
                      </m:sSubPr>
                      <m:e>
                        <m:r>
                          <a:rPr lang="en-US" altLang="zh-CN" b="0" i="1" smtClean="0">
                            <a:latin typeface="Cambria Math"/>
                            <a:ea typeface="黑体" panose="02010609060101010101" pitchFamily="49" charset="-122"/>
                          </a:rPr>
                          <m:t>𝑣</m:t>
                        </m:r>
                      </m:e>
                      <m:sub>
                        <m:r>
                          <a:rPr lang="en-US" altLang="zh-CN" b="0" i="1" smtClean="0">
                            <a:latin typeface="Cambria Math"/>
                            <a:ea typeface="黑体" panose="02010609060101010101" pitchFamily="49" charset="-122"/>
                          </a:rPr>
                          <m:t>𝑚𝑖𝑛</m:t>
                        </m:r>
                      </m:sub>
                    </m:sSub>
                  </m:oMath>
                </a14:m>
                <a:r>
                  <a:rPr lang="zh-CN" altLang="en-US" dirty="0" smtClean="0">
                    <a:ea typeface="黑体" panose="02010609060101010101" pitchFamily="49" charset="-122"/>
                  </a:rPr>
                  <a:t> 是考虑了温度对最小静载荷输出的影响、大气压力的影响、干扰对称量结果的影响</a:t>
                </a:r>
                <a:r>
                  <a:rPr lang="en-US" altLang="zh-CN" dirty="0" smtClean="0">
                    <a:ea typeface="黑体" panose="02010609060101010101" pitchFamily="49" charset="-122"/>
                  </a:rPr>
                  <a:t>(</a:t>
                </a:r>
                <a:r>
                  <a:rPr lang="zh-CN" altLang="en-US" dirty="0" smtClean="0">
                    <a:ea typeface="黑体" panose="02010609060101010101" pitchFamily="49" charset="-122"/>
                  </a:rPr>
                  <a:t>如适用</a:t>
                </a:r>
                <a:r>
                  <a:rPr lang="en-US" altLang="zh-CN" dirty="0" smtClean="0">
                    <a:ea typeface="黑体" panose="02010609060101010101" pitchFamily="49" charset="-122"/>
                  </a:rPr>
                  <a:t>)</a:t>
                </a:r>
                <a:r>
                  <a:rPr lang="zh-CN" altLang="en-US" dirty="0" smtClean="0">
                    <a:ea typeface="黑体" panose="02010609060101010101" pitchFamily="49" charset="-122"/>
                  </a:rPr>
                  <a:t>后给出的。</a:t>
                </a:r>
                <a:endParaRPr lang="en-US" dirty="0" smtClean="0">
                  <a:ea typeface="黑体" panose="02010609060101010101" pitchFamily="49" charset="-122"/>
                </a:endParaRPr>
              </a:p>
              <a:p>
                <a:pPr marL="361950" lvl="2" indent="0">
                  <a:buNone/>
                </a:pPr>
                <a:endParaRPr lang="en-US" dirty="0">
                  <a:ea typeface="黑体" panose="02010609060101010101" pitchFamily="49" charset="-122"/>
                </a:endParaRPr>
              </a:p>
            </p:txBody>
          </p:sp>
        </mc:Choice>
        <mc:Fallback xmlns="">
          <p:sp>
            <p:nvSpPr>
              <p:cNvPr id="4" name="Content Placeholder 3"/>
              <p:cNvSpPr>
                <a:spLocks noGrp="1" noRot="1" noChangeAspect="1" noMove="1" noResize="1" noEditPoints="1" noAdjustHandles="1" noChangeArrowheads="1" noChangeShapeType="1" noTextEdit="1"/>
              </p:cNvSpPr>
              <p:nvPr>
                <p:ph idx="1"/>
              </p:nvPr>
            </p:nvSpPr>
            <p:spPr>
              <a:xfrm>
                <a:off x="395288" y="1042972"/>
                <a:ext cx="8172000" cy="5256000"/>
              </a:xfrm>
              <a:blipFill rotWithShape="1">
                <a:blip r:embed="rId3"/>
                <a:stretch>
                  <a:fillRect l="-1418" t="-1160" r="-1045"/>
                </a:stretch>
              </a:blipFill>
            </p:spPr>
            <p:txBody>
              <a:bodyPr/>
              <a:lstStyle/>
              <a:p>
                <a:r>
                  <a:rPr lang="zh-CN" altLang="en-US">
                    <a:noFill/>
                  </a:rPr>
                  <a:t> </a:t>
                </a:r>
              </a:p>
            </p:txBody>
          </p:sp>
        </mc:Fallback>
      </mc:AlternateContent>
      <p:sp>
        <p:nvSpPr>
          <p:cNvPr id="11" name="Footer Placeholder 10"/>
          <p:cNvSpPr>
            <a:spLocks noGrp="1"/>
          </p:cNvSpPr>
          <p:nvPr>
            <p:ph type="ftr" sz="quarter" idx="101"/>
          </p:nvPr>
        </p:nvSpPr>
        <p:spPr/>
        <p:txBody>
          <a:bodyPr/>
          <a:lstStyle/>
          <a:p>
            <a:r>
              <a:rPr lang="en-US" smtClean="0"/>
              <a:t>For internal use - Confidential</a:t>
            </a:r>
            <a:endParaRPr lang="en-US" dirty="0"/>
          </a:p>
        </p:txBody>
      </p:sp>
      <p:sp>
        <p:nvSpPr>
          <p:cNvPr id="12" name="Slide Number Placeholder 11"/>
          <p:cNvSpPr>
            <a:spLocks noGrp="1"/>
          </p:cNvSpPr>
          <p:nvPr>
            <p:ph type="sldNum" sz="quarter" idx="100"/>
          </p:nvPr>
        </p:nvSpPr>
        <p:spPr/>
        <p:txBody>
          <a:bodyPr/>
          <a:lstStyle/>
          <a:p>
            <a:fld id="{2B2B68EE-DD1E-4368-AFCE-24A50EC7BF18}" type="slidenum">
              <a:rPr lang="en-US" smtClean="0"/>
              <a:pPr/>
              <a:t>25</a:t>
            </a:fld>
            <a:endParaRPr lang="en-US" dirty="0"/>
          </a:p>
        </p:txBody>
      </p:sp>
      <p:graphicFrame>
        <p:nvGraphicFramePr>
          <p:cNvPr id="7" name="表格 6"/>
          <p:cNvGraphicFramePr>
            <a:graphicFrameLocks noGrp="1"/>
          </p:cNvGraphicFramePr>
          <p:nvPr>
            <p:extLst>
              <p:ext uri="{D42A27DB-BD31-4B8C-83A1-F6EECF244321}">
                <p14:modId xmlns:p14="http://schemas.microsoft.com/office/powerpoint/2010/main" val="1295871523"/>
              </p:ext>
            </p:extLst>
          </p:nvPr>
        </p:nvGraphicFramePr>
        <p:xfrm>
          <a:off x="911543" y="2404017"/>
          <a:ext cx="7380000" cy="1583999"/>
        </p:xfrm>
        <a:graphic>
          <a:graphicData uri="http://schemas.openxmlformats.org/drawingml/2006/table">
            <a:tbl>
              <a:tblPr firstRow="1" firstCol="1" lastRow="1" lastCol="1" bandRow="1" bandCol="1">
                <a:tableStyleId>{72833802-FEF1-4C79-8D5D-14CF1EAF98D9}</a:tableStyleId>
              </a:tblPr>
              <a:tblGrid>
                <a:gridCol w="2050964"/>
                <a:gridCol w="1572588"/>
                <a:gridCol w="1347923"/>
                <a:gridCol w="1213163"/>
                <a:gridCol w="1195362"/>
              </a:tblGrid>
              <a:tr h="528558">
                <a:tc>
                  <a:txBody>
                    <a:bodyPr/>
                    <a:lstStyle/>
                    <a:p>
                      <a:pPr>
                        <a:lnSpc>
                          <a:spcPct val="115000"/>
                        </a:lnSpc>
                        <a:spcAft>
                          <a:spcPts val="1000"/>
                        </a:spcAft>
                      </a:pPr>
                      <a:r>
                        <a:rPr lang="en-US" sz="1600" dirty="0">
                          <a:effectLst/>
                        </a:rPr>
                        <a:t> </a:t>
                      </a:r>
                      <a:endParaRPr lang="zh-CN" sz="1600" dirty="0">
                        <a:solidFill>
                          <a:srgbClr val="004696"/>
                        </a:solidFill>
                        <a:effectLst/>
                        <a:latin typeface="Calibri"/>
                        <a:ea typeface="宋体"/>
                        <a:cs typeface="Times New Roman"/>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nSpc>
                          <a:spcPts val="550"/>
                        </a:lnSpc>
                        <a:spcBef>
                          <a:spcPts val="25"/>
                        </a:spcBef>
                        <a:spcAft>
                          <a:spcPts val="0"/>
                        </a:spcAft>
                      </a:pPr>
                      <a:r>
                        <a:rPr lang="en-US" sz="1600" dirty="0">
                          <a:effectLst/>
                        </a:rPr>
                        <a:t> </a:t>
                      </a:r>
                      <a:endParaRPr lang="zh-CN" sz="1600" dirty="0">
                        <a:effectLst/>
                      </a:endParaRPr>
                    </a:p>
                    <a:p>
                      <a:pPr marL="297815">
                        <a:lnSpc>
                          <a:spcPct val="115000"/>
                        </a:lnSpc>
                        <a:spcAft>
                          <a:spcPts val="0"/>
                        </a:spcAft>
                      </a:pPr>
                      <a:r>
                        <a:rPr lang="en-US" sz="1600" spc="-5" dirty="0">
                          <a:effectLst/>
                        </a:rPr>
                        <a:t>C</a:t>
                      </a:r>
                      <a:r>
                        <a:rPr lang="en-US" sz="1600" spc="5" dirty="0">
                          <a:effectLst/>
                        </a:rPr>
                        <a:t>l</a:t>
                      </a:r>
                      <a:r>
                        <a:rPr lang="en-US" sz="1600" dirty="0">
                          <a:effectLst/>
                        </a:rPr>
                        <a:t>ass</a:t>
                      </a:r>
                      <a:r>
                        <a:rPr lang="en-US" sz="1600" spc="5" dirty="0">
                          <a:effectLst/>
                        </a:rPr>
                        <a:t> </a:t>
                      </a:r>
                      <a:r>
                        <a:rPr lang="en-US" sz="1600" dirty="0">
                          <a:effectLst/>
                        </a:rPr>
                        <a:t>A</a:t>
                      </a:r>
                      <a:endParaRPr lang="zh-CN" sz="1600" dirty="0">
                        <a:solidFill>
                          <a:srgbClr val="004696"/>
                        </a:solidFill>
                        <a:effectLst/>
                        <a:latin typeface="Calibri"/>
                        <a:ea typeface="宋体"/>
                        <a:cs typeface="Times New Roman"/>
                      </a:endParaRP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nSpc>
                          <a:spcPts val="550"/>
                        </a:lnSpc>
                        <a:spcBef>
                          <a:spcPts val="25"/>
                        </a:spcBef>
                        <a:spcAft>
                          <a:spcPts val="0"/>
                        </a:spcAft>
                      </a:pPr>
                      <a:r>
                        <a:rPr lang="en-US" sz="1600" dirty="0">
                          <a:effectLst/>
                        </a:rPr>
                        <a:t> </a:t>
                      </a:r>
                      <a:endParaRPr lang="zh-CN" sz="1600" dirty="0">
                        <a:effectLst/>
                      </a:endParaRPr>
                    </a:p>
                    <a:p>
                      <a:pPr marL="224790">
                        <a:lnSpc>
                          <a:spcPct val="115000"/>
                        </a:lnSpc>
                        <a:spcAft>
                          <a:spcPts val="0"/>
                        </a:spcAft>
                      </a:pPr>
                      <a:r>
                        <a:rPr lang="en-US" sz="1600" spc="-5" dirty="0">
                          <a:effectLst/>
                        </a:rPr>
                        <a:t>C</a:t>
                      </a:r>
                      <a:r>
                        <a:rPr lang="en-US" sz="1600" spc="5" dirty="0">
                          <a:effectLst/>
                        </a:rPr>
                        <a:t>l</a:t>
                      </a:r>
                      <a:r>
                        <a:rPr lang="en-US" sz="1600" dirty="0">
                          <a:effectLst/>
                        </a:rPr>
                        <a:t>ass</a:t>
                      </a:r>
                      <a:r>
                        <a:rPr lang="en-US" sz="1600" spc="-10" dirty="0">
                          <a:effectLst/>
                        </a:rPr>
                        <a:t> </a:t>
                      </a:r>
                      <a:r>
                        <a:rPr lang="en-US" sz="1600" dirty="0">
                          <a:effectLst/>
                        </a:rPr>
                        <a:t>B</a:t>
                      </a:r>
                      <a:endParaRPr lang="zh-CN" sz="1600" dirty="0">
                        <a:solidFill>
                          <a:srgbClr val="004696"/>
                        </a:solidFill>
                        <a:effectLst/>
                        <a:latin typeface="Calibri"/>
                        <a:ea typeface="宋体"/>
                        <a:cs typeface="Times New Roman"/>
                      </a:endParaRP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nSpc>
                          <a:spcPts val="550"/>
                        </a:lnSpc>
                        <a:spcBef>
                          <a:spcPts val="25"/>
                        </a:spcBef>
                        <a:spcAft>
                          <a:spcPts val="0"/>
                        </a:spcAft>
                      </a:pPr>
                      <a:r>
                        <a:rPr lang="en-US" sz="1600" dirty="0">
                          <a:effectLst/>
                        </a:rPr>
                        <a:t> </a:t>
                      </a:r>
                      <a:endParaRPr lang="zh-CN" sz="1600" dirty="0">
                        <a:effectLst/>
                      </a:endParaRPr>
                    </a:p>
                    <a:p>
                      <a:pPr marL="175895">
                        <a:lnSpc>
                          <a:spcPct val="115000"/>
                        </a:lnSpc>
                        <a:spcAft>
                          <a:spcPts val="0"/>
                        </a:spcAft>
                      </a:pPr>
                      <a:r>
                        <a:rPr lang="en-US" sz="1600" spc="-5" dirty="0">
                          <a:effectLst/>
                        </a:rPr>
                        <a:t>C</a:t>
                      </a:r>
                      <a:r>
                        <a:rPr lang="en-US" sz="1600" spc="5" dirty="0">
                          <a:effectLst/>
                        </a:rPr>
                        <a:t>l</a:t>
                      </a:r>
                      <a:r>
                        <a:rPr lang="en-US" sz="1600" dirty="0">
                          <a:effectLst/>
                        </a:rPr>
                        <a:t>ass</a:t>
                      </a:r>
                      <a:r>
                        <a:rPr lang="en-US" sz="1600" spc="5" dirty="0">
                          <a:effectLst/>
                        </a:rPr>
                        <a:t> </a:t>
                      </a:r>
                      <a:r>
                        <a:rPr lang="en-US" sz="1600" dirty="0">
                          <a:effectLst/>
                        </a:rPr>
                        <a:t>C</a:t>
                      </a:r>
                      <a:endParaRPr lang="zh-CN" sz="1600" dirty="0">
                        <a:solidFill>
                          <a:srgbClr val="004696"/>
                        </a:solidFill>
                        <a:effectLst/>
                        <a:latin typeface="Calibri"/>
                        <a:ea typeface="宋体"/>
                        <a:cs typeface="Times New Roman"/>
                      </a:endParaRP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nSpc>
                          <a:spcPts val="550"/>
                        </a:lnSpc>
                        <a:spcBef>
                          <a:spcPts val="25"/>
                        </a:spcBef>
                        <a:spcAft>
                          <a:spcPts val="0"/>
                        </a:spcAft>
                      </a:pPr>
                      <a:r>
                        <a:rPr lang="en-US" sz="1600" dirty="0">
                          <a:effectLst/>
                        </a:rPr>
                        <a:t> </a:t>
                      </a:r>
                      <a:endParaRPr lang="zh-CN" sz="1600" dirty="0">
                        <a:effectLst/>
                      </a:endParaRPr>
                    </a:p>
                    <a:p>
                      <a:pPr marL="170180">
                        <a:lnSpc>
                          <a:spcPct val="115000"/>
                        </a:lnSpc>
                        <a:spcAft>
                          <a:spcPts val="0"/>
                        </a:spcAft>
                      </a:pPr>
                      <a:r>
                        <a:rPr lang="en-US" sz="1600" spc="-5" dirty="0">
                          <a:effectLst/>
                        </a:rPr>
                        <a:t>C</a:t>
                      </a:r>
                      <a:r>
                        <a:rPr lang="en-US" sz="1600" spc="5" dirty="0">
                          <a:effectLst/>
                        </a:rPr>
                        <a:t>l</a:t>
                      </a:r>
                      <a:r>
                        <a:rPr lang="en-US" sz="1600" dirty="0">
                          <a:effectLst/>
                        </a:rPr>
                        <a:t>ass</a:t>
                      </a:r>
                      <a:r>
                        <a:rPr lang="en-US" sz="1600" spc="5" dirty="0">
                          <a:effectLst/>
                        </a:rPr>
                        <a:t> </a:t>
                      </a:r>
                      <a:r>
                        <a:rPr lang="en-US" sz="1600" dirty="0">
                          <a:effectLst/>
                        </a:rPr>
                        <a:t>D</a:t>
                      </a:r>
                      <a:endParaRPr lang="zh-CN" sz="1600" dirty="0">
                        <a:solidFill>
                          <a:srgbClr val="004696"/>
                        </a:solidFill>
                        <a:effectLst/>
                        <a:latin typeface="Calibri"/>
                        <a:ea typeface="宋体"/>
                        <a:cs typeface="Times New Roman"/>
                      </a:endParaRP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528558">
                <a:tc>
                  <a:txBody>
                    <a:bodyPr/>
                    <a:lstStyle/>
                    <a:p>
                      <a:pPr>
                        <a:lnSpc>
                          <a:spcPts val="500"/>
                        </a:lnSpc>
                        <a:spcBef>
                          <a:spcPts val="40"/>
                        </a:spcBef>
                        <a:spcAft>
                          <a:spcPts val="0"/>
                        </a:spcAft>
                      </a:pPr>
                      <a:r>
                        <a:rPr lang="en-US" sz="1600" dirty="0">
                          <a:effectLst/>
                        </a:rPr>
                        <a:t> </a:t>
                      </a:r>
                      <a:endParaRPr lang="zh-CN" sz="1600" dirty="0">
                        <a:effectLst/>
                      </a:endParaRPr>
                    </a:p>
                    <a:p>
                      <a:pPr marL="23495">
                        <a:lnSpc>
                          <a:spcPct val="115000"/>
                        </a:lnSpc>
                        <a:spcAft>
                          <a:spcPts val="0"/>
                        </a:spcAft>
                      </a:pPr>
                      <a:r>
                        <a:rPr lang="en-US" sz="1600" b="0" dirty="0">
                          <a:effectLst/>
                        </a:rPr>
                        <a:t>Lo</a:t>
                      </a:r>
                      <a:r>
                        <a:rPr lang="en-US" sz="1600" b="0" spc="-5" dirty="0">
                          <a:effectLst/>
                        </a:rPr>
                        <a:t>w</a:t>
                      </a:r>
                      <a:r>
                        <a:rPr lang="en-US" sz="1600" b="0" dirty="0">
                          <a:effectLst/>
                        </a:rPr>
                        <a:t>er</a:t>
                      </a:r>
                      <a:r>
                        <a:rPr lang="en-US" sz="1600" b="0" spc="5" dirty="0">
                          <a:effectLst/>
                        </a:rPr>
                        <a:t> </a:t>
                      </a:r>
                      <a:r>
                        <a:rPr lang="en-US" sz="1600" b="0" spc="-5" dirty="0">
                          <a:effectLst/>
                        </a:rPr>
                        <a:t>l</a:t>
                      </a:r>
                      <a:r>
                        <a:rPr lang="en-US" sz="1600" b="0" spc="5" dirty="0">
                          <a:effectLst/>
                        </a:rPr>
                        <a:t>i</a:t>
                      </a:r>
                      <a:r>
                        <a:rPr lang="en-US" sz="1600" b="0" spc="-20" dirty="0">
                          <a:effectLst/>
                        </a:rPr>
                        <a:t>m</a:t>
                      </a:r>
                      <a:r>
                        <a:rPr lang="en-US" sz="1600" b="0" spc="5" dirty="0">
                          <a:effectLst/>
                        </a:rPr>
                        <a:t>it</a:t>
                      </a:r>
                      <a:endParaRPr lang="zh-CN" sz="1600" b="0" dirty="0">
                        <a:solidFill>
                          <a:srgbClr val="004696"/>
                        </a:solidFill>
                        <a:effectLst/>
                        <a:latin typeface="Calibri"/>
                        <a:ea typeface="宋体"/>
                        <a:cs typeface="Times New Roman"/>
                      </a:endParaRPr>
                    </a:p>
                  </a:txBody>
                  <a:tcPr marL="0" marR="0" marT="0" marB="0" anchor="ctr">
                    <a:lnT w="12700" cap="flat" cmpd="sng" algn="ctr">
                      <a:solidFill>
                        <a:schemeClr val="tx1"/>
                      </a:solidFill>
                      <a:prstDash val="solid"/>
                      <a:round/>
                      <a:headEnd type="none" w="med" len="med"/>
                      <a:tailEnd type="none" w="med" len="med"/>
                    </a:lnT>
                  </a:tcPr>
                </a:tc>
                <a:tc>
                  <a:txBody>
                    <a:bodyPr/>
                    <a:lstStyle/>
                    <a:p>
                      <a:pPr>
                        <a:lnSpc>
                          <a:spcPts val="500"/>
                        </a:lnSpc>
                        <a:spcBef>
                          <a:spcPts val="40"/>
                        </a:spcBef>
                        <a:spcAft>
                          <a:spcPts val="0"/>
                        </a:spcAft>
                      </a:pPr>
                      <a:r>
                        <a:rPr lang="en-US" sz="1600" dirty="0">
                          <a:effectLst/>
                        </a:rPr>
                        <a:t> </a:t>
                      </a:r>
                      <a:endParaRPr lang="zh-CN" sz="1600" dirty="0">
                        <a:effectLst/>
                      </a:endParaRPr>
                    </a:p>
                    <a:p>
                      <a:pPr marL="333375">
                        <a:lnSpc>
                          <a:spcPct val="115000"/>
                        </a:lnSpc>
                        <a:spcAft>
                          <a:spcPts val="0"/>
                        </a:spcAft>
                      </a:pPr>
                      <a:r>
                        <a:rPr lang="en-US" sz="1600" dirty="0">
                          <a:effectLst/>
                        </a:rPr>
                        <a:t>50 000</a:t>
                      </a:r>
                      <a:endParaRPr lang="zh-CN" sz="1600" dirty="0">
                        <a:solidFill>
                          <a:srgbClr val="004696"/>
                        </a:solidFill>
                        <a:effectLst/>
                        <a:latin typeface="Calibri"/>
                        <a:ea typeface="宋体"/>
                        <a:cs typeface="Times New Roman"/>
                      </a:endParaRPr>
                    </a:p>
                  </a:txBody>
                  <a:tcPr marL="0" marR="0" marT="0" marB="0" anchor="ctr">
                    <a:lnT w="12700" cap="flat" cmpd="sng" algn="ctr">
                      <a:solidFill>
                        <a:schemeClr val="tx1"/>
                      </a:solidFill>
                      <a:prstDash val="solid"/>
                      <a:round/>
                      <a:headEnd type="none" w="med" len="med"/>
                      <a:tailEnd type="none" w="med" len="med"/>
                    </a:lnT>
                  </a:tcPr>
                </a:tc>
                <a:tc>
                  <a:txBody>
                    <a:bodyPr/>
                    <a:lstStyle/>
                    <a:p>
                      <a:pPr>
                        <a:lnSpc>
                          <a:spcPts val="500"/>
                        </a:lnSpc>
                        <a:spcBef>
                          <a:spcPts val="40"/>
                        </a:spcBef>
                        <a:spcAft>
                          <a:spcPts val="0"/>
                        </a:spcAft>
                      </a:pPr>
                      <a:r>
                        <a:rPr lang="en-US" sz="1600" dirty="0">
                          <a:effectLst/>
                        </a:rPr>
                        <a:t> </a:t>
                      </a:r>
                      <a:endParaRPr lang="zh-CN" sz="1600" dirty="0">
                        <a:effectLst/>
                      </a:endParaRPr>
                    </a:p>
                    <a:p>
                      <a:pPr marL="293370">
                        <a:lnSpc>
                          <a:spcPct val="115000"/>
                        </a:lnSpc>
                        <a:spcAft>
                          <a:spcPts val="0"/>
                        </a:spcAft>
                      </a:pPr>
                      <a:r>
                        <a:rPr lang="en-US" sz="1600" dirty="0">
                          <a:effectLst/>
                        </a:rPr>
                        <a:t>5 000</a:t>
                      </a:r>
                      <a:endParaRPr lang="zh-CN" sz="1600" dirty="0">
                        <a:solidFill>
                          <a:srgbClr val="004696"/>
                        </a:solidFill>
                        <a:effectLst/>
                        <a:latin typeface="Calibri"/>
                        <a:ea typeface="宋体"/>
                        <a:cs typeface="Times New Roman"/>
                      </a:endParaRPr>
                    </a:p>
                  </a:txBody>
                  <a:tcPr marL="0" marR="0" marT="0" marB="0" anchor="ctr">
                    <a:lnT w="12700" cap="flat" cmpd="sng" algn="ctr">
                      <a:solidFill>
                        <a:schemeClr val="tx1"/>
                      </a:solidFill>
                      <a:prstDash val="solid"/>
                      <a:round/>
                      <a:headEnd type="none" w="med" len="med"/>
                      <a:tailEnd type="none" w="med" len="med"/>
                    </a:lnT>
                  </a:tcPr>
                </a:tc>
                <a:tc>
                  <a:txBody>
                    <a:bodyPr/>
                    <a:lstStyle/>
                    <a:p>
                      <a:pPr>
                        <a:lnSpc>
                          <a:spcPts val="500"/>
                        </a:lnSpc>
                        <a:spcBef>
                          <a:spcPts val="40"/>
                        </a:spcBef>
                        <a:spcAft>
                          <a:spcPts val="0"/>
                        </a:spcAft>
                      </a:pPr>
                      <a:r>
                        <a:rPr lang="en-US" sz="1600" b="1" dirty="0">
                          <a:effectLst/>
                        </a:rPr>
                        <a:t> </a:t>
                      </a:r>
                      <a:endParaRPr lang="zh-CN" sz="1600" b="1" dirty="0">
                        <a:effectLst/>
                      </a:endParaRPr>
                    </a:p>
                    <a:p>
                      <a:pPr marL="276225" marR="266700" algn="ctr">
                        <a:lnSpc>
                          <a:spcPct val="115000"/>
                        </a:lnSpc>
                        <a:spcAft>
                          <a:spcPts val="0"/>
                        </a:spcAft>
                      </a:pPr>
                      <a:r>
                        <a:rPr lang="en-US" sz="1600" b="1" dirty="0">
                          <a:effectLst/>
                        </a:rPr>
                        <a:t>500</a:t>
                      </a:r>
                      <a:endParaRPr lang="zh-CN" sz="1600" b="1" dirty="0">
                        <a:solidFill>
                          <a:srgbClr val="004696"/>
                        </a:solidFill>
                        <a:effectLst/>
                        <a:latin typeface="Calibri"/>
                        <a:ea typeface="宋体"/>
                        <a:cs typeface="Times New Roman"/>
                      </a:endParaRPr>
                    </a:p>
                  </a:txBody>
                  <a:tcPr marL="0" marR="0" marT="0" marB="0" anchor="ctr">
                    <a:lnT w="12700" cap="flat" cmpd="sng" algn="ctr">
                      <a:solidFill>
                        <a:schemeClr val="tx1"/>
                      </a:solidFill>
                      <a:prstDash val="solid"/>
                      <a:round/>
                      <a:headEnd type="none" w="med" len="med"/>
                      <a:tailEnd type="none" w="med" len="med"/>
                    </a:lnT>
                    <a:solidFill>
                      <a:schemeClr val="bg2">
                        <a:lumMod val="20000"/>
                        <a:lumOff val="80000"/>
                      </a:schemeClr>
                    </a:solidFill>
                  </a:tcPr>
                </a:tc>
                <a:tc>
                  <a:txBody>
                    <a:bodyPr/>
                    <a:lstStyle/>
                    <a:p>
                      <a:pPr>
                        <a:lnSpc>
                          <a:spcPts val="500"/>
                        </a:lnSpc>
                        <a:spcBef>
                          <a:spcPts val="40"/>
                        </a:spcBef>
                        <a:spcAft>
                          <a:spcPts val="0"/>
                        </a:spcAft>
                      </a:pPr>
                      <a:r>
                        <a:rPr lang="en-US" sz="1600" dirty="0">
                          <a:effectLst/>
                        </a:rPr>
                        <a:t> </a:t>
                      </a:r>
                      <a:endParaRPr lang="zh-CN" sz="1600" dirty="0">
                        <a:effectLst/>
                      </a:endParaRPr>
                    </a:p>
                    <a:p>
                      <a:pPr marL="270510" marR="262255" algn="ctr">
                        <a:lnSpc>
                          <a:spcPct val="115000"/>
                        </a:lnSpc>
                        <a:spcAft>
                          <a:spcPts val="0"/>
                        </a:spcAft>
                      </a:pPr>
                      <a:r>
                        <a:rPr lang="en-US" sz="1600" b="0" dirty="0">
                          <a:effectLst/>
                        </a:rPr>
                        <a:t>100</a:t>
                      </a:r>
                      <a:endParaRPr lang="zh-CN" sz="1600" b="0" dirty="0">
                        <a:solidFill>
                          <a:srgbClr val="004696"/>
                        </a:solidFill>
                        <a:effectLst/>
                        <a:latin typeface="Calibri"/>
                        <a:ea typeface="宋体"/>
                        <a:cs typeface="Times New Roman"/>
                      </a:endParaRPr>
                    </a:p>
                  </a:txBody>
                  <a:tcPr marL="0" marR="0" marT="0" marB="0" anchor="ctr">
                    <a:lnT w="12700" cap="flat" cmpd="sng" algn="ctr">
                      <a:solidFill>
                        <a:schemeClr val="tx1"/>
                      </a:solidFill>
                      <a:prstDash val="solid"/>
                      <a:round/>
                      <a:headEnd type="none" w="med" len="med"/>
                      <a:tailEnd type="none" w="med" len="med"/>
                    </a:lnT>
                  </a:tcPr>
                </a:tc>
              </a:tr>
              <a:tr h="526883">
                <a:tc>
                  <a:txBody>
                    <a:bodyPr/>
                    <a:lstStyle/>
                    <a:p>
                      <a:pPr>
                        <a:lnSpc>
                          <a:spcPts val="500"/>
                        </a:lnSpc>
                        <a:spcBef>
                          <a:spcPts val="40"/>
                        </a:spcBef>
                        <a:spcAft>
                          <a:spcPts val="0"/>
                        </a:spcAft>
                      </a:pPr>
                      <a:r>
                        <a:rPr lang="en-US" sz="1600" b="0" dirty="0">
                          <a:effectLst/>
                        </a:rPr>
                        <a:t> </a:t>
                      </a:r>
                      <a:endParaRPr lang="zh-CN" sz="1600" b="0" dirty="0">
                        <a:effectLst/>
                      </a:endParaRPr>
                    </a:p>
                    <a:p>
                      <a:pPr marL="23495">
                        <a:lnSpc>
                          <a:spcPct val="115000"/>
                        </a:lnSpc>
                        <a:spcAft>
                          <a:spcPts val="0"/>
                        </a:spcAft>
                      </a:pPr>
                      <a:r>
                        <a:rPr lang="en-US" sz="1600" b="0" spc="-5" dirty="0">
                          <a:effectLst/>
                        </a:rPr>
                        <a:t>U</a:t>
                      </a:r>
                      <a:r>
                        <a:rPr lang="en-US" sz="1600" b="0" dirty="0">
                          <a:effectLst/>
                        </a:rPr>
                        <a:t>pper</a:t>
                      </a:r>
                      <a:r>
                        <a:rPr lang="en-US" sz="1600" b="0" spc="-5" dirty="0">
                          <a:effectLst/>
                        </a:rPr>
                        <a:t> </a:t>
                      </a:r>
                      <a:r>
                        <a:rPr lang="en-US" sz="1600" b="0" spc="5" dirty="0">
                          <a:effectLst/>
                        </a:rPr>
                        <a:t>li</a:t>
                      </a:r>
                      <a:r>
                        <a:rPr lang="en-US" sz="1600" b="0" spc="-20" dirty="0">
                          <a:effectLst/>
                        </a:rPr>
                        <a:t>m</a:t>
                      </a:r>
                      <a:r>
                        <a:rPr lang="en-US" sz="1600" b="0" spc="5" dirty="0">
                          <a:effectLst/>
                        </a:rPr>
                        <a:t>it</a:t>
                      </a:r>
                      <a:endParaRPr lang="zh-CN" sz="1600" b="0" dirty="0">
                        <a:solidFill>
                          <a:srgbClr val="004696"/>
                        </a:solidFill>
                        <a:effectLst/>
                        <a:latin typeface="Calibri"/>
                        <a:ea typeface="宋体"/>
                        <a:cs typeface="Times New Roman"/>
                      </a:endParaRPr>
                    </a:p>
                  </a:txBody>
                  <a:tcPr marL="0" marR="0" marT="0" marB="0" anchor="ctr"/>
                </a:tc>
                <a:tc>
                  <a:txBody>
                    <a:bodyPr/>
                    <a:lstStyle/>
                    <a:p>
                      <a:pPr>
                        <a:lnSpc>
                          <a:spcPts val="500"/>
                        </a:lnSpc>
                        <a:spcBef>
                          <a:spcPts val="40"/>
                        </a:spcBef>
                        <a:spcAft>
                          <a:spcPts val="0"/>
                        </a:spcAft>
                      </a:pPr>
                      <a:r>
                        <a:rPr lang="en-US" sz="1600" b="0" dirty="0">
                          <a:effectLst/>
                        </a:rPr>
                        <a:t> </a:t>
                      </a:r>
                      <a:endParaRPr lang="zh-CN" sz="1600" b="0" dirty="0">
                        <a:effectLst/>
                      </a:endParaRPr>
                    </a:p>
                    <a:p>
                      <a:pPr marL="241935">
                        <a:lnSpc>
                          <a:spcPct val="115000"/>
                        </a:lnSpc>
                        <a:spcAft>
                          <a:spcPts val="0"/>
                        </a:spcAft>
                      </a:pPr>
                      <a:r>
                        <a:rPr lang="en-US" sz="1600" b="0" spc="-5" dirty="0">
                          <a:effectLst/>
                        </a:rPr>
                        <a:t>U</a:t>
                      </a:r>
                      <a:r>
                        <a:rPr lang="en-US" sz="1600" b="0" dirty="0">
                          <a:effectLst/>
                        </a:rPr>
                        <a:t>n</a:t>
                      </a:r>
                      <a:r>
                        <a:rPr lang="en-US" sz="1600" b="0" spc="5" dirty="0">
                          <a:effectLst/>
                        </a:rPr>
                        <a:t>li</a:t>
                      </a:r>
                      <a:r>
                        <a:rPr lang="en-US" sz="1600" b="0" spc="-20" dirty="0">
                          <a:effectLst/>
                        </a:rPr>
                        <a:t>m</a:t>
                      </a:r>
                      <a:r>
                        <a:rPr lang="en-US" sz="1600" b="0" spc="5" dirty="0">
                          <a:effectLst/>
                        </a:rPr>
                        <a:t>it</a:t>
                      </a:r>
                      <a:r>
                        <a:rPr lang="en-US" sz="1600" b="0" dirty="0">
                          <a:effectLst/>
                        </a:rPr>
                        <a:t>ed</a:t>
                      </a:r>
                      <a:endParaRPr lang="zh-CN" sz="1600" b="0" dirty="0">
                        <a:solidFill>
                          <a:srgbClr val="004696"/>
                        </a:solidFill>
                        <a:effectLst/>
                        <a:latin typeface="Calibri"/>
                        <a:ea typeface="宋体"/>
                        <a:cs typeface="Times New Roman"/>
                      </a:endParaRPr>
                    </a:p>
                  </a:txBody>
                  <a:tcPr marL="0" marR="0" marT="0" marB="0" anchor="ctr"/>
                </a:tc>
                <a:tc>
                  <a:txBody>
                    <a:bodyPr/>
                    <a:lstStyle/>
                    <a:p>
                      <a:pPr>
                        <a:lnSpc>
                          <a:spcPts val="500"/>
                        </a:lnSpc>
                        <a:spcBef>
                          <a:spcPts val="40"/>
                        </a:spcBef>
                        <a:spcAft>
                          <a:spcPts val="0"/>
                        </a:spcAft>
                      </a:pPr>
                      <a:r>
                        <a:rPr lang="en-US" sz="1600" b="0" dirty="0">
                          <a:effectLst/>
                        </a:rPr>
                        <a:t> </a:t>
                      </a:r>
                      <a:endParaRPr lang="zh-CN" sz="1600" b="0" dirty="0">
                        <a:effectLst/>
                      </a:endParaRPr>
                    </a:p>
                    <a:p>
                      <a:pPr marL="223520">
                        <a:lnSpc>
                          <a:spcPct val="115000"/>
                        </a:lnSpc>
                        <a:spcAft>
                          <a:spcPts val="0"/>
                        </a:spcAft>
                      </a:pPr>
                      <a:r>
                        <a:rPr lang="en-US" sz="1600" b="0" dirty="0">
                          <a:effectLst/>
                        </a:rPr>
                        <a:t>100 000</a:t>
                      </a:r>
                      <a:endParaRPr lang="zh-CN" sz="1600" b="0" dirty="0">
                        <a:solidFill>
                          <a:srgbClr val="004696"/>
                        </a:solidFill>
                        <a:effectLst/>
                        <a:latin typeface="Calibri"/>
                        <a:ea typeface="宋体"/>
                        <a:cs typeface="Times New Roman"/>
                      </a:endParaRPr>
                    </a:p>
                  </a:txBody>
                  <a:tcPr marL="0" marR="0" marT="0" marB="0" anchor="ctr"/>
                </a:tc>
                <a:tc>
                  <a:txBody>
                    <a:bodyPr/>
                    <a:lstStyle/>
                    <a:p>
                      <a:pPr>
                        <a:lnSpc>
                          <a:spcPts val="500"/>
                        </a:lnSpc>
                        <a:spcBef>
                          <a:spcPts val="40"/>
                        </a:spcBef>
                        <a:spcAft>
                          <a:spcPts val="0"/>
                        </a:spcAft>
                      </a:pPr>
                      <a:r>
                        <a:rPr lang="en-US" sz="1600" b="1" dirty="0">
                          <a:effectLst/>
                        </a:rPr>
                        <a:t> </a:t>
                      </a:r>
                      <a:endParaRPr lang="zh-CN" sz="1600" b="1" dirty="0">
                        <a:effectLst/>
                      </a:endParaRPr>
                    </a:p>
                    <a:p>
                      <a:pPr marL="212725" algn="ctr">
                        <a:lnSpc>
                          <a:spcPct val="115000"/>
                        </a:lnSpc>
                        <a:spcAft>
                          <a:spcPts val="0"/>
                        </a:spcAft>
                      </a:pPr>
                      <a:r>
                        <a:rPr lang="en-US" sz="1600" b="1" dirty="0">
                          <a:effectLst/>
                        </a:rPr>
                        <a:t>10 000</a:t>
                      </a:r>
                      <a:endParaRPr lang="zh-CN" sz="1600" b="1" dirty="0">
                        <a:solidFill>
                          <a:srgbClr val="004696"/>
                        </a:solidFill>
                        <a:effectLst/>
                        <a:latin typeface="Calibri"/>
                        <a:ea typeface="宋体"/>
                        <a:cs typeface="Times New Roman"/>
                      </a:endParaRPr>
                    </a:p>
                  </a:txBody>
                  <a:tcPr marL="0" marR="0" marT="0" marB="0" anchor="ctr">
                    <a:solidFill>
                      <a:schemeClr val="bg2">
                        <a:lumMod val="20000"/>
                        <a:lumOff val="80000"/>
                      </a:schemeClr>
                    </a:solidFill>
                  </a:tcPr>
                </a:tc>
                <a:tc>
                  <a:txBody>
                    <a:bodyPr/>
                    <a:lstStyle/>
                    <a:p>
                      <a:pPr>
                        <a:lnSpc>
                          <a:spcPts val="500"/>
                        </a:lnSpc>
                        <a:spcBef>
                          <a:spcPts val="40"/>
                        </a:spcBef>
                        <a:spcAft>
                          <a:spcPts val="0"/>
                        </a:spcAft>
                      </a:pPr>
                      <a:r>
                        <a:rPr lang="en-US" sz="1600" b="0" dirty="0">
                          <a:effectLst/>
                        </a:rPr>
                        <a:t> </a:t>
                      </a:r>
                      <a:endParaRPr lang="zh-CN" sz="1600" b="0" dirty="0">
                        <a:effectLst/>
                      </a:endParaRPr>
                    </a:p>
                    <a:p>
                      <a:pPr marL="241935" algn="ctr">
                        <a:lnSpc>
                          <a:spcPct val="115000"/>
                        </a:lnSpc>
                        <a:spcAft>
                          <a:spcPts val="0"/>
                        </a:spcAft>
                      </a:pPr>
                      <a:r>
                        <a:rPr lang="en-US" sz="1600" b="0" dirty="0">
                          <a:effectLst/>
                        </a:rPr>
                        <a:t>1 000</a:t>
                      </a:r>
                      <a:endParaRPr lang="zh-CN" sz="1600" b="0" dirty="0">
                        <a:solidFill>
                          <a:srgbClr val="004696"/>
                        </a:solidFill>
                        <a:effectLst/>
                        <a:latin typeface="Calibri"/>
                        <a:ea typeface="宋体"/>
                        <a:cs typeface="Times New Roman"/>
                      </a:endParaRPr>
                    </a:p>
                  </a:txBody>
                  <a:tcPr marL="0" marR="0" marT="0" marB="0" anchor="ctr"/>
                </a:tc>
              </a:tr>
            </a:tbl>
          </a:graphicData>
        </a:graphic>
      </p:graphicFrame>
    </p:spTree>
    <p:extLst>
      <p:ext uri="{BB962C8B-B14F-4D97-AF65-F5344CB8AC3E}">
        <p14:creationId xmlns:p14="http://schemas.microsoft.com/office/powerpoint/2010/main" val="2107236744"/>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latin typeface="黑体" panose="02010609060101010101" pitchFamily="49" charset="-122"/>
                <a:ea typeface="黑体" panose="02010609060101010101" pitchFamily="49" charset="-122"/>
              </a:rPr>
              <a:t>计量</a:t>
            </a:r>
            <a:r>
              <a:rPr lang="zh-CN" altLang="en-US" dirty="0" smtClean="0">
                <a:latin typeface="黑体" panose="02010609060101010101" pitchFamily="49" charset="-122"/>
                <a:ea typeface="黑体" panose="02010609060101010101" pitchFamily="49" charset="-122"/>
              </a:rPr>
              <a:t>要求</a:t>
            </a:r>
            <a:r>
              <a:rPr lang="zh-CN" altLang="en-US" sz="1800" dirty="0" smtClean="0">
                <a:latin typeface="黑体" panose="02010609060101010101" pitchFamily="49" charset="-122"/>
                <a:ea typeface="黑体" panose="02010609060101010101" pitchFamily="49" charset="-122"/>
              </a:rPr>
              <a:t> </a:t>
            </a:r>
            <a:r>
              <a:rPr lang="en-US" altLang="zh-CN" sz="1800" dirty="0" smtClean="0">
                <a:latin typeface="黑体" panose="02010609060101010101" pitchFamily="49" charset="-122"/>
                <a:ea typeface="黑体" panose="02010609060101010101" pitchFamily="49" charset="-122"/>
              </a:rPr>
              <a:t>- MPE</a:t>
            </a:r>
            <a:endParaRPr lang="zh-CN" altLang="en-US" dirty="0"/>
          </a:p>
        </p:txBody>
      </p:sp>
      <mc:AlternateContent xmlns:mc="http://schemas.openxmlformats.org/markup-compatibility/2006" xmlns:a14="http://schemas.microsoft.com/office/drawing/2010/main">
        <mc:Choice Requires="a14">
          <p:sp>
            <p:nvSpPr>
              <p:cNvPr id="4" name="内容占位符 3"/>
              <p:cNvSpPr>
                <a:spLocks noGrp="1"/>
              </p:cNvSpPr>
              <p:nvPr>
                <p:ph idx="1"/>
              </p:nvPr>
            </p:nvSpPr>
            <p:spPr>
              <a:xfrm>
                <a:off x="395288" y="1185852"/>
                <a:ext cx="8353426" cy="4895850"/>
              </a:xfrm>
            </p:spPr>
            <p:txBody>
              <a:bodyPr/>
              <a:lstStyle/>
              <a:p>
                <a:r>
                  <a:rPr lang="en-US" altLang="zh-CN" dirty="0"/>
                  <a:t>Maximum permissible errors for each accuracy </a:t>
                </a:r>
                <a:r>
                  <a:rPr lang="en-US" altLang="zh-CN" dirty="0" smtClean="0"/>
                  <a:t>class and verification interval numbers on type evaluation</a:t>
                </a:r>
              </a:p>
              <a:p>
                <a:pPr marL="0" indent="0">
                  <a:buNone/>
                </a:pPr>
                <a:r>
                  <a:rPr lang="en-US" altLang="zh-CN" dirty="0" smtClean="0"/>
                  <a:t>  </a:t>
                </a:r>
              </a:p>
              <a:p>
                <a:pPr marL="0" indent="0">
                  <a:buNone/>
                </a:pPr>
                <a:endParaRPr lang="en-US" altLang="zh-CN" dirty="0"/>
              </a:p>
              <a:p>
                <a:pPr marL="0" indent="0">
                  <a:buNone/>
                </a:pPr>
                <a:endParaRPr lang="en-US" altLang="zh-CN" dirty="0" smtClean="0"/>
              </a:p>
              <a:p>
                <a:endParaRPr lang="en-US" altLang="zh-CN" dirty="0"/>
              </a:p>
              <a:p>
                <a:endParaRPr lang="en-US" altLang="zh-CN" dirty="0" smtClean="0"/>
              </a:p>
              <a:p>
                <a:endParaRPr lang="en-US" altLang="zh-CN" dirty="0"/>
              </a:p>
              <a:p>
                <a:pPr marL="361950" lvl="2" indent="0">
                  <a:buNone/>
                </a:pPr>
                <a:endParaRPr lang="en-US" altLang="zh-CN" dirty="0" smtClean="0"/>
              </a:p>
              <a:p>
                <a:pPr marL="361950" lvl="2" indent="0">
                  <a:spcAft>
                    <a:spcPts val="1200"/>
                  </a:spcAft>
                  <a:buNone/>
                </a:pPr>
                <a:r>
                  <a:rPr lang="en-US" altLang="zh-CN" dirty="0" smtClean="0"/>
                  <a:t>The </a:t>
                </a:r>
                <a:r>
                  <a:rPr lang="en-US" altLang="zh-CN" dirty="0"/>
                  <a:t>apportioning factor, </a:t>
                </a:r>
                <a14:m>
                  <m:oMath xmlns:m="http://schemas.openxmlformats.org/officeDocument/2006/math">
                    <m:sSub>
                      <m:sSubPr>
                        <m:ctrlPr>
                          <a:rPr lang="en-US" altLang="zh-CN" i="1" dirty="0" smtClean="0">
                            <a:latin typeface="Cambria Math"/>
                          </a:rPr>
                        </m:ctrlPr>
                      </m:sSubPr>
                      <m:e>
                        <m:r>
                          <a:rPr lang="en-US" altLang="zh-CN" b="0" i="1" dirty="0" smtClean="0">
                            <a:latin typeface="Cambria Math"/>
                          </a:rPr>
                          <m:t>𝑝</m:t>
                        </m:r>
                      </m:e>
                      <m:sub>
                        <m:r>
                          <a:rPr lang="en-US" altLang="zh-CN" b="0" i="1" dirty="0" smtClean="0">
                            <a:latin typeface="Cambria Math"/>
                          </a:rPr>
                          <m:t>𝐿𝐶</m:t>
                        </m:r>
                      </m:sub>
                    </m:sSub>
                  </m:oMath>
                </a14:m>
                <a:r>
                  <a:rPr lang="en-US" altLang="zh-CN" dirty="0"/>
                  <a:t> shall be chosen and </a:t>
                </a:r>
                <a:r>
                  <a:rPr lang="en-US" altLang="zh-CN" b="1" dirty="0"/>
                  <a:t>declared (if other </a:t>
                </a:r>
                <a:r>
                  <a:rPr lang="en-US" altLang="zh-CN" b="1" dirty="0" smtClean="0"/>
                  <a:t>than0.7</a:t>
                </a:r>
                <a:r>
                  <a:rPr lang="en-US" altLang="zh-CN" b="1" dirty="0"/>
                  <a:t>) by the manufacturer</a:t>
                </a:r>
                <a:r>
                  <a:rPr lang="en-US" altLang="zh-CN" dirty="0"/>
                  <a:t> and shall be in the range of 0.3 to 0.8: (0.3 ≤ </a:t>
                </a:r>
                <a14:m>
                  <m:oMath xmlns:m="http://schemas.openxmlformats.org/officeDocument/2006/math">
                    <m:sSub>
                      <m:sSubPr>
                        <m:ctrlPr>
                          <a:rPr lang="en-US" altLang="zh-CN" i="1" dirty="0">
                            <a:latin typeface="Cambria Math"/>
                          </a:rPr>
                        </m:ctrlPr>
                      </m:sSubPr>
                      <m:e>
                        <m:r>
                          <a:rPr lang="en-US" altLang="zh-CN" i="1" dirty="0">
                            <a:latin typeface="Cambria Math"/>
                          </a:rPr>
                          <m:t>𝑝</m:t>
                        </m:r>
                      </m:e>
                      <m:sub>
                        <m:r>
                          <a:rPr lang="en-US" altLang="zh-CN" i="1" dirty="0">
                            <a:latin typeface="Cambria Math"/>
                          </a:rPr>
                          <m:t>𝐿𝐶</m:t>
                        </m:r>
                      </m:sub>
                    </m:sSub>
                  </m:oMath>
                </a14:m>
                <a:r>
                  <a:rPr lang="en-US" altLang="zh-CN" dirty="0"/>
                  <a:t> </a:t>
                </a:r>
                <a:r>
                  <a:rPr lang="en-US" altLang="zh-CN" dirty="0" smtClean="0"/>
                  <a:t>≤ 0.8), where </a:t>
                </a:r>
                <a:r>
                  <a:rPr lang="en-US" altLang="zh-CN" dirty="0"/>
                  <a:t>“m” is the value (expressed in mass) representing the force introduced by the load </a:t>
                </a:r>
                <a:r>
                  <a:rPr lang="en-US" altLang="zh-CN" dirty="0" smtClean="0"/>
                  <a:t>applied</a:t>
                </a:r>
                <a:r>
                  <a:rPr lang="en-US" altLang="zh-CN" dirty="0"/>
                  <a:t>.</a:t>
                </a:r>
                <a:endParaRPr lang="en-US" altLang="zh-CN" dirty="0" smtClean="0"/>
              </a:p>
              <a:p>
                <a:pPr marL="361950" lvl="2" indent="457200">
                  <a:buNone/>
                </a:pPr>
                <a:endParaRPr lang="zh-CN" altLang="en-US" dirty="0">
                  <a:latin typeface="黑体" panose="02010609060101010101" pitchFamily="49" charset="-122"/>
                  <a:ea typeface="黑体" panose="02010609060101010101" pitchFamily="49" charset="-122"/>
                </a:endParaRPr>
              </a:p>
            </p:txBody>
          </p:sp>
        </mc:Choice>
        <mc:Fallback xmlns="">
          <p:sp>
            <p:nvSpPr>
              <p:cNvPr id="4" name="内容占位符 3"/>
              <p:cNvSpPr>
                <a:spLocks noGrp="1" noRot="1" noChangeAspect="1" noMove="1" noResize="1" noEditPoints="1" noAdjustHandles="1" noChangeArrowheads="1" noChangeShapeType="1" noTextEdit="1"/>
              </p:cNvSpPr>
              <p:nvPr>
                <p:ph idx="1"/>
              </p:nvPr>
            </p:nvSpPr>
            <p:spPr>
              <a:xfrm>
                <a:off x="395288" y="1185852"/>
                <a:ext cx="8353426" cy="4895850"/>
              </a:xfrm>
              <a:blipFill rotWithShape="1">
                <a:blip r:embed="rId3"/>
                <a:stretch>
                  <a:fillRect l="-1387" t="-1370" r="-365"/>
                </a:stretch>
              </a:blipFill>
            </p:spPr>
            <p:txBody>
              <a:bodyPr/>
              <a:lstStyle/>
              <a:p>
                <a:r>
                  <a:rPr lang="zh-CN" altLang="en-US">
                    <a:noFill/>
                  </a:rPr>
                  <a:t> </a:t>
                </a:r>
              </a:p>
            </p:txBody>
          </p:sp>
        </mc:Fallback>
      </mc:AlternateContent>
      <p:sp>
        <p:nvSpPr>
          <p:cNvPr id="5" name="灯片编号占位符 4"/>
          <p:cNvSpPr>
            <a:spLocks noGrp="1"/>
          </p:cNvSpPr>
          <p:nvPr>
            <p:ph type="sldNum" sz="quarter" idx="100"/>
          </p:nvPr>
        </p:nvSpPr>
        <p:spPr/>
        <p:txBody>
          <a:bodyPr/>
          <a:lstStyle/>
          <a:p>
            <a:fld id="{2B2B68EE-DD1E-4368-AFCE-24A50EC7BF18}" type="slidenum">
              <a:rPr lang="en-US" smtClean="0"/>
              <a:pPr/>
              <a:t>26</a:t>
            </a:fld>
            <a:endParaRPr lang="en-US" dirty="0"/>
          </a:p>
        </p:txBody>
      </p:sp>
      <p:sp>
        <p:nvSpPr>
          <p:cNvPr id="6" name="页脚占位符 5"/>
          <p:cNvSpPr>
            <a:spLocks noGrp="1"/>
          </p:cNvSpPr>
          <p:nvPr>
            <p:ph type="ftr" sz="quarter" idx="101"/>
          </p:nvPr>
        </p:nvSpPr>
        <p:spPr/>
        <p:txBody>
          <a:bodyPr/>
          <a:lstStyle/>
          <a:p>
            <a:r>
              <a:rPr lang="en-US" smtClean="0"/>
              <a:t>For internal use - Confidential</a:t>
            </a:r>
            <a:endParaRPr lang="en-US" dirty="0"/>
          </a:p>
        </p:txBody>
      </p:sp>
      <mc:AlternateContent xmlns:mc="http://schemas.openxmlformats.org/markup-compatibility/2006" xmlns:a14="http://schemas.microsoft.com/office/drawing/2010/main">
        <mc:Choice Requires="a14">
          <p:graphicFrame>
            <p:nvGraphicFramePr>
              <p:cNvPr id="7" name="表格 6"/>
              <p:cNvGraphicFramePr>
                <a:graphicFrameLocks noGrp="1"/>
              </p:cNvGraphicFramePr>
              <p:nvPr>
                <p:extLst>
                  <p:ext uri="{D42A27DB-BD31-4B8C-83A1-F6EECF244321}">
                    <p14:modId xmlns:p14="http://schemas.microsoft.com/office/powerpoint/2010/main" val="3643047993"/>
                  </p:ext>
                </p:extLst>
              </p:nvPr>
            </p:nvGraphicFramePr>
            <p:xfrm>
              <a:off x="395288" y="1911185"/>
              <a:ext cx="8250874" cy="2124000"/>
            </p:xfrm>
            <a:graphic>
              <a:graphicData uri="http://schemas.openxmlformats.org/drawingml/2006/table">
                <a:tbl>
                  <a:tblPr firstRow="1" firstCol="1" lastRow="1" lastCol="1" bandRow="1" bandCol="1">
                    <a:tableStyleId>{5C22544A-7EE6-4342-B048-85BDC9FD1C3A}</a:tableStyleId>
                  </a:tblPr>
                  <a:tblGrid>
                    <a:gridCol w="1024331"/>
                    <a:gridCol w="1852013"/>
                    <a:gridCol w="1953931"/>
                    <a:gridCol w="1893519"/>
                    <a:gridCol w="1527080"/>
                  </a:tblGrid>
                  <a:tr h="482751">
                    <a:tc rowSpan="2">
                      <a:txBody>
                        <a:bodyPr/>
                        <a:lstStyle/>
                        <a:p>
                          <a:pPr marL="221615" marR="214630" indent="0" algn="ctr" defTabSz="914400" rtl="0" eaLnBrk="1" fontAlgn="auto" latinLnBrk="0" hangingPunct="1">
                            <a:lnSpc>
                              <a:spcPts val="1040"/>
                            </a:lnSpc>
                            <a:spcBef>
                              <a:spcPts val="0"/>
                            </a:spcBef>
                            <a:spcAft>
                              <a:spcPts val="0"/>
                            </a:spcAft>
                            <a:buClrTx/>
                            <a:buSzTx/>
                            <a:buFontTx/>
                            <a:buNone/>
                            <a:tabLst/>
                            <a:defRPr/>
                          </a:pPr>
                          <a:r>
                            <a:rPr lang="en-US" altLang="zh-CN" sz="1200" b="1" kern="1200" dirty="0" smtClean="0">
                              <a:solidFill>
                                <a:schemeClr val="lt1"/>
                              </a:solidFill>
                              <a:effectLst/>
                              <a:latin typeface="Arial" panose="020B0604020202020204" pitchFamily="34" charset="0"/>
                              <a:ea typeface="黑体" panose="02010609060101010101" pitchFamily="49" charset="-122"/>
                              <a:cs typeface="Arial" panose="020B0604020202020204" pitchFamily="34" charset="0"/>
                            </a:rPr>
                            <a:t>MPE</a:t>
                          </a:r>
                          <a:endParaRPr lang="zh-CN" altLang="zh-CN" sz="1200" b="1" kern="1200" dirty="0" smtClean="0">
                            <a:solidFill>
                              <a:schemeClr val="lt1"/>
                            </a:solidFill>
                            <a:effectLst/>
                            <a:latin typeface="Arial" panose="020B0604020202020204" pitchFamily="34" charset="0"/>
                            <a:ea typeface="黑体" panose="02010609060101010101" pitchFamily="49" charset="-122"/>
                            <a:cs typeface="Arial" panose="020B0604020202020204" pitchFamily="34" charset="0"/>
                          </a:endParaRPr>
                        </a:p>
                        <a:p>
                          <a:pPr marL="221615" marR="214630" algn="ctr">
                            <a:lnSpc>
                              <a:spcPts val="1040"/>
                            </a:lnSpc>
                            <a:spcAft>
                              <a:spcPts val="0"/>
                            </a:spcAft>
                          </a:pPr>
                          <a:r>
                            <a:rPr lang="en-US" sz="1200" b="1" spc="-5" dirty="0" smtClean="0">
                              <a:effectLst/>
                              <a:latin typeface="Arial" panose="020B0604020202020204" pitchFamily="34" charset="0"/>
                              <a:ea typeface="黑体" panose="02010609060101010101" pitchFamily="49" charset="-122"/>
                              <a:cs typeface="Arial" panose="020B0604020202020204" pitchFamily="34" charset="0"/>
                            </a:rPr>
                            <a:t>(</a:t>
                          </a:r>
                          <a:r>
                            <a:rPr lang="en-US" sz="1200" b="1" dirty="0" smtClean="0">
                              <a:effectLst/>
                              <a:latin typeface="Arial" panose="020B0604020202020204" pitchFamily="34" charset="0"/>
                              <a:ea typeface="黑体" panose="02010609060101010101" pitchFamily="49" charset="-122"/>
                              <a:cs typeface="Arial" panose="020B0604020202020204" pitchFamily="34" charset="0"/>
                            </a:rPr>
                            <a:t>+/</a:t>
                          </a:r>
                          <a:r>
                            <a:rPr lang="en-US" sz="1200" b="1" spc="-5" dirty="0" smtClean="0">
                              <a:effectLst/>
                              <a:latin typeface="Arial" panose="020B0604020202020204" pitchFamily="34" charset="0"/>
                              <a:ea typeface="黑体" panose="02010609060101010101" pitchFamily="49" charset="-122"/>
                              <a:cs typeface="Arial" panose="020B0604020202020204" pitchFamily="34" charset="0"/>
                            </a:rPr>
                            <a:t>-</a:t>
                          </a:r>
                          <a:r>
                            <a:rPr lang="en-US" sz="1200" b="1" dirty="0" smtClean="0">
                              <a:effectLst/>
                              <a:latin typeface="Arial" panose="020B0604020202020204" pitchFamily="34" charset="0"/>
                              <a:ea typeface="黑体" panose="02010609060101010101" pitchFamily="49" charset="-122"/>
                              <a:cs typeface="Arial" panose="020B0604020202020204" pitchFamily="34" charset="0"/>
                            </a:rPr>
                            <a:t>)</a:t>
                          </a:r>
                          <a:br>
                            <a:rPr lang="en-US" sz="1200" b="1" dirty="0" smtClean="0">
                              <a:effectLst/>
                              <a:latin typeface="Arial" panose="020B0604020202020204" pitchFamily="34" charset="0"/>
                              <a:ea typeface="黑体" panose="02010609060101010101" pitchFamily="49" charset="-122"/>
                              <a:cs typeface="Arial" panose="020B0604020202020204" pitchFamily="34" charset="0"/>
                            </a:rPr>
                          </a:br>
                          <a:r>
                            <a:rPr lang="en-US" sz="1200" b="1" dirty="0" smtClean="0">
                              <a:effectLst/>
                              <a:latin typeface="Arial" panose="020B0604020202020204" pitchFamily="34" charset="0"/>
                              <a:ea typeface="黑体" panose="02010609060101010101" pitchFamily="49" charset="-122"/>
                              <a:cs typeface="Arial" panose="020B0604020202020204" pitchFamily="34" charset="0"/>
                            </a:rPr>
                            <a:t>(v)</a:t>
                          </a:r>
                          <a:endParaRPr lang="zh-CN" sz="1200" b="1" dirty="0">
                            <a:effectLst/>
                            <a:latin typeface="Arial" panose="020B0604020202020204" pitchFamily="34" charset="0"/>
                            <a:ea typeface="黑体" panose="02010609060101010101" pitchFamily="49" charset="-122"/>
                            <a:cs typeface="Arial" panose="020B0604020202020204" pitchFamily="34" charset="0"/>
                          </a:endParaRP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60B612"/>
                        </a:solidFill>
                      </a:tcPr>
                    </a:tc>
                    <a:tc gridSpan="4">
                      <a:txBody>
                        <a:bodyPr/>
                        <a:lstStyle/>
                        <a:p>
                          <a:pPr marL="427355" marR="419100" algn="ctr">
                            <a:lnSpc>
                              <a:spcPct val="115000"/>
                            </a:lnSpc>
                            <a:spcBef>
                              <a:spcPts val="405"/>
                            </a:spcBef>
                            <a:spcAft>
                              <a:spcPts val="0"/>
                            </a:spcAft>
                          </a:pPr>
                          <a:r>
                            <a:rPr lang="en-US" altLang="zh-CN" sz="1400" dirty="0" smtClean="0">
                              <a:effectLst/>
                              <a:latin typeface="Arial" panose="020B0604020202020204" pitchFamily="34" charset="0"/>
                              <a:ea typeface="黑体" panose="02010609060101010101" pitchFamily="49" charset="-122"/>
                              <a:cs typeface="Arial" panose="020B0604020202020204" pitchFamily="34" charset="0"/>
                            </a:rPr>
                            <a:t>Load, m (</a:t>
                          </a:r>
                          <a:r>
                            <a:rPr lang="zh-CN" altLang="en-US" sz="1400" dirty="0" smtClean="0">
                              <a:effectLst/>
                              <a:latin typeface="Arial" panose="020B0604020202020204" pitchFamily="34" charset="0"/>
                              <a:ea typeface="黑体" panose="02010609060101010101" pitchFamily="49" charset="-122"/>
                              <a:cs typeface="Arial" panose="020B0604020202020204" pitchFamily="34" charset="0"/>
                            </a:rPr>
                            <a:t>以分度数</a:t>
                          </a:r>
                          <a:r>
                            <a:rPr lang="en-US" altLang="zh-CN" sz="1400" dirty="0" smtClean="0">
                              <a:effectLst/>
                              <a:latin typeface="Arial" panose="020B0604020202020204" pitchFamily="34" charset="0"/>
                              <a:ea typeface="黑体" panose="02010609060101010101" pitchFamily="49" charset="-122"/>
                              <a:cs typeface="Arial" panose="020B0604020202020204" pitchFamily="34" charset="0"/>
                            </a:rPr>
                            <a:t>n</a:t>
                          </a:r>
                          <a:r>
                            <a:rPr lang="zh-CN" altLang="en-US" sz="1400" dirty="0" smtClean="0">
                              <a:effectLst/>
                              <a:latin typeface="Arial" panose="020B0604020202020204" pitchFamily="34" charset="0"/>
                              <a:ea typeface="黑体" panose="02010609060101010101" pitchFamily="49" charset="-122"/>
                              <a:cs typeface="Arial" panose="020B0604020202020204" pitchFamily="34" charset="0"/>
                            </a:rPr>
                            <a:t>表示</a:t>
                          </a:r>
                          <a:r>
                            <a:rPr lang="en-US" altLang="zh-CN" sz="1400" dirty="0" smtClean="0">
                              <a:effectLst/>
                              <a:latin typeface="Arial" panose="020B0604020202020204" pitchFamily="34" charset="0"/>
                              <a:ea typeface="黑体" panose="02010609060101010101" pitchFamily="49" charset="-122"/>
                              <a:cs typeface="Arial" panose="020B0604020202020204" pitchFamily="34" charset="0"/>
                            </a:rPr>
                            <a:t>)</a:t>
                          </a:r>
                          <a:endParaRPr lang="zh-CN" sz="1400" dirty="0">
                            <a:effectLst/>
                            <a:latin typeface="Arial" panose="020B0604020202020204" pitchFamily="34" charset="0"/>
                            <a:ea typeface="黑体" panose="02010609060101010101" pitchFamily="49" charset="-122"/>
                            <a:cs typeface="Arial" panose="020B0604020202020204" pitchFamily="34" charset="0"/>
                          </a:endParaRP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60B612"/>
                        </a:solidFill>
                      </a:tcPr>
                    </a:tc>
                    <a:tc hMerge="1">
                      <a:txBody>
                        <a:bodyPr/>
                        <a:lstStyle/>
                        <a:p>
                          <a:pPr marL="466725" marR="457835" algn="ctr">
                            <a:lnSpc>
                              <a:spcPct val="115000"/>
                            </a:lnSpc>
                            <a:spcBef>
                              <a:spcPts val="405"/>
                            </a:spcBef>
                            <a:spcAft>
                              <a:spcPts val="0"/>
                            </a:spcAft>
                          </a:pPr>
                          <a:endParaRPr lang="zh-CN" sz="1600" dirty="0">
                            <a:effectLst/>
                            <a:latin typeface="Calibri"/>
                            <a:ea typeface="宋体"/>
                            <a:cs typeface="Times New Roman"/>
                          </a:endParaRPr>
                        </a:p>
                      </a:txBody>
                      <a:tcPr marL="0" marR="0" marT="0" marB="0"/>
                    </a:tc>
                    <a:tc hMerge="1">
                      <a:txBody>
                        <a:bodyPr/>
                        <a:lstStyle/>
                        <a:p>
                          <a:pPr marL="442595" marR="433070" algn="ctr">
                            <a:lnSpc>
                              <a:spcPct val="115000"/>
                            </a:lnSpc>
                            <a:spcBef>
                              <a:spcPts val="405"/>
                            </a:spcBef>
                            <a:spcAft>
                              <a:spcPts val="0"/>
                            </a:spcAft>
                          </a:pPr>
                          <a:endParaRPr lang="zh-CN" sz="1600" dirty="0">
                            <a:effectLst/>
                            <a:latin typeface="Calibri"/>
                            <a:ea typeface="宋体"/>
                            <a:cs typeface="Times New Roman"/>
                          </a:endParaRPr>
                        </a:p>
                      </a:txBody>
                      <a:tcPr marL="0" marR="0" marT="0" marB="0"/>
                    </a:tc>
                    <a:tc hMerge="1">
                      <a:txBody>
                        <a:bodyPr/>
                        <a:lstStyle/>
                        <a:p>
                          <a:pPr marL="335915">
                            <a:lnSpc>
                              <a:spcPct val="115000"/>
                            </a:lnSpc>
                            <a:spcBef>
                              <a:spcPts val="405"/>
                            </a:spcBef>
                            <a:spcAft>
                              <a:spcPts val="0"/>
                            </a:spcAft>
                          </a:pPr>
                          <a:endParaRPr lang="zh-CN" sz="1600" dirty="0">
                            <a:effectLst/>
                            <a:latin typeface="Calibri"/>
                            <a:ea typeface="宋体"/>
                            <a:cs typeface="Times New Roman"/>
                          </a:endParaRPr>
                        </a:p>
                      </a:txBody>
                      <a:tcPr marL="0" marR="0" marT="0" marB="0"/>
                    </a:tc>
                  </a:tr>
                  <a:tr h="482751">
                    <a:tc vMerge="1">
                      <a:txBody>
                        <a:bodyPr/>
                        <a:lstStyle/>
                        <a:p>
                          <a:pPr marL="221615" marR="214630" algn="ctr">
                            <a:lnSpc>
                              <a:spcPts val="1040"/>
                            </a:lnSpc>
                            <a:spcAft>
                              <a:spcPts val="0"/>
                            </a:spcAft>
                          </a:pPr>
                          <a:endParaRPr lang="zh-CN" sz="1600" dirty="0">
                            <a:effectLst/>
                            <a:latin typeface="Calibri"/>
                            <a:ea typeface="宋体"/>
                            <a:cs typeface="Times New Roman"/>
                          </a:endParaRPr>
                        </a:p>
                      </a:txBody>
                      <a:tcPr marL="0" marR="0" marT="0" marB="0"/>
                    </a:tc>
                    <a:tc>
                      <a:txBody>
                        <a:bodyPr/>
                        <a:lstStyle/>
                        <a:p>
                          <a:pPr marL="427355" marR="419100" algn="ctr">
                            <a:lnSpc>
                              <a:spcPct val="115000"/>
                            </a:lnSpc>
                            <a:spcBef>
                              <a:spcPts val="405"/>
                            </a:spcBef>
                            <a:spcAft>
                              <a:spcPts val="0"/>
                            </a:spcAft>
                          </a:pPr>
                          <a:r>
                            <a:rPr lang="en-US" sz="1400" b="1" dirty="0">
                              <a:solidFill>
                                <a:schemeClr val="bg1"/>
                              </a:solidFill>
                              <a:effectLst/>
                              <a:latin typeface="Arial" panose="020B0604020202020204" pitchFamily="34" charset="0"/>
                              <a:ea typeface="黑体" panose="02010609060101010101" pitchFamily="49" charset="-122"/>
                              <a:cs typeface="Arial" panose="020B0604020202020204" pitchFamily="34" charset="0"/>
                            </a:rPr>
                            <a:t>Cl</a:t>
                          </a:r>
                          <a:r>
                            <a:rPr lang="en-US" sz="1400" b="1" spc="5" dirty="0">
                              <a:solidFill>
                                <a:schemeClr val="bg1"/>
                              </a:solidFill>
                              <a:effectLst/>
                              <a:latin typeface="Arial" panose="020B0604020202020204" pitchFamily="34" charset="0"/>
                              <a:ea typeface="黑体" panose="02010609060101010101" pitchFamily="49" charset="-122"/>
                              <a:cs typeface="Arial" panose="020B0604020202020204" pitchFamily="34" charset="0"/>
                            </a:rPr>
                            <a:t>as</a:t>
                          </a:r>
                          <a:r>
                            <a:rPr lang="en-US" sz="1400" b="1" dirty="0">
                              <a:solidFill>
                                <a:schemeClr val="bg1"/>
                              </a:solidFill>
                              <a:effectLst/>
                              <a:latin typeface="Arial" panose="020B0604020202020204" pitchFamily="34" charset="0"/>
                              <a:ea typeface="黑体" panose="02010609060101010101" pitchFamily="49" charset="-122"/>
                              <a:cs typeface="Arial" panose="020B0604020202020204" pitchFamily="34" charset="0"/>
                            </a:rPr>
                            <a:t>s</a:t>
                          </a:r>
                          <a:r>
                            <a:rPr lang="en-US" sz="1400" b="1" spc="-15" dirty="0">
                              <a:solidFill>
                                <a:schemeClr val="bg1"/>
                              </a:solidFill>
                              <a:effectLst/>
                              <a:latin typeface="Arial" panose="020B0604020202020204" pitchFamily="34" charset="0"/>
                              <a:ea typeface="黑体" panose="02010609060101010101" pitchFamily="49" charset="-122"/>
                              <a:cs typeface="Arial" panose="020B0604020202020204" pitchFamily="34" charset="0"/>
                            </a:rPr>
                            <a:t> </a:t>
                          </a:r>
                          <a:r>
                            <a:rPr lang="en-US" sz="1400" b="1" dirty="0">
                              <a:solidFill>
                                <a:schemeClr val="bg1"/>
                              </a:solidFill>
                              <a:effectLst/>
                              <a:latin typeface="Arial" panose="020B0604020202020204" pitchFamily="34" charset="0"/>
                              <a:ea typeface="黑体" panose="02010609060101010101" pitchFamily="49" charset="-122"/>
                              <a:cs typeface="Arial" panose="020B0604020202020204" pitchFamily="34" charset="0"/>
                            </a:rPr>
                            <a:t>A</a:t>
                          </a:r>
                          <a:endParaRPr lang="zh-CN" sz="1400" b="1" dirty="0">
                            <a:solidFill>
                              <a:schemeClr val="bg1"/>
                            </a:solidFill>
                            <a:effectLst/>
                            <a:latin typeface="Arial" panose="020B0604020202020204" pitchFamily="34" charset="0"/>
                            <a:ea typeface="黑体" panose="02010609060101010101" pitchFamily="49" charset="-122"/>
                            <a:cs typeface="Arial" panose="020B0604020202020204" pitchFamily="34" charset="0"/>
                          </a:endParaRP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60B612"/>
                        </a:solidFill>
                      </a:tcPr>
                    </a:tc>
                    <a:tc>
                      <a:txBody>
                        <a:bodyPr/>
                        <a:lstStyle/>
                        <a:p>
                          <a:pPr marL="466725" marR="457835" algn="ctr">
                            <a:lnSpc>
                              <a:spcPct val="115000"/>
                            </a:lnSpc>
                            <a:spcBef>
                              <a:spcPts val="405"/>
                            </a:spcBef>
                            <a:spcAft>
                              <a:spcPts val="0"/>
                            </a:spcAft>
                          </a:pPr>
                          <a:r>
                            <a:rPr lang="en-US" sz="1400" b="1" dirty="0">
                              <a:solidFill>
                                <a:schemeClr val="bg1"/>
                              </a:solidFill>
                              <a:effectLst/>
                              <a:latin typeface="Arial" panose="020B0604020202020204" pitchFamily="34" charset="0"/>
                              <a:ea typeface="黑体" panose="02010609060101010101" pitchFamily="49" charset="-122"/>
                              <a:cs typeface="Arial" panose="020B0604020202020204" pitchFamily="34" charset="0"/>
                            </a:rPr>
                            <a:t>Cl</a:t>
                          </a:r>
                          <a:r>
                            <a:rPr lang="en-US" sz="1400" b="1" spc="5" dirty="0">
                              <a:solidFill>
                                <a:schemeClr val="bg1"/>
                              </a:solidFill>
                              <a:effectLst/>
                              <a:latin typeface="Arial" panose="020B0604020202020204" pitchFamily="34" charset="0"/>
                              <a:ea typeface="黑体" panose="02010609060101010101" pitchFamily="49" charset="-122"/>
                              <a:cs typeface="Arial" panose="020B0604020202020204" pitchFamily="34" charset="0"/>
                            </a:rPr>
                            <a:t>as</a:t>
                          </a:r>
                          <a:r>
                            <a:rPr lang="en-US" sz="1400" b="1" dirty="0">
                              <a:solidFill>
                                <a:schemeClr val="bg1"/>
                              </a:solidFill>
                              <a:effectLst/>
                              <a:latin typeface="Arial" panose="020B0604020202020204" pitchFamily="34" charset="0"/>
                              <a:ea typeface="黑体" panose="02010609060101010101" pitchFamily="49" charset="-122"/>
                              <a:cs typeface="Arial" panose="020B0604020202020204" pitchFamily="34" charset="0"/>
                            </a:rPr>
                            <a:t>s</a:t>
                          </a:r>
                          <a:r>
                            <a:rPr lang="en-US" sz="1400" b="1" spc="-15" dirty="0">
                              <a:solidFill>
                                <a:schemeClr val="bg1"/>
                              </a:solidFill>
                              <a:effectLst/>
                              <a:latin typeface="Arial" panose="020B0604020202020204" pitchFamily="34" charset="0"/>
                              <a:ea typeface="黑体" panose="02010609060101010101" pitchFamily="49" charset="-122"/>
                              <a:cs typeface="Arial" panose="020B0604020202020204" pitchFamily="34" charset="0"/>
                            </a:rPr>
                            <a:t> </a:t>
                          </a:r>
                          <a:r>
                            <a:rPr lang="en-US" sz="1400" b="1" dirty="0">
                              <a:solidFill>
                                <a:schemeClr val="bg1"/>
                              </a:solidFill>
                              <a:effectLst/>
                              <a:latin typeface="Arial" panose="020B0604020202020204" pitchFamily="34" charset="0"/>
                              <a:ea typeface="黑体" panose="02010609060101010101" pitchFamily="49" charset="-122"/>
                              <a:cs typeface="Arial" panose="020B0604020202020204" pitchFamily="34" charset="0"/>
                            </a:rPr>
                            <a:t>B</a:t>
                          </a:r>
                          <a:endParaRPr lang="zh-CN" sz="1400" b="1" dirty="0">
                            <a:solidFill>
                              <a:schemeClr val="bg1"/>
                            </a:solidFill>
                            <a:effectLst/>
                            <a:latin typeface="Arial" panose="020B0604020202020204" pitchFamily="34" charset="0"/>
                            <a:ea typeface="黑体" panose="02010609060101010101" pitchFamily="49" charset="-122"/>
                            <a:cs typeface="Arial" panose="020B0604020202020204" pitchFamily="34" charset="0"/>
                          </a:endParaRPr>
                        </a:p>
                      </a:txBody>
                      <a:tcPr marL="0" marR="0" marT="0" marB="0" anchor="ctr">
                        <a:lnL w="12700" cap="flat" cmpd="sng" algn="ctr">
                          <a:solidFill>
                            <a:schemeClr val="bg1"/>
                          </a:solidFill>
                          <a:prstDash val="solid"/>
                          <a:round/>
                          <a:headEnd type="none" w="med" len="med"/>
                          <a:tailEnd type="none" w="med" len="med"/>
                        </a:lnL>
                        <a:lnR w="12700" cap="flat" cmpd="sng" algn="ctr">
                          <a:solidFill>
                            <a:srgbClr val="FF000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60B612"/>
                        </a:solidFill>
                      </a:tcPr>
                    </a:tc>
                    <a:tc>
                      <a:txBody>
                        <a:bodyPr/>
                        <a:lstStyle/>
                        <a:p>
                          <a:pPr marL="442595" marR="433070" algn="ctr">
                            <a:lnSpc>
                              <a:spcPct val="115000"/>
                            </a:lnSpc>
                            <a:spcBef>
                              <a:spcPts val="405"/>
                            </a:spcBef>
                            <a:spcAft>
                              <a:spcPts val="0"/>
                            </a:spcAft>
                          </a:pPr>
                          <a:r>
                            <a:rPr lang="en-US" sz="1400" b="1" dirty="0">
                              <a:solidFill>
                                <a:schemeClr val="bg1"/>
                              </a:solidFill>
                              <a:effectLst/>
                              <a:latin typeface="Arial" panose="020B0604020202020204" pitchFamily="34" charset="0"/>
                              <a:ea typeface="黑体" panose="02010609060101010101" pitchFamily="49" charset="-122"/>
                              <a:cs typeface="Arial" panose="020B0604020202020204" pitchFamily="34" charset="0"/>
                            </a:rPr>
                            <a:t>Cl</a:t>
                          </a:r>
                          <a:r>
                            <a:rPr lang="en-US" sz="1400" b="1" spc="5" dirty="0">
                              <a:solidFill>
                                <a:schemeClr val="bg1"/>
                              </a:solidFill>
                              <a:effectLst/>
                              <a:latin typeface="Arial" panose="020B0604020202020204" pitchFamily="34" charset="0"/>
                              <a:ea typeface="黑体" panose="02010609060101010101" pitchFamily="49" charset="-122"/>
                              <a:cs typeface="Arial" panose="020B0604020202020204" pitchFamily="34" charset="0"/>
                            </a:rPr>
                            <a:t>as</a:t>
                          </a:r>
                          <a:r>
                            <a:rPr lang="en-US" sz="1400" b="1" dirty="0">
                              <a:solidFill>
                                <a:schemeClr val="bg1"/>
                              </a:solidFill>
                              <a:effectLst/>
                              <a:latin typeface="Arial" panose="020B0604020202020204" pitchFamily="34" charset="0"/>
                              <a:ea typeface="黑体" panose="02010609060101010101" pitchFamily="49" charset="-122"/>
                              <a:cs typeface="Arial" panose="020B0604020202020204" pitchFamily="34" charset="0"/>
                            </a:rPr>
                            <a:t>s</a:t>
                          </a:r>
                          <a:r>
                            <a:rPr lang="en-US" sz="1400" b="1" spc="-15" dirty="0">
                              <a:solidFill>
                                <a:schemeClr val="bg1"/>
                              </a:solidFill>
                              <a:effectLst/>
                              <a:latin typeface="Arial" panose="020B0604020202020204" pitchFamily="34" charset="0"/>
                              <a:ea typeface="黑体" panose="02010609060101010101" pitchFamily="49" charset="-122"/>
                              <a:cs typeface="Arial" panose="020B0604020202020204" pitchFamily="34" charset="0"/>
                            </a:rPr>
                            <a:t> </a:t>
                          </a:r>
                          <a:r>
                            <a:rPr lang="en-US" sz="1400" b="1" dirty="0">
                              <a:solidFill>
                                <a:schemeClr val="bg1"/>
                              </a:solidFill>
                              <a:effectLst/>
                              <a:latin typeface="Arial" panose="020B0604020202020204" pitchFamily="34" charset="0"/>
                              <a:ea typeface="黑体" panose="02010609060101010101" pitchFamily="49" charset="-122"/>
                              <a:cs typeface="Arial" panose="020B0604020202020204" pitchFamily="34" charset="0"/>
                            </a:rPr>
                            <a:t>C</a:t>
                          </a:r>
                          <a:endParaRPr lang="zh-CN" sz="1400" b="1" dirty="0">
                            <a:solidFill>
                              <a:schemeClr val="bg1"/>
                            </a:solidFill>
                            <a:effectLst/>
                            <a:latin typeface="Arial" panose="020B0604020202020204" pitchFamily="34" charset="0"/>
                            <a:ea typeface="黑体" panose="02010609060101010101" pitchFamily="49" charset="-122"/>
                            <a:cs typeface="Arial" panose="020B0604020202020204" pitchFamily="34" charset="0"/>
                          </a:endParaRPr>
                        </a:p>
                      </a:txBody>
                      <a:tcPr marL="0" marR="0" marT="0" marB="0" anchor="ctr">
                        <a:lnL w="12700" cap="flat" cmpd="sng" algn="ctr">
                          <a:solidFill>
                            <a:srgbClr val="FF0000"/>
                          </a:solidFill>
                          <a:prstDash val="solid"/>
                          <a:round/>
                          <a:headEnd type="none" w="med" len="med"/>
                          <a:tailEnd type="none" w="med" len="med"/>
                        </a:lnL>
                        <a:lnR w="12700" cap="flat" cmpd="sng" algn="ctr">
                          <a:solidFill>
                            <a:srgbClr val="FF0000"/>
                          </a:solidFill>
                          <a:prstDash val="solid"/>
                          <a:round/>
                          <a:headEnd type="none" w="med" len="med"/>
                          <a:tailEnd type="none" w="med" len="med"/>
                        </a:lnR>
                        <a:lnT w="12700" cap="flat" cmpd="sng" algn="ctr">
                          <a:solidFill>
                            <a:srgbClr val="FF0000"/>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60B612"/>
                        </a:solidFill>
                      </a:tcPr>
                    </a:tc>
                    <a:tc>
                      <a:txBody>
                        <a:bodyPr/>
                        <a:lstStyle/>
                        <a:p>
                          <a:pPr marL="335915">
                            <a:lnSpc>
                              <a:spcPct val="115000"/>
                            </a:lnSpc>
                            <a:spcBef>
                              <a:spcPts val="405"/>
                            </a:spcBef>
                            <a:spcAft>
                              <a:spcPts val="0"/>
                            </a:spcAft>
                          </a:pPr>
                          <a:r>
                            <a:rPr lang="en-US" sz="1400" b="1" dirty="0">
                              <a:solidFill>
                                <a:schemeClr val="bg1"/>
                              </a:solidFill>
                              <a:effectLst/>
                              <a:latin typeface="Arial" panose="020B0604020202020204" pitchFamily="34" charset="0"/>
                              <a:ea typeface="黑体" panose="02010609060101010101" pitchFamily="49" charset="-122"/>
                              <a:cs typeface="Arial" panose="020B0604020202020204" pitchFamily="34" charset="0"/>
                            </a:rPr>
                            <a:t>Cl</a:t>
                          </a:r>
                          <a:r>
                            <a:rPr lang="en-US" sz="1400" b="1" spc="5" dirty="0">
                              <a:solidFill>
                                <a:schemeClr val="bg1"/>
                              </a:solidFill>
                              <a:effectLst/>
                              <a:latin typeface="Arial" panose="020B0604020202020204" pitchFamily="34" charset="0"/>
                              <a:ea typeface="黑体" panose="02010609060101010101" pitchFamily="49" charset="-122"/>
                              <a:cs typeface="Arial" panose="020B0604020202020204" pitchFamily="34" charset="0"/>
                            </a:rPr>
                            <a:t>as</a:t>
                          </a:r>
                          <a:r>
                            <a:rPr lang="en-US" sz="1400" b="1" dirty="0">
                              <a:solidFill>
                                <a:schemeClr val="bg1"/>
                              </a:solidFill>
                              <a:effectLst/>
                              <a:latin typeface="Arial" panose="020B0604020202020204" pitchFamily="34" charset="0"/>
                              <a:ea typeface="黑体" panose="02010609060101010101" pitchFamily="49" charset="-122"/>
                              <a:cs typeface="Arial" panose="020B0604020202020204" pitchFamily="34" charset="0"/>
                            </a:rPr>
                            <a:t>s</a:t>
                          </a:r>
                          <a:r>
                            <a:rPr lang="en-US" sz="1400" b="1" spc="-15" dirty="0">
                              <a:solidFill>
                                <a:schemeClr val="bg1"/>
                              </a:solidFill>
                              <a:effectLst/>
                              <a:latin typeface="Arial" panose="020B0604020202020204" pitchFamily="34" charset="0"/>
                              <a:ea typeface="黑体" panose="02010609060101010101" pitchFamily="49" charset="-122"/>
                              <a:cs typeface="Arial" panose="020B0604020202020204" pitchFamily="34" charset="0"/>
                            </a:rPr>
                            <a:t> </a:t>
                          </a:r>
                          <a:r>
                            <a:rPr lang="en-US" sz="1400" b="1" dirty="0">
                              <a:solidFill>
                                <a:schemeClr val="bg1"/>
                              </a:solidFill>
                              <a:effectLst/>
                              <a:latin typeface="Arial" panose="020B0604020202020204" pitchFamily="34" charset="0"/>
                              <a:ea typeface="黑体" panose="02010609060101010101" pitchFamily="49" charset="-122"/>
                              <a:cs typeface="Arial" panose="020B0604020202020204" pitchFamily="34" charset="0"/>
                            </a:rPr>
                            <a:t>D</a:t>
                          </a:r>
                          <a:endParaRPr lang="zh-CN" sz="1400" b="1" dirty="0">
                            <a:solidFill>
                              <a:schemeClr val="bg1"/>
                            </a:solidFill>
                            <a:effectLst/>
                            <a:latin typeface="Arial" panose="020B0604020202020204" pitchFamily="34" charset="0"/>
                            <a:ea typeface="黑体" panose="02010609060101010101" pitchFamily="49" charset="-122"/>
                            <a:cs typeface="Arial" panose="020B0604020202020204" pitchFamily="34" charset="0"/>
                          </a:endParaRPr>
                        </a:p>
                      </a:txBody>
                      <a:tcPr marL="0" marR="0" marT="0" marB="0" anchor="ctr">
                        <a:lnL w="12700" cap="flat" cmpd="sng" algn="ctr">
                          <a:solidFill>
                            <a:srgbClr val="FF000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60B612"/>
                        </a:solidFill>
                      </a:tcPr>
                    </a:tc>
                  </a:tr>
                  <a:tr h="1158498">
                    <a:tc>
                      <a:txBody>
                        <a:bodyPr/>
                        <a:lstStyle/>
                        <a:p>
                          <a:pPr marL="93980" marR="63500" algn="ctr">
                            <a:lnSpc>
                              <a:spcPct val="149000"/>
                            </a:lnSpc>
                            <a:spcBef>
                              <a:spcPts val="115"/>
                            </a:spcBef>
                            <a:spcAft>
                              <a:spcPts val="0"/>
                            </a:spcAft>
                          </a:pPr>
                          <a14:m>
                            <m:oMath xmlns:m="http://schemas.openxmlformats.org/officeDocument/2006/math">
                              <m:sSub>
                                <m:sSubPr>
                                  <m:ctrlPr>
                                    <a:rPr lang="en-US" altLang="zh-CN" sz="1400" b="0" i="1" spc="75" smtClean="0">
                                      <a:solidFill>
                                        <a:srgbClr val="004696"/>
                                      </a:solidFill>
                                      <a:effectLst/>
                                      <a:latin typeface="Cambria Math"/>
                                    </a:rPr>
                                  </m:ctrlPr>
                                </m:sSubPr>
                                <m:e>
                                  <m:r>
                                    <a:rPr lang="en-US" altLang="zh-CN" sz="1400" b="0" i="1" spc="75" smtClean="0">
                                      <a:solidFill>
                                        <a:srgbClr val="004696"/>
                                      </a:solidFill>
                                      <a:effectLst/>
                                      <a:latin typeface="Cambria Math"/>
                                    </a:rPr>
                                    <m:t>𝑝</m:t>
                                  </m:r>
                                </m:e>
                                <m:sub>
                                  <m:r>
                                    <a:rPr lang="en-US" altLang="zh-CN" sz="1400" b="0" i="1" spc="75" smtClean="0">
                                      <a:solidFill>
                                        <a:srgbClr val="004696"/>
                                      </a:solidFill>
                                      <a:effectLst/>
                                      <a:latin typeface="Cambria Math"/>
                                    </a:rPr>
                                    <m:t>𝐿𝐶</m:t>
                                  </m:r>
                                </m:sub>
                              </m:sSub>
                              <m:r>
                                <a:rPr lang="en-US" altLang="zh-CN" sz="1400" b="0" i="1" spc="75" smtClean="0">
                                  <a:solidFill>
                                    <a:srgbClr val="004696"/>
                                  </a:solidFill>
                                  <a:effectLst/>
                                  <a:latin typeface="Cambria Math"/>
                                </a:rPr>
                                <m:t> </m:t>
                              </m:r>
                            </m:oMath>
                          </a14:m>
                          <a:r>
                            <a:rPr lang="en-US" sz="1400" b="0" dirty="0" smtClean="0">
                              <a:solidFill>
                                <a:srgbClr val="004696"/>
                              </a:solidFill>
                              <a:effectLst/>
                              <a:latin typeface="Arial" panose="020B0604020202020204" pitchFamily="34" charset="0"/>
                              <a:ea typeface="黑体" panose="02010609060101010101" pitchFamily="49" charset="-122"/>
                              <a:cs typeface="Arial" panose="020B0604020202020204" pitchFamily="34" charset="0"/>
                            </a:rPr>
                            <a:t>x </a:t>
                          </a:r>
                          <a:r>
                            <a:rPr lang="en-US" sz="1400" b="0" spc="5" dirty="0" smtClean="0">
                              <a:solidFill>
                                <a:srgbClr val="004696"/>
                              </a:solidFill>
                              <a:effectLst/>
                              <a:latin typeface="Arial" panose="020B0604020202020204" pitchFamily="34" charset="0"/>
                              <a:ea typeface="黑体" panose="02010609060101010101" pitchFamily="49" charset="-122"/>
                              <a:cs typeface="Arial" panose="020B0604020202020204" pitchFamily="34" charset="0"/>
                            </a:rPr>
                            <a:t>0.</a:t>
                          </a:r>
                          <a:r>
                            <a:rPr lang="en-US" sz="1400" b="0" dirty="0" smtClean="0">
                              <a:solidFill>
                                <a:srgbClr val="004696"/>
                              </a:solidFill>
                              <a:effectLst/>
                              <a:latin typeface="Arial" panose="020B0604020202020204" pitchFamily="34" charset="0"/>
                              <a:ea typeface="黑体" panose="02010609060101010101" pitchFamily="49" charset="-122"/>
                              <a:cs typeface="Arial" panose="020B0604020202020204" pitchFamily="34" charset="0"/>
                            </a:rPr>
                            <a:t>5 </a:t>
                          </a:r>
                          <a14:m>
                            <m:oMath xmlns:m="http://schemas.openxmlformats.org/officeDocument/2006/math">
                              <m:sSub>
                                <m:sSubPr>
                                  <m:ctrlPr>
                                    <a:rPr lang="en-US" altLang="zh-CN" sz="1400" b="0" i="1" spc="75" smtClean="0">
                                      <a:solidFill>
                                        <a:srgbClr val="004696"/>
                                      </a:solidFill>
                                      <a:effectLst/>
                                      <a:latin typeface="Cambria Math"/>
                                    </a:rPr>
                                  </m:ctrlPr>
                                </m:sSubPr>
                                <m:e>
                                  <m:r>
                                    <a:rPr lang="en-US" altLang="zh-CN" sz="1400" b="0" i="1" spc="75" smtClean="0">
                                      <a:solidFill>
                                        <a:srgbClr val="004696"/>
                                      </a:solidFill>
                                      <a:effectLst/>
                                      <a:latin typeface="Cambria Math"/>
                                    </a:rPr>
                                    <m:t>𝑝</m:t>
                                  </m:r>
                                </m:e>
                                <m:sub>
                                  <m:r>
                                    <a:rPr lang="en-US" altLang="zh-CN" sz="1400" b="0" i="1" spc="75" smtClean="0">
                                      <a:solidFill>
                                        <a:srgbClr val="004696"/>
                                      </a:solidFill>
                                      <a:effectLst/>
                                      <a:latin typeface="Cambria Math"/>
                                    </a:rPr>
                                    <m:t>𝐿𝐶</m:t>
                                  </m:r>
                                </m:sub>
                              </m:sSub>
                              <m:r>
                                <a:rPr lang="en-US" altLang="zh-CN" sz="1400" b="0" i="1" spc="75" smtClean="0">
                                  <a:solidFill>
                                    <a:srgbClr val="004696"/>
                                  </a:solidFill>
                                  <a:effectLst/>
                                  <a:latin typeface="Cambria Math"/>
                                </a:rPr>
                                <m:t> </m:t>
                              </m:r>
                            </m:oMath>
                          </a14:m>
                          <a:r>
                            <a:rPr lang="en-US" altLang="zh-CN" sz="1400" b="0" dirty="0" smtClean="0">
                              <a:solidFill>
                                <a:srgbClr val="004696"/>
                              </a:solidFill>
                              <a:effectLst/>
                              <a:latin typeface="Arial" panose="020B0604020202020204" pitchFamily="34" charset="0"/>
                              <a:ea typeface="黑体" panose="02010609060101010101" pitchFamily="49" charset="-122"/>
                              <a:cs typeface="Arial" panose="020B0604020202020204" pitchFamily="34" charset="0"/>
                            </a:rPr>
                            <a:t>x 1.0 </a:t>
                          </a:r>
                          <a14:m>
                            <m:oMath xmlns:m="http://schemas.openxmlformats.org/officeDocument/2006/math">
                              <m:sSub>
                                <m:sSubPr>
                                  <m:ctrlPr>
                                    <a:rPr lang="en-US" altLang="zh-CN" sz="1400" b="0" i="1" spc="75" smtClean="0">
                                      <a:solidFill>
                                        <a:srgbClr val="004696"/>
                                      </a:solidFill>
                                      <a:effectLst/>
                                      <a:latin typeface="Cambria Math"/>
                                    </a:rPr>
                                  </m:ctrlPr>
                                </m:sSubPr>
                                <m:e>
                                  <m:r>
                                    <a:rPr lang="en-US" altLang="zh-CN" sz="1400" b="0" i="1" spc="75" smtClean="0">
                                      <a:solidFill>
                                        <a:srgbClr val="004696"/>
                                      </a:solidFill>
                                      <a:effectLst/>
                                      <a:latin typeface="Cambria Math"/>
                                    </a:rPr>
                                    <m:t>𝑝</m:t>
                                  </m:r>
                                </m:e>
                                <m:sub>
                                  <m:r>
                                    <a:rPr lang="en-US" altLang="zh-CN" sz="1400" b="0" i="1" spc="75" smtClean="0">
                                      <a:solidFill>
                                        <a:srgbClr val="004696"/>
                                      </a:solidFill>
                                      <a:effectLst/>
                                      <a:latin typeface="Cambria Math"/>
                                    </a:rPr>
                                    <m:t>𝐿𝐶</m:t>
                                  </m:r>
                                </m:sub>
                              </m:sSub>
                              <m:r>
                                <a:rPr lang="en-US" altLang="zh-CN" sz="1400" b="0" i="1" spc="75" smtClean="0">
                                  <a:solidFill>
                                    <a:srgbClr val="004696"/>
                                  </a:solidFill>
                                  <a:effectLst/>
                                  <a:latin typeface="Cambria Math"/>
                                </a:rPr>
                                <m:t> </m:t>
                              </m:r>
                            </m:oMath>
                          </a14:m>
                          <a:r>
                            <a:rPr lang="en-US" altLang="zh-CN" sz="1400" b="0" dirty="0" smtClean="0">
                              <a:solidFill>
                                <a:srgbClr val="004696"/>
                              </a:solidFill>
                              <a:effectLst/>
                              <a:latin typeface="Arial" panose="020B0604020202020204" pitchFamily="34" charset="0"/>
                              <a:ea typeface="黑体" panose="02010609060101010101" pitchFamily="49" charset="-122"/>
                              <a:cs typeface="Arial" panose="020B0604020202020204" pitchFamily="34" charset="0"/>
                            </a:rPr>
                            <a:t>x </a:t>
                          </a:r>
                          <a:r>
                            <a:rPr lang="en-US" altLang="zh-CN" sz="1400" b="0" spc="5" dirty="0" smtClean="0">
                              <a:solidFill>
                                <a:srgbClr val="004696"/>
                              </a:solidFill>
                              <a:effectLst/>
                              <a:latin typeface="Arial" panose="020B0604020202020204" pitchFamily="34" charset="0"/>
                              <a:ea typeface="黑体" panose="02010609060101010101" pitchFamily="49" charset="-122"/>
                              <a:cs typeface="Arial" panose="020B0604020202020204" pitchFamily="34" charset="0"/>
                            </a:rPr>
                            <a:t>1.</a:t>
                          </a:r>
                          <a:r>
                            <a:rPr lang="en-US" altLang="zh-CN" sz="1400" b="0" dirty="0" smtClean="0">
                              <a:solidFill>
                                <a:srgbClr val="004696"/>
                              </a:solidFill>
                              <a:effectLst/>
                              <a:latin typeface="Arial" panose="020B0604020202020204" pitchFamily="34" charset="0"/>
                              <a:ea typeface="黑体" panose="02010609060101010101" pitchFamily="49" charset="-122"/>
                              <a:cs typeface="Arial" panose="020B0604020202020204" pitchFamily="34" charset="0"/>
                            </a:rPr>
                            <a:t>5 </a:t>
                          </a:r>
                          <a:endParaRPr lang="zh-CN" sz="1400" b="0" dirty="0">
                            <a:solidFill>
                              <a:srgbClr val="004696"/>
                            </a:solidFill>
                            <a:effectLst/>
                            <a:latin typeface="Arial" panose="020B0604020202020204" pitchFamily="34" charset="0"/>
                            <a:ea typeface="黑体" panose="02010609060101010101" pitchFamily="49" charset="-122"/>
                            <a:cs typeface="Arial" panose="020B0604020202020204" pitchFamily="34" charset="0"/>
                          </a:endParaRP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217170" marR="205740" algn="ctr">
                            <a:lnSpc>
                              <a:spcPct val="115000"/>
                            </a:lnSpc>
                            <a:spcBef>
                              <a:spcPts val="115"/>
                            </a:spcBef>
                            <a:spcAft>
                              <a:spcPts val="0"/>
                            </a:spcAft>
                          </a:pPr>
                          <a:r>
                            <a:rPr lang="en-US" sz="1400" b="0" dirty="0">
                              <a:solidFill>
                                <a:srgbClr val="004696"/>
                              </a:solidFill>
                              <a:effectLst/>
                              <a:latin typeface="Arial" panose="020B0604020202020204" pitchFamily="34" charset="0"/>
                              <a:ea typeface="黑体" panose="02010609060101010101" pitchFamily="49" charset="-122"/>
                              <a:cs typeface="Arial" panose="020B0604020202020204" pitchFamily="34" charset="0"/>
                            </a:rPr>
                            <a:t>0</a:t>
                          </a:r>
                          <a:r>
                            <a:rPr lang="en-US" sz="1400" b="0" spc="5" dirty="0">
                              <a:solidFill>
                                <a:srgbClr val="004696"/>
                              </a:solidFill>
                              <a:effectLst/>
                              <a:latin typeface="Arial" panose="020B0604020202020204" pitchFamily="34" charset="0"/>
                              <a:ea typeface="黑体" panose="02010609060101010101" pitchFamily="49" charset="-122"/>
                              <a:cs typeface="Arial" panose="020B0604020202020204" pitchFamily="34" charset="0"/>
                            </a:rPr>
                            <a:t> </a:t>
                          </a:r>
                          <a:r>
                            <a:rPr lang="en-US" sz="1400" b="0" dirty="0">
                              <a:solidFill>
                                <a:srgbClr val="004696"/>
                              </a:solidFill>
                              <a:effectLst/>
                              <a:latin typeface="Arial" panose="020B0604020202020204" pitchFamily="34" charset="0"/>
                              <a:ea typeface="黑体" panose="02010609060101010101" pitchFamily="49" charset="-122"/>
                              <a:cs typeface="Arial" panose="020B0604020202020204" pitchFamily="34" charset="0"/>
                            </a:rPr>
                            <a:t>≤</a:t>
                          </a:r>
                          <a:r>
                            <a:rPr lang="en-US" sz="1400" b="0" spc="-5" dirty="0">
                              <a:solidFill>
                                <a:srgbClr val="004696"/>
                              </a:solidFill>
                              <a:effectLst/>
                              <a:latin typeface="Arial" panose="020B0604020202020204" pitchFamily="34" charset="0"/>
                              <a:ea typeface="黑体" panose="02010609060101010101" pitchFamily="49" charset="-122"/>
                              <a:cs typeface="Arial" panose="020B0604020202020204" pitchFamily="34" charset="0"/>
                            </a:rPr>
                            <a:t> </a:t>
                          </a:r>
                          <a:r>
                            <a:rPr lang="en-US" sz="1400" b="0" dirty="0">
                              <a:solidFill>
                                <a:srgbClr val="004696"/>
                              </a:solidFill>
                              <a:effectLst/>
                              <a:latin typeface="Arial" panose="020B0604020202020204" pitchFamily="34" charset="0"/>
                              <a:ea typeface="黑体" panose="02010609060101010101" pitchFamily="49" charset="-122"/>
                              <a:cs typeface="Arial" panose="020B0604020202020204" pitchFamily="34" charset="0"/>
                            </a:rPr>
                            <a:t>m</a:t>
                          </a:r>
                          <a:r>
                            <a:rPr lang="en-US" sz="1400" b="0" spc="-5" dirty="0">
                              <a:solidFill>
                                <a:srgbClr val="004696"/>
                              </a:solidFill>
                              <a:effectLst/>
                              <a:latin typeface="Arial" panose="020B0604020202020204" pitchFamily="34" charset="0"/>
                              <a:ea typeface="黑体" panose="02010609060101010101" pitchFamily="49" charset="-122"/>
                              <a:cs typeface="Arial" panose="020B0604020202020204" pitchFamily="34" charset="0"/>
                            </a:rPr>
                            <a:t> </a:t>
                          </a:r>
                          <a:r>
                            <a:rPr lang="en-US" sz="1400" b="0" dirty="0">
                              <a:solidFill>
                                <a:srgbClr val="004696"/>
                              </a:solidFill>
                              <a:effectLst/>
                              <a:latin typeface="Arial" panose="020B0604020202020204" pitchFamily="34" charset="0"/>
                              <a:ea typeface="黑体" panose="02010609060101010101" pitchFamily="49" charset="-122"/>
                              <a:cs typeface="Arial" panose="020B0604020202020204" pitchFamily="34" charset="0"/>
                            </a:rPr>
                            <a:t>≤</a:t>
                          </a:r>
                          <a:r>
                            <a:rPr lang="en-US" sz="1400" b="0" spc="-5" dirty="0">
                              <a:solidFill>
                                <a:srgbClr val="004696"/>
                              </a:solidFill>
                              <a:effectLst/>
                              <a:latin typeface="Arial" panose="020B0604020202020204" pitchFamily="34" charset="0"/>
                              <a:ea typeface="黑体" panose="02010609060101010101" pitchFamily="49" charset="-122"/>
                              <a:cs typeface="Arial" panose="020B0604020202020204" pitchFamily="34" charset="0"/>
                            </a:rPr>
                            <a:t> </a:t>
                          </a:r>
                          <a:r>
                            <a:rPr lang="en-US" sz="1400" b="0" spc="5" dirty="0">
                              <a:solidFill>
                                <a:srgbClr val="004696"/>
                              </a:solidFill>
                              <a:effectLst/>
                              <a:latin typeface="Arial" panose="020B0604020202020204" pitchFamily="34" charset="0"/>
                              <a:ea typeface="黑体" panose="02010609060101010101" pitchFamily="49" charset="-122"/>
                              <a:cs typeface="Arial" panose="020B0604020202020204" pitchFamily="34" charset="0"/>
                            </a:rPr>
                            <a:t>5</a:t>
                          </a:r>
                          <a:r>
                            <a:rPr lang="en-US" sz="1400" b="0" dirty="0">
                              <a:solidFill>
                                <a:srgbClr val="004696"/>
                              </a:solidFill>
                              <a:effectLst/>
                              <a:latin typeface="Arial" panose="020B0604020202020204" pitchFamily="34" charset="0"/>
                              <a:ea typeface="黑体" panose="02010609060101010101" pitchFamily="49" charset="-122"/>
                              <a:cs typeface="Arial" panose="020B0604020202020204" pitchFamily="34" charset="0"/>
                            </a:rPr>
                            <a:t>0</a:t>
                          </a:r>
                          <a:r>
                            <a:rPr lang="en-US" sz="1400" b="0" spc="-15" dirty="0">
                              <a:solidFill>
                                <a:srgbClr val="004696"/>
                              </a:solidFill>
                              <a:effectLst/>
                              <a:latin typeface="Arial" panose="020B0604020202020204" pitchFamily="34" charset="0"/>
                              <a:ea typeface="黑体" panose="02010609060101010101" pitchFamily="49" charset="-122"/>
                              <a:cs typeface="Arial" panose="020B0604020202020204" pitchFamily="34" charset="0"/>
                            </a:rPr>
                            <a:t> </a:t>
                          </a:r>
                          <a:r>
                            <a:rPr lang="en-US" sz="1400" b="0" spc="5" dirty="0">
                              <a:solidFill>
                                <a:srgbClr val="004696"/>
                              </a:solidFill>
                              <a:effectLst/>
                              <a:latin typeface="Arial" panose="020B0604020202020204" pitchFamily="34" charset="0"/>
                              <a:ea typeface="黑体" panose="02010609060101010101" pitchFamily="49" charset="-122"/>
                              <a:cs typeface="Arial" panose="020B0604020202020204" pitchFamily="34" charset="0"/>
                            </a:rPr>
                            <a:t>00</a:t>
                          </a:r>
                          <a:r>
                            <a:rPr lang="en-US" sz="1400" b="0" dirty="0">
                              <a:solidFill>
                                <a:srgbClr val="004696"/>
                              </a:solidFill>
                              <a:effectLst/>
                              <a:latin typeface="Arial" panose="020B0604020202020204" pitchFamily="34" charset="0"/>
                              <a:ea typeface="黑体" panose="02010609060101010101" pitchFamily="49" charset="-122"/>
                              <a:cs typeface="Arial" panose="020B0604020202020204" pitchFamily="34" charset="0"/>
                            </a:rPr>
                            <a:t>0</a:t>
                          </a:r>
                          <a:r>
                            <a:rPr lang="en-US" sz="1400" b="0" spc="-15" dirty="0">
                              <a:solidFill>
                                <a:srgbClr val="004696"/>
                              </a:solidFill>
                              <a:effectLst/>
                              <a:latin typeface="Arial" panose="020B0604020202020204" pitchFamily="34" charset="0"/>
                              <a:ea typeface="黑体" panose="02010609060101010101" pitchFamily="49" charset="-122"/>
                              <a:cs typeface="Arial" panose="020B0604020202020204" pitchFamily="34" charset="0"/>
                            </a:rPr>
                            <a:t> </a:t>
                          </a:r>
                          <a:endParaRPr lang="zh-CN" sz="1400" b="0" dirty="0">
                            <a:solidFill>
                              <a:srgbClr val="004696"/>
                            </a:solidFill>
                            <a:effectLst/>
                            <a:latin typeface="Arial" panose="020B0604020202020204" pitchFamily="34" charset="0"/>
                            <a:ea typeface="黑体" panose="02010609060101010101" pitchFamily="49" charset="-122"/>
                            <a:cs typeface="Arial" panose="020B0604020202020204" pitchFamily="34" charset="0"/>
                          </a:endParaRPr>
                        </a:p>
                        <a:p>
                          <a:pPr>
                            <a:lnSpc>
                              <a:spcPts val="600"/>
                            </a:lnSpc>
                            <a:spcBef>
                              <a:spcPts val="50"/>
                            </a:spcBef>
                            <a:spcAft>
                              <a:spcPts val="0"/>
                            </a:spcAft>
                          </a:pPr>
                          <a:r>
                            <a:rPr lang="en-US" sz="1400" b="0" dirty="0">
                              <a:solidFill>
                                <a:srgbClr val="004696"/>
                              </a:solidFill>
                              <a:effectLst/>
                              <a:latin typeface="Arial" panose="020B0604020202020204" pitchFamily="34" charset="0"/>
                              <a:ea typeface="黑体" panose="02010609060101010101" pitchFamily="49" charset="-122"/>
                              <a:cs typeface="Arial" panose="020B0604020202020204" pitchFamily="34" charset="0"/>
                            </a:rPr>
                            <a:t> </a:t>
                          </a:r>
                          <a:endParaRPr lang="zh-CN" sz="1400" b="0" dirty="0">
                            <a:solidFill>
                              <a:srgbClr val="004696"/>
                            </a:solidFill>
                            <a:effectLst/>
                            <a:latin typeface="Arial" panose="020B0604020202020204" pitchFamily="34" charset="0"/>
                            <a:ea typeface="黑体" panose="02010609060101010101" pitchFamily="49" charset="-122"/>
                            <a:cs typeface="Arial" panose="020B0604020202020204" pitchFamily="34" charset="0"/>
                          </a:endParaRPr>
                        </a:p>
                        <a:p>
                          <a:pPr marL="17145" algn="ctr">
                            <a:lnSpc>
                              <a:spcPct val="115000"/>
                            </a:lnSpc>
                            <a:spcAft>
                              <a:spcPts val="0"/>
                            </a:spcAft>
                          </a:pPr>
                          <a:r>
                            <a:rPr lang="en-US" sz="1400" b="0" spc="5" dirty="0">
                              <a:solidFill>
                                <a:srgbClr val="004696"/>
                              </a:solidFill>
                              <a:effectLst/>
                              <a:latin typeface="Arial" panose="020B0604020202020204" pitchFamily="34" charset="0"/>
                              <a:ea typeface="黑体" panose="02010609060101010101" pitchFamily="49" charset="-122"/>
                              <a:cs typeface="Arial" panose="020B0604020202020204" pitchFamily="34" charset="0"/>
                            </a:rPr>
                            <a:t>5</a:t>
                          </a:r>
                          <a:r>
                            <a:rPr lang="en-US" sz="1400" b="0" dirty="0">
                              <a:solidFill>
                                <a:srgbClr val="004696"/>
                              </a:solidFill>
                              <a:effectLst/>
                              <a:latin typeface="Arial" panose="020B0604020202020204" pitchFamily="34" charset="0"/>
                              <a:ea typeface="黑体" panose="02010609060101010101" pitchFamily="49" charset="-122"/>
                              <a:cs typeface="Arial" panose="020B0604020202020204" pitchFamily="34" charset="0"/>
                            </a:rPr>
                            <a:t>0 </a:t>
                          </a:r>
                          <a:r>
                            <a:rPr lang="en-US" sz="1400" b="0" spc="-5" dirty="0" smtClean="0">
                              <a:solidFill>
                                <a:srgbClr val="004696"/>
                              </a:solidFill>
                              <a:effectLst/>
                              <a:latin typeface="Arial" panose="020B0604020202020204" pitchFamily="34" charset="0"/>
                              <a:ea typeface="黑体" panose="02010609060101010101" pitchFamily="49" charset="-122"/>
                              <a:cs typeface="Arial" panose="020B0604020202020204" pitchFamily="34" charset="0"/>
                            </a:rPr>
                            <a:t>0</a:t>
                          </a:r>
                          <a:r>
                            <a:rPr lang="en-US" sz="1400" b="0" spc="5" dirty="0" smtClean="0">
                              <a:solidFill>
                                <a:srgbClr val="004696"/>
                              </a:solidFill>
                              <a:effectLst/>
                              <a:latin typeface="Arial" panose="020B0604020202020204" pitchFamily="34" charset="0"/>
                              <a:ea typeface="黑体" panose="02010609060101010101" pitchFamily="49" charset="-122"/>
                              <a:cs typeface="Arial" panose="020B0604020202020204" pitchFamily="34" charset="0"/>
                            </a:rPr>
                            <a:t>00</a:t>
                          </a:r>
                          <a:r>
                            <a:rPr lang="en-US" sz="1400" b="0" spc="-5" dirty="0" smtClean="0">
                              <a:solidFill>
                                <a:srgbClr val="004696"/>
                              </a:solidFill>
                              <a:effectLst/>
                              <a:latin typeface="Arial" panose="020B0604020202020204" pitchFamily="34" charset="0"/>
                              <a:ea typeface="黑体" panose="02010609060101010101" pitchFamily="49" charset="-122"/>
                              <a:cs typeface="Arial" panose="020B0604020202020204" pitchFamily="34" charset="0"/>
                            </a:rPr>
                            <a:t> </a:t>
                          </a:r>
                          <a:r>
                            <a:rPr lang="en-US" sz="1400" b="0" dirty="0" smtClean="0">
                              <a:solidFill>
                                <a:srgbClr val="004696"/>
                              </a:solidFill>
                              <a:effectLst/>
                              <a:latin typeface="Arial" panose="020B0604020202020204" pitchFamily="34" charset="0"/>
                              <a:ea typeface="黑体" panose="02010609060101010101" pitchFamily="49" charset="-122"/>
                              <a:cs typeface="Arial" panose="020B0604020202020204" pitchFamily="34" charset="0"/>
                            </a:rPr>
                            <a:t>&lt;</a:t>
                          </a:r>
                          <a:r>
                            <a:rPr lang="en-US" sz="1400" b="0" spc="5" dirty="0" smtClean="0">
                              <a:solidFill>
                                <a:srgbClr val="004696"/>
                              </a:solidFill>
                              <a:effectLst/>
                              <a:latin typeface="Arial" panose="020B0604020202020204" pitchFamily="34" charset="0"/>
                              <a:ea typeface="黑体" panose="02010609060101010101" pitchFamily="49" charset="-122"/>
                              <a:cs typeface="Arial" panose="020B0604020202020204" pitchFamily="34" charset="0"/>
                            </a:rPr>
                            <a:t> </a:t>
                          </a:r>
                          <a:r>
                            <a:rPr lang="en-US" sz="1400" b="0" dirty="0">
                              <a:solidFill>
                                <a:srgbClr val="004696"/>
                              </a:solidFill>
                              <a:effectLst/>
                              <a:latin typeface="Arial" panose="020B0604020202020204" pitchFamily="34" charset="0"/>
                              <a:ea typeface="黑体" panose="02010609060101010101" pitchFamily="49" charset="-122"/>
                              <a:cs typeface="Arial" panose="020B0604020202020204" pitchFamily="34" charset="0"/>
                            </a:rPr>
                            <a:t>m</a:t>
                          </a:r>
                          <a:r>
                            <a:rPr lang="en-US" sz="1400" b="0" spc="-5" dirty="0">
                              <a:solidFill>
                                <a:srgbClr val="004696"/>
                              </a:solidFill>
                              <a:effectLst/>
                              <a:latin typeface="Arial" panose="020B0604020202020204" pitchFamily="34" charset="0"/>
                              <a:ea typeface="黑体" panose="02010609060101010101" pitchFamily="49" charset="-122"/>
                              <a:cs typeface="Arial" panose="020B0604020202020204" pitchFamily="34" charset="0"/>
                            </a:rPr>
                            <a:t> </a:t>
                          </a:r>
                          <a:r>
                            <a:rPr lang="en-US" sz="1400" b="0" dirty="0">
                              <a:solidFill>
                                <a:srgbClr val="004696"/>
                              </a:solidFill>
                              <a:effectLst/>
                              <a:latin typeface="Arial" panose="020B0604020202020204" pitchFamily="34" charset="0"/>
                              <a:ea typeface="黑体" panose="02010609060101010101" pitchFamily="49" charset="-122"/>
                              <a:cs typeface="Arial" panose="020B0604020202020204" pitchFamily="34" charset="0"/>
                            </a:rPr>
                            <a:t>≤</a:t>
                          </a:r>
                          <a:r>
                            <a:rPr lang="en-US" sz="1400" b="0" spc="-5" dirty="0">
                              <a:solidFill>
                                <a:srgbClr val="004696"/>
                              </a:solidFill>
                              <a:effectLst/>
                              <a:latin typeface="Arial" panose="020B0604020202020204" pitchFamily="34" charset="0"/>
                              <a:ea typeface="黑体" panose="02010609060101010101" pitchFamily="49" charset="-122"/>
                              <a:cs typeface="Arial" panose="020B0604020202020204" pitchFamily="34" charset="0"/>
                            </a:rPr>
                            <a:t> 2</a:t>
                          </a:r>
                          <a:r>
                            <a:rPr lang="en-US" sz="1400" b="0" spc="5" dirty="0">
                              <a:solidFill>
                                <a:srgbClr val="004696"/>
                              </a:solidFill>
                              <a:effectLst/>
                              <a:latin typeface="Arial" panose="020B0604020202020204" pitchFamily="34" charset="0"/>
                              <a:ea typeface="黑体" panose="02010609060101010101" pitchFamily="49" charset="-122"/>
                              <a:cs typeface="Arial" panose="020B0604020202020204" pitchFamily="34" charset="0"/>
                            </a:rPr>
                            <a:t>0</a:t>
                          </a:r>
                          <a:r>
                            <a:rPr lang="en-US" sz="1400" b="0" dirty="0">
                              <a:solidFill>
                                <a:srgbClr val="004696"/>
                              </a:solidFill>
                              <a:effectLst/>
                              <a:latin typeface="Arial" panose="020B0604020202020204" pitchFamily="34" charset="0"/>
                              <a:ea typeface="黑体" panose="02010609060101010101" pitchFamily="49" charset="-122"/>
                              <a:cs typeface="Arial" panose="020B0604020202020204" pitchFamily="34" charset="0"/>
                            </a:rPr>
                            <a:t>0</a:t>
                          </a:r>
                          <a:r>
                            <a:rPr lang="en-US" sz="1400" b="0" spc="-20" dirty="0">
                              <a:solidFill>
                                <a:srgbClr val="004696"/>
                              </a:solidFill>
                              <a:effectLst/>
                              <a:latin typeface="Arial" panose="020B0604020202020204" pitchFamily="34" charset="0"/>
                              <a:ea typeface="黑体" panose="02010609060101010101" pitchFamily="49" charset="-122"/>
                              <a:cs typeface="Arial" panose="020B0604020202020204" pitchFamily="34" charset="0"/>
                            </a:rPr>
                            <a:t> </a:t>
                          </a:r>
                          <a:r>
                            <a:rPr lang="en-US" sz="1400" b="0" spc="5" dirty="0">
                              <a:solidFill>
                                <a:srgbClr val="004696"/>
                              </a:solidFill>
                              <a:effectLst/>
                              <a:latin typeface="Arial" panose="020B0604020202020204" pitchFamily="34" charset="0"/>
                              <a:ea typeface="黑体" panose="02010609060101010101" pitchFamily="49" charset="-122"/>
                              <a:cs typeface="Arial" panose="020B0604020202020204" pitchFamily="34" charset="0"/>
                            </a:rPr>
                            <a:t>0</a:t>
                          </a:r>
                          <a:r>
                            <a:rPr lang="en-US" sz="1400" b="0" spc="-5" dirty="0">
                              <a:solidFill>
                                <a:srgbClr val="004696"/>
                              </a:solidFill>
                              <a:effectLst/>
                              <a:latin typeface="Arial" panose="020B0604020202020204" pitchFamily="34" charset="0"/>
                              <a:ea typeface="黑体" panose="02010609060101010101" pitchFamily="49" charset="-122"/>
                              <a:cs typeface="Arial" panose="020B0604020202020204" pitchFamily="34" charset="0"/>
                            </a:rPr>
                            <a:t>0</a:t>
                          </a:r>
                          <a:r>
                            <a:rPr lang="en-US" sz="1400" b="0" dirty="0">
                              <a:solidFill>
                                <a:srgbClr val="004696"/>
                              </a:solidFill>
                              <a:effectLst/>
                              <a:latin typeface="Arial" panose="020B0604020202020204" pitchFamily="34" charset="0"/>
                              <a:ea typeface="黑体" panose="02010609060101010101" pitchFamily="49" charset="-122"/>
                              <a:cs typeface="Arial" panose="020B0604020202020204" pitchFamily="34" charset="0"/>
                            </a:rPr>
                            <a:t>0</a:t>
                          </a:r>
                          <a:r>
                            <a:rPr lang="en-US" sz="1400" b="0" spc="-5" dirty="0">
                              <a:solidFill>
                                <a:srgbClr val="004696"/>
                              </a:solidFill>
                              <a:effectLst/>
                              <a:latin typeface="Arial" panose="020B0604020202020204" pitchFamily="34" charset="0"/>
                              <a:ea typeface="黑体" panose="02010609060101010101" pitchFamily="49" charset="-122"/>
                              <a:cs typeface="Arial" panose="020B0604020202020204" pitchFamily="34" charset="0"/>
                            </a:rPr>
                            <a:t> </a:t>
                          </a:r>
                          <a:endParaRPr lang="zh-CN" sz="1400" b="0" dirty="0">
                            <a:solidFill>
                              <a:srgbClr val="004696"/>
                            </a:solidFill>
                            <a:effectLst/>
                            <a:latin typeface="Arial" panose="020B0604020202020204" pitchFamily="34" charset="0"/>
                            <a:ea typeface="黑体" panose="02010609060101010101" pitchFamily="49" charset="-122"/>
                            <a:cs typeface="Arial" panose="020B0604020202020204" pitchFamily="34" charset="0"/>
                          </a:endParaRPr>
                        </a:p>
                        <a:p>
                          <a:pPr>
                            <a:lnSpc>
                              <a:spcPts val="650"/>
                            </a:lnSpc>
                            <a:spcBef>
                              <a:spcPts val="10"/>
                            </a:spcBef>
                            <a:spcAft>
                              <a:spcPts val="0"/>
                            </a:spcAft>
                          </a:pPr>
                          <a:r>
                            <a:rPr lang="en-US" sz="1400" b="0" dirty="0">
                              <a:solidFill>
                                <a:srgbClr val="004696"/>
                              </a:solidFill>
                              <a:effectLst/>
                              <a:latin typeface="Arial" panose="020B0604020202020204" pitchFamily="34" charset="0"/>
                              <a:ea typeface="黑体" panose="02010609060101010101" pitchFamily="49" charset="-122"/>
                              <a:cs typeface="Arial" panose="020B0604020202020204" pitchFamily="34" charset="0"/>
                            </a:rPr>
                            <a:t> </a:t>
                          </a:r>
                          <a:endParaRPr lang="zh-CN" sz="1400" b="0" dirty="0">
                            <a:solidFill>
                              <a:srgbClr val="004696"/>
                            </a:solidFill>
                            <a:effectLst/>
                            <a:latin typeface="Arial" panose="020B0604020202020204" pitchFamily="34" charset="0"/>
                            <a:ea typeface="黑体" panose="02010609060101010101" pitchFamily="49" charset="-122"/>
                            <a:cs typeface="Arial" panose="020B0604020202020204" pitchFamily="34" charset="0"/>
                          </a:endParaRPr>
                        </a:p>
                        <a:p>
                          <a:pPr marL="278130" marR="269875" algn="ctr">
                            <a:lnSpc>
                              <a:spcPct val="115000"/>
                            </a:lnSpc>
                            <a:spcAft>
                              <a:spcPts val="0"/>
                            </a:spcAft>
                          </a:pPr>
                          <a:r>
                            <a:rPr lang="en-US" sz="1400" b="0" spc="5" dirty="0">
                              <a:solidFill>
                                <a:srgbClr val="004696"/>
                              </a:solidFill>
                              <a:effectLst/>
                              <a:latin typeface="Arial" panose="020B0604020202020204" pitchFamily="34" charset="0"/>
                              <a:ea typeface="黑体" panose="02010609060101010101" pitchFamily="49" charset="-122"/>
                              <a:cs typeface="Arial" panose="020B0604020202020204" pitchFamily="34" charset="0"/>
                            </a:rPr>
                            <a:t>20</a:t>
                          </a:r>
                          <a:r>
                            <a:rPr lang="en-US" sz="1400" b="0" dirty="0">
                              <a:solidFill>
                                <a:srgbClr val="004696"/>
                              </a:solidFill>
                              <a:effectLst/>
                              <a:latin typeface="Arial" panose="020B0604020202020204" pitchFamily="34" charset="0"/>
                              <a:ea typeface="黑体" panose="02010609060101010101" pitchFamily="49" charset="-122"/>
                              <a:cs typeface="Arial" panose="020B0604020202020204" pitchFamily="34" charset="0"/>
                            </a:rPr>
                            <a:t>0</a:t>
                          </a:r>
                          <a:r>
                            <a:rPr lang="en-US" sz="1400" b="0" spc="-20" dirty="0">
                              <a:solidFill>
                                <a:srgbClr val="004696"/>
                              </a:solidFill>
                              <a:effectLst/>
                              <a:latin typeface="Arial" panose="020B0604020202020204" pitchFamily="34" charset="0"/>
                              <a:ea typeface="黑体" panose="02010609060101010101" pitchFamily="49" charset="-122"/>
                              <a:cs typeface="Arial" panose="020B0604020202020204" pitchFamily="34" charset="0"/>
                            </a:rPr>
                            <a:t> </a:t>
                          </a:r>
                          <a:r>
                            <a:rPr lang="en-US" sz="1400" b="0" spc="5" dirty="0" smtClean="0">
                              <a:solidFill>
                                <a:srgbClr val="004696"/>
                              </a:solidFill>
                              <a:effectLst/>
                              <a:latin typeface="Arial" panose="020B0604020202020204" pitchFamily="34" charset="0"/>
                              <a:ea typeface="黑体" panose="02010609060101010101" pitchFamily="49" charset="-122"/>
                              <a:cs typeface="Arial" panose="020B0604020202020204" pitchFamily="34" charset="0"/>
                            </a:rPr>
                            <a:t>0</a:t>
                          </a:r>
                          <a:r>
                            <a:rPr lang="en-US" sz="1400" b="0" spc="-5" dirty="0" smtClean="0">
                              <a:solidFill>
                                <a:srgbClr val="004696"/>
                              </a:solidFill>
                              <a:effectLst/>
                              <a:latin typeface="Arial" panose="020B0604020202020204" pitchFamily="34" charset="0"/>
                              <a:ea typeface="黑体" panose="02010609060101010101" pitchFamily="49" charset="-122"/>
                              <a:cs typeface="Arial" panose="020B0604020202020204" pitchFamily="34" charset="0"/>
                            </a:rPr>
                            <a:t>01  </a:t>
                          </a:r>
                          <a:r>
                            <a:rPr lang="en-US" sz="1400" b="0" dirty="0">
                              <a:solidFill>
                                <a:srgbClr val="004696"/>
                              </a:solidFill>
                              <a:effectLst/>
                              <a:latin typeface="Arial" panose="020B0604020202020204" pitchFamily="34" charset="0"/>
                              <a:ea typeface="黑体" panose="02010609060101010101" pitchFamily="49" charset="-122"/>
                              <a:cs typeface="Arial" panose="020B0604020202020204" pitchFamily="34" charset="0"/>
                            </a:rPr>
                            <a:t>&lt;</a:t>
                          </a:r>
                          <a:r>
                            <a:rPr lang="en-US" sz="1400" b="0" spc="-10" dirty="0">
                              <a:solidFill>
                                <a:srgbClr val="004696"/>
                              </a:solidFill>
                              <a:effectLst/>
                              <a:latin typeface="Arial" panose="020B0604020202020204" pitchFamily="34" charset="0"/>
                              <a:ea typeface="黑体" panose="02010609060101010101" pitchFamily="49" charset="-122"/>
                              <a:cs typeface="Arial" panose="020B0604020202020204" pitchFamily="34" charset="0"/>
                            </a:rPr>
                            <a:t> </a:t>
                          </a:r>
                          <a:r>
                            <a:rPr lang="en-US" sz="1400" b="0" dirty="0">
                              <a:solidFill>
                                <a:srgbClr val="004696"/>
                              </a:solidFill>
                              <a:effectLst/>
                              <a:latin typeface="Arial" panose="020B0604020202020204" pitchFamily="34" charset="0"/>
                              <a:ea typeface="黑体" panose="02010609060101010101" pitchFamily="49" charset="-122"/>
                              <a:cs typeface="Arial" panose="020B0604020202020204" pitchFamily="34" charset="0"/>
                            </a:rPr>
                            <a:t>m</a:t>
                          </a:r>
                          <a:endParaRPr lang="zh-CN" sz="1400" b="0" dirty="0">
                            <a:solidFill>
                              <a:srgbClr val="004696"/>
                            </a:solidFill>
                            <a:effectLst/>
                            <a:latin typeface="Arial" panose="020B0604020202020204" pitchFamily="34" charset="0"/>
                            <a:ea typeface="黑体" panose="02010609060101010101" pitchFamily="49" charset="-122"/>
                            <a:cs typeface="Arial" panose="020B0604020202020204" pitchFamily="34" charset="0"/>
                          </a:endParaRP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280670" marR="272415" algn="ctr">
                            <a:lnSpc>
                              <a:spcPct val="115000"/>
                            </a:lnSpc>
                            <a:spcBef>
                              <a:spcPts val="115"/>
                            </a:spcBef>
                            <a:spcAft>
                              <a:spcPts val="0"/>
                            </a:spcAft>
                          </a:pPr>
                          <a:r>
                            <a:rPr lang="en-US" sz="1400" b="0" dirty="0">
                              <a:solidFill>
                                <a:srgbClr val="004696"/>
                              </a:solidFill>
                              <a:effectLst/>
                              <a:latin typeface="Arial" panose="020B0604020202020204" pitchFamily="34" charset="0"/>
                              <a:ea typeface="黑体" panose="02010609060101010101" pitchFamily="49" charset="-122"/>
                              <a:cs typeface="Arial" panose="020B0604020202020204" pitchFamily="34" charset="0"/>
                            </a:rPr>
                            <a:t>0</a:t>
                          </a:r>
                          <a:r>
                            <a:rPr lang="en-US" sz="1400" b="0" spc="5" dirty="0">
                              <a:solidFill>
                                <a:srgbClr val="004696"/>
                              </a:solidFill>
                              <a:effectLst/>
                              <a:latin typeface="Arial" panose="020B0604020202020204" pitchFamily="34" charset="0"/>
                              <a:ea typeface="黑体" panose="02010609060101010101" pitchFamily="49" charset="-122"/>
                              <a:cs typeface="Arial" panose="020B0604020202020204" pitchFamily="34" charset="0"/>
                            </a:rPr>
                            <a:t> </a:t>
                          </a:r>
                          <a:r>
                            <a:rPr lang="en-US" sz="1400" b="0" dirty="0">
                              <a:solidFill>
                                <a:srgbClr val="004696"/>
                              </a:solidFill>
                              <a:effectLst/>
                              <a:latin typeface="Arial" panose="020B0604020202020204" pitchFamily="34" charset="0"/>
                              <a:ea typeface="黑体" panose="02010609060101010101" pitchFamily="49" charset="-122"/>
                              <a:cs typeface="Arial" panose="020B0604020202020204" pitchFamily="34" charset="0"/>
                            </a:rPr>
                            <a:t>≤</a:t>
                          </a:r>
                          <a:r>
                            <a:rPr lang="en-US" sz="1400" b="0" spc="-5" dirty="0">
                              <a:solidFill>
                                <a:srgbClr val="004696"/>
                              </a:solidFill>
                              <a:effectLst/>
                              <a:latin typeface="Arial" panose="020B0604020202020204" pitchFamily="34" charset="0"/>
                              <a:ea typeface="黑体" panose="02010609060101010101" pitchFamily="49" charset="-122"/>
                              <a:cs typeface="Arial" panose="020B0604020202020204" pitchFamily="34" charset="0"/>
                            </a:rPr>
                            <a:t> </a:t>
                          </a:r>
                          <a:r>
                            <a:rPr lang="en-US" sz="1400" b="0" dirty="0">
                              <a:solidFill>
                                <a:srgbClr val="004696"/>
                              </a:solidFill>
                              <a:effectLst/>
                              <a:latin typeface="Arial" panose="020B0604020202020204" pitchFamily="34" charset="0"/>
                              <a:ea typeface="黑体" panose="02010609060101010101" pitchFamily="49" charset="-122"/>
                              <a:cs typeface="Arial" panose="020B0604020202020204" pitchFamily="34" charset="0"/>
                            </a:rPr>
                            <a:t>m</a:t>
                          </a:r>
                          <a:r>
                            <a:rPr lang="en-US" sz="1400" b="0" spc="-5" dirty="0">
                              <a:solidFill>
                                <a:srgbClr val="004696"/>
                              </a:solidFill>
                              <a:effectLst/>
                              <a:latin typeface="Arial" panose="020B0604020202020204" pitchFamily="34" charset="0"/>
                              <a:ea typeface="黑体" panose="02010609060101010101" pitchFamily="49" charset="-122"/>
                              <a:cs typeface="Arial" panose="020B0604020202020204" pitchFamily="34" charset="0"/>
                            </a:rPr>
                            <a:t> </a:t>
                          </a:r>
                          <a:r>
                            <a:rPr lang="en-US" sz="1400" b="0" dirty="0">
                              <a:solidFill>
                                <a:srgbClr val="004696"/>
                              </a:solidFill>
                              <a:effectLst/>
                              <a:latin typeface="Arial" panose="020B0604020202020204" pitchFamily="34" charset="0"/>
                              <a:ea typeface="黑体" panose="02010609060101010101" pitchFamily="49" charset="-122"/>
                              <a:cs typeface="Arial" panose="020B0604020202020204" pitchFamily="34" charset="0"/>
                            </a:rPr>
                            <a:t>≤</a:t>
                          </a:r>
                          <a:r>
                            <a:rPr lang="en-US" sz="1400" b="0" spc="-5" dirty="0">
                              <a:solidFill>
                                <a:srgbClr val="004696"/>
                              </a:solidFill>
                              <a:effectLst/>
                              <a:latin typeface="Arial" panose="020B0604020202020204" pitchFamily="34" charset="0"/>
                              <a:ea typeface="黑体" panose="02010609060101010101" pitchFamily="49" charset="-122"/>
                              <a:cs typeface="Arial" panose="020B0604020202020204" pitchFamily="34" charset="0"/>
                            </a:rPr>
                            <a:t> </a:t>
                          </a:r>
                          <a:r>
                            <a:rPr lang="en-US" sz="1400" b="0" dirty="0">
                              <a:solidFill>
                                <a:srgbClr val="004696"/>
                              </a:solidFill>
                              <a:effectLst/>
                              <a:latin typeface="Arial" panose="020B0604020202020204" pitchFamily="34" charset="0"/>
                              <a:ea typeface="黑体" panose="02010609060101010101" pitchFamily="49" charset="-122"/>
                              <a:cs typeface="Arial" panose="020B0604020202020204" pitchFamily="34" charset="0"/>
                            </a:rPr>
                            <a:t>5</a:t>
                          </a:r>
                          <a:r>
                            <a:rPr lang="en-US" sz="1400" b="0" spc="5" dirty="0">
                              <a:solidFill>
                                <a:srgbClr val="004696"/>
                              </a:solidFill>
                              <a:effectLst/>
                              <a:latin typeface="Arial" panose="020B0604020202020204" pitchFamily="34" charset="0"/>
                              <a:ea typeface="黑体" panose="02010609060101010101" pitchFamily="49" charset="-122"/>
                              <a:cs typeface="Arial" panose="020B0604020202020204" pitchFamily="34" charset="0"/>
                            </a:rPr>
                            <a:t> </a:t>
                          </a:r>
                          <a:r>
                            <a:rPr lang="en-US" sz="1400" b="0" spc="-5" dirty="0">
                              <a:solidFill>
                                <a:srgbClr val="004696"/>
                              </a:solidFill>
                              <a:effectLst/>
                              <a:latin typeface="Arial" panose="020B0604020202020204" pitchFamily="34" charset="0"/>
                              <a:ea typeface="黑体" panose="02010609060101010101" pitchFamily="49" charset="-122"/>
                              <a:cs typeface="Arial" panose="020B0604020202020204" pitchFamily="34" charset="0"/>
                            </a:rPr>
                            <a:t>0</a:t>
                          </a:r>
                          <a:r>
                            <a:rPr lang="en-US" sz="1400" b="0" spc="5" dirty="0">
                              <a:solidFill>
                                <a:srgbClr val="004696"/>
                              </a:solidFill>
                              <a:effectLst/>
                              <a:latin typeface="Arial" panose="020B0604020202020204" pitchFamily="34" charset="0"/>
                              <a:ea typeface="黑体" panose="02010609060101010101" pitchFamily="49" charset="-122"/>
                              <a:cs typeface="Arial" panose="020B0604020202020204" pitchFamily="34" charset="0"/>
                            </a:rPr>
                            <a:t>0</a:t>
                          </a:r>
                          <a:r>
                            <a:rPr lang="en-US" sz="1400" b="0" dirty="0">
                              <a:solidFill>
                                <a:srgbClr val="004696"/>
                              </a:solidFill>
                              <a:effectLst/>
                              <a:latin typeface="Arial" panose="020B0604020202020204" pitchFamily="34" charset="0"/>
                              <a:ea typeface="黑体" panose="02010609060101010101" pitchFamily="49" charset="-122"/>
                              <a:cs typeface="Arial" panose="020B0604020202020204" pitchFamily="34" charset="0"/>
                            </a:rPr>
                            <a:t>0</a:t>
                          </a:r>
                          <a:r>
                            <a:rPr lang="en-US" sz="1400" b="0" spc="-5" dirty="0">
                              <a:solidFill>
                                <a:srgbClr val="004696"/>
                              </a:solidFill>
                              <a:effectLst/>
                              <a:latin typeface="Arial" panose="020B0604020202020204" pitchFamily="34" charset="0"/>
                              <a:ea typeface="黑体" panose="02010609060101010101" pitchFamily="49" charset="-122"/>
                              <a:cs typeface="Arial" panose="020B0604020202020204" pitchFamily="34" charset="0"/>
                            </a:rPr>
                            <a:t> </a:t>
                          </a:r>
                          <a:endParaRPr lang="zh-CN" sz="1400" b="0" dirty="0">
                            <a:solidFill>
                              <a:srgbClr val="004696"/>
                            </a:solidFill>
                            <a:effectLst/>
                            <a:latin typeface="Arial" panose="020B0604020202020204" pitchFamily="34" charset="0"/>
                            <a:ea typeface="黑体" panose="02010609060101010101" pitchFamily="49" charset="-122"/>
                            <a:cs typeface="Arial" panose="020B0604020202020204" pitchFamily="34" charset="0"/>
                          </a:endParaRPr>
                        </a:p>
                        <a:p>
                          <a:pPr>
                            <a:lnSpc>
                              <a:spcPts val="600"/>
                            </a:lnSpc>
                            <a:spcBef>
                              <a:spcPts val="50"/>
                            </a:spcBef>
                            <a:spcAft>
                              <a:spcPts val="0"/>
                            </a:spcAft>
                          </a:pPr>
                          <a:r>
                            <a:rPr lang="en-US" sz="1400" b="0" dirty="0">
                              <a:solidFill>
                                <a:srgbClr val="004696"/>
                              </a:solidFill>
                              <a:effectLst/>
                              <a:latin typeface="Arial" panose="020B0604020202020204" pitchFamily="34" charset="0"/>
                              <a:ea typeface="黑体" panose="02010609060101010101" pitchFamily="49" charset="-122"/>
                              <a:cs typeface="Arial" panose="020B0604020202020204" pitchFamily="34" charset="0"/>
                            </a:rPr>
                            <a:t> </a:t>
                          </a:r>
                          <a:endParaRPr lang="zh-CN" sz="1400" b="0" dirty="0">
                            <a:solidFill>
                              <a:srgbClr val="004696"/>
                            </a:solidFill>
                            <a:effectLst/>
                            <a:latin typeface="Arial" panose="020B0604020202020204" pitchFamily="34" charset="0"/>
                            <a:ea typeface="黑体" panose="02010609060101010101" pitchFamily="49" charset="-122"/>
                            <a:cs typeface="Arial" panose="020B0604020202020204" pitchFamily="34" charset="0"/>
                          </a:endParaRPr>
                        </a:p>
                        <a:p>
                          <a:pPr marL="102870" marR="94615" algn="ctr">
                            <a:lnSpc>
                              <a:spcPct val="115000"/>
                            </a:lnSpc>
                            <a:spcAft>
                              <a:spcPts val="0"/>
                            </a:spcAft>
                          </a:pPr>
                          <a:r>
                            <a:rPr lang="en-US" sz="1400" b="0" dirty="0">
                              <a:solidFill>
                                <a:srgbClr val="004696"/>
                              </a:solidFill>
                              <a:effectLst/>
                              <a:latin typeface="Arial" panose="020B0604020202020204" pitchFamily="34" charset="0"/>
                              <a:ea typeface="黑体" panose="02010609060101010101" pitchFamily="49" charset="-122"/>
                              <a:cs typeface="Arial" panose="020B0604020202020204" pitchFamily="34" charset="0"/>
                            </a:rPr>
                            <a:t>5</a:t>
                          </a:r>
                          <a:r>
                            <a:rPr lang="en-US" sz="1400" b="0" spc="5" dirty="0">
                              <a:solidFill>
                                <a:srgbClr val="004696"/>
                              </a:solidFill>
                              <a:effectLst/>
                              <a:latin typeface="Arial" panose="020B0604020202020204" pitchFamily="34" charset="0"/>
                              <a:ea typeface="黑体" panose="02010609060101010101" pitchFamily="49" charset="-122"/>
                              <a:cs typeface="Arial" panose="020B0604020202020204" pitchFamily="34" charset="0"/>
                            </a:rPr>
                            <a:t> </a:t>
                          </a:r>
                          <a:r>
                            <a:rPr lang="en-US" sz="1400" b="0" spc="5" dirty="0" smtClean="0">
                              <a:solidFill>
                                <a:srgbClr val="004696"/>
                              </a:solidFill>
                              <a:effectLst/>
                              <a:latin typeface="Arial" panose="020B0604020202020204" pitchFamily="34" charset="0"/>
                              <a:ea typeface="黑体" panose="02010609060101010101" pitchFamily="49" charset="-122"/>
                              <a:cs typeface="Arial" panose="020B0604020202020204" pitchFamily="34" charset="0"/>
                            </a:rPr>
                            <a:t>0</a:t>
                          </a:r>
                          <a:r>
                            <a:rPr lang="en-US" sz="1400" b="0" spc="-5" dirty="0" smtClean="0">
                              <a:solidFill>
                                <a:srgbClr val="004696"/>
                              </a:solidFill>
                              <a:effectLst/>
                              <a:latin typeface="Arial" panose="020B0604020202020204" pitchFamily="34" charset="0"/>
                              <a:ea typeface="黑体" panose="02010609060101010101" pitchFamily="49" charset="-122"/>
                              <a:cs typeface="Arial" panose="020B0604020202020204" pitchFamily="34" charset="0"/>
                            </a:rPr>
                            <a:t>00 </a:t>
                          </a:r>
                          <a:r>
                            <a:rPr lang="en-US" sz="1400" b="0" dirty="0" smtClean="0">
                              <a:solidFill>
                                <a:srgbClr val="004696"/>
                              </a:solidFill>
                              <a:effectLst/>
                              <a:latin typeface="Arial" panose="020B0604020202020204" pitchFamily="34" charset="0"/>
                              <a:ea typeface="黑体" panose="02010609060101010101" pitchFamily="49" charset="-122"/>
                              <a:cs typeface="Arial" panose="020B0604020202020204" pitchFamily="34" charset="0"/>
                            </a:rPr>
                            <a:t>&lt;</a:t>
                          </a:r>
                          <a:r>
                            <a:rPr lang="en-US" sz="1400" b="0" spc="-10" dirty="0" smtClean="0">
                              <a:solidFill>
                                <a:srgbClr val="004696"/>
                              </a:solidFill>
                              <a:effectLst/>
                              <a:latin typeface="Arial" panose="020B0604020202020204" pitchFamily="34" charset="0"/>
                              <a:ea typeface="黑体" panose="02010609060101010101" pitchFamily="49" charset="-122"/>
                              <a:cs typeface="Arial" panose="020B0604020202020204" pitchFamily="34" charset="0"/>
                            </a:rPr>
                            <a:t> </a:t>
                          </a:r>
                          <a:r>
                            <a:rPr lang="en-US" sz="1400" b="0" dirty="0">
                              <a:solidFill>
                                <a:srgbClr val="004696"/>
                              </a:solidFill>
                              <a:effectLst/>
                              <a:latin typeface="Arial" panose="020B0604020202020204" pitchFamily="34" charset="0"/>
                              <a:ea typeface="黑体" panose="02010609060101010101" pitchFamily="49" charset="-122"/>
                              <a:cs typeface="Arial" panose="020B0604020202020204" pitchFamily="34" charset="0"/>
                            </a:rPr>
                            <a:t>m</a:t>
                          </a:r>
                          <a:r>
                            <a:rPr lang="en-US" sz="1400" b="0" spc="-5" dirty="0">
                              <a:solidFill>
                                <a:srgbClr val="004696"/>
                              </a:solidFill>
                              <a:effectLst/>
                              <a:latin typeface="Arial" panose="020B0604020202020204" pitchFamily="34" charset="0"/>
                              <a:ea typeface="黑体" panose="02010609060101010101" pitchFamily="49" charset="-122"/>
                              <a:cs typeface="Arial" panose="020B0604020202020204" pitchFamily="34" charset="0"/>
                            </a:rPr>
                            <a:t> </a:t>
                          </a:r>
                          <a:r>
                            <a:rPr lang="en-US" sz="1400" b="0" dirty="0">
                              <a:solidFill>
                                <a:srgbClr val="004696"/>
                              </a:solidFill>
                              <a:effectLst/>
                              <a:latin typeface="Arial" panose="020B0604020202020204" pitchFamily="34" charset="0"/>
                              <a:ea typeface="黑体" panose="02010609060101010101" pitchFamily="49" charset="-122"/>
                              <a:cs typeface="Arial" panose="020B0604020202020204" pitchFamily="34" charset="0"/>
                            </a:rPr>
                            <a:t>≤</a:t>
                          </a:r>
                          <a:r>
                            <a:rPr lang="en-US" sz="1400" b="0" spc="-5" dirty="0">
                              <a:solidFill>
                                <a:srgbClr val="004696"/>
                              </a:solidFill>
                              <a:effectLst/>
                              <a:latin typeface="Arial" panose="020B0604020202020204" pitchFamily="34" charset="0"/>
                              <a:ea typeface="黑体" panose="02010609060101010101" pitchFamily="49" charset="-122"/>
                              <a:cs typeface="Arial" panose="020B0604020202020204" pitchFamily="34" charset="0"/>
                            </a:rPr>
                            <a:t> </a:t>
                          </a:r>
                          <a:r>
                            <a:rPr lang="en-US" sz="1400" b="0" spc="5" dirty="0">
                              <a:solidFill>
                                <a:srgbClr val="004696"/>
                              </a:solidFill>
                              <a:effectLst/>
                              <a:latin typeface="Arial" panose="020B0604020202020204" pitchFamily="34" charset="0"/>
                              <a:ea typeface="黑体" panose="02010609060101010101" pitchFamily="49" charset="-122"/>
                              <a:cs typeface="Arial" panose="020B0604020202020204" pitchFamily="34" charset="0"/>
                            </a:rPr>
                            <a:t>2</a:t>
                          </a:r>
                          <a:r>
                            <a:rPr lang="en-US" sz="1400" b="0" dirty="0">
                              <a:solidFill>
                                <a:srgbClr val="004696"/>
                              </a:solidFill>
                              <a:effectLst/>
                              <a:latin typeface="Arial" panose="020B0604020202020204" pitchFamily="34" charset="0"/>
                              <a:ea typeface="黑体" panose="02010609060101010101" pitchFamily="49" charset="-122"/>
                              <a:cs typeface="Arial" panose="020B0604020202020204" pitchFamily="34" charset="0"/>
                            </a:rPr>
                            <a:t>0</a:t>
                          </a:r>
                          <a:r>
                            <a:rPr lang="en-US" sz="1400" b="0" spc="-15" dirty="0">
                              <a:solidFill>
                                <a:srgbClr val="004696"/>
                              </a:solidFill>
                              <a:effectLst/>
                              <a:latin typeface="Arial" panose="020B0604020202020204" pitchFamily="34" charset="0"/>
                              <a:ea typeface="黑体" panose="02010609060101010101" pitchFamily="49" charset="-122"/>
                              <a:cs typeface="Arial" panose="020B0604020202020204" pitchFamily="34" charset="0"/>
                            </a:rPr>
                            <a:t> </a:t>
                          </a:r>
                          <a:r>
                            <a:rPr lang="en-US" sz="1400" b="0" spc="5" dirty="0">
                              <a:solidFill>
                                <a:srgbClr val="004696"/>
                              </a:solidFill>
                              <a:effectLst/>
                              <a:latin typeface="Arial" panose="020B0604020202020204" pitchFamily="34" charset="0"/>
                              <a:ea typeface="黑体" panose="02010609060101010101" pitchFamily="49" charset="-122"/>
                              <a:cs typeface="Arial" panose="020B0604020202020204" pitchFamily="34" charset="0"/>
                            </a:rPr>
                            <a:t>0</a:t>
                          </a:r>
                          <a:r>
                            <a:rPr lang="en-US" sz="1400" b="0" spc="-5" dirty="0">
                              <a:solidFill>
                                <a:srgbClr val="004696"/>
                              </a:solidFill>
                              <a:effectLst/>
                              <a:latin typeface="Arial" panose="020B0604020202020204" pitchFamily="34" charset="0"/>
                              <a:ea typeface="黑体" panose="02010609060101010101" pitchFamily="49" charset="-122"/>
                              <a:cs typeface="Arial" panose="020B0604020202020204" pitchFamily="34" charset="0"/>
                            </a:rPr>
                            <a:t>0</a:t>
                          </a:r>
                          <a:r>
                            <a:rPr lang="en-US" sz="1400" b="0" dirty="0">
                              <a:solidFill>
                                <a:srgbClr val="004696"/>
                              </a:solidFill>
                              <a:effectLst/>
                              <a:latin typeface="Arial" panose="020B0604020202020204" pitchFamily="34" charset="0"/>
                              <a:ea typeface="黑体" panose="02010609060101010101" pitchFamily="49" charset="-122"/>
                              <a:cs typeface="Arial" panose="020B0604020202020204" pitchFamily="34" charset="0"/>
                            </a:rPr>
                            <a:t>0</a:t>
                          </a:r>
                          <a:r>
                            <a:rPr lang="en-US" sz="1400" b="0" spc="-5" dirty="0">
                              <a:solidFill>
                                <a:srgbClr val="004696"/>
                              </a:solidFill>
                              <a:effectLst/>
                              <a:latin typeface="Arial" panose="020B0604020202020204" pitchFamily="34" charset="0"/>
                              <a:ea typeface="黑体" panose="02010609060101010101" pitchFamily="49" charset="-122"/>
                              <a:cs typeface="Arial" panose="020B0604020202020204" pitchFamily="34" charset="0"/>
                            </a:rPr>
                            <a:t> </a:t>
                          </a:r>
                          <a:endParaRPr lang="zh-CN" sz="1400" b="0" dirty="0">
                            <a:solidFill>
                              <a:srgbClr val="004696"/>
                            </a:solidFill>
                            <a:effectLst/>
                            <a:latin typeface="Arial" panose="020B0604020202020204" pitchFamily="34" charset="0"/>
                            <a:ea typeface="黑体" panose="02010609060101010101" pitchFamily="49" charset="-122"/>
                            <a:cs typeface="Arial" panose="020B0604020202020204" pitchFamily="34" charset="0"/>
                          </a:endParaRPr>
                        </a:p>
                        <a:p>
                          <a:pPr>
                            <a:lnSpc>
                              <a:spcPts val="650"/>
                            </a:lnSpc>
                            <a:spcBef>
                              <a:spcPts val="10"/>
                            </a:spcBef>
                            <a:spcAft>
                              <a:spcPts val="0"/>
                            </a:spcAft>
                          </a:pPr>
                          <a:r>
                            <a:rPr lang="en-US" sz="1400" b="0" dirty="0">
                              <a:solidFill>
                                <a:srgbClr val="004696"/>
                              </a:solidFill>
                              <a:effectLst/>
                              <a:latin typeface="Arial" panose="020B0604020202020204" pitchFamily="34" charset="0"/>
                              <a:ea typeface="黑体" panose="02010609060101010101" pitchFamily="49" charset="-122"/>
                              <a:cs typeface="Arial" panose="020B0604020202020204" pitchFamily="34" charset="0"/>
                            </a:rPr>
                            <a:t> </a:t>
                          </a:r>
                          <a:endParaRPr lang="zh-CN" sz="1400" b="0" dirty="0">
                            <a:solidFill>
                              <a:srgbClr val="004696"/>
                            </a:solidFill>
                            <a:effectLst/>
                            <a:latin typeface="Arial" panose="020B0604020202020204" pitchFamily="34" charset="0"/>
                            <a:ea typeface="黑体" panose="02010609060101010101" pitchFamily="49" charset="-122"/>
                            <a:cs typeface="Arial" panose="020B0604020202020204" pitchFamily="34" charset="0"/>
                          </a:endParaRPr>
                        </a:p>
                        <a:p>
                          <a:pPr marL="43180" marR="33655" algn="ctr">
                            <a:lnSpc>
                              <a:spcPct val="115000"/>
                            </a:lnSpc>
                            <a:spcAft>
                              <a:spcPts val="0"/>
                            </a:spcAft>
                          </a:pPr>
                          <a:r>
                            <a:rPr lang="en-US" sz="1400" b="0" spc="5" dirty="0">
                              <a:solidFill>
                                <a:srgbClr val="004696"/>
                              </a:solidFill>
                              <a:effectLst/>
                              <a:latin typeface="Arial" panose="020B0604020202020204" pitchFamily="34" charset="0"/>
                              <a:ea typeface="黑体" panose="02010609060101010101" pitchFamily="49" charset="-122"/>
                              <a:cs typeface="Arial" panose="020B0604020202020204" pitchFamily="34" charset="0"/>
                            </a:rPr>
                            <a:t>2</a:t>
                          </a:r>
                          <a:r>
                            <a:rPr lang="en-US" sz="1400" b="0" dirty="0">
                              <a:solidFill>
                                <a:srgbClr val="004696"/>
                              </a:solidFill>
                              <a:effectLst/>
                              <a:latin typeface="Arial" panose="020B0604020202020204" pitchFamily="34" charset="0"/>
                              <a:ea typeface="黑体" panose="02010609060101010101" pitchFamily="49" charset="-122"/>
                              <a:cs typeface="Arial" panose="020B0604020202020204" pitchFamily="34" charset="0"/>
                            </a:rPr>
                            <a:t>0 </a:t>
                          </a:r>
                          <a:r>
                            <a:rPr lang="en-US" sz="1400" b="0" spc="-5" dirty="0">
                              <a:solidFill>
                                <a:srgbClr val="004696"/>
                              </a:solidFill>
                              <a:effectLst/>
                              <a:latin typeface="Arial" panose="020B0604020202020204" pitchFamily="34" charset="0"/>
                              <a:ea typeface="黑体" panose="02010609060101010101" pitchFamily="49" charset="-122"/>
                              <a:cs typeface="Arial" panose="020B0604020202020204" pitchFamily="34" charset="0"/>
                            </a:rPr>
                            <a:t>0</a:t>
                          </a:r>
                          <a:r>
                            <a:rPr lang="en-US" sz="1400" b="0" spc="5" dirty="0">
                              <a:solidFill>
                                <a:srgbClr val="004696"/>
                              </a:solidFill>
                              <a:effectLst/>
                              <a:latin typeface="Arial" panose="020B0604020202020204" pitchFamily="34" charset="0"/>
                              <a:ea typeface="黑体" panose="02010609060101010101" pitchFamily="49" charset="-122"/>
                              <a:cs typeface="Arial" panose="020B0604020202020204" pitchFamily="34" charset="0"/>
                            </a:rPr>
                            <a:t>0</a:t>
                          </a:r>
                          <a:r>
                            <a:rPr lang="en-US" sz="1400" b="0" dirty="0">
                              <a:solidFill>
                                <a:srgbClr val="004696"/>
                              </a:solidFill>
                              <a:effectLst/>
                              <a:latin typeface="Arial" panose="020B0604020202020204" pitchFamily="34" charset="0"/>
                              <a:ea typeface="黑体" panose="02010609060101010101" pitchFamily="49" charset="-122"/>
                              <a:cs typeface="Arial" panose="020B0604020202020204" pitchFamily="34" charset="0"/>
                            </a:rPr>
                            <a:t>0</a:t>
                          </a:r>
                          <a:r>
                            <a:rPr lang="en-US" sz="1400" b="0" spc="-5" dirty="0">
                              <a:solidFill>
                                <a:srgbClr val="004696"/>
                              </a:solidFill>
                              <a:effectLst/>
                              <a:latin typeface="Arial" panose="020B0604020202020204" pitchFamily="34" charset="0"/>
                              <a:ea typeface="黑体" panose="02010609060101010101" pitchFamily="49" charset="-122"/>
                              <a:cs typeface="Arial" panose="020B0604020202020204" pitchFamily="34" charset="0"/>
                            </a:rPr>
                            <a:t> </a:t>
                          </a:r>
                          <a:r>
                            <a:rPr lang="en-US" sz="1400" b="0" dirty="0" smtClean="0">
                              <a:solidFill>
                                <a:srgbClr val="004696"/>
                              </a:solidFill>
                              <a:effectLst/>
                              <a:latin typeface="Arial" panose="020B0604020202020204" pitchFamily="34" charset="0"/>
                              <a:ea typeface="黑体" panose="02010609060101010101" pitchFamily="49" charset="-122"/>
                              <a:cs typeface="Arial" panose="020B0604020202020204" pitchFamily="34" charset="0"/>
                            </a:rPr>
                            <a:t>&lt;</a:t>
                          </a:r>
                          <a:r>
                            <a:rPr lang="en-US" sz="1400" b="0" spc="5" dirty="0" smtClean="0">
                              <a:solidFill>
                                <a:srgbClr val="004696"/>
                              </a:solidFill>
                              <a:effectLst/>
                              <a:latin typeface="Arial" panose="020B0604020202020204" pitchFamily="34" charset="0"/>
                              <a:ea typeface="黑体" panose="02010609060101010101" pitchFamily="49" charset="-122"/>
                              <a:cs typeface="Arial" panose="020B0604020202020204" pitchFamily="34" charset="0"/>
                            </a:rPr>
                            <a:t> </a:t>
                          </a:r>
                          <a:r>
                            <a:rPr lang="en-US" sz="1400" b="0" dirty="0">
                              <a:solidFill>
                                <a:srgbClr val="004696"/>
                              </a:solidFill>
                              <a:effectLst/>
                              <a:latin typeface="Arial" panose="020B0604020202020204" pitchFamily="34" charset="0"/>
                              <a:ea typeface="黑体" panose="02010609060101010101" pitchFamily="49" charset="-122"/>
                              <a:cs typeface="Arial" panose="020B0604020202020204" pitchFamily="34" charset="0"/>
                            </a:rPr>
                            <a:t>m</a:t>
                          </a:r>
                          <a:r>
                            <a:rPr lang="en-US" sz="1400" b="0" spc="-5" dirty="0">
                              <a:solidFill>
                                <a:srgbClr val="004696"/>
                              </a:solidFill>
                              <a:effectLst/>
                              <a:latin typeface="Arial" panose="020B0604020202020204" pitchFamily="34" charset="0"/>
                              <a:ea typeface="黑体" panose="02010609060101010101" pitchFamily="49" charset="-122"/>
                              <a:cs typeface="Arial" panose="020B0604020202020204" pitchFamily="34" charset="0"/>
                            </a:rPr>
                            <a:t> </a:t>
                          </a:r>
                          <a:r>
                            <a:rPr lang="en-US" sz="1400" b="0" dirty="0">
                              <a:solidFill>
                                <a:srgbClr val="004696"/>
                              </a:solidFill>
                              <a:effectLst/>
                              <a:latin typeface="Arial" panose="020B0604020202020204" pitchFamily="34" charset="0"/>
                              <a:ea typeface="黑体" panose="02010609060101010101" pitchFamily="49" charset="-122"/>
                              <a:cs typeface="Arial" panose="020B0604020202020204" pitchFamily="34" charset="0"/>
                            </a:rPr>
                            <a:t>≤</a:t>
                          </a:r>
                          <a:r>
                            <a:rPr lang="en-US" sz="1400" b="0" spc="-5" dirty="0">
                              <a:solidFill>
                                <a:srgbClr val="004696"/>
                              </a:solidFill>
                              <a:effectLst/>
                              <a:latin typeface="Arial" panose="020B0604020202020204" pitchFamily="34" charset="0"/>
                              <a:ea typeface="黑体" panose="02010609060101010101" pitchFamily="49" charset="-122"/>
                              <a:cs typeface="Arial" panose="020B0604020202020204" pitchFamily="34" charset="0"/>
                            </a:rPr>
                            <a:t> 1</a:t>
                          </a:r>
                          <a:r>
                            <a:rPr lang="en-US" sz="1400" b="0" spc="5" dirty="0">
                              <a:solidFill>
                                <a:srgbClr val="004696"/>
                              </a:solidFill>
                              <a:effectLst/>
                              <a:latin typeface="Arial" panose="020B0604020202020204" pitchFamily="34" charset="0"/>
                              <a:ea typeface="黑体" panose="02010609060101010101" pitchFamily="49" charset="-122"/>
                              <a:cs typeface="Arial" panose="020B0604020202020204" pitchFamily="34" charset="0"/>
                            </a:rPr>
                            <a:t>0</a:t>
                          </a:r>
                          <a:r>
                            <a:rPr lang="en-US" sz="1400" b="0" dirty="0">
                              <a:solidFill>
                                <a:srgbClr val="004696"/>
                              </a:solidFill>
                              <a:effectLst/>
                              <a:latin typeface="Arial" panose="020B0604020202020204" pitchFamily="34" charset="0"/>
                              <a:ea typeface="黑体" panose="02010609060101010101" pitchFamily="49" charset="-122"/>
                              <a:cs typeface="Arial" panose="020B0604020202020204" pitchFamily="34" charset="0"/>
                            </a:rPr>
                            <a:t>0</a:t>
                          </a:r>
                          <a:r>
                            <a:rPr lang="en-US" sz="1400" b="0" spc="-20" dirty="0">
                              <a:solidFill>
                                <a:srgbClr val="004696"/>
                              </a:solidFill>
                              <a:effectLst/>
                              <a:latin typeface="Arial" panose="020B0604020202020204" pitchFamily="34" charset="0"/>
                              <a:ea typeface="黑体" panose="02010609060101010101" pitchFamily="49" charset="-122"/>
                              <a:cs typeface="Arial" panose="020B0604020202020204" pitchFamily="34" charset="0"/>
                            </a:rPr>
                            <a:t> </a:t>
                          </a:r>
                          <a:r>
                            <a:rPr lang="en-US" sz="1400" b="0" spc="5" dirty="0">
                              <a:solidFill>
                                <a:srgbClr val="004696"/>
                              </a:solidFill>
                              <a:effectLst/>
                              <a:latin typeface="Arial" panose="020B0604020202020204" pitchFamily="34" charset="0"/>
                              <a:ea typeface="黑体" panose="02010609060101010101" pitchFamily="49" charset="-122"/>
                              <a:cs typeface="Arial" panose="020B0604020202020204" pitchFamily="34" charset="0"/>
                            </a:rPr>
                            <a:t>0</a:t>
                          </a:r>
                          <a:r>
                            <a:rPr lang="en-US" sz="1400" b="0" spc="-5" dirty="0">
                              <a:solidFill>
                                <a:srgbClr val="004696"/>
                              </a:solidFill>
                              <a:effectLst/>
                              <a:latin typeface="Arial" panose="020B0604020202020204" pitchFamily="34" charset="0"/>
                              <a:ea typeface="黑体" panose="02010609060101010101" pitchFamily="49" charset="-122"/>
                              <a:cs typeface="Arial" panose="020B0604020202020204" pitchFamily="34" charset="0"/>
                            </a:rPr>
                            <a:t>0</a:t>
                          </a:r>
                          <a:r>
                            <a:rPr lang="en-US" sz="1400" b="0" dirty="0">
                              <a:solidFill>
                                <a:srgbClr val="004696"/>
                              </a:solidFill>
                              <a:effectLst/>
                              <a:latin typeface="Arial" panose="020B0604020202020204" pitchFamily="34" charset="0"/>
                              <a:ea typeface="黑体" panose="02010609060101010101" pitchFamily="49" charset="-122"/>
                              <a:cs typeface="Arial" panose="020B0604020202020204" pitchFamily="34" charset="0"/>
                            </a:rPr>
                            <a:t>0</a:t>
                          </a:r>
                          <a:r>
                            <a:rPr lang="en-US" sz="1400" b="0" spc="-5" dirty="0">
                              <a:solidFill>
                                <a:srgbClr val="004696"/>
                              </a:solidFill>
                              <a:effectLst/>
                              <a:latin typeface="Arial" panose="020B0604020202020204" pitchFamily="34" charset="0"/>
                              <a:ea typeface="黑体" panose="02010609060101010101" pitchFamily="49" charset="-122"/>
                              <a:cs typeface="Arial" panose="020B0604020202020204" pitchFamily="34" charset="0"/>
                            </a:rPr>
                            <a:t> </a:t>
                          </a:r>
                          <a:endParaRPr lang="zh-CN" sz="1400" b="0" dirty="0">
                            <a:solidFill>
                              <a:srgbClr val="004696"/>
                            </a:solidFill>
                            <a:effectLst/>
                            <a:latin typeface="Arial" panose="020B0604020202020204" pitchFamily="34" charset="0"/>
                            <a:ea typeface="黑体" panose="02010609060101010101" pitchFamily="49" charset="-122"/>
                            <a:cs typeface="Arial" panose="020B0604020202020204" pitchFamily="34" charset="0"/>
                          </a:endParaRPr>
                        </a:p>
                      </a:txBody>
                      <a:tcPr marL="0" marR="0" marT="0" marB="0" anchor="ctr">
                        <a:lnL w="12700" cap="flat" cmpd="sng" algn="ctr">
                          <a:solidFill>
                            <a:schemeClr val="bg1"/>
                          </a:solidFill>
                          <a:prstDash val="solid"/>
                          <a:round/>
                          <a:headEnd type="none" w="med" len="med"/>
                          <a:tailEnd type="none" w="med" len="med"/>
                        </a:lnL>
                        <a:lnR w="12700" cap="flat" cmpd="sng" algn="ctr">
                          <a:solidFill>
                            <a:srgbClr val="FF000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305435" marR="297180" algn="ctr">
                            <a:lnSpc>
                              <a:spcPct val="115000"/>
                            </a:lnSpc>
                            <a:spcBef>
                              <a:spcPts val="115"/>
                            </a:spcBef>
                            <a:spcAft>
                              <a:spcPts val="0"/>
                            </a:spcAft>
                          </a:pPr>
                          <a:r>
                            <a:rPr lang="en-US" sz="1400" b="0" dirty="0">
                              <a:solidFill>
                                <a:srgbClr val="004696"/>
                              </a:solidFill>
                              <a:effectLst/>
                              <a:latin typeface="Arial" panose="020B0604020202020204" pitchFamily="34" charset="0"/>
                              <a:ea typeface="黑体" panose="02010609060101010101" pitchFamily="49" charset="-122"/>
                              <a:cs typeface="Arial" panose="020B0604020202020204" pitchFamily="34" charset="0"/>
                            </a:rPr>
                            <a:t>0</a:t>
                          </a:r>
                          <a:r>
                            <a:rPr lang="en-US" sz="1400" b="0" spc="5" dirty="0">
                              <a:solidFill>
                                <a:srgbClr val="004696"/>
                              </a:solidFill>
                              <a:effectLst/>
                              <a:latin typeface="Arial" panose="020B0604020202020204" pitchFamily="34" charset="0"/>
                              <a:ea typeface="黑体" panose="02010609060101010101" pitchFamily="49" charset="-122"/>
                              <a:cs typeface="Arial" panose="020B0604020202020204" pitchFamily="34" charset="0"/>
                            </a:rPr>
                            <a:t> </a:t>
                          </a:r>
                          <a:r>
                            <a:rPr lang="en-US" sz="1400" b="0" dirty="0">
                              <a:solidFill>
                                <a:srgbClr val="004696"/>
                              </a:solidFill>
                              <a:effectLst/>
                              <a:latin typeface="Arial" panose="020B0604020202020204" pitchFamily="34" charset="0"/>
                              <a:ea typeface="黑体" panose="02010609060101010101" pitchFamily="49" charset="-122"/>
                              <a:cs typeface="Arial" panose="020B0604020202020204" pitchFamily="34" charset="0"/>
                            </a:rPr>
                            <a:t>≤</a:t>
                          </a:r>
                          <a:r>
                            <a:rPr lang="en-US" sz="1400" b="0" spc="-5" dirty="0">
                              <a:solidFill>
                                <a:srgbClr val="004696"/>
                              </a:solidFill>
                              <a:effectLst/>
                              <a:latin typeface="Arial" panose="020B0604020202020204" pitchFamily="34" charset="0"/>
                              <a:ea typeface="黑体" panose="02010609060101010101" pitchFamily="49" charset="-122"/>
                              <a:cs typeface="Arial" panose="020B0604020202020204" pitchFamily="34" charset="0"/>
                            </a:rPr>
                            <a:t> </a:t>
                          </a:r>
                          <a:r>
                            <a:rPr lang="en-US" sz="1400" b="0" dirty="0">
                              <a:solidFill>
                                <a:srgbClr val="004696"/>
                              </a:solidFill>
                              <a:effectLst/>
                              <a:latin typeface="Arial" panose="020B0604020202020204" pitchFamily="34" charset="0"/>
                              <a:ea typeface="黑体" panose="02010609060101010101" pitchFamily="49" charset="-122"/>
                              <a:cs typeface="Arial" panose="020B0604020202020204" pitchFamily="34" charset="0"/>
                            </a:rPr>
                            <a:t>m</a:t>
                          </a:r>
                          <a:r>
                            <a:rPr lang="en-US" sz="1400" b="0" spc="-5" dirty="0">
                              <a:solidFill>
                                <a:srgbClr val="004696"/>
                              </a:solidFill>
                              <a:effectLst/>
                              <a:latin typeface="Arial" panose="020B0604020202020204" pitchFamily="34" charset="0"/>
                              <a:ea typeface="黑体" panose="02010609060101010101" pitchFamily="49" charset="-122"/>
                              <a:cs typeface="Arial" panose="020B0604020202020204" pitchFamily="34" charset="0"/>
                            </a:rPr>
                            <a:t> </a:t>
                          </a:r>
                          <a:r>
                            <a:rPr lang="en-US" sz="1400" b="0" dirty="0">
                              <a:solidFill>
                                <a:srgbClr val="004696"/>
                              </a:solidFill>
                              <a:effectLst/>
                              <a:latin typeface="Arial" panose="020B0604020202020204" pitchFamily="34" charset="0"/>
                              <a:ea typeface="黑体" panose="02010609060101010101" pitchFamily="49" charset="-122"/>
                              <a:cs typeface="Arial" panose="020B0604020202020204" pitchFamily="34" charset="0"/>
                            </a:rPr>
                            <a:t>≤</a:t>
                          </a:r>
                          <a:r>
                            <a:rPr lang="en-US" sz="1400" b="0" spc="-5" dirty="0">
                              <a:solidFill>
                                <a:srgbClr val="004696"/>
                              </a:solidFill>
                              <a:effectLst/>
                              <a:latin typeface="Arial" panose="020B0604020202020204" pitchFamily="34" charset="0"/>
                              <a:ea typeface="黑体" panose="02010609060101010101" pitchFamily="49" charset="-122"/>
                              <a:cs typeface="Arial" panose="020B0604020202020204" pitchFamily="34" charset="0"/>
                            </a:rPr>
                            <a:t> </a:t>
                          </a:r>
                          <a:r>
                            <a:rPr lang="en-US" sz="1400" b="0" spc="5" dirty="0">
                              <a:solidFill>
                                <a:srgbClr val="004696"/>
                              </a:solidFill>
                              <a:effectLst/>
                              <a:latin typeface="Arial" panose="020B0604020202020204" pitchFamily="34" charset="0"/>
                              <a:ea typeface="黑体" panose="02010609060101010101" pitchFamily="49" charset="-122"/>
                              <a:cs typeface="Arial" panose="020B0604020202020204" pitchFamily="34" charset="0"/>
                            </a:rPr>
                            <a:t>50</a:t>
                          </a:r>
                          <a:r>
                            <a:rPr lang="en-US" sz="1400" b="0" dirty="0">
                              <a:solidFill>
                                <a:srgbClr val="004696"/>
                              </a:solidFill>
                              <a:effectLst/>
                              <a:latin typeface="Arial" panose="020B0604020202020204" pitchFamily="34" charset="0"/>
                              <a:ea typeface="黑体" panose="02010609060101010101" pitchFamily="49" charset="-122"/>
                              <a:cs typeface="Arial" panose="020B0604020202020204" pitchFamily="34" charset="0"/>
                            </a:rPr>
                            <a:t>0</a:t>
                          </a:r>
                          <a:r>
                            <a:rPr lang="en-US" sz="1400" b="0" spc="-20" dirty="0">
                              <a:solidFill>
                                <a:srgbClr val="004696"/>
                              </a:solidFill>
                              <a:effectLst/>
                              <a:latin typeface="Arial" panose="020B0604020202020204" pitchFamily="34" charset="0"/>
                              <a:ea typeface="黑体" panose="02010609060101010101" pitchFamily="49" charset="-122"/>
                              <a:cs typeface="Arial" panose="020B0604020202020204" pitchFamily="34" charset="0"/>
                            </a:rPr>
                            <a:t> </a:t>
                          </a:r>
                          <a:endParaRPr lang="zh-CN" sz="1400" b="0" dirty="0">
                            <a:solidFill>
                              <a:srgbClr val="004696"/>
                            </a:solidFill>
                            <a:effectLst/>
                            <a:latin typeface="Arial" panose="020B0604020202020204" pitchFamily="34" charset="0"/>
                            <a:ea typeface="黑体" panose="02010609060101010101" pitchFamily="49" charset="-122"/>
                            <a:cs typeface="Arial" panose="020B0604020202020204" pitchFamily="34" charset="0"/>
                          </a:endParaRPr>
                        </a:p>
                        <a:p>
                          <a:pPr>
                            <a:lnSpc>
                              <a:spcPts val="600"/>
                            </a:lnSpc>
                            <a:spcBef>
                              <a:spcPts val="50"/>
                            </a:spcBef>
                            <a:spcAft>
                              <a:spcPts val="0"/>
                            </a:spcAft>
                          </a:pPr>
                          <a:r>
                            <a:rPr lang="en-US" sz="1400" b="0" dirty="0">
                              <a:solidFill>
                                <a:srgbClr val="004696"/>
                              </a:solidFill>
                              <a:effectLst/>
                              <a:latin typeface="Arial" panose="020B0604020202020204" pitchFamily="34" charset="0"/>
                              <a:ea typeface="黑体" panose="02010609060101010101" pitchFamily="49" charset="-122"/>
                              <a:cs typeface="Arial" panose="020B0604020202020204" pitchFamily="34" charset="0"/>
                            </a:rPr>
                            <a:t> </a:t>
                          </a:r>
                          <a:endParaRPr lang="zh-CN" sz="1400" b="0" dirty="0">
                            <a:solidFill>
                              <a:srgbClr val="004696"/>
                            </a:solidFill>
                            <a:effectLst/>
                            <a:latin typeface="Arial" panose="020B0604020202020204" pitchFamily="34" charset="0"/>
                            <a:ea typeface="黑体" panose="02010609060101010101" pitchFamily="49" charset="-122"/>
                            <a:cs typeface="Arial" panose="020B0604020202020204" pitchFamily="34" charset="0"/>
                          </a:endParaRPr>
                        </a:p>
                        <a:p>
                          <a:pPr marL="157480" marR="147955" algn="ctr">
                            <a:lnSpc>
                              <a:spcPct val="115000"/>
                            </a:lnSpc>
                            <a:spcAft>
                              <a:spcPts val="0"/>
                            </a:spcAft>
                          </a:pPr>
                          <a:r>
                            <a:rPr lang="en-US" sz="1400" b="0" spc="5" dirty="0" smtClean="0">
                              <a:solidFill>
                                <a:srgbClr val="004696"/>
                              </a:solidFill>
                              <a:effectLst/>
                              <a:latin typeface="Arial" panose="020B0604020202020204" pitchFamily="34" charset="0"/>
                              <a:ea typeface="黑体" panose="02010609060101010101" pitchFamily="49" charset="-122"/>
                              <a:cs typeface="Arial" panose="020B0604020202020204" pitchFamily="34" charset="0"/>
                            </a:rPr>
                            <a:t>500</a:t>
                          </a:r>
                          <a:r>
                            <a:rPr lang="en-US" sz="1400" b="0" spc="-5" dirty="0" smtClean="0">
                              <a:solidFill>
                                <a:srgbClr val="004696"/>
                              </a:solidFill>
                              <a:effectLst/>
                              <a:latin typeface="Arial" panose="020B0604020202020204" pitchFamily="34" charset="0"/>
                              <a:ea typeface="黑体" panose="02010609060101010101" pitchFamily="49" charset="-122"/>
                              <a:cs typeface="Arial" panose="020B0604020202020204" pitchFamily="34" charset="0"/>
                            </a:rPr>
                            <a:t> </a:t>
                          </a:r>
                          <a:r>
                            <a:rPr lang="en-US" sz="1400" b="0" dirty="0" smtClean="0">
                              <a:solidFill>
                                <a:srgbClr val="004696"/>
                              </a:solidFill>
                              <a:effectLst/>
                              <a:latin typeface="Arial" panose="020B0604020202020204" pitchFamily="34" charset="0"/>
                              <a:ea typeface="黑体" panose="02010609060101010101" pitchFamily="49" charset="-122"/>
                              <a:cs typeface="Arial" panose="020B0604020202020204" pitchFamily="34" charset="0"/>
                            </a:rPr>
                            <a:t>&lt;</a:t>
                          </a:r>
                          <a:r>
                            <a:rPr lang="en-US" sz="1400" b="0" spc="5" dirty="0" smtClean="0">
                              <a:solidFill>
                                <a:srgbClr val="004696"/>
                              </a:solidFill>
                              <a:effectLst/>
                              <a:latin typeface="Arial" panose="020B0604020202020204" pitchFamily="34" charset="0"/>
                              <a:ea typeface="黑体" panose="02010609060101010101" pitchFamily="49" charset="-122"/>
                              <a:cs typeface="Arial" panose="020B0604020202020204" pitchFamily="34" charset="0"/>
                            </a:rPr>
                            <a:t> </a:t>
                          </a:r>
                          <a:r>
                            <a:rPr lang="en-US" sz="1400" b="0" dirty="0">
                              <a:solidFill>
                                <a:srgbClr val="004696"/>
                              </a:solidFill>
                              <a:effectLst/>
                              <a:latin typeface="Arial" panose="020B0604020202020204" pitchFamily="34" charset="0"/>
                              <a:ea typeface="黑体" panose="02010609060101010101" pitchFamily="49" charset="-122"/>
                              <a:cs typeface="Arial" panose="020B0604020202020204" pitchFamily="34" charset="0"/>
                            </a:rPr>
                            <a:t>m</a:t>
                          </a:r>
                          <a:r>
                            <a:rPr lang="en-US" sz="1400" b="0" spc="-5" dirty="0">
                              <a:solidFill>
                                <a:srgbClr val="004696"/>
                              </a:solidFill>
                              <a:effectLst/>
                              <a:latin typeface="Arial" panose="020B0604020202020204" pitchFamily="34" charset="0"/>
                              <a:ea typeface="黑体" panose="02010609060101010101" pitchFamily="49" charset="-122"/>
                              <a:cs typeface="Arial" panose="020B0604020202020204" pitchFamily="34" charset="0"/>
                            </a:rPr>
                            <a:t> </a:t>
                          </a:r>
                          <a:r>
                            <a:rPr lang="en-US" sz="1400" b="0" dirty="0">
                              <a:solidFill>
                                <a:srgbClr val="004696"/>
                              </a:solidFill>
                              <a:effectLst/>
                              <a:latin typeface="Arial" panose="020B0604020202020204" pitchFamily="34" charset="0"/>
                              <a:ea typeface="黑体" panose="02010609060101010101" pitchFamily="49" charset="-122"/>
                              <a:cs typeface="Arial" panose="020B0604020202020204" pitchFamily="34" charset="0"/>
                            </a:rPr>
                            <a:t>≤</a:t>
                          </a:r>
                          <a:r>
                            <a:rPr lang="en-US" sz="1400" b="0" spc="-5" dirty="0">
                              <a:solidFill>
                                <a:srgbClr val="004696"/>
                              </a:solidFill>
                              <a:effectLst/>
                              <a:latin typeface="Arial" panose="020B0604020202020204" pitchFamily="34" charset="0"/>
                              <a:ea typeface="黑体" panose="02010609060101010101" pitchFamily="49" charset="-122"/>
                              <a:cs typeface="Arial" panose="020B0604020202020204" pitchFamily="34" charset="0"/>
                            </a:rPr>
                            <a:t> </a:t>
                          </a:r>
                          <a:r>
                            <a:rPr lang="en-US" sz="1400" b="0" dirty="0">
                              <a:solidFill>
                                <a:srgbClr val="004696"/>
                              </a:solidFill>
                              <a:effectLst/>
                              <a:latin typeface="Arial" panose="020B0604020202020204" pitchFamily="34" charset="0"/>
                              <a:ea typeface="黑体" panose="02010609060101010101" pitchFamily="49" charset="-122"/>
                              <a:cs typeface="Arial" panose="020B0604020202020204" pitchFamily="34" charset="0"/>
                            </a:rPr>
                            <a:t>2</a:t>
                          </a:r>
                          <a:r>
                            <a:rPr lang="en-US" sz="1400" b="0" spc="-10" dirty="0">
                              <a:solidFill>
                                <a:srgbClr val="004696"/>
                              </a:solidFill>
                              <a:effectLst/>
                              <a:latin typeface="Arial" panose="020B0604020202020204" pitchFamily="34" charset="0"/>
                              <a:ea typeface="黑体" panose="02010609060101010101" pitchFamily="49" charset="-122"/>
                              <a:cs typeface="Arial" panose="020B0604020202020204" pitchFamily="34" charset="0"/>
                            </a:rPr>
                            <a:t> </a:t>
                          </a:r>
                          <a:r>
                            <a:rPr lang="en-US" sz="1400" b="0" spc="5" dirty="0">
                              <a:solidFill>
                                <a:srgbClr val="004696"/>
                              </a:solidFill>
                              <a:effectLst/>
                              <a:latin typeface="Arial" panose="020B0604020202020204" pitchFamily="34" charset="0"/>
                              <a:ea typeface="黑体" panose="02010609060101010101" pitchFamily="49" charset="-122"/>
                              <a:cs typeface="Arial" panose="020B0604020202020204" pitchFamily="34" charset="0"/>
                            </a:rPr>
                            <a:t>0</a:t>
                          </a:r>
                          <a:r>
                            <a:rPr lang="en-US" sz="1400" b="0" spc="-5" dirty="0">
                              <a:solidFill>
                                <a:srgbClr val="004696"/>
                              </a:solidFill>
                              <a:effectLst/>
                              <a:latin typeface="Arial" panose="020B0604020202020204" pitchFamily="34" charset="0"/>
                              <a:ea typeface="黑体" panose="02010609060101010101" pitchFamily="49" charset="-122"/>
                              <a:cs typeface="Arial" panose="020B0604020202020204" pitchFamily="34" charset="0"/>
                            </a:rPr>
                            <a:t>0</a:t>
                          </a:r>
                          <a:r>
                            <a:rPr lang="en-US" sz="1400" b="0" dirty="0">
                              <a:solidFill>
                                <a:srgbClr val="004696"/>
                              </a:solidFill>
                              <a:effectLst/>
                              <a:latin typeface="Arial" panose="020B0604020202020204" pitchFamily="34" charset="0"/>
                              <a:ea typeface="黑体" panose="02010609060101010101" pitchFamily="49" charset="-122"/>
                              <a:cs typeface="Arial" panose="020B0604020202020204" pitchFamily="34" charset="0"/>
                            </a:rPr>
                            <a:t>0</a:t>
                          </a:r>
                          <a:r>
                            <a:rPr lang="en-US" sz="1400" b="0" spc="-5" dirty="0">
                              <a:solidFill>
                                <a:srgbClr val="004696"/>
                              </a:solidFill>
                              <a:effectLst/>
                              <a:latin typeface="Arial" panose="020B0604020202020204" pitchFamily="34" charset="0"/>
                              <a:ea typeface="黑体" panose="02010609060101010101" pitchFamily="49" charset="-122"/>
                              <a:cs typeface="Arial" panose="020B0604020202020204" pitchFamily="34" charset="0"/>
                            </a:rPr>
                            <a:t> </a:t>
                          </a:r>
                          <a:endParaRPr lang="zh-CN" sz="1400" b="0" dirty="0">
                            <a:solidFill>
                              <a:srgbClr val="004696"/>
                            </a:solidFill>
                            <a:effectLst/>
                            <a:latin typeface="Arial" panose="020B0604020202020204" pitchFamily="34" charset="0"/>
                            <a:ea typeface="黑体" panose="02010609060101010101" pitchFamily="49" charset="-122"/>
                            <a:cs typeface="Arial" panose="020B0604020202020204" pitchFamily="34" charset="0"/>
                          </a:endParaRPr>
                        </a:p>
                        <a:p>
                          <a:pPr>
                            <a:lnSpc>
                              <a:spcPts val="650"/>
                            </a:lnSpc>
                            <a:spcBef>
                              <a:spcPts val="10"/>
                            </a:spcBef>
                            <a:spcAft>
                              <a:spcPts val="0"/>
                            </a:spcAft>
                          </a:pPr>
                          <a:r>
                            <a:rPr lang="en-US" sz="1400" b="0" dirty="0">
                              <a:solidFill>
                                <a:srgbClr val="004696"/>
                              </a:solidFill>
                              <a:effectLst/>
                              <a:latin typeface="Arial" panose="020B0604020202020204" pitchFamily="34" charset="0"/>
                              <a:ea typeface="黑体" panose="02010609060101010101" pitchFamily="49" charset="-122"/>
                              <a:cs typeface="Arial" panose="020B0604020202020204" pitchFamily="34" charset="0"/>
                            </a:rPr>
                            <a:t> </a:t>
                          </a:r>
                          <a:endParaRPr lang="zh-CN" sz="1400" b="0" dirty="0">
                            <a:solidFill>
                              <a:srgbClr val="004696"/>
                            </a:solidFill>
                            <a:effectLst/>
                            <a:latin typeface="Arial" panose="020B0604020202020204" pitchFamily="34" charset="0"/>
                            <a:ea typeface="黑体" panose="02010609060101010101" pitchFamily="49" charset="-122"/>
                            <a:cs typeface="Arial" panose="020B0604020202020204" pitchFamily="34" charset="0"/>
                          </a:endParaRPr>
                        </a:p>
                        <a:p>
                          <a:pPr marL="81280" marR="73025" algn="ctr">
                            <a:lnSpc>
                              <a:spcPct val="115000"/>
                            </a:lnSpc>
                            <a:spcAft>
                              <a:spcPts val="0"/>
                            </a:spcAft>
                          </a:pPr>
                          <a:r>
                            <a:rPr lang="en-US" sz="1400" b="0" dirty="0">
                              <a:solidFill>
                                <a:srgbClr val="004696"/>
                              </a:solidFill>
                              <a:effectLst/>
                              <a:latin typeface="Arial" panose="020B0604020202020204" pitchFamily="34" charset="0"/>
                              <a:ea typeface="黑体" panose="02010609060101010101" pitchFamily="49" charset="-122"/>
                              <a:cs typeface="Arial" panose="020B0604020202020204" pitchFamily="34" charset="0"/>
                            </a:rPr>
                            <a:t>2</a:t>
                          </a:r>
                          <a:r>
                            <a:rPr lang="en-US" sz="1400" b="0" spc="5" dirty="0">
                              <a:solidFill>
                                <a:srgbClr val="004696"/>
                              </a:solidFill>
                              <a:effectLst/>
                              <a:latin typeface="Arial" panose="020B0604020202020204" pitchFamily="34" charset="0"/>
                              <a:ea typeface="黑体" panose="02010609060101010101" pitchFamily="49" charset="-122"/>
                              <a:cs typeface="Arial" panose="020B0604020202020204" pitchFamily="34" charset="0"/>
                            </a:rPr>
                            <a:t> 0</a:t>
                          </a:r>
                          <a:r>
                            <a:rPr lang="en-US" sz="1400" b="0" spc="-5" dirty="0">
                              <a:solidFill>
                                <a:srgbClr val="004696"/>
                              </a:solidFill>
                              <a:effectLst/>
                              <a:latin typeface="Arial" panose="020B0604020202020204" pitchFamily="34" charset="0"/>
                              <a:ea typeface="黑体" panose="02010609060101010101" pitchFamily="49" charset="-122"/>
                              <a:cs typeface="Arial" panose="020B0604020202020204" pitchFamily="34" charset="0"/>
                            </a:rPr>
                            <a:t>0</a:t>
                          </a:r>
                          <a:r>
                            <a:rPr lang="en-US" sz="1400" b="0" dirty="0">
                              <a:solidFill>
                                <a:srgbClr val="004696"/>
                              </a:solidFill>
                              <a:effectLst/>
                              <a:latin typeface="Arial" panose="020B0604020202020204" pitchFamily="34" charset="0"/>
                              <a:ea typeface="黑体" panose="02010609060101010101" pitchFamily="49" charset="-122"/>
                              <a:cs typeface="Arial" panose="020B0604020202020204" pitchFamily="34" charset="0"/>
                            </a:rPr>
                            <a:t>0</a:t>
                          </a:r>
                          <a:r>
                            <a:rPr lang="en-US" sz="1400" b="0" spc="-5" dirty="0">
                              <a:solidFill>
                                <a:srgbClr val="004696"/>
                              </a:solidFill>
                              <a:effectLst/>
                              <a:latin typeface="Arial" panose="020B0604020202020204" pitchFamily="34" charset="0"/>
                              <a:ea typeface="黑体" panose="02010609060101010101" pitchFamily="49" charset="-122"/>
                              <a:cs typeface="Arial" panose="020B0604020202020204" pitchFamily="34" charset="0"/>
                            </a:rPr>
                            <a:t> </a:t>
                          </a:r>
                          <a:r>
                            <a:rPr lang="en-US" sz="1400" b="0" dirty="0" smtClean="0">
                              <a:solidFill>
                                <a:srgbClr val="004696"/>
                              </a:solidFill>
                              <a:effectLst/>
                              <a:latin typeface="Arial" panose="020B0604020202020204" pitchFamily="34" charset="0"/>
                              <a:ea typeface="黑体" panose="02010609060101010101" pitchFamily="49" charset="-122"/>
                              <a:cs typeface="Arial" panose="020B0604020202020204" pitchFamily="34" charset="0"/>
                            </a:rPr>
                            <a:t>&lt;</a:t>
                          </a:r>
                          <a:r>
                            <a:rPr lang="en-US" sz="1400" b="0" spc="-10" dirty="0" smtClean="0">
                              <a:solidFill>
                                <a:srgbClr val="004696"/>
                              </a:solidFill>
                              <a:effectLst/>
                              <a:latin typeface="Arial" panose="020B0604020202020204" pitchFamily="34" charset="0"/>
                              <a:ea typeface="黑体" panose="02010609060101010101" pitchFamily="49" charset="-122"/>
                              <a:cs typeface="Arial" panose="020B0604020202020204" pitchFamily="34" charset="0"/>
                            </a:rPr>
                            <a:t> </a:t>
                          </a:r>
                          <a:r>
                            <a:rPr lang="en-US" sz="1400" b="0" dirty="0">
                              <a:solidFill>
                                <a:srgbClr val="004696"/>
                              </a:solidFill>
                              <a:effectLst/>
                              <a:latin typeface="Arial" panose="020B0604020202020204" pitchFamily="34" charset="0"/>
                              <a:ea typeface="黑体" panose="02010609060101010101" pitchFamily="49" charset="-122"/>
                              <a:cs typeface="Arial" panose="020B0604020202020204" pitchFamily="34" charset="0"/>
                            </a:rPr>
                            <a:t>m</a:t>
                          </a:r>
                          <a:r>
                            <a:rPr lang="en-US" sz="1400" b="0" spc="-5" dirty="0">
                              <a:solidFill>
                                <a:srgbClr val="004696"/>
                              </a:solidFill>
                              <a:effectLst/>
                              <a:latin typeface="Arial" panose="020B0604020202020204" pitchFamily="34" charset="0"/>
                              <a:ea typeface="黑体" panose="02010609060101010101" pitchFamily="49" charset="-122"/>
                              <a:cs typeface="Arial" panose="020B0604020202020204" pitchFamily="34" charset="0"/>
                            </a:rPr>
                            <a:t> </a:t>
                          </a:r>
                          <a:r>
                            <a:rPr lang="en-US" sz="1400" b="0" dirty="0">
                              <a:solidFill>
                                <a:srgbClr val="004696"/>
                              </a:solidFill>
                              <a:effectLst/>
                              <a:latin typeface="Arial" panose="020B0604020202020204" pitchFamily="34" charset="0"/>
                              <a:ea typeface="黑体" panose="02010609060101010101" pitchFamily="49" charset="-122"/>
                              <a:cs typeface="Arial" panose="020B0604020202020204" pitchFamily="34" charset="0"/>
                            </a:rPr>
                            <a:t>≤</a:t>
                          </a:r>
                          <a:r>
                            <a:rPr lang="en-US" sz="1400" b="0" spc="-5" dirty="0">
                              <a:solidFill>
                                <a:srgbClr val="004696"/>
                              </a:solidFill>
                              <a:effectLst/>
                              <a:latin typeface="Arial" panose="020B0604020202020204" pitchFamily="34" charset="0"/>
                              <a:ea typeface="黑体" panose="02010609060101010101" pitchFamily="49" charset="-122"/>
                              <a:cs typeface="Arial" panose="020B0604020202020204" pitchFamily="34" charset="0"/>
                            </a:rPr>
                            <a:t> </a:t>
                          </a:r>
                          <a:r>
                            <a:rPr lang="en-US" sz="1400" b="0" spc="5" dirty="0">
                              <a:solidFill>
                                <a:srgbClr val="004696"/>
                              </a:solidFill>
                              <a:effectLst/>
                              <a:latin typeface="Arial" panose="020B0604020202020204" pitchFamily="34" charset="0"/>
                              <a:ea typeface="黑体" panose="02010609060101010101" pitchFamily="49" charset="-122"/>
                              <a:cs typeface="Arial" panose="020B0604020202020204" pitchFamily="34" charset="0"/>
                            </a:rPr>
                            <a:t>1</a:t>
                          </a:r>
                          <a:r>
                            <a:rPr lang="en-US" sz="1400" b="0" dirty="0">
                              <a:solidFill>
                                <a:srgbClr val="004696"/>
                              </a:solidFill>
                              <a:effectLst/>
                              <a:latin typeface="Arial" panose="020B0604020202020204" pitchFamily="34" charset="0"/>
                              <a:ea typeface="黑体" panose="02010609060101010101" pitchFamily="49" charset="-122"/>
                              <a:cs typeface="Arial" panose="020B0604020202020204" pitchFamily="34" charset="0"/>
                            </a:rPr>
                            <a:t>0</a:t>
                          </a:r>
                          <a:r>
                            <a:rPr lang="en-US" sz="1400" b="0" spc="-15" dirty="0">
                              <a:solidFill>
                                <a:srgbClr val="004696"/>
                              </a:solidFill>
                              <a:effectLst/>
                              <a:latin typeface="Arial" panose="020B0604020202020204" pitchFamily="34" charset="0"/>
                              <a:ea typeface="黑体" panose="02010609060101010101" pitchFamily="49" charset="-122"/>
                              <a:cs typeface="Arial" panose="020B0604020202020204" pitchFamily="34" charset="0"/>
                            </a:rPr>
                            <a:t> </a:t>
                          </a:r>
                          <a:r>
                            <a:rPr lang="en-US" sz="1400" b="0" spc="5" dirty="0">
                              <a:solidFill>
                                <a:srgbClr val="004696"/>
                              </a:solidFill>
                              <a:effectLst/>
                              <a:latin typeface="Arial" panose="020B0604020202020204" pitchFamily="34" charset="0"/>
                              <a:ea typeface="黑体" panose="02010609060101010101" pitchFamily="49" charset="-122"/>
                              <a:cs typeface="Arial" panose="020B0604020202020204" pitchFamily="34" charset="0"/>
                            </a:rPr>
                            <a:t>0</a:t>
                          </a:r>
                          <a:r>
                            <a:rPr lang="en-US" sz="1400" b="0" spc="-5" dirty="0">
                              <a:solidFill>
                                <a:srgbClr val="004696"/>
                              </a:solidFill>
                              <a:effectLst/>
                              <a:latin typeface="Arial" panose="020B0604020202020204" pitchFamily="34" charset="0"/>
                              <a:ea typeface="黑体" panose="02010609060101010101" pitchFamily="49" charset="-122"/>
                              <a:cs typeface="Arial" panose="020B0604020202020204" pitchFamily="34" charset="0"/>
                            </a:rPr>
                            <a:t>0</a:t>
                          </a:r>
                          <a:r>
                            <a:rPr lang="en-US" sz="1400" b="0" dirty="0">
                              <a:solidFill>
                                <a:srgbClr val="004696"/>
                              </a:solidFill>
                              <a:effectLst/>
                              <a:latin typeface="Arial" panose="020B0604020202020204" pitchFamily="34" charset="0"/>
                              <a:ea typeface="黑体" panose="02010609060101010101" pitchFamily="49" charset="-122"/>
                              <a:cs typeface="Arial" panose="020B0604020202020204" pitchFamily="34" charset="0"/>
                            </a:rPr>
                            <a:t>0</a:t>
                          </a:r>
                          <a:r>
                            <a:rPr lang="en-US" sz="1400" b="0" spc="-5" dirty="0">
                              <a:solidFill>
                                <a:srgbClr val="004696"/>
                              </a:solidFill>
                              <a:effectLst/>
                              <a:latin typeface="Arial" panose="020B0604020202020204" pitchFamily="34" charset="0"/>
                              <a:ea typeface="黑体" panose="02010609060101010101" pitchFamily="49" charset="-122"/>
                              <a:cs typeface="Arial" panose="020B0604020202020204" pitchFamily="34" charset="0"/>
                            </a:rPr>
                            <a:t> </a:t>
                          </a:r>
                          <a:endParaRPr lang="zh-CN" sz="1400" b="0" dirty="0">
                            <a:solidFill>
                              <a:srgbClr val="004696"/>
                            </a:solidFill>
                            <a:effectLst/>
                            <a:latin typeface="Arial" panose="020B0604020202020204" pitchFamily="34" charset="0"/>
                            <a:ea typeface="黑体" panose="02010609060101010101" pitchFamily="49" charset="-122"/>
                            <a:cs typeface="Arial" panose="020B0604020202020204" pitchFamily="34" charset="0"/>
                          </a:endParaRPr>
                        </a:p>
                      </a:txBody>
                      <a:tcPr marL="0" marR="0" marT="0" marB="0" anchor="ctr">
                        <a:lnL w="12700" cap="flat" cmpd="sng" algn="ctr">
                          <a:solidFill>
                            <a:srgbClr val="FF0000"/>
                          </a:solidFill>
                          <a:prstDash val="solid"/>
                          <a:round/>
                          <a:headEnd type="none" w="med" len="med"/>
                          <a:tailEnd type="none" w="med" len="med"/>
                        </a:lnL>
                        <a:lnR w="12700" cap="flat" cmpd="sng" algn="ctr">
                          <a:solidFill>
                            <a:srgbClr val="FF000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FF0000"/>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207010" marR="195580" algn="ctr">
                            <a:lnSpc>
                              <a:spcPct val="115000"/>
                            </a:lnSpc>
                            <a:spcBef>
                              <a:spcPts val="115"/>
                            </a:spcBef>
                            <a:spcAft>
                              <a:spcPts val="0"/>
                            </a:spcAft>
                          </a:pPr>
                          <a:r>
                            <a:rPr lang="en-US" sz="1400" b="0" dirty="0">
                              <a:solidFill>
                                <a:srgbClr val="004696"/>
                              </a:solidFill>
                              <a:effectLst/>
                              <a:latin typeface="Arial" panose="020B0604020202020204" pitchFamily="34" charset="0"/>
                              <a:ea typeface="黑体" panose="02010609060101010101" pitchFamily="49" charset="-122"/>
                              <a:cs typeface="Arial" panose="020B0604020202020204" pitchFamily="34" charset="0"/>
                            </a:rPr>
                            <a:t>0</a:t>
                          </a:r>
                          <a:r>
                            <a:rPr lang="en-US" sz="1400" b="0" spc="5" dirty="0">
                              <a:solidFill>
                                <a:srgbClr val="004696"/>
                              </a:solidFill>
                              <a:effectLst/>
                              <a:latin typeface="Arial" panose="020B0604020202020204" pitchFamily="34" charset="0"/>
                              <a:ea typeface="黑体" panose="02010609060101010101" pitchFamily="49" charset="-122"/>
                              <a:cs typeface="Arial" panose="020B0604020202020204" pitchFamily="34" charset="0"/>
                            </a:rPr>
                            <a:t> </a:t>
                          </a:r>
                          <a:r>
                            <a:rPr lang="en-US" sz="1400" b="0" dirty="0">
                              <a:solidFill>
                                <a:srgbClr val="004696"/>
                              </a:solidFill>
                              <a:effectLst/>
                              <a:latin typeface="Arial" panose="020B0604020202020204" pitchFamily="34" charset="0"/>
                              <a:ea typeface="黑体" panose="02010609060101010101" pitchFamily="49" charset="-122"/>
                              <a:cs typeface="Arial" panose="020B0604020202020204" pitchFamily="34" charset="0"/>
                            </a:rPr>
                            <a:t>≤</a:t>
                          </a:r>
                          <a:r>
                            <a:rPr lang="en-US" sz="1400" b="0" spc="-5" dirty="0">
                              <a:solidFill>
                                <a:srgbClr val="004696"/>
                              </a:solidFill>
                              <a:effectLst/>
                              <a:latin typeface="Arial" panose="020B0604020202020204" pitchFamily="34" charset="0"/>
                              <a:ea typeface="黑体" panose="02010609060101010101" pitchFamily="49" charset="-122"/>
                              <a:cs typeface="Arial" panose="020B0604020202020204" pitchFamily="34" charset="0"/>
                            </a:rPr>
                            <a:t> </a:t>
                          </a:r>
                          <a:r>
                            <a:rPr lang="en-US" sz="1400" b="0" dirty="0">
                              <a:solidFill>
                                <a:srgbClr val="004696"/>
                              </a:solidFill>
                              <a:effectLst/>
                              <a:latin typeface="Arial" panose="020B0604020202020204" pitchFamily="34" charset="0"/>
                              <a:ea typeface="黑体" panose="02010609060101010101" pitchFamily="49" charset="-122"/>
                              <a:cs typeface="Arial" panose="020B0604020202020204" pitchFamily="34" charset="0"/>
                            </a:rPr>
                            <a:t>m</a:t>
                          </a:r>
                          <a:r>
                            <a:rPr lang="en-US" sz="1400" b="0" spc="-5" dirty="0">
                              <a:solidFill>
                                <a:srgbClr val="004696"/>
                              </a:solidFill>
                              <a:effectLst/>
                              <a:latin typeface="Arial" panose="020B0604020202020204" pitchFamily="34" charset="0"/>
                              <a:ea typeface="黑体" panose="02010609060101010101" pitchFamily="49" charset="-122"/>
                              <a:cs typeface="Arial" panose="020B0604020202020204" pitchFamily="34" charset="0"/>
                            </a:rPr>
                            <a:t> </a:t>
                          </a:r>
                          <a:r>
                            <a:rPr lang="en-US" sz="1400" b="0" dirty="0">
                              <a:solidFill>
                                <a:srgbClr val="004696"/>
                              </a:solidFill>
                              <a:effectLst/>
                              <a:latin typeface="Arial" panose="020B0604020202020204" pitchFamily="34" charset="0"/>
                              <a:ea typeface="黑体" panose="02010609060101010101" pitchFamily="49" charset="-122"/>
                              <a:cs typeface="Arial" panose="020B0604020202020204" pitchFamily="34" charset="0"/>
                            </a:rPr>
                            <a:t>≤</a:t>
                          </a:r>
                          <a:r>
                            <a:rPr lang="en-US" sz="1400" b="0" spc="-5" dirty="0">
                              <a:solidFill>
                                <a:srgbClr val="004696"/>
                              </a:solidFill>
                              <a:effectLst/>
                              <a:latin typeface="Arial" panose="020B0604020202020204" pitchFamily="34" charset="0"/>
                              <a:ea typeface="黑体" panose="02010609060101010101" pitchFamily="49" charset="-122"/>
                              <a:cs typeface="Arial" panose="020B0604020202020204" pitchFamily="34" charset="0"/>
                            </a:rPr>
                            <a:t> </a:t>
                          </a:r>
                          <a:r>
                            <a:rPr lang="en-US" sz="1400" b="0" spc="5" dirty="0">
                              <a:solidFill>
                                <a:srgbClr val="004696"/>
                              </a:solidFill>
                              <a:effectLst/>
                              <a:latin typeface="Arial" panose="020B0604020202020204" pitchFamily="34" charset="0"/>
                              <a:ea typeface="黑体" panose="02010609060101010101" pitchFamily="49" charset="-122"/>
                              <a:cs typeface="Arial" panose="020B0604020202020204" pitchFamily="34" charset="0"/>
                            </a:rPr>
                            <a:t>5</a:t>
                          </a:r>
                          <a:r>
                            <a:rPr lang="en-US" sz="1400" b="0" dirty="0">
                              <a:solidFill>
                                <a:srgbClr val="004696"/>
                              </a:solidFill>
                              <a:effectLst/>
                              <a:latin typeface="Arial" panose="020B0604020202020204" pitchFamily="34" charset="0"/>
                              <a:ea typeface="黑体" panose="02010609060101010101" pitchFamily="49" charset="-122"/>
                              <a:cs typeface="Arial" panose="020B0604020202020204" pitchFamily="34" charset="0"/>
                            </a:rPr>
                            <a:t>0 </a:t>
                          </a:r>
                          <a:endParaRPr lang="zh-CN" sz="1400" b="0" dirty="0">
                            <a:solidFill>
                              <a:srgbClr val="004696"/>
                            </a:solidFill>
                            <a:effectLst/>
                            <a:latin typeface="Arial" panose="020B0604020202020204" pitchFamily="34" charset="0"/>
                            <a:ea typeface="黑体" panose="02010609060101010101" pitchFamily="49" charset="-122"/>
                            <a:cs typeface="Arial" panose="020B0604020202020204" pitchFamily="34" charset="0"/>
                          </a:endParaRPr>
                        </a:p>
                        <a:p>
                          <a:pPr>
                            <a:lnSpc>
                              <a:spcPts val="600"/>
                            </a:lnSpc>
                            <a:spcBef>
                              <a:spcPts val="50"/>
                            </a:spcBef>
                            <a:spcAft>
                              <a:spcPts val="0"/>
                            </a:spcAft>
                          </a:pPr>
                          <a:r>
                            <a:rPr lang="en-US" sz="1400" b="0" dirty="0">
                              <a:solidFill>
                                <a:srgbClr val="004696"/>
                              </a:solidFill>
                              <a:effectLst/>
                              <a:latin typeface="Arial" panose="020B0604020202020204" pitchFamily="34" charset="0"/>
                              <a:ea typeface="黑体" panose="02010609060101010101" pitchFamily="49" charset="-122"/>
                              <a:cs typeface="Arial" panose="020B0604020202020204" pitchFamily="34" charset="0"/>
                            </a:rPr>
                            <a:t> </a:t>
                          </a:r>
                          <a:endParaRPr lang="zh-CN" sz="1400" b="0" dirty="0">
                            <a:solidFill>
                              <a:srgbClr val="004696"/>
                            </a:solidFill>
                            <a:effectLst/>
                            <a:latin typeface="Arial" panose="020B0604020202020204" pitchFamily="34" charset="0"/>
                            <a:ea typeface="黑体" panose="02010609060101010101" pitchFamily="49" charset="-122"/>
                            <a:cs typeface="Arial" panose="020B0604020202020204" pitchFamily="34" charset="0"/>
                          </a:endParaRPr>
                        </a:p>
                        <a:p>
                          <a:pPr marL="103505" marR="93345" algn="ctr">
                            <a:lnSpc>
                              <a:spcPct val="115000"/>
                            </a:lnSpc>
                            <a:spcAft>
                              <a:spcPts val="0"/>
                            </a:spcAft>
                          </a:pPr>
                          <a:r>
                            <a:rPr lang="en-US" sz="1400" b="0" spc="5" dirty="0" smtClean="0">
                              <a:solidFill>
                                <a:srgbClr val="004696"/>
                              </a:solidFill>
                              <a:effectLst/>
                              <a:latin typeface="Arial" panose="020B0604020202020204" pitchFamily="34" charset="0"/>
                              <a:ea typeface="黑体" panose="02010609060101010101" pitchFamily="49" charset="-122"/>
                              <a:cs typeface="Arial" panose="020B0604020202020204" pitchFamily="34" charset="0"/>
                            </a:rPr>
                            <a:t>50</a:t>
                          </a:r>
                          <a:r>
                            <a:rPr lang="en-US" sz="1400" b="0" spc="-5" dirty="0" smtClean="0">
                              <a:solidFill>
                                <a:srgbClr val="004696"/>
                              </a:solidFill>
                              <a:effectLst/>
                              <a:latin typeface="Arial" panose="020B0604020202020204" pitchFamily="34" charset="0"/>
                              <a:ea typeface="黑体" panose="02010609060101010101" pitchFamily="49" charset="-122"/>
                              <a:cs typeface="Arial" panose="020B0604020202020204" pitchFamily="34" charset="0"/>
                            </a:rPr>
                            <a:t> </a:t>
                          </a:r>
                          <a:r>
                            <a:rPr lang="en-US" sz="1400" b="0" dirty="0">
                              <a:solidFill>
                                <a:srgbClr val="004696"/>
                              </a:solidFill>
                              <a:effectLst/>
                              <a:latin typeface="Arial" panose="020B0604020202020204" pitchFamily="34" charset="0"/>
                              <a:ea typeface="黑体" panose="02010609060101010101" pitchFamily="49" charset="-122"/>
                              <a:cs typeface="Arial" panose="020B0604020202020204" pitchFamily="34" charset="0"/>
                            </a:rPr>
                            <a:t>&lt;</a:t>
                          </a:r>
                          <a:r>
                            <a:rPr lang="en-US" sz="1400" b="0" spc="-10" dirty="0">
                              <a:solidFill>
                                <a:srgbClr val="004696"/>
                              </a:solidFill>
                              <a:effectLst/>
                              <a:latin typeface="Arial" panose="020B0604020202020204" pitchFamily="34" charset="0"/>
                              <a:ea typeface="黑体" panose="02010609060101010101" pitchFamily="49" charset="-122"/>
                              <a:cs typeface="Arial" panose="020B0604020202020204" pitchFamily="34" charset="0"/>
                            </a:rPr>
                            <a:t> </a:t>
                          </a:r>
                          <a:r>
                            <a:rPr lang="en-US" sz="1400" b="0" dirty="0">
                              <a:solidFill>
                                <a:srgbClr val="004696"/>
                              </a:solidFill>
                              <a:effectLst/>
                              <a:latin typeface="Arial" panose="020B0604020202020204" pitchFamily="34" charset="0"/>
                              <a:ea typeface="黑体" panose="02010609060101010101" pitchFamily="49" charset="-122"/>
                              <a:cs typeface="Arial" panose="020B0604020202020204" pitchFamily="34" charset="0"/>
                            </a:rPr>
                            <a:t>m</a:t>
                          </a:r>
                          <a:r>
                            <a:rPr lang="en-US" sz="1400" b="0" spc="-5" dirty="0">
                              <a:solidFill>
                                <a:srgbClr val="004696"/>
                              </a:solidFill>
                              <a:effectLst/>
                              <a:latin typeface="Arial" panose="020B0604020202020204" pitchFamily="34" charset="0"/>
                              <a:ea typeface="黑体" panose="02010609060101010101" pitchFamily="49" charset="-122"/>
                              <a:cs typeface="Arial" panose="020B0604020202020204" pitchFamily="34" charset="0"/>
                            </a:rPr>
                            <a:t> </a:t>
                          </a:r>
                          <a:r>
                            <a:rPr lang="en-US" sz="1400" b="0" dirty="0">
                              <a:solidFill>
                                <a:srgbClr val="004696"/>
                              </a:solidFill>
                              <a:effectLst/>
                              <a:latin typeface="Arial" panose="020B0604020202020204" pitchFamily="34" charset="0"/>
                              <a:ea typeface="黑体" panose="02010609060101010101" pitchFamily="49" charset="-122"/>
                              <a:cs typeface="Arial" panose="020B0604020202020204" pitchFamily="34" charset="0"/>
                            </a:rPr>
                            <a:t>≤</a:t>
                          </a:r>
                          <a:r>
                            <a:rPr lang="en-US" sz="1400" b="0" spc="-5" dirty="0">
                              <a:solidFill>
                                <a:srgbClr val="004696"/>
                              </a:solidFill>
                              <a:effectLst/>
                              <a:latin typeface="Arial" panose="020B0604020202020204" pitchFamily="34" charset="0"/>
                              <a:ea typeface="黑体" panose="02010609060101010101" pitchFamily="49" charset="-122"/>
                              <a:cs typeface="Arial" panose="020B0604020202020204" pitchFamily="34" charset="0"/>
                            </a:rPr>
                            <a:t> </a:t>
                          </a:r>
                          <a:r>
                            <a:rPr lang="en-US" sz="1400" b="0" spc="5" dirty="0">
                              <a:solidFill>
                                <a:srgbClr val="004696"/>
                              </a:solidFill>
                              <a:effectLst/>
                              <a:latin typeface="Arial" panose="020B0604020202020204" pitchFamily="34" charset="0"/>
                              <a:ea typeface="黑体" panose="02010609060101010101" pitchFamily="49" charset="-122"/>
                              <a:cs typeface="Arial" panose="020B0604020202020204" pitchFamily="34" charset="0"/>
                            </a:rPr>
                            <a:t>2</a:t>
                          </a:r>
                          <a:r>
                            <a:rPr lang="en-US" sz="1400" b="0" spc="-5" dirty="0">
                              <a:solidFill>
                                <a:srgbClr val="004696"/>
                              </a:solidFill>
                              <a:effectLst/>
                              <a:latin typeface="Arial" panose="020B0604020202020204" pitchFamily="34" charset="0"/>
                              <a:ea typeface="黑体" panose="02010609060101010101" pitchFamily="49" charset="-122"/>
                              <a:cs typeface="Arial" panose="020B0604020202020204" pitchFamily="34" charset="0"/>
                            </a:rPr>
                            <a:t>0</a:t>
                          </a:r>
                          <a:r>
                            <a:rPr lang="en-US" sz="1400" b="0" dirty="0">
                              <a:solidFill>
                                <a:srgbClr val="004696"/>
                              </a:solidFill>
                              <a:effectLst/>
                              <a:latin typeface="Arial" panose="020B0604020202020204" pitchFamily="34" charset="0"/>
                              <a:ea typeface="黑体" panose="02010609060101010101" pitchFamily="49" charset="-122"/>
                              <a:cs typeface="Arial" panose="020B0604020202020204" pitchFamily="34" charset="0"/>
                            </a:rPr>
                            <a:t>0</a:t>
                          </a:r>
                          <a:r>
                            <a:rPr lang="en-US" sz="1400" b="0" spc="-5" dirty="0">
                              <a:solidFill>
                                <a:srgbClr val="004696"/>
                              </a:solidFill>
                              <a:effectLst/>
                              <a:latin typeface="Arial" panose="020B0604020202020204" pitchFamily="34" charset="0"/>
                              <a:ea typeface="黑体" panose="02010609060101010101" pitchFamily="49" charset="-122"/>
                              <a:cs typeface="Arial" panose="020B0604020202020204" pitchFamily="34" charset="0"/>
                            </a:rPr>
                            <a:t> </a:t>
                          </a:r>
                          <a:endParaRPr lang="zh-CN" sz="1400" b="0" dirty="0">
                            <a:solidFill>
                              <a:srgbClr val="004696"/>
                            </a:solidFill>
                            <a:effectLst/>
                            <a:latin typeface="Arial" panose="020B0604020202020204" pitchFamily="34" charset="0"/>
                            <a:ea typeface="黑体" panose="02010609060101010101" pitchFamily="49" charset="-122"/>
                            <a:cs typeface="Arial" panose="020B0604020202020204" pitchFamily="34" charset="0"/>
                          </a:endParaRPr>
                        </a:p>
                        <a:p>
                          <a:pPr>
                            <a:lnSpc>
                              <a:spcPts val="650"/>
                            </a:lnSpc>
                            <a:spcBef>
                              <a:spcPts val="10"/>
                            </a:spcBef>
                            <a:spcAft>
                              <a:spcPts val="0"/>
                            </a:spcAft>
                          </a:pPr>
                          <a:r>
                            <a:rPr lang="en-US" sz="1400" b="0" dirty="0">
                              <a:solidFill>
                                <a:srgbClr val="004696"/>
                              </a:solidFill>
                              <a:effectLst/>
                              <a:latin typeface="Arial" panose="020B0604020202020204" pitchFamily="34" charset="0"/>
                              <a:ea typeface="黑体" panose="02010609060101010101" pitchFamily="49" charset="-122"/>
                              <a:cs typeface="Arial" panose="020B0604020202020204" pitchFamily="34" charset="0"/>
                            </a:rPr>
                            <a:t> </a:t>
                          </a:r>
                          <a:endParaRPr lang="zh-CN" sz="1400" b="0" dirty="0">
                            <a:solidFill>
                              <a:srgbClr val="004696"/>
                            </a:solidFill>
                            <a:effectLst/>
                            <a:latin typeface="Arial" panose="020B0604020202020204" pitchFamily="34" charset="0"/>
                            <a:ea typeface="黑体" panose="02010609060101010101" pitchFamily="49" charset="-122"/>
                            <a:cs typeface="Arial" panose="020B0604020202020204" pitchFamily="34" charset="0"/>
                          </a:endParaRPr>
                        </a:p>
                        <a:p>
                          <a:pPr marL="28575" marR="17145" algn="ctr">
                            <a:lnSpc>
                              <a:spcPct val="115000"/>
                            </a:lnSpc>
                            <a:spcAft>
                              <a:spcPts val="0"/>
                            </a:spcAft>
                          </a:pPr>
                          <a:r>
                            <a:rPr lang="en-US" sz="1400" b="0" spc="5" dirty="0" smtClean="0">
                              <a:solidFill>
                                <a:srgbClr val="004696"/>
                              </a:solidFill>
                              <a:effectLst/>
                              <a:latin typeface="Arial" panose="020B0604020202020204" pitchFamily="34" charset="0"/>
                              <a:ea typeface="黑体" panose="02010609060101010101" pitchFamily="49" charset="-122"/>
                              <a:cs typeface="Arial" panose="020B0604020202020204" pitchFamily="34" charset="0"/>
                            </a:rPr>
                            <a:t>20</a:t>
                          </a:r>
                          <a:r>
                            <a:rPr lang="en-US" sz="1400" b="0" dirty="0" smtClean="0">
                              <a:solidFill>
                                <a:srgbClr val="004696"/>
                              </a:solidFill>
                              <a:effectLst/>
                              <a:latin typeface="Arial" panose="020B0604020202020204" pitchFamily="34" charset="0"/>
                              <a:ea typeface="黑体" panose="02010609060101010101" pitchFamily="49" charset="-122"/>
                              <a:cs typeface="Arial" panose="020B0604020202020204" pitchFamily="34" charset="0"/>
                            </a:rPr>
                            <a:t>0</a:t>
                          </a:r>
                          <a:r>
                            <a:rPr lang="en-US" sz="1400" b="0" spc="-15" dirty="0" smtClean="0">
                              <a:solidFill>
                                <a:srgbClr val="004696"/>
                              </a:solidFill>
                              <a:effectLst/>
                              <a:latin typeface="Arial" panose="020B0604020202020204" pitchFamily="34" charset="0"/>
                              <a:ea typeface="黑体" panose="02010609060101010101" pitchFamily="49" charset="-122"/>
                              <a:cs typeface="Arial" panose="020B0604020202020204" pitchFamily="34" charset="0"/>
                            </a:rPr>
                            <a:t> </a:t>
                          </a:r>
                          <a:r>
                            <a:rPr lang="en-US" sz="1400" b="0" dirty="0">
                              <a:solidFill>
                                <a:srgbClr val="004696"/>
                              </a:solidFill>
                              <a:effectLst/>
                              <a:latin typeface="Arial" panose="020B0604020202020204" pitchFamily="34" charset="0"/>
                              <a:ea typeface="黑体" panose="02010609060101010101" pitchFamily="49" charset="-122"/>
                              <a:cs typeface="Arial" panose="020B0604020202020204" pitchFamily="34" charset="0"/>
                            </a:rPr>
                            <a:t>&lt;</a:t>
                          </a:r>
                          <a:r>
                            <a:rPr lang="en-US" sz="1400" b="0" spc="5" dirty="0">
                              <a:solidFill>
                                <a:srgbClr val="004696"/>
                              </a:solidFill>
                              <a:effectLst/>
                              <a:latin typeface="Arial" panose="020B0604020202020204" pitchFamily="34" charset="0"/>
                              <a:ea typeface="黑体" panose="02010609060101010101" pitchFamily="49" charset="-122"/>
                              <a:cs typeface="Arial" panose="020B0604020202020204" pitchFamily="34" charset="0"/>
                            </a:rPr>
                            <a:t> </a:t>
                          </a:r>
                          <a:r>
                            <a:rPr lang="en-US" sz="1400" b="0" dirty="0">
                              <a:solidFill>
                                <a:srgbClr val="004696"/>
                              </a:solidFill>
                              <a:effectLst/>
                              <a:latin typeface="Arial" panose="020B0604020202020204" pitchFamily="34" charset="0"/>
                              <a:ea typeface="黑体" panose="02010609060101010101" pitchFamily="49" charset="-122"/>
                              <a:cs typeface="Arial" panose="020B0604020202020204" pitchFamily="34" charset="0"/>
                            </a:rPr>
                            <a:t>m</a:t>
                          </a:r>
                          <a:r>
                            <a:rPr lang="en-US" sz="1400" b="0" spc="-5" dirty="0">
                              <a:solidFill>
                                <a:srgbClr val="004696"/>
                              </a:solidFill>
                              <a:effectLst/>
                              <a:latin typeface="Arial" panose="020B0604020202020204" pitchFamily="34" charset="0"/>
                              <a:ea typeface="黑体" panose="02010609060101010101" pitchFamily="49" charset="-122"/>
                              <a:cs typeface="Arial" panose="020B0604020202020204" pitchFamily="34" charset="0"/>
                            </a:rPr>
                            <a:t> </a:t>
                          </a:r>
                          <a:r>
                            <a:rPr lang="en-US" sz="1400" b="0" dirty="0">
                              <a:solidFill>
                                <a:srgbClr val="004696"/>
                              </a:solidFill>
                              <a:effectLst/>
                              <a:latin typeface="Arial" panose="020B0604020202020204" pitchFamily="34" charset="0"/>
                              <a:ea typeface="黑体" panose="02010609060101010101" pitchFamily="49" charset="-122"/>
                              <a:cs typeface="Arial" panose="020B0604020202020204" pitchFamily="34" charset="0"/>
                            </a:rPr>
                            <a:t>≤</a:t>
                          </a:r>
                          <a:r>
                            <a:rPr lang="en-US" sz="1400" b="0" spc="-5" dirty="0">
                              <a:solidFill>
                                <a:srgbClr val="004696"/>
                              </a:solidFill>
                              <a:effectLst/>
                              <a:latin typeface="Arial" panose="020B0604020202020204" pitchFamily="34" charset="0"/>
                              <a:ea typeface="黑体" panose="02010609060101010101" pitchFamily="49" charset="-122"/>
                              <a:cs typeface="Arial" panose="020B0604020202020204" pitchFamily="34" charset="0"/>
                            </a:rPr>
                            <a:t> </a:t>
                          </a:r>
                          <a:r>
                            <a:rPr lang="en-US" sz="1400" b="0" dirty="0">
                              <a:solidFill>
                                <a:srgbClr val="004696"/>
                              </a:solidFill>
                              <a:effectLst/>
                              <a:latin typeface="Arial" panose="020B0604020202020204" pitchFamily="34" charset="0"/>
                              <a:ea typeface="黑体" panose="02010609060101010101" pitchFamily="49" charset="-122"/>
                              <a:cs typeface="Arial" panose="020B0604020202020204" pitchFamily="34" charset="0"/>
                            </a:rPr>
                            <a:t>1</a:t>
                          </a:r>
                          <a:r>
                            <a:rPr lang="en-US" sz="1400" b="0" spc="-10" dirty="0">
                              <a:solidFill>
                                <a:srgbClr val="004696"/>
                              </a:solidFill>
                              <a:effectLst/>
                              <a:latin typeface="Arial" panose="020B0604020202020204" pitchFamily="34" charset="0"/>
                              <a:ea typeface="黑体" panose="02010609060101010101" pitchFamily="49" charset="-122"/>
                              <a:cs typeface="Arial" panose="020B0604020202020204" pitchFamily="34" charset="0"/>
                            </a:rPr>
                            <a:t> </a:t>
                          </a:r>
                          <a:r>
                            <a:rPr lang="en-US" sz="1400" b="0" spc="5" dirty="0">
                              <a:solidFill>
                                <a:srgbClr val="004696"/>
                              </a:solidFill>
                              <a:effectLst/>
                              <a:latin typeface="Arial" panose="020B0604020202020204" pitchFamily="34" charset="0"/>
                              <a:ea typeface="黑体" panose="02010609060101010101" pitchFamily="49" charset="-122"/>
                              <a:cs typeface="Arial" panose="020B0604020202020204" pitchFamily="34" charset="0"/>
                            </a:rPr>
                            <a:t>0</a:t>
                          </a:r>
                          <a:r>
                            <a:rPr lang="en-US" sz="1400" b="0" spc="-5" dirty="0">
                              <a:solidFill>
                                <a:srgbClr val="004696"/>
                              </a:solidFill>
                              <a:effectLst/>
                              <a:latin typeface="Arial" panose="020B0604020202020204" pitchFamily="34" charset="0"/>
                              <a:ea typeface="黑体" panose="02010609060101010101" pitchFamily="49" charset="-122"/>
                              <a:cs typeface="Arial" panose="020B0604020202020204" pitchFamily="34" charset="0"/>
                            </a:rPr>
                            <a:t>0</a:t>
                          </a:r>
                          <a:r>
                            <a:rPr lang="en-US" sz="1400" b="0" dirty="0">
                              <a:solidFill>
                                <a:srgbClr val="004696"/>
                              </a:solidFill>
                              <a:effectLst/>
                              <a:latin typeface="Arial" panose="020B0604020202020204" pitchFamily="34" charset="0"/>
                              <a:ea typeface="黑体" panose="02010609060101010101" pitchFamily="49" charset="-122"/>
                              <a:cs typeface="Arial" panose="020B0604020202020204" pitchFamily="34" charset="0"/>
                            </a:rPr>
                            <a:t>0</a:t>
                          </a:r>
                          <a:r>
                            <a:rPr lang="en-US" sz="1400" b="0" spc="-5" dirty="0">
                              <a:solidFill>
                                <a:srgbClr val="004696"/>
                              </a:solidFill>
                              <a:effectLst/>
                              <a:latin typeface="Arial" panose="020B0604020202020204" pitchFamily="34" charset="0"/>
                              <a:ea typeface="黑体" panose="02010609060101010101" pitchFamily="49" charset="-122"/>
                              <a:cs typeface="Arial" panose="020B0604020202020204" pitchFamily="34" charset="0"/>
                            </a:rPr>
                            <a:t> </a:t>
                          </a:r>
                          <a:endParaRPr lang="zh-CN" sz="1400" b="0" dirty="0">
                            <a:solidFill>
                              <a:srgbClr val="004696"/>
                            </a:solidFill>
                            <a:effectLst/>
                            <a:latin typeface="Arial" panose="020B0604020202020204" pitchFamily="34" charset="0"/>
                            <a:ea typeface="黑体" panose="02010609060101010101" pitchFamily="49" charset="-122"/>
                            <a:cs typeface="Arial" panose="020B0604020202020204" pitchFamily="34" charset="0"/>
                          </a:endParaRPr>
                        </a:p>
                      </a:txBody>
                      <a:tcPr marL="0" marR="0" marT="0" marB="0" anchor="ctr">
                        <a:lnL w="12700" cap="flat" cmpd="sng" algn="ctr">
                          <a:solidFill>
                            <a:srgbClr val="FF000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r>
                </a:tbl>
              </a:graphicData>
            </a:graphic>
          </p:graphicFrame>
        </mc:Choice>
        <mc:Fallback xmlns="">
          <p:graphicFrame>
            <p:nvGraphicFramePr>
              <p:cNvPr id="7" name="表格 6"/>
              <p:cNvGraphicFramePr>
                <a:graphicFrameLocks noGrp="1"/>
              </p:cNvGraphicFramePr>
              <p:nvPr>
                <p:extLst>
                  <p:ext uri="{D42A27DB-BD31-4B8C-83A1-F6EECF244321}">
                    <p14:modId xmlns:p14="http://schemas.microsoft.com/office/powerpoint/2010/main" val="3643047993"/>
                  </p:ext>
                </p:extLst>
              </p:nvPr>
            </p:nvGraphicFramePr>
            <p:xfrm>
              <a:off x="395288" y="1911185"/>
              <a:ext cx="8250874" cy="2124000"/>
            </p:xfrm>
            <a:graphic>
              <a:graphicData uri="http://schemas.openxmlformats.org/drawingml/2006/table">
                <a:tbl>
                  <a:tblPr firstRow="1" firstCol="1" lastRow="1" lastCol="1" bandRow="1" bandCol="1">
                    <a:tableStyleId>{5C22544A-7EE6-4342-B048-85BDC9FD1C3A}</a:tableStyleId>
                  </a:tblPr>
                  <a:tblGrid>
                    <a:gridCol w="1024331"/>
                    <a:gridCol w="1852013"/>
                    <a:gridCol w="1953931"/>
                    <a:gridCol w="1893519"/>
                    <a:gridCol w="1527080"/>
                  </a:tblGrid>
                  <a:tr h="482751">
                    <a:tc rowSpan="2">
                      <a:txBody>
                        <a:bodyPr/>
                        <a:lstStyle/>
                        <a:p>
                          <a:pPr marL="221615" marR="214630" indent="0" algn="ctr" defTabSz="914400" rtl="0" eaLnBrk="1" fontAlgn="auto" latinLnBrk="0" hangingPunct="1">
                            <a:lnSpc>
                              <a:spcPts val="1040"/>
                            </a:lnSpc>
                            <a:spcBef>
                              <a:spcPts val="0"/>
                            </a:spcBef>
                            <a:spcAft>
                              <a:spcPts val="0"/>
                            </a:spcAft>
                            <a:buClrTx/>
                            <a:buSzTx/>
                            <a:buFontTx/>
                            <a:buNone/>
                            <a:tabLst/>
                            <a:defRPr/>
                          </a:pPr>
                          <a:r>
                            <a:rPr lang="en-US" altLang="zh-CN" sz="1200" b="1" kern="1200" dirty="0" smtClean="0">
                              <a:solidFill>
                                <a:schemeClr val="lt1"/>
                              </a:solidFill>
                              <a:effectLst/>
                              <a:latin typeface="Arial" panose="020B0604020202020204" pitchFamily="34" charset="0"/>
                              <a:ea typeface="黑体" panose="02010609060101010101" pitchFamily="49" charset="-122"/>
                              <a:cs typeface="Arial" panose="020B0604020202020204" pitchFamily="34" charset="0"/>
                            </a:rPr>
                            <a:t>MPE</a:t>
                          </a:r>
                          <a:endParaRPr lang="zh-CN" altLang="zh-CN" sz="1200" b="1" kern="1200" dirty="0" smtClean="0">
                            <a:solidFill>
                              <a:schemeClr val="lt1"/>
                            </a:solidFill>
                            <a:effectLst/>
                            <a:latin typeface="Arial" panose="020B0604020202020204" pitchFamily="34" charset="0"/>
                            <a:ea typeface="黑体" panose="02010609060101010101" pitchFamily="49" charset="-122"/>
                            <a:cs typeface="Arial" panose="020B0604020202020204" pitchFamily="34" charset="0"/>
                          </a:endParaRPr>
                        </a:p>
                        <a:p>
                          <a:pPr marL="221615" marR="214630" algn="ctr">
                            <a:lnSpc>
                              <a:spcPts val="1040"/>
                            </a:lnSpc>
                            <a:spcAft>
                              <a:spcPts val="0"/>
                            </a:spcAft>
                          </a:pPr>
                          <a:r>
                            <a:rPr lang="en-US" sz="1200" b="1" spc="-5" dirty="0" smtClean="0">
                              <a:effectLst/>
                              <a:latin typeface="Arial" panose="020B0604020202020204" pitchFamily="34" charset="0"/>
                              <a:ea typeface="黑体" panose="02010609060101010101" pitchFamily="49" charset="-122"/>
                              <a:cs typeface="Arial" panose="020B0604020202020204" pitchFamily="34" charset="0"/>
                            </a:rPr>
                            <a:t>(</a:t>
                          </a:r>
                          <a:r>
                            <a:rPr lang="en-US" sz="1200" b="1" dirty="0" smtClean="0">
                              <a:effectLst/>
                              <a:latin typeface="Arial" panose="020B0604020202020204" pitchFamily="34" charset="0"/>
                              <a:ea typeface="黑体" panose="02010609060101010101" pitchFamily="49" charset="-122"/>
                              <a:cs typeface="Arial" panose="020B0604020202020204" pitchFamily="34" charset="0"/>
                            </a:rPr>
                            <a:t>+/</a:t>
                          </a:r>
                          <a:r>
                            <a:rPr lang="en-US" sz="1200" b="1" spc="-5" dirty="0" smtClean="0">
                              <a:effectLst/>
                              <a:latin typeface="Arial" panose="020B0604020202020204" pitchFamily="34" charset="0"/>
                              <a:ea typeface="黑体" panose="02010609060101010101" pitchFamily="49" charset="-122"/>
                              <a:cs typeface="Arial" panose="020B0604020202020204" pitchFamily="34" charset="0"/>
                            </a:rPr>
                            <a:t>-</a:t>
                          </a:r>
                          <a:r>
                            <a:rPr lang="en-US" sz="1200" b="1" dirty="0" smtClean="0">
                              <a:effectLst/>
                              <a:latin typeface="Arial" panose="020B0604020202020204" pitchFamily="34" charset="0"/>
                              <a:ea typeface="黑体" panose="02010609060101010101" pitchFamily="49" charset="-122"/>
                              <a:cs typeface="Arial" panose="020B0604020202020204" pitchFamily="34" charset="0"/>
                            </a:rPr>
                            <a:t>)</a:t>
                          </a:r>
                          <a:br>
                            <a:rPr lang="en-US" sz="1200" b="1" dirty="0" smtClean="0">
                              <a:effectLst/>
                              <a:latin typeface="Arial" panose="020B0604020202020204" pitchFamily="34" charset="0"/>
                              <a:ea typeface="黑体" panose="02010609060101010101" pitchFamily="49" charset="-122"/>
                              <a:cs typeface="Arial" panose="020B0604020202020204" pitchFamily="34" charset="0"/>
                            </a:rPr>
                          </a:br>
                          <a:r>
                            <a:rPr lang="en-US" sz="1200" b="1" dirty="0" smtClean="0">
                              <a:effectLst/>
                              <a:latin typeface="Arial" panose="020B0604020202020204" pitchFamily="34" charset="0"/>
                              <a:ea typeface="黑体" panose="02010609060101010101" pitchFamily="49" charset="-122"/>
                              <a:cs typeface="Arial" panose="020B0604020202020204" pitchFamily="34" charset="0"/>
                            </a:rPr>
                            <a:t>(v)</a:t>
                          </a:r>
                          <a:endParaRPr lang="zh-CN" sz="1200" b="1" dirty="0">
                            <a:effectLst/>
                            <a:latin typeface="Arial" panose="020B0604020202020204" pitchFamily="34" charset="0"/>
                            <a:ea typeface="黑体" panose="02010609060101010101" pitchFamily="49" charset="-122"/>
                            <a:cs typeface="Arial" panose="020B0604020202020204" pitchFamily="34" charset="0"/>
                          </a:endParaRP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60B612"/>
                        </a:solidFill>
                      </a:tcPr>
                    </a:tc>
                    <a:tc gridSpan="4">
                      <a:txBody>
                        <a:bodyPr/>
                        <a:lstStyle/>
                        <a:p>
                          <a:pPr marL="427355" marR="419100" algn="ctr">
                            <a:lnSpc>
                              <a:spcPct val="115000"/>
                            </a:lnSpc>
                            <a:spcBef>
                              <a:spcPts val="405"/>
                            </a:spcBef>
                            <a:spcAft>
                              <a:spcPts val="0"/>
                            </a:spcAft>
                          </a:pPr>
                          <a:r>
                            <a:rPr lang="en-US" altLang="zh-CN" sz="1400" dirty="0" smtClean="0">
                              <a:effectLst/>
                              <a:latin typeface="Arial" panose="020B0604020202020204" pitchFamily="34" charset="0"/>
                              <a:ea typeface="黑体" panose="02010609060101010101" pitchFamily="49" charset="-122"/>
                              <a:cs typeface="Arial" panose="020B0604020202020204" pitchFamily="34" charset="0"/>
                            </a:rPr>
                            <a:t>Load, m (</a:t>
                          </a:r>
                          <a:r>
                            <a:rPr lang="zh-CN" altLang="en-US" sz="1400" dirty="0" smtClean="0">
                              <a:effectLst/>
                              <a:latin typeface="Arial" panose="020B0604020202020204" pitchFamily="34" charset="0"/>
                              <a:ea typeface="黑体" panose="02010609060101010101" pitchFamily="49" charset="-122"/>
                              <a:cs typeface="Arial" panose="020B0604020202020204" pitchFamily="34" charset="0"/>
                            </a:rPr>
                            <a:t>以分度数</a:t>
                          </a:r>
                          <a:r>
                            <a:rPr lang="en-US" altLang="zh-CN" sz="1400" dirty="0" smtClean="0">
                              <a:effectLst/>
                              <a:latin typeface="Arial" panose="020B0604020202020204" pitchFamily="34" charset="0"/>
                              <a:ea typeface="黑体" panose="02010609060101010101" pitchFamily="49" charset="-122"/>
                              <a:cs typeface="Arial" panose="020B0604020202020204" pitchFamily="34" charset="0"/>
                            </a:rPr>
                            <a:t>n</a:t>
                          </a:r>
                          <a:r>
                            <a:rPr lang="zh-CN" altLang="en-US" sz="1400" dirty="0" smtClean="0">
                              <a:effectLst/>
                              <a:latin typeface="Arial" panose="020B0604020202020204" pitchFamily="34" charset="0"/>
                              <a:ea typeface="黑体" panose="02010609060101010101" pitchFamily="49" charset="-122"/>
                              <a:cs typeface="Arial" panose="020B0604020202020204" pitchFamily="34" charset="0"/>
                            </a:rPr>
                            <a:t>表示</a:t>
                          </a:r>
                          <a:r>
                            <a:rPr lang="en-US" altLang="zh-CN" sz="1400" dirty="0" smtClean="0">
                              <a:effectLst/>
                              <a:latin typeface="Arial" panose="020B0604020202020204" pitchFamily="34" charset="0"/>
                              <a:ea typeface="黑体" panose="02010609060101010101" pitchFamily="49" charset="-122"/>
                              <a:cs typeface="Arial" panose="020B0604020202020204" pitchFamily="34" charset="0"/>
                            </a:rPr>
                            <a:t>)</a:t>
                          </a:r>
                          <a:endParaRPr lang="zh-CN" sz="1400" dirty="0">
                            <a:effectLst/>
                            <a:latin typeface="Arial" panose="020B0604020202020204" pitchFamily="34" charset="0"/>
                            <a:ea typeface="黑体" panose="02010609060101010101" pitchFamily="49" charset="-122"/>
                            <a:cs typeface="Arial" panose="020B0604020202020204" pitchFamily="34" charset="0"/>
                          </a:endParaRP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60B612"/>
                        </a:solidFill>
                      </a:tcPr>
                    </a:tc>
                    <a:tc hMerge="1">
                      <a:txBody>
                        <a:bodyPr/>
                        <a:lstStyle/>
                        <a:p>
                          <a:pPr marL="466725" marR="457835" algn="ctr">
                            <a:lnSpc>
                              <a:spcPct val="115000"/>
                            </a:lnSpc>
                            <a:spcBef>
                              <a:spcPts val="405"/>
                            </a:spcBef>
                            <a:spcAft>
                              <a:spcPts val="0"/>
                            </a:spcAft>
                          </a:pPr>
                          <a:endParaRPr lang="zh-CN" sz="1600" dirty="0">
                            <a:effectLst/>
                            <a:latin typeface="Calibri"/>
                            <a:ea typeface="宋体"/>
                            <a:cs typeface="Times New Roman"/>
                          </a:endParaRPr>
                        </a:p>
                      </a:txBody>
                      <a:tcPr marL="0" marR="0" marT="0" marB="0"/>
                    </a:tc>
                    <a:tc hMerge="1">
                      <a:txBody>
                        <a:bodyPr/>
                        <a:lstStyle/>
                        <a:p>
                          <a:pPr marL="442595" marR="433070" algn="ctr">
                            <a:lnSpc>
                              <a:spcPct val="115000"/>
                            </a:lnSpc>
                            <a:spcBef>
                              <a:spcPts val="405"/>
                            </a:spcBef>
                            <a:spcAft>
                              <a:spcPts val="0"/>
                            </a:spcAft>
                          </a:pPr>
                          <a:endParaRPr lang="zh-CN" sz="1600" dirty="0">
                            <a:effectLst/>
                            <a:latin typeface="Calibri"/>
                            <a:ea typeface="宋体"/>
                            <a:cs typeface="Times New Roman"/>
                          </a:endParaRPr>
                        </a:p>
                      </a:txBody>
                      <a:tcPr marL="0" marR="0" marT="0" marB="0"/>
                    </a:tc>
                    <a:tc hMerge="1">
                      <a:txBody>
                        <a:bodyPr/>
                        <a:lstStyle/>
                        <a:p>
                          <a:pPr marL="335915">
                            <a:lnSpc>
                              <a:spcPct val="115000"/>
                            </a:lnSpc>
                            <a:spcBef>
                              <a:spcPts val="405"/>
                            </a:spcBef>
                            <a:spcAft>
                              <a:spcPts val="0"/>
                            </a:spcAft>
                          </a:pPr>
                          <a:endParaRPr lang="zh-CN" sz="1600" dirty="0">
                            <a:effectLst/>
                            <a:latin typeface="Calibri"/>
                            <a:ea typeface="宋体"/>
                            <a:cs typeface="Times New Roman"/>
                          </a:endParaRPr>
                        </a:p>
                      </a:txBody>
                      <a:tcPr marL="0" marR="0" marT="0" marB="0"/>
                    </a:tc>
                  </a:tr>
                  <a:tr h="482751">
                    <a:tc vMerge="1">
                      <a:txBody>
                        <a:bodyPr/>
                        <a:lstStyle/>
                        <a:p>
                          <a:pPr marL="221615" marR="214630" algn="ctr">
                            <a:lnSpc>
                              <a:spcPts val="1040"/>
                            </a:lnSpc>
                            <a:spcAft>
                              <a:spcPts val="0"/>
                            </a:spcAft>
                          </a:pPr>
                          <a:endParaRPr lang="zh-CN" sz="1600" dirty="0">
                            <a:effectLst/>
                            <a:latin typeface="Calibri"/>
                            <a:ea typeface="宋体"/>
                            <a:cs typeface="Times New Roman"/>
                          </a:endParaRPr>
                        </a:p>
                      </a:txBody>
                      <a:tcPr marL="0" marR="0" marT="0" marB="0"/>
                    </a:tc>
                    <a:tc>
                      <a:txBody>
                        <a:bodyPr/>
                        <a:lstStyle/>
                        <a:p>
                          <a:pPr marL="427355" marR="419100" algn="ctr">
                            <a:lnSpc>
                              <a:spcPct val="115000"/>
                            </a:lnSpc>
                            <a:spcBef>
                              <a:spcPts val="405"/>
                            </a:spcBef>
                            <a:spcAft>
                              <a:spcPts val="0"/>
                            </a:spcAft>
                          </a:pPr>
                          <a:r>
                            <a:rPr lang="en-US" sz="1400" b="1" dirty="0">
                              <a:solidFill>
                                <a:schemeClr val="bg1"/>
                              </a:solidFill>
                              <a:effectLst/>
                              <a:latin typeface="Arial" panose="020B0604020202020204" pitchFamily="34" charset="0"/>
                              <a:ea typeface="黑体" panose="02010609060101010101" pitchFamily="49" charset="-122"/>
                              <a:cs typeface="Arial" panose="020B0604020202020204" pitchFamily="34" charset="0"/>
                            </a:rPr>
                            <a:t>Cl</a:t>
                          </a:r>
                          <a:r>
                            <a:rPr lang="en-US" sz="1400" b="1" spc="5" dirty="0">
                              <a:solidFill>
                                <a:schemeClr val="bg1"/>
                              </a:solidFill>
                              <a:effectLst/>
                              <a:latin typeface="Arial" panose="020B0604020202020204" pitchFamily="34" charset="0"/>
                              <a:ea typeface="黑体" panose="02010609060101010101" pitchFamily="49" charset="-122"/>
                              <a:cs typeface="Arial" panose="020B0604020202020204" pitchFamily="34" charset="0"/>
                            </a:rPr>
                            <a:t>as</a:t>
                          </a:r>
                          <a:r>
                            <a:rPr lang="en-US" sz="1400" b="1" dirty="0">
                              <a:solidFill>
                                <a:schemeClr val="bg1"/>
                              </a:solidFill>
                              <a:effectLst/>
                              <a:latin typeface="Arial" panose="020B0604020202020204" pitchFamily="34" charset="0"/>
                              <a:ea typeface="黑体" panose="02010609060101010101" pitchFamily="49" charset="-122"/>
                              <a:cs typeface="Arial" panose="020B0604020202020204" pitchFamily="34" charset="0"/>
                            </a:rPr>
                            <a:t>s</a:t>
                          </a:r>
                          <a:r>
                            <a:rPr lang="en-US" sz="1400" b="1" spc="-15" dirty="0">
                              <a:solidFill>
                                <a:schemeClr val="bg1"/>
                              </a:solidFill>
                              <a:effectLst/>
                              <a:latin typeface="Arial" panose="020B0604020202020204" pitchFamily="34" charset="0"/>
                              <a:ea typeface="黑体" panose="02010609060101010101" pitchFamily="49" charset="-122"/>
                              <a:cs typeface="Arial" panose="020B0604020202020204" pitchFamily="34" charset="0"/>
                            </a:rPr>
                            <a:t> </a:t>
                          </a:r>
                          <a:r>
                            <a:rPr lang="en-US" sz="1400" b="1" dirty="0">
                              <a:solidFill>
                                <a:schemeClr val="bg1"/>
                              </a:solidFill>
                              <a:effectLst/>
                              <a:latin typeface="Arial" panose="020B0604020202020204" pitchFamily="34" charset="0"/>
                              <a:ea typeface="黑体" panose="02010609060101010101" pitchFamily="49" charset="-122"/>
                              <a:cs typeface="Arial" panose="020B0604020202020204" pitchFamily="34" charset="0"/>
                            </a:rPr>
                            <a:t>A</a:t>
                          </a:r>
                          <a:endParaRPr lang="zh-CN" sz="1400" b="1" dirty="0">
                            <a:solidFill>
                              <a:schemeClr val="bg1"/>
                            </a:solidFill>
                            <a:effectLst/>
                            <a:latin typeface="Arial" panose="020B0604020202020204" pitchFamily="34" charset="0"/>
                            <a:ea typeface="黑体" panose="02010609060101010101" pitchFamily="49" charset="-122"/>
                            <a:cs typeface="Arial" panose="020B0604020202020204" pitchFamily="34" charset="0"/>
                          </a:endParaRP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60B612"/>
                        </a:solidFill>
                      </a:tcPr>
                    </a:tc>
                    <a:tc>
                      <a:txBody>
                        <a:bodyPr/>
                        <a:lstStyle/>
                        <a:p>
                          <a:pPr marL="466725" marR="457835" algn="ctr">
                            <a:lnSpc>
                              <a:spcPct val="115000"/>
                            </a:lnSpc>
                            <a:spcBef>
                              <a:spcPts val="405"/>
                            </a:spcBef>
                            <a:spcAft>
                              <a:spcPts val="0"/>
                            </a:spcAft>
                          </a:pPr>
                          <a:r>
                            <a:rPr lang="en-US" sz="1400" b="1" dirty="0">
                              <a:solidFill>
                                <a:schemeClr val="bg1"/>
                              </a:solidFill>
                              <a:effectLst/>
                              <a:latin typeface="Arial" panose="020B0604020202020204" pitchFamily="34" charset="0"/>
                              <a:ea typeface="黑体" panose="02010609060101010101" pitchFamily="49" charset="-122"/>
                              <a:cs typeface="Arial" panose="020B0604020202020204" pitchFamily="34" charset="0"/>
                            </a:rPr>
                            <a:t>Cl</a:t>
                          </a:r>
                          <a:r>
                            <a:rPr lang="en-US" sz="1400" b="1" spc="5" dirty="0">
                              <a:solidFill>
                                <a:schemeClr val="bg1"/>
                              </a:solidFill>
                              <a:effectLst/>
                              <a:latin typeface="Arial" panose="020B0604020202020204" pitchFamily="34" charset="0"/>
                              <a:ea typeface="黑体" panose="02010609060101010101" pitchFamily="49" charset="-122"/>
                              <a:cs typeface="Arial" panose="020B0604020202020204" pitchFamily="34" charset="0"/>
                            </a:rPr>
                            <a:t>as</a:t>
                          </a:r>
                          <a:r>
                            <a:rPr lang="en-US" sz="1400" b="1" dirty="0">
                              <a:solidFill>
                                <a:schemeClr val="bg1"/>
                              </a:solidFill>
                              <a:effectLst/>
                              <a:latin typeface="Arial" panose="020B0604020202020204" pitchFamily="34" charset="0"/>
                              <a:ea typeface="黑体" panose="02010609060101010101" pitchFamily="49" charset="-122"/>
                              <a:cs typeface="Arial" panose="020B0604020202020204" pitchFamily="34" charset="0"/>
                            </a:rPr>
                            <a:t>s</a:t>
                          </a:r>
                          <a:r>
                            <a:rPr lang="en-US" sz="1400" b="1" spc="-15" dirty="0">
                              <a:solidFill>
                                <a:schemeClr val="bg1"/>
                              </a:solidFill>
                              <a:effectLst/>
                              <a:latin typeface="Arial" panose="020B0604020202020204" pitchFamily="34" charset="0"/>
                              <a:ea typeface="黑体" panose="02010609060101010101" pitchFamily="49" charset="-122"/>
                              <a:cs typeface="Arial" panose="020B0604020202020204" pitchFamily="34" charset="0"/>
                            </a:rPr>
                            <a:t> </a:t>
                          </a:r>
                          <a:r>
                            <a:rPr lang="en-US" sz="1400" b="1" dirty="0">
                              <a:solidFill>
                                <a:schemeClr val="bg1"/>
                              </a:solidFill>
                              <a:effectLst/>
                              <a:latin typeface="Arial" panose="020B0604020202020204" pitchFamily="34" charset="0"/>
                              <a:ea typeface="黑体" panose="02010609060101010101" pitchFamily="49" charset="-122"/>
                              <a:cs typeface="Arial" panose="020B0604020202020204" pitchFamily="34" charset="0"/>
                            </a:rPr>
                            <a:t>B</a:t>
                          </a:r>
                          <a:endParaRPr lang="zh-CN" sz="1400" b="1" dirty="0">
                            <a:solidFill>
                              <a:schemeClr val="bg1"/>
                            </a:solidFill>
                            <a:effectLst/>
                            <a:latin typeface="Arial" panose="020B0604020202020204" pitchFamily="34" charset="0"/>
                            <a:ea typeface="黑体" panose="02010609060101010101" pitchFamily="49" charset="-122"/>
                            <a:cs typeface="Arial" panose="020B0604020202020204" pitchFamily="34" charset="0"/>
                          </a:endParaRPr>
                        </a:p>
                      </a:txBody>
                      <a:tcPr marL="0" marR="0" marT="0" marB="0" anchor="ctr">
                        <a:lnL w="12700" cap="flat" cmpd="sng" algn="ctr">
                          <a:solidFill>
                            <a:schemeClr val="bg1"/>
                          </a:solidFill>
                          <a:prstDash val="solid"/>
                          <a:round/>
                          <a:headEnd type="none" w="med" len="med"/>
                          <a:tailEnd type="none" w="med" len="med"/>
                        </a:lnL>
                        <a:lnR w="12700" cap="flat" cmpd="sng" algn="ctr">
                          <a:solidFill>
                            <a:srgbClr val="FF000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60B612"/>
                        </a:solidFill>
                      </a:tcPr>
                    </a:tc>
                    <a:tc>
                      <a:txBody>
                        <a:bodyPr/>
                        <a:lstStyle/>
                        <a:p>
                          <a:pPr marL="442595" marR="433070" algn="ctr">
                            <a:lnSpc>
                              <a:spcPct val="115000"/>
                            </a:lnSpc>
                            <a:spcBef>
                              <a:spcPts val="405"/>
                            </a:spcBef>
                            <a:spcAft>
                              <a:spcPts val="0"/>
                            </a:spcAft>
                          </a:pPr>
                          <a:r>
                            <a:rPr lang="en-US" sz="1400" b="1" dirty="0">
                              <a:solidFill>
                                <a:schemeClr val="bg1"/>
                              </a:solidFill>
                              <a:effectLst/>
                              <a:latin typeface="Arial" panose="020B0604020202020204" pitchFamily="34" charset="0"/>
                              <a:ea typeface="黑体" panose="02010609060101010101" pitchFamily="49" charset="-122"/>
                              <a:cs typeface="Arial" panose="020B0604020202020204" pitchFamily="34" charset="0"/>
                            </a:rPr>
                            <a:t>Cl</a:t>
                          </a:r>
                          <a:r>
                            <a:rPr lang="en-US" sz="1400" b="1" spc="5" dirty="0">
                              <a:solidFill>
                                <a:schemeClr val="bg1"/>
                              </a:solidFill>
                              <a:effectLst/>
                              <a:latin typeface="Arial" panose="020B0604020202020204" pitchFamily="34" charset="0"/>
                              <a:ea typeface="黑体" panose="02010609060101010101" pitchFamily="49" charset="-122"/>
                              <a:cs typeface="Arial" panose="020B0604020202020204" pitchFamily="34" charset="0"/>
                            </a:rPr>
                            <a:t>as</a:t>
                          </a:r>
                          <a:r>
                            <a:rPr lang="en-US" sz="1400" b="1" dirty="0">
                              <a:solidFill>
                                <a:schemeClr val="bg1"/>
                              </a:solidFill>
                              <a:effectLst/>
                              <a:latin typeface="Arial" panose="020B0604020202020204" pitchFamily="34" charset="0"/>
                              <a:ea typeface="黑体" panose="02010609060101010101" pitchFamily="49" charset="-122"/>
                              <a:cs typeface="Arial" panose="020B0604020202020204" pitchFamily="34" charset="0"/>
                            </a:rPr>
                            <a:t>s</a:t>
                          </a:r>
                          <a:r>
                            <a:rPr lang="en-US" sz="1400" b="1" spc="-15" dirty="0">
                              <a:solidFill>
                                <a:schemeClr val="bg1"/>
                              </a:solidFill>
                              <a:effectLst/>
                              <a:latin typeface="Arial" panose="020B0604020202020204" pitchFamily="34" charset="0"/>
                              <a:ea typeface="黑体" panose="02010609060101010101" pitchFamily="49" charset="-122"/>
                              <a:cs typeface="Arial" panose="020B0604020202020204" pitchFamily="34" charset="0"/>
                            </a:rPr>
                            <a:t> </a:t>
                          </a:r>
                          <a:r>
                            <a:rPr lang="en-US" sz="1400" b="1" dirty="0">
                              <a:solidFill>
                                <a:schemeClr val="bg1"/>
                              </a:solidFill>
                              <a:effectLst/>
                              <a:latin typeface="Arial" panose="020B0604020202020204" pitchFamily="34" charset="0"/>
                              <a:ea typeface="黑体" panose="02010609060101010101" pitchFamily="49" charset="-122"/>
                              <a:cs typeface="Arial" panose="020B0604020202020204" pitchFamily="34" charset="0"/>
                            </a:rPr>
                            <a:t>C</a:t>
                          </a:r>
                          <a:endParaRPr lang="zh-CN" sz="1400" b="1" dirty="0">
                            <a:solidFill>
                              <a:schemeClr val="bg1"/>
                            </a:solidFill>
                            <a:effectLst/>
                            <a:latin typeface="Arial" panose="020B0604020202020204" pitchFamily="34" charset="0"/>
                            <a:ea typeface="黑体" panose="02010609060101010101" pitchFamily="49" charset="-122"/>
                            <a:cs typeface="Arial" panose="020B0604020202020204" pitchFamily="34" charset="0"/>
                          </a:endParaRPr>
                        </a:p>
                      </a:txBody>
                      <a:tcPr marL="0" marR="0" marT="0" marB="0" anchor="ctr">
                        <a:lnL w="12700" cap="flat" cmpd="sng" algn="ctr">
                          <a:solidFill>
                            <a:srgbClr val="FF0000"/>
                          </a:solidFill>
                          <a:prstDash val="solid"/>
                          <a:round/>
                          <a:headEnd type="none" w="med" len="med"/>
                          <a:tailEnd type="none" w="med" len="med"/>
                        </a:lnL>
                        <a:lnR w="12700" cap="flat" cmpd="sng" algn="ctr">
                          <a:solidFill>
                            <a:srgbClr val="FF0000"/>
                          </a:solidFill>
                          <a:prstDash val="solid"/>
                          <a:round/>
                          <a:headEnd type="none" w="med" len="med"/>
                          <a:tailEnd type="none" w="med" len="med"/>
                        </a:lnR>
                        <a:lnT w="12700" cap="flat" cmpd="sng" algn="ctr">
                          <a:solidFill>
                            <a:srgbClr val="FF0000"/>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60B612"/>
                        </a:solidFill>
                      </a:tcPr>
                    </a:tc>
                    <a:tc>
                      <a:txBody>
                        <a:bodyPr/>
                        <a:lstStyle/>
                        <a:p>
                          <a:pPr marL="335915">
                            <a:lnSpc>
                              <a:spcPct val="115000"/>
                            </a:lnSpc>
                            <a:spcBef>
                              <a:spcPts val="405"/>
                            </a:spcBef>
                            <a:spcAft>
                              <a:spcPts val="0"/>
                            </a:spcAft>
                          </a:pPr>
                          <a:r>
                            <a:rPr lang="en-US" sz="1400" b="1" dirty="0">
                              <a:solidFill>
                                <a:schemeClr val="bg1"/>
                              </a:solidFill>
                              <a:effectLst/>
                              <a:latin typeface="Arial" panose="020B0604020202020204" pitchFamily="34" charset="0"/>
                              <a:ea typeface="黑体" panose="02010609060101010101" pitchFamily="49" charset="-122"/>
                              <a:cs typeface="Arial" panose="020B0604020202020204" pitchFamily="34" charset="0"/>
                            </a:rPr>
                            <a:t>Cl</a:t>
                          </a:r>
                          <a:r>
                            <a:rPr lang="en-US" sz="1400" b="1" spc="5" dirty="0">
                              <a:solidFill>
                                <a:schemeClr val="bg1"/>
                              </a:solidFill>
                              <a:effectLst/>
                              <a:latin typeface="Arial" panose="020B0604020202020204" pitchFamily="34" charset="0"/>
                              <a:ea typeface="黑体" panose="02010609060101010101" pitchFamily="49" charset="-122"/>
                              <a:cs typeface="Arial" panose="020B0604020202020204" pitchFamily="34" charset="0"/>
                            </a:rPr>
                            <a:t>as</a:t>
                          </a:r>
                          <a:r>
                            <a:rPr lang="en-US" sz="1400" b="1" dirty="0">
                              <a:solidFill>
                                <a:schemeClr val="bg1"/>
                              </a:solidFill>
                              <a:effectLst/>
                              <a:latin typeface="Arial" panose="020B0604020202020204" pitchFamily="34" charset="0"/>
                              <a:ea typeface="黑体" panose="02010609060101010101" pitchFamily="49" charset="-122"/>
                              <a:cs typeface="Arial" panose="020B0604020202020204" pitchFamily="34" charset="0"/>
                            </a:rPr>
                            <a:t>s</a:t>
                          </a:r>
                          <a:r>
                            <a:rPr lang="en-US" sz="1400" b="1" spc="-15" dirty="0">
                              <a:solidFill>
                                <a:schemeClr val="bg1"/>
                              </a:solidFill>
                              <a:effectLst/>
                              <a:latin typeface="Arial" panose="020B0604020202020204" pitchFamily="34" charset="0"/>
                              <a:ea typeface="黑体" panose="02010609060101010101" pitchFamily="49" charset="-122"/>
                              <a:cs typeface="Arial" panose="020B0604020202020204" pitchFamily="34" charset="0"/>
                            </a:rPr>
                            <a:t> </a:t>
                          </a:r>
                          <a:r>
                            <a:rPr lang="en-US" sz="1400" b="1" dirty="0">
                              <a:solidFill>
                                <a:schemeClr val="bg1"/>
                              </a:solidFill>
                              <a:effectLst/>
                              <a:latin typeface="Arial" panose="020B0604020202020204" pitchFamily="34" charset="0"/>
                              <a:ea typeface="黑体" panose="02010609060101010101" pitchFamily="49" charset="-122"/>
                              <a:cs typeface="Arial" panose="020B0604020202020204" pitchFamily="34" charset="0"/>
                            </a:rPr>
                            <a:t>D</a:t>
                          </a:r>
                          <a:endParaRPr lang="zh-CN" sz="1400" b="1" dirty="0">
                            <a:solidFill>
                              <a:schemeClr val="bg1"/>
                            </a:solidFill>
                            <a:effectLst/>
                            <a:latin typeface="Arial" panose="020B0604020202020204" pitchFamily="34" charset="0"/>
                            <a:ea typeface="黑体" panose="02010609060101010101" pitchFamily="49" charset="-122"/>
                            <a:cs typeface="Arial" panose="020B0604020202020204" pitchFamily="34" charset="0"/>
                          </a:endParaRPr>
                        </a:p>
                      </a:txBody>
                      <a:tcPr marL="0" marR="0" marT="0" marB="0" anchor="ctr">
                        <a:lnL w="12700" cap="flat" cmpd="sng" algn="ctr">
                          <a:solidFill>
                            <a:srgbClr val="FF000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60B612"/>
                        </a:solidFill>
                      </a:tcPr>
                    </a:tc>
                  </a:tr>
                  <a:tr h="1158498">
                    <a:tc>
                      <a:txBody>
                        <a:bodyPr/>
                        <a:lstStyle/>
                        <a:p>
                          <a:endParaRPr lang="zh-CN"/>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blipFill rotWithShape="1">
                          <a:blip r:embed="rId4"/>
                          <a:stretch>
                            <a:fillRect l="-595" t="-83684" r="-705952"/>
                          </a:stretch>
                        </a:blipFill>
                      </a:tcPr>
                    </a:tc>
                    <a:tc>
                      <a:txBody>
                        <a:bodyPr/>
                        <a:lstStyle/>
                        <a:p>
                          <a:pPr marL="217170" marR="205740" algn="ctr">
                            <a:lnSpc>
                              <a:spcPct val="115000"/>
                            </a:lnSpc>
                            <a:spcBef>
                              <a:spcPts val="115"/>
                            </a:spcBef>
                            <a:spcAft>
                              <a:spcPts val="0"/>
                            </a:spcAft>
                          </a:pPr>
                          <a:r>
                            <a:rPr lang="en-US" sz="1400" b="0" dirty="0">
                              <a:solidFill>
                                <a:srgbClr val="004696"/>
                              </a:solidFill>
                              <a:effectLst/>
                              <a:latin typeface="Arial" panose="020B0604020202020204" pitchFamily="34" charset="0"/>
                              <a:ea typeface="黑体" panose="02010609060101010101" pitchFamily="49" charset="-122"/>
                              <a:cs typeface="Arial" panose="020B0604020202020204" pitchFamily="34" charset="0"/>
                            </a:rPr>
                            <a:t>0</a:t>
                          </a:r>
                          <a:r>
                            <a:rPr lang="en-US" sz="1400" b="0" spc="5" dirty="0">
                              <a:solidFill>
                                <a:srgbClr val="004696"/>
                              </a:solidFill>
                              <a:effectLst/>
                              <a:latin typeface="Arial" panose="020B0604020202020204" pitchFamily="34" charset="0"/>
                              <a:ea typeface="黑体" panose="02010609060101010101" pitchFamily="49" charset="-122"/>
                              <a:cs typeface="Arial" panose="020B0604020202020204" pitchFamily="34" charset="0"/>
                            </a:rPr>
                            <a:t> </a:t>
                          </a:r>
                          <a:r>
                            <a:rPr lang="en-US" sz="1400" b="0" dirty="0">
                              <a:solidFill>
                                <a:srgbClr val="004696"/>
                              </a:solidFill>
                              <a:effectLst/>
                              <a:latin typeface="Arial" panose="020B0604020202020204" pitchFamily="34" charset="0"/>
                              <a:ea typeface="黑体" panose="02010609060101010101" pitchFamily="49" charset="-122"/>
                              <a:cs typeface="Arial" panose="020B0604020202020204" pitchFamily="34" charset="0"/>
                            </a:rPr>
                            <a:t>≤</a:t>
                          </a:r>
                          <a:r>
                            <a:rPr lang="en-US" sz="1400" b="0" spc="-5" dirty="0">
                              <a:solidFill>
                                <a:srgbClr val="004696"/>
                              </a:solidFill>
                              <a:effectLst/>
                              <a:latin typeface="Arial" panose="020B0604020202020204" pitchFamily="34" charset="0"/>
                              <a:ea typeface="黑体" panose="02010609060101010101" pitchFamily="49" charset="-122"/>
                              <a:cs typeface="Arial" panose="020B0604020202020204" pitchFamily="34" charset="0"/>
                            </a:rPr>
                            <a:t> </a:t>
                          </a:r>
                          <a:r>
                            <a:rPr lang="en-US" sz="1400" b="0" dirty="0">
                              <a:solidFill>
                                <a:srgbClr val="004696"/>
                              </a:solidFill>
                              <a:effectLst/>
                              <a:latin typeface="Arial" panose="020B0604020202020204" pitchFamily="34" charset="0"/>
                              <a:ea typeface="黑体" panose="02010609060101010101" pitchFamily="49" charset="-122"/>
                              <a:cs typeface="Arial" panose="020B0604020202020204" pitchFamily="34" charset="0"/>
                            </a:rPr>
                            <a:t>m</a:t>
                          </a:r>
                          <a:r>
                            <a:rPr lang="en-US" sz="1400" b="0" spc="-5" dirty="0">
                              <a:solidFill>
                                <a:srgbClr val="004696"/>
                              </a:solidFill>
                              <a:effectLst/>
                              <a:latin typeface="Arial" panose="020B0604020202020204" pitchFamily="34" charset="0"/>
                              <a:ea typeface="黑体" panose="02010609060101010101" pitchFamily="49" charset="-122"/>
                              <a:cs typeface="Arial" panose="020B0604020202020204" pitchFamily="34" charset="0"/>
                            </a:rPr>
                            <a:t> </a:t>
                          </a:r>
                          <a:r>
                            <a:rPr lang="en-US" sz="1400" b="0" dirty="0">
                              <a:solidFill>
                                <a:srgbClr val="004696"/>
                              </a:solidFill>
                              <a:effectLst/>
                              <a:latin typeface="Arial" panose="020B0604020202020204" pitchFamily="34" charset="0"/>
                              <a:ea typeface="黑体" panose="02010609060101010101" pitchFamily="49" charset="-122"/>
                              <a:cs typeface="Arial" panose="020B0604020202020204" pitchFamily="34" charset="0"/>
                            </a:rPr>
                            <a:t>≤</a:t>
                          </a:r>
                          <a:r>
                            <a:rPr lang="en-US" sz="1400" b="0" spc="-5" dirty="0">
                              <a:solidFill>
                                <a:srgbClr val="004696"/>
                              </a:solidFill>
                              <a:effectLst/>
                              <a:latin typeface="Arial" panose="020B0604020202020204" pitchFamily="34" charset="0"/>
                              <a:ea typeface="黑体" panose="02010609060101010101" pitchFamily="49" charset="-122"/>
                              <a:cs typeface="Arial" panose="020B0604020202020204" pitchFamily="34" charset="0"/>
                            </a:rPr>
                            <a:t> </a:t>
                          </a:r>
                          <a:r>
                            <a:rPr lang="en-US" sz="1400" b="0" spc="5" dirty="0">
                              <a:solidFill>
                                <a:srgbClr val="004696"/>
                              </a:solidFill>
                              <a:effectLst/>
                              <a:latin typeface="Arial" panose="020B0604020202020204" pitchFamily="34" charset="0"/>
                              <a:ea typeface="黑体" panose="02010609060101010101" pitchFamily="49" charset="-122"/>
                              <a:cs typeface="Arial" panose="020B0604020202020204" pitchFamily="34" charset="0"/>
                            </a:rPr>
                            <a:t>5</a:t>
                          </a:r>
                          <a:r>
                            <a:rPr lang="en-US" sz="1400" b="0" dirty="0">
                              <a:solidFill>
                                <a:srgbClr val="004696"/>
                              </a:solidFill>
                              <a:effectLst/>
                              <a:latin typeface="Arial" panose="020B0604020202020204" pitchFamily="34" charset="0"/>
                              <a:ea typeface="黑体" panose="02010609060101010101" pitchFamily="49" charset="-122"/>
                              <a:cs typeface="Arial" panose="020B0604020202020204" pitchFamily="34" charset="0"/>
                            </a:rPr>
                            <a:t>0</a:t>
                          </a:r>
                          <a:r>
                            <a:rPr lang="en-US" sz="1400" b="0" spc="-15" dirty="0">
                              <a:solidFill>
                                <a:srgbClr val="004696"/>
                              </a:solidFill>
                              <a:effectLst/>
                              <a:latin typeface="Arial" panose="020B0604020202020204" pitchFamily="34" charset="0"/>
                              <a:ea typeface="黑体" panose="02010609060101010101" pitchFamily="49" charset="-122"/>
                              <a:cs typeface="Arial" panose="020B0604020202020204" pitchFamily="34" charset="0"/>
                            </a:rPr>
                            <a:t> </a:t>
                          </a:r>
                          <a:r>
                            <a:rPr lang="en-US" sz="1400" b="0" spc="5" dirty="0">
                              <a:solidFill>
                                <a:srgbClr val="004696"/>
                              </a:solidFill>
                              <a:effectLst/>
                              <a:latin typeface="Arial" panose="020B0604020202020204" pitchFamily="34" charset="0"/>
                              <a:ea typeface="黑体" panose="02010609060101010101" pitchFamily="49" charset="-122"/>
                              <a:cs typeface="Arial" panose="020B0604020202020204" pitchFamily="34" charset="0"/>
                            </a:rPr>
                            <a:t>00</a:t>
                          </a:r>
                          <a:r>
                            <a:rPr lang="en-US" sz="1400" b="0" dirty="0">
                              <a:solidFill>
                                <a:srgbClr val="004696"/>
                              </a:solidFill>
                              <a:effectLst/>
                              <a:latin typeface="Arial" panose="020B0604020202020204" pitchFamily="34" charset="0"/>
                              <a:ea typeface="黑体" panose="02010609060101010101" pitchFamily="49" charset="-122"/>
                              <a:cs typeface="Arial" panose="020B0604020202020204" pitchFamily="34" charset="0"/>
                            </a:rPr>
                            <a:t>0</a:t>
                          </a:r>
                          <a:r>
                            <a:rPr lang="en-US" sz="1400" b="0" spc="-15" dirty="0">
                              <a:solidFill>
                                <a:srgbClr val="004696"/>
                              </a:solidFill>
                              <a:effectLst/>
                              <a:latin typeface="Arial" panose="020B0604020202020204" pitchFamily="34" charset="0"/>
                              <a:ea typeface="黑体" panose="02010609060101010101" pitchFamily="49" charset="-122"/>
                              <a:cs typeface="Arial" panose="020B0604020202020204" pitchFamily="34" charset="0"/>
                            </a:rPr>
                            <a:t> </a:t>
                          </a:r>
                          <a:endParaRPr lang="zh-CN" sz="1400" b="0" dirty="0">
                            <a:solidFill>
                              <a:srgbClr val="004696"/>
                            </a:solidFill>
                            <a:effectLst/>
                            <a:latin typeface="Arial" panose="020B0604020202020204" pitchFamily="34" charset="0"/>
                            <a:ea typeface="黑体" panose="02010609060101010101" pitchFamily="49" charset="-122"/>
                            <a:cs typeface="Arial" panose="020B0604020202020204" pitchFamily="34" charset="0"/>
                          </a:endParaRPr>
                        </a:p>
                        <a:p>
                          <a:pPr>
                            <a:lnSpc>
                              <a:spcPts val="600"/>
                            </a:lnSpc>
                            <a:spcBef>
                              <a:spcPts val="50"/>
                            </a:spcBef>
                            <a:spcAft>
                              <a:spcPts val="0"/>
                            </a:spcAft>
                          </a:pPr>
                          <a:r>
                            <a:rPr lang="en-US" sz="1400" b="0" dirty="0">
                              <a:solidFill>
                                <a:srgbClr val="004696"/>
                              </a:solidFill>
                              <a:effectLst/>
                              <a:latin typeface="Arial" panose="020B0604020202020204" pitchFamily="34" charset="0"/>
                              <a:ea typeface="黑体" panose="02010609060101010101" pitchFamily="49" charset="-122"/>
                              <a:cs typeface="Arial" panose="020B0604020202020204" pitchFamily="34" charset="0"/>
                            </a:rPr>
                            <a:t> </a:t>
                          </a:r>
                          <a:endParaRPr lang="zh-CN" sz="1400" b="0" dirty="0">
                            <a:solidFill>
                              <a:srgbClr val="004696"/>
                            </a:solidFill>
                            <a:effectLst/>
                            <a:latin typeface="Arial" panose="020B0604020202020204" pitchFamily="34" charset="0"/>
                            <a:ea typeface="黑体" panose="02010609060101010101" pitchFamily="49" charset="-122"/>
                            <a:cs typeface="Arial" panose="020B0604020202020204" pitchFamily="34" charset="0"/>
                          </a:endParaRPr>
                        </a:p>
                        <a:p>
                          <a:pPr marL="17145" algn="ctr">
                            <a:lnSpc>
                              <a:spcPct val="115000"/>
                            </a:lnSpc>
                            <a:spcAft>
                              <a:spcPts val="0"/>
                            </a:spcAft>
                          </a:pPr>
                          <a:r>
                            <a:rPr lang="en-US" sz="1400" b="0" spc="5" dirty="0">
                              <a:solidFill>
                                <a:srgbClr val="004696"/>
                              </a:solidFill>
                              <a:effectLst/>
                              <a:latin typeface="Arial" panose="020B0604020202020204" pitchFamily="34" charset="0"/>
                              <a:ea typeface="黑体" panose="02010609060101010101" pitchFamily="49" charset="-122"/>
                              <a:cs typeface="Arial" panose="020B0604020202020204" pitchFamily="34" charset="0"/>
                            </a:rPr>
                            <a:t>5</a:t>
                          </a:r>
                          <a:r>
                            <a:rPr lang="en-US" sz="1400" b="0" dirty="0">
                              <a:solidFill>
                                <a:srgbClr val="004696"/>
                              </a:solidFill>
                              <a:effectLst/>
                              <a:latin typeface="Arial" panose="020B0604020202020204" pitchFamily="34" charset="0"/>
                              <a:ea typeface="黑体" panose="02010609060101010101" pitchFamily="49" charset="-122"/>
                              <a:cs typeface="Arial" panose="020B0604020202020204" pitchFamily="34" charset="0"/>
                            </a:rPr>
                            <a:t>0 </a:t>
                          </a:r>
                          <a:r>
                            <a:rPr lang="en-US" sz="1400" b="0" spc="-5" dirty="0" smtClean="0">
                              <a:solidFill>
                                <a:srgbClr val="004696"/>
                              </a:solidFill>
                              <a:effectLst/>
                              <a:latin typeface="Arial" panose="020B0604020202020204" pitchFamily="34" charset="0"/>
                              <a:ea typeface="黑体" panose="02010609060101010101" pitchFamily="49" charset="-122"/>
                              <a:cs typeface="Arial" panose="020B0604020202020204" pitchFamily="34" charset="0"/>
                            </a:rPr>
                            <a:t>0</a:t>
                          </a:r>
                          <a:r>
                            <a:rPr lang="en-US" sz="1400" b="0" spc="5" dirty="0" smtClean="0">
                              <a:solidFill>
                                <a:srgbClr val="004696"/>
                              </a:solidFill>
                              <a:effectLst/>
                              <a:latin typeface="Arial" panose="020B0604020202020204" pitchFamily="34" charset="0"/>
                              <a:ea typeface="黑体" panose="02010609060101010101" pitchFamily="49" charset="-122"/>
                              <a:cs typeface="Arial" panose="020B0604020202020204" pitchFamily="34" charset="0"/>
                            </a:rPr>
                            <a:t>00</a:t>
                          </a:r>
                          <a:r>
                            <a:rPr lang="en-US" sz="1400" b="0" spc="-5" dirty="0" smtClean="0">
                              <a:solidFill>
                                <a:srgbClr val="004696"/>
                              </a:solidFill>
                              <a:effectLst/>
                              <a:latin typeface="Arial" panose="020B0604020202020204" pitchFamily="34" charset="0"/>
                              <a:ea typeface="黑体" panose="02010609060101010101" pitchFamily="49" charset="-122"/>
                              <a:cs typeface="Arial" panose="020B0604020202020204" pitchFamily="34" charset="0"/>
                            </a:rPr>
                            <a:t> </a:t>
                          </a:r>
                          <a:r>
                            <a:rPr lang="en-US" sz="1400" b="0" dirty="0" smtClean="0">
                              <a:solidFill>
                                <a:srgbClr val="004696"/>
                              </a:solidFill>
                              <a:effectLst/>
                              <a:latin typeface="Arial" panose="020B0604020202020204" pitchFamily="34" charset="0"/>
                              <a:ea typeface="黑体" panose="02010609060101010101" pitchFamily="49" charset="-122"/>
                              <a:cs typeface="Arial" panose="020B0604020202020204" pitchFamily="34" charset="0"/>
                            </a:rPr>
                            <a:t>&lt;</a:t>
                          </a:r>
                          <a:r>
                            <a:rPr lang="en-US" sz="1400" b="0" spc="5" dirty="0" smtClean="0">
                              <a:solidFill>
                                <a:srgbClr val="004696"/>
                              </a:solidFill>
                              <a:effectLst/>
                              <a:latin typeface="Arial" panose="020B0604020202020204" pitchFamily="34" charset="0"/>
                              <a:ea typeface="黑体" panose="02010609060101010101" pitchFamily="49" charset="-122"/>
                              <a:cs typeface="Arial" panose="020B0604020202020204" pitchFamily="34" charset="0"/>
                            </a:rPr>
                            <a:t> </a:t>
                          </a:r>
                          <a:r>
                            <a:rPr lang="en-US" sz="1400" b="0" dirty="0">
                              <a:solidFill>
                                <a:srgbClr val="004696"/>
                              </a:solidFill>
                              <a:effectLst/>
                              <a:latin typeface="Arial" panose="020B0604020202020204" pitchFamily="34" charset="0"/>
                              <a:ea typeface="黑体" panose="02010609060101010101" pitchFamily="49" charset="-122"/>
                              <a:cs typeface="Arial" panose="020B0604020202020204" pitchFamily="34" charset="0"/>
                            </a:rPr>
                            <a:t>m</a:t>
                          </a:r>
                          <a:r>
                            <a:rPr lang="en-US" sz="1400" b="0" spc="-5" dirty="0">
                              <a:solidFill>
                                <a:srgbClr val="004696"/>
                              </a:solidFill>
                              <a:effectLst/>
                              <a:latin typeface="Arial" panose="020B0604020202020204" pitchFamily="34" charset="0"/>
                              <a:ea typeface="黑体" panose="02010609060101010101" pitchFamily="49" charset="-122"/>
                              <a:cs typeface="Arial" panose="020B0604020202020204" pitchFamily="34" charset="0"/>
                            </a:rPr>
                            <a:t> </a:t>
                          </a:r>
                          <a:r>
                            <a:rPr lang="en-US" sz="1400" b="0" dirty="0">
                              <a:solidFill>
                                <a:srgbClr val="004696"/>
                              </a:solidFill>
                              <a:effectLst/>
                              <a:latin typeface="Arial" panose="020B0604020202020204" pitchFamily="34" charset="0"/>
                              <a:ea typeface="黑体" panose="02010609060101010101" pitchFamily="49" charset="-122"/>
                              <a:cs typeface="Arial" panose="020B0604020202020204" pitchFamily="34" charset="0"/>
                            </a:rPr>
                            <a:t>≤</a:t>
                          </a:r>
                          <a:r>
                            <a:rPr lang="en-US" sz="1400" b="0" spc="-5" dirty="0">
                              <a:solidFill>
                                <a:srgbClr val="004696"/>
                              </a:solidFill>
                              <a:effectLst/>
                              <a:latin typeface="Arial" panose="020B0604020202020204" pitchFamily="34" charset="0"/>
                              <a:ea typeface="黑体" panose="02010609060101010101" pitchFamily="49" charset="-122"/>
                              <a:cs typeface="Arial" panose="020B0604020202020204" pitchFamily="34" charset="0"/>
                            </a:rPr>
                            <a:t> 2</a:t>
                          </a:r>
                          <a:r>
                            <a:rPr lang="en-US" sz="1400" b="0" spc="5" dirty="0">
                              <a:solidFill>
                                <a:srgbClr val="004696"/>
                              </a:solidFill>
                              <a:effectLst/>
                              <a:latin typeface="Arial" panose="020B0604020202020204" pitchFamily="34" charset="0"/>
                              <a:ea typeface="黑体" panose="02010609060101010101" pitchFamily="49" charset="-122"/>
                              <a:cs typeface="Arial" panose="020B0604020202020204" pitchFamily="34" charset="0"/>
                            </a:rPr>
                            <a:t>0</a:t>
                          </a:r>
                          <a:r>
                            <a:rPr lang="en-US" sz="1400" b="0" dirty="0">
                              <a:solidFill>
                                <a:srgbClr val="004696"/>
                              </a:solidFill>
                              <a:effectLst/>
                              <a:latin typeface="Arial" panose="020B0604020202020204" pitchFamily="34" charset="0"/>
                              <a:ea typeface="黑体" panose="02010609060101010101" pitchFamily="49" charset="-122"/>
                              <a:cs typeface="Arial" panose="020B0604020202020204" pitchFamily="34" charset="0"/>
                            </a:rPr>
                            <a:t>0</a:t>
                          </a:r>
                          <a:r>
                            <a:rPr lang="en-US" sz="1400" b="0" spc="-20" dirty="0">
                              <a:solidFill>
                                <a:srgbClr val="004696"/>
                              </a:solidFill>
                              <a:effectLst/>
                              <a:latin typeface="Arial" panose="020B0604020202020204" pitchFamily="34" charset="0"/>
                              <a:ea typeface="黑体" panose="02010609060101010101" pitchFamily="49" charset="-122"/>
                              <a:cs typeface="Arial" panose="020B0604020202020204" pitchFamily="34" charset="0"/>
                            </a:rPr>
                            <a:t> </a:t>
                          </a:r>
                          <a:r>
                            <a:rPr lang="en-US" sz="1400" b="0" spc="5" dirty="0">
                              <a:solidFill>
                                <a:srgbClr val="004696"/>
                              </a:solidFill>
                              <a:effectLst/>
                              <a:latin typeface="Arial" panose="020B0604020202020204" pitchFamily="34" charset="0"/>
                              <a:ea typeface="黑体" panose="02010609060101010101" pitchFamily="49" charset="-122"/>
                              <a:cs typeface="Arial" panose="020B0604020202020204" pitchFamily="34" charset="0"/>
                            </a:rPr>
                            <a:t>0</a:t>
                          </a:r>
                          <a:r>
                            <a:rPr lang="en-US" sz="1400" b="0" spc="-5" dirty="0">
                              <a:solidFill>
                                <a:srgbClr val="004696"/>
                              </a:solidFill>
                              <a:effectLst/>
                              <a:latin typeface="Arial" panose="020B0604020202020204" pitchFamily="34" charset="0"/>
                              <a:ea typeface="黑体" panose="02010609060101010101" pitchFamily="49" charset="-122"/>
                              <a:cs typeface="Arial" panose="020B0604020202020204" pitchFamily="34" charset="0"/>
                            </a:rPr>
                            <a:t>0</a:t>
                          </a:r>
                          <a:r>
                            <a:rPr lang="en-US" sz="1400" b="0" dirty="0">
                              <a:solidFill>
                                <a:srgbClr val="004696"/>
                              </a:solidFill>
                              <a:effectLst/>
                              <a:latin typeface="Arial" panose="020B0604020202020204" pitchFamily="34" charset="0"/>
                              <a:ea typeface="黑体" panose="02010609060101010101" pitchFamily="49" charset="-122"/>
                              <a:cs typeface="Arial" panose="020B0604020202020204" pitchFamily="34" charset="0"/>
                            </a:rPr>
                            <a:t>0</a:t>
                          </a:r>
                          <a:r>
                            <a:rPr lang="en-US" sz="1400" b="0" spc="-5" dirty="0">
                              <a:solidFill>
                                <a:srgbClr val="004696"/>
                              </a:solidFill>
                              <a:effectLst/>
                              <a:latin typeface="Arial" panose="020B0604020202020204" pitchFamily="34" charset="0"/>
                              <a:ea typeface="黑体" panose="02010609060101010101" pitchFamily="49" charset="-122"/>
                              <a:cs typeface="Arial" panose="020B0604020202020204" pitchFamily="34" charset="0"/>
                            </a:rPr>
                            <a:t> </a:t>
                          </a:r>
                          <a:endParaRPr lang="zh-CN" sz="1400" b="0" dirty="0">
                            <a:solidFill>
                              <a:srgbClr val="004696"/>
                            </a:solidFill>
                            <a:effectLst/>
                            <a:latin typeface="Arial" panose="020B0604020202020204" pitchFamily="34" charset="0"/>
                            <a:ea typeface="黑体" panose="02010609060101010101" pitchFamily="49" charset="-122"/>
                            <a:cs typeface="Arial" panose="020B0604020202020204" pitchFamily="34" charset="0"/>
                          </a:endParaRPr>
                        </a:p>
                        <a:p>
                          <a:pPr>
                            <a:lnSpc>
                              <a:spcPts val="650"/>
                            </a:lnSpc>
                            <a:spcBef>
                              <a:spcPts val="10"/>
                            </a:spcBef>
                            <a:spcAft>
                              <a:spcPts val="0"/>
                            </a:spcAft>
                          </a:pPr>
                          <a:r>
                            <a:rPr lang="en-US" sz="1400" b="0" dirty="0">
                              <a:solidFill>
                                <a:srgbClr val="004696"/>
                              </a:solidFill>
                              <a:effectLst/>
                              <a:latin typeface="Arial" panose="020B0604020202020204" pitchFamily="34" charset="0"/>
                              <a:ea typeface="黑体" panose="02010609060101010101" pitchFamily="49" charset="-122"/>
                              <a:cs typeface="Arial" panose="020B0604020202020204" pitchFamily="34" charset="0"/>
                            </a:rPr>
                            <a:t> </a:t>
                          </a:r>
                          <a:endParaRPr lang="zh-CN" sz="1400" b="0" dirty="0">
                            <a:solidFill>
                              <a:srgbClr val="004696"/>
                            </a:solidFill>
                            <a:effectLst/>
                            <a:latin typeface="Arial" panose="020B0604020202020204" pitchFamily="34" charset="0"/>
                            <a:ea typeface="黑体" panose="02010609060101010101" pitchFamily="49" charset="-122"/>
                            <a:cs typeface="Arial" panose="020B0604020202020204" pitchFamily="34" charset="0"/>
                          </a:endParaRPr>
                        </a:p>
                        <a:p>
                          <a:pPr marL="278130" marR="269875" algn="ctr">
                            <a:lnSpc>
                              <a:spcPct val="115000"/>
                            </a:lnSpc>
                            <a:spcAft>
                              <a:spcPts val="0"/>
                            </a:spcAft>
                          </a:pPr>
                          <a:r>
                            <a:rPr lang="en-US" sz="1400" b="0" spc="5" dirty="0">
                              <a:solidFill>
                                <a:srgbClr val="004696"/>
                              </a:solidFill>
                              <a:effectLst/>
                              <a:latin typeface="Arial" panose="020B0604020202020204" pitchFamily="34" charset="0"/>
                              <a:ea typeface="黑体" panose="02010609060101010101" pitchFamily="49" charset="-122"/>
                              <a:cs typeface="Arial" panose="020B0604020202020204" pitchFamily="34" charset="0"/>
                            </a:rPr>
                            <a:t>20</a:t>
                          </a:r>
                          <a:r>
                            <a:rPr lang="en-US" sz="1400" b="0" dirty="0">
                              <a:solidFill>
                                <a:srgbClr val="004696"/>
                              </a:solidFill>
                              <a:effectLst/>
                              <a:latin typeface="Arial" panose="020B0604020202020204" pitchFamily="34" charset="0"/>
                              <a:ea typeface="黑体" panose="02010609060101010101" pitchFamily="49" charset="-122"/>
                              <a:cs typeface="Arial" panose="020B0604020202020204" pitchFamily="34" charset="0"/>
                            </a:rPr>
                            <a:t>0</a:t>
                          </a:r>
                          <a:r>
                            <a:rPr lang="en-US" sz="1400" b="0" spc="-20" dirty="0">
                              <a:solidFill>
                                <a:srgbClr val="004696"/>
                              </a:solidFill>
                              <a:effectLst/>
                              <a:latin typeface="Arial" panose="020B0604020202020204" pitchFamily="34" charset="0"/>
                              <a:ea typeface="黑体" panose="02010609060101010101" pitchFamily="49" charset="-122"/>
                              <a:cs typeface="Arial" panose="020B0604020202020204" pitchFamily="34" charset="0"/>
                            </a:rPr>
                            <a:t> </a:t>
                          </a:r>
                          <a:r>
                            <a:rPr lang="en-US" sz="1400" b="0" spc="5" dirty="0" smtClean="0">
                              <a:solidFill>
                                <a:srgbClr val="004696"/>
                              </a:solidFill>
                              <a:effectLst/>
                              <a:latin typeface="Arial" panose="020B0604020202020204" pitchFamily="34" charset="0"/>
                              <a:ea typeface="黑体" panose="02010609060101010101" pitchFamily="49" charset="-122"/>
                              <a:cs typeface="Arial" panose="020B0604020202020204" pitchFamily="34" charset="0"/>
                            </a:rPr>
                            <a:t>0</a:t>
                          </a:r>
                          <a:r>
                            <a:rPr lang="en-US" sz="1400" b="0" spc="-5" dirty="0" smtClean="0">
                              <a:solidFill>
                                <a:srgbClr val="004696"/>
                              </a:solidFill>
                              <a:effectLst/>
                              <a:latin typeface="Arial" panose="020B0604020202020204" pitchFamily="34" charset="0"/>
                              <a:ea typeface="黑体" panose="02010609060101010101" pitchFamily="49" charset="-122"/>
                              <a:cs typeface="Arial" panose="020B0604020202020204" pitchFamily="34" charset="0"/>
                            </a:rPr>
                            <a:t>01  </a:t>
                          </a:r>
                          <a:r>
                            <a:rPr lang="en-US" sz="1400" b="0" dirty="0">
                              <a:solidFill>
                                <a:srgbClr val="004696"/>
                              </a:solidFill>
                              <a:effectLst/>
                              <a:latin typeface="Arial" panose="020B0604020202020204" pitchFamily="34" charset="0"/>
                              <a:ea typeface="黑体" panose="02010609060101010101" pitchFamily="49" charset="-122"/>
                              <a:cs typeface="Arial" panose="020B0604020202020204" pitchFamily="34" charset="0"/>
                            </a:rPr>
                            <a:t>&lt;</a:t>
                          </a:r>
                          <a:r>
                            <a:rPr lang="en-US" sz="1400" b="0" spc="-10" dirty="0">
                              <a:solidFill>
                                <a:srgbClr val="004696"/>
                              </a:solidFill>
                              <a:effectLst/>
                              <a:latin typeface="Arial" panose="020B0604020202020204" pitchFamily="34" charset="0"/>
                              <a:ea typeface="黑体" panose="02010609060101010101" pitchFamily="49" charset="-122"/>
                              <a:cs typeface="Arial" panose="020B0604020202020204" pitchFamily="34" charset="0"/>
                            </a:rPr>
                            <a:t> </a:t>
                          </a:r>
                          <a:r>
                            <a:rPr lang="en-US" sz="1400" b="0" dirty="0">
                              <a:solidFill>
                                <a:srgbClr val="004696"/>
                              </a:solidFill>
                              <a:effectLst/>
                              <a:latin typeface="Arial" panose="020B0604020202020204" pitchFamily="34" charset="0"/>
                              <a:ea typeface="黑体" panose="02010609060101010101" pitchFamily="49" charset="-122"/>
                              <a:cs typeface="Arial" panose="020B0604020202020204" pitchFamily="34" charset="0"/>
                            </a:rPr>
                            <a:t>m</a:t>
                          </a:r>
                          <a:endParaRPr lang="zh-CN" sz="1400" b="0" dirty="0">
                            <a:solidFill>
                              <a:srgbClr val="004696"/>
                            </a:solidFill>
                            <a:effectLst/>
                            <a:latin typeface="Arial" panose="020B0604020202020204" pitchFamily="34" charset="0"/>
                            <a:ea typeface="黑体" panose="02010609060101010101" pitchFamily="49" charset="-122"/>
                            <a:cs typeface="Arial" panose="020B0604020202020204" pitchFamily="34" charset="0"/>
                          </a:endParaRP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280670" marR="272415" algn="ctr">
                            <a:lnSpc>
                              <a:spcPct val="115000"/>
                            </a:lnSpc>
                            <a:spcBef>
                              <a:spcPts val="115"/>
                            </a:spcBef>
                            <a:spcAft>
                              <a:spcPts val="0"/>
                            </a:spcAft>
                          </a:pPr>
                          <a:r>
                            <a:rPr lang="en-US" sz="1400" b="0" dirty="0">
                              <a:solidFill>
                                <a:srgbClr val="004696"/>
                              </a:solidFill>
                              <a:effectLst/>
                              <a:latin typeface="Arial" panose="020B0604020202020204" pitchFamily="34" charset="0"/>
                              <a:ea typeface="黑体" panose="02010609060101010101" pitchFamily="49" charset="-122"/>
                              <a:cs typeface="Arial" panose="020B0604020202020204" pitchFamily="34" charset="0"/>
                            </a:rPr>
                            <a:t>0</a:t>
                          </a:r>
                          <a:r>
                            <a:rPr lang="en-US" sz="1400" b="0" spc="5" dirty="0">
                              <a:solidFill>
                                <a:srgbClr val="004696"/>
                              </a:solidFill>
                              <a:effectLst/>
                              <a:latin typeface="Arial" panose="020B0604020202020204" pitchFamily="34" charset="0"/>
                              <a:ea typeface="黑体" panose="02010609060101010101" pitchFamily="49" charset="-122"/>
                              <a:cs typeface="Arial" panose="020B0604020202020204" pitchFamily="34" charset="0"/>
                            </a:rPr>
                            <a:t> </a:t>
                          </a:r>
                          <a:r>
                            <a:rPr lang="en-US" sz="1400" b="0" dirty="0">
                              <a:solidFill>
                                <a:srgbClr val="004696"/>
                              </a:solidFill>
                              <a:effectLst/>
                              <a:latin typeface="Arial" panose="020B0604020202020204" pitchFamily="34" charset="0"/>
                              <a:ea typeface="黑体" panose="02010609060101010101" pitchFamily="49" charset="-122"/>
                              <a:cs typeface="Arial" panose="020B0604020202020204" pitchFamily="34" charset="0"/>
                            </a:rPr>
                            <a:t>≤</a:t>
                          </a:r>
                          <a:r>
                            <a:rPr lang="en-US" sz="1400" b="0" spc="-5" dirty="0">
                              <a:solidFill>
                                <a:srgbClr val="004696"/>
                              </a:solidFill>
                              <a:effectLst/>
                              <a:latin typeface="Arial" panose="020B0604020202020204" pitchFamily="34" charset="0"/>
                              <a:ea typeface="黑体" panose="02010609060101010101" pitchFamily="49" charset="-122"/>
                              <a:cs typeface="Arial" panose="020B0604020202020204" pitchFamily="34" charset="0"/>
                            </a:rPr>
                            <a:t> </a:t>
                          </a:r>
                          <a:r>
                            <a:rPr lang="en-US" sz="1400" b="0" dirty="0">
                              <a:solidFill>
                                <a:srgbClr val="004696"/>
                              </a:solidFill>
                              <a:effectLst/>
                              <a:latin typeface="Arial" panose="020B0604020202020204" pitchFamily="34" charset="0"/>
                              <a:ea typeface="黑体" panose="02010609060101010101" pitchFamily="49" charset="-122"/>
                              <a:cs typeface="Arial" panose="020B0604020202020204" pitchFamily="34" charset="0"/>
                            </a:rPr>
                            <a:t>m</a:t>
                          </a:r>
                          <a:r>
                            <a:rPr lang="en-US" sz="1400" b="0" spc="-5" dirty="0">
                              <a:solidFill>
                                <a:srgbClr val="004696"/>
                              </a:solidFill>
                              <a:effectLst/>
                              <a:latin typeface="Arial" panose="020B0604020202020204" pitchFamily="34" charset="0"/>
                              <a:ea typeface="黑体" panose="02010609060101010101" pitchFamily="49" charset="-122"/>
                              <a:cs typeface="Arial" panose="020B0604020202020204" pitchFamily="34" charset="0"/>
                            </a:rPr>
                            <a:t> </a:t>
                          </a:r>
                          <a:r>
                            <a:rPr lang="en-US" sz="1400" b="0" dirty="0">
                              <a:solidFill>
                                <a:srgbClr val="004696"/>
                              </a:solidFill>
                              <a:effectLst/>
                              <a:latin typeface="Arial" panose="020B0604020202020204" pitchFamily="34" charset="0"/>
                              <a:ea typeface="黑体" panose="02010609060101010101" pitchFamily="49" charset="-122"/>
                              <a:cs typeface="Arial" panose="020B0604020202020204" pitchFamily="34" charset="0"/>
                            </a:rPr>
                            <a:t>≤</a:t>
                          </a:r>
                          <a:r>
                            <a:rPr lang="en-US" sz="1400" b="0" spc="-5" dirty="0">
                              <a:solidFill>
                                <a:srgbClr val="004696"/>
                              </a:solidFill>
                              <a:effectLst/>
                              <a:latin typeface="Arial" panose="020B0604020202020204" pitchFamily="34" charset="0"/>
                              <a:ea typeface="黑体" panose="02010609060101010101" pitchFamily="49" charset="-122"/>
                              <a:cs typeface="Arial" panose="020B0604020202020204" pitchFamily="34" charset="0"/>
                            </a:rPr>
                            <a:t> </a:t>
                          </a:r>
                          <a:r>
                            <a:rPr lang="en-US" sz="1400" b="0" dirty="0">
                              <a:solidFill>
                                <a:srgbClr val="004696"/>
                              </a:solidFill>
                              <a:effectLst/>
                              <a:latin typeface="Arial" panose="020B0604020202020204" pitchFamily="34" charset="0"/>
                              <a:ea typeface="黑体" panose="02010609060101010101" pitchFamily="49" charset="-122"/>
                              <a:cs typeface="Arial" panose="020B0604020202020204" pitchFamily="34" charset="0"/>
                            </a:rPr>
                            <a:t>5</a:t>
                          </a:r>
                          <a:r>
                            <a:rPr lang="en-US" sz="1400" b="0" spc="5" dirty="0">
                              <a:solidFill>
                                <a:srgbClr val="004696"/>
                              </a:solidFill>
                              <a:effectLst/>
                              <a:latin typeface="Arial" panose="020B0604020202020204" pitchFamily="34" charset="0"/>
                              <a:ea typeface="黑体" panose="02010609060101010101" pitchFamily="49" charset="-122"/>
                              <a:cs typeface="Arial" panose="020B0604020202020204" pitchFamily="34" charset="0"/>
                            </a:rPr>
                            <a:t> </a:t>
                          </a:r>
                          <a:r>
                            <a:rPr lang="en-US" sz="1400" b="0" spc="-5" dirty="0">
                              <a:solidFill>
                                <a:srgbClr val="004696"/>
                              </a:solidFill>
                              <a:effectLst/>
                              <a:latin typeface="Arial" panose="020B0604020202020204" pitchFamily="34" charset="0"/>
                              <a:ea typeface="黑体" panose="02010609060101010101" pitchFamily="49" charset="-122"/>
                              <a:cs typeface="Arial" panose="020B0604020202020204" pitchFamily="34" charset="0"/>
                            </a:rPr>
                            <a:t>0</a:t>
                          </a:r>
                          <a:r>
                            <a:rPr lang="en-US" sz="1400" b="0" spc="5" dirty="0">
                              <a:solidFill>
                                <a:srgbClr val="004696"/>
                              </a:solidFill>
                              <a:effectLst/>
                              <a:latin typeface="Arial" panose="020B0604020202020204" pitchFamily="34" charset="0"/>
                              <a:ea typeface="黑体" panose="02010609060101010101" pitchFamily="49" charset="-122"/>
                              <a:cs typeface="Arial" panose="020B0604020202020204" pitchFamily="34" charset="0"/>
                            </a:rPr>
                            <a:t>0</a:t>
                          </a:r>
                          <a:r>
                            <a:rPr lang="en-US" sz="1400" b="0" dirty="0">
                              <a:solidFill>
                                <a:srgbClr val="004696"/>
                              </a:solidFill>
                              <a:effectLst/>
                              <a:latin typeface="Arial" panose="020B0604020202020204" pitchFamily="34" charset="0"/>
                              <a:ea typeface="黑体" panose="02010609060101010101" pitchFamily="49" charset="-122"/>
                              <a:cs typeface="Arial" panose="020B0604020202020204" pitchFamily="34" charset="0"/>
                            </a:rPr>
                            <a:t>0</a:t>
                          </a:r>
                          <a:r>
                            <a:rPr lang="en-US" sz="1400" b="0" spc="-5" dirty="0">
                              <a:solidFill>
                                <a:srgbClr val="004696"/>
                              </a:solidFill>
                              <a:effectLst/>
                              <a:latin typeface="Arial" panose="020B0604020202020204" pitchFamily="34" charset="0"/>
                              <a:ea typeface="黑体" panose="02010609060101010101" pitchFamily="49" charset="-122"/>
                              <a:cs typeface="Arial" panose="020B0604020202020204" pitchFamily="34" charset="0"/>
                            </a:rPr>
                            <a:t> </a:t>
                          </a:r>
                          <a:endParaRPr lang="zh-CN" sz="1400" b="0" dirty="0">
                            <a:solidFill>
                              <a:srgbClr val="004696"/>
                            </a:solidFill>
                            <a:effectLst/>
                            <a:latin typeface="Arial" panose="020B0604020202020204" pitchFamily="34" charset="0"/>
                            <a:ea typeface="黑体" panose="02010609060101010101" pitchFamily="49" charset="-122"/>
                            <a:cs typeface="Arial" panose="020B0604020202020204" pitchFamily="34" charset="0"/>
                          </a:endParaRPr>
                        </a:p>
                        <a:p>
                          <a:pPr>
                            <a:lnSpc>
                              <a:spcPts val="600"/>
                            </a:lnSpc>
                            <a:spcBef>
                              <a:spcPts val="50"/>
                            </a:spcBef>
                            <a:spcAft>
                              <a:spcPts val="0"/>
                            </a:spcAft>
                          </a:pPr>
                          <a:r>
                            <a:rPr lang="en-US" sz="1400" b="0" dirty="0">
                              <a:solidFill>
                                <a:srgbClr val="004696"/>
                              </a:solidFill>
                              <a:effectLst/>
                              <a:latin typeface="Arial" panose="020B0604020202020204" pitchFamily="34" charset="0"/>
                              <a:ea typeface="黑体" panose="02010609060101010101" pitchFamily="49" charset="-122"/>
                              <a:cs typeface="Arial" panose="020B0604020202020204" pitchFamily="34" charset="0"/>
                            </a:rPr>
                            <a:t> </a:t>
                          </a:r>
                          <a:endParaRPr lang="zh-CN" sz="1400" b="0" dirty="0">
                            <a:solidFill>
                              <a:srgbClr val="004696"/>
                            </a:solidFill>
                            <a:effectLst/>
                            <a:latin typeface="Arial" panose="020B0604020202020204" pitchFamily="34" charset="0"/>
                            <a:ea typeface="黑体" panose="02010609060101010101" pitchFamily="49" charset="-122"/>
                            <a:cs typeface="Arial" panose="020B0604020202020204" pitchFamily="34" charset="0"/>
                          </a:endParaRPr>
                        </a:p>
                        <a:p>
                          <a:pPr marL="102870" marR="94615" algn="ctr">
                            <a:lnSpc>
                              <a:spcPct val="115000"/>
                            </a:lnSpc>
                            <a:spcAft>
                              <a:spcPts val="0"/>
                            </a:spcAft>
                          </a:pPr>
                          <a:r>
                            <a:rPr lang="en-US" sz="1400" b="0" dirty="0">
                              <a:solidFill>
                                <a:srgbClr val="004696"/>
                              </a:solidFill>
                              <a:effectLst/>
                              <a:latin typeface="Arial" panose="020B0604020202020204" pitchFamily="34" charset="0"/>
                              <a:ea typeface="黑体" panose="02010609060101010101" pitchFamily="49" charset="-122"/>
                              <a:cs typeface="Arial" panose="020B0604020202020204" pitchFamily="34" charset="0"/>
                            </a:rPr>
                            <a:t>5</a:t>
                          </a:r>
                          <a:r>
                            <a:rPr lang="en-US" sz="1400" b="0" spc="5" dirty="0">
                              <a:solidFill>
                                <a:srgbClr val="004696"/>
                              </a:solidFill>
                              <a:effectLst/>
                              <a:latin typeface="Arial" panose="020B0604020202020204" pitchFamily="34" charset="0"/>
                              <a:ea typeface="黑体" panose="02010609060101010101" pitchFamily="49" charset="-122"/>
                              <a:cs typeface="Arial" panose="020B0604020202020204" pitchFamily="34" charset="0"/>
                            </a:rPr>
                            <a:t> </a:t>
                          </a:r>
                          <a:r>
                            <a:rPr lang="en-US" sz="1400" b="0" spc="5" dirty="0" smtClean="0">
                              <a:solidFill>
                                <a:srgbClr val="004696"/>
                              </a:solidFill>
                              <a:effectLst/>
                              <a:latin typeface="Arial" panose="020B0604020202020204" pitchFamily="34" charset="0"/>
                              <a:ea typeface="黑体" panose="02010609060101010101" pitchFamily="49" charset="-122"/>
                              <a:cs typeface="Arial" panose="020B0604020202020204" pitchFamily="34" charset="0"/>
                            </a:rPr>
                            <a:t>0</a:t>
                          </a:r>
                          <a:r>
                            <a:rPr lang="en-US" sz="1400" b="0" spc="-5" dirty="0" smtClean="0">
                              <a:solidFill>
                                <a:srgbClr val="004696"/>
                              </a:solidFill>
                              <a:effectLst/>
                              <a:latin typeface="Arial" panose="020B0604020202020204" pitchFamily="34" charset="0"/>
                              <a:ea typeface="黑体" panose="02010609060101010101" pitchFamily="49" charset="-122"/>
                              <a:cs typeface="Arial" panose="020B0604020202020204" pitchFamily="34" charset="0"/>
                            </a:rPr>
                            <a:t>00 </a:t>
                          </a:r>
                          <a:r>
                            <a:rPr lang="en-US" sz="1400" b="0" dirty="0" smtClean="0">
                              <a:solidFill>
                                <a:srgbClr val="004696"/>
                              </a:solidFill>
                              <a:effectLst/>
                              <a:latin typeface="Arial" panose="020B0604020202020204" pitchFamily="34" charset="0"/>
                              <a:ea typeface="黑体" panose="02010609060101010101" pitchFamily="49" charset="-122"/>
                              <a:cs typeface="Arial" panose="020B0604020202020204" pitchFamily="34" charset="0"/>
                            </a:rPr>
                            <a:t>&lt;</a:t>
                          </a:r>
                          <a:r>
                            <a:rPr lang="en-US" sz="1400" b="0" spc="-10" dirty="0" smtClean="0">
                              <a:solidFill>
                                <a:srgbClr val="004696"/>
                              </a:solidFill>
                              <a:effectLst/>
                              <a:latin typeface="Arial" panose="020B0604020202020204" pitchFamily="34" charset="0"/>
                              <a:ea typeface="黑体" panose="02010609060101010101" pitchFamily="49" charset="-122"/>
                              <a:cs typeface="Arial" panose="020B0604020202020204" pitchFamily="34" charset="0"/>
                            </a:rPr>
                            <a:t> </a:t>
                          </a:r>
                          <a:r>
                            <a:rPr lang="en-US" sz="1400" b="0" dirty="0">
                              <a:solidFill>
                                <a:srgbClr val="004696"/>
                              </a:solidFill>
                              <a:effectLst/>
                              <a:latin typeface="Arial" panose="020B0604020202020204" pitchFamily="34" charset="0"/>
                              <a:ea typeface="黑体" panose="02010609060101010101" pitchFamily="49" charset="-122"/>
                              <a:cs typeface="Arial" panose="020B0604020202020204" pitchFamily="34" charset="0"/>
                            </a:rPr>
                            <a:t>m</a:t>
                          </a:r>
                          <a:r>
                            <a:rPr lang="en-US" sz="1400" b="0" spc="-5" dirty="0">
                              <a:solidFill>
                                <a:srgbClr val="004696"/>
                              </a:solidFill>
                              <a:effectLst/>
                              <a:latin typeface="Arial" panose="020B0604020202020204" pitchFamily="34" charset="0"/>
                              <a:ea typeface="黑体" panose="02010609060101010101" pitchFamily="49" charset="-122"/>
                              <a:cs typeface="Arial" panose="020B0604020202020204" pitchFamily="34" charset="0"/>
                            </a:rPr>
                            <a:t> </a:t>
                          </a:r>
                          <a:r>
                            <a:rPr lang="en-US" sz="1400" b="0" dirty="0">
                              <a:solidFill>
                                <a:srgbClr val="004696"/>
                              </a:solidFill>
                              <a:effectLst/>
                              <a:latin typeface="Arial" panose="020B0604020202020204" pitchFamily="34" charset="0"/>
                              <a:ea typeface="黑体" panose="02010609060101010101" pitchFamily="49" charset="-122"/>
                              <a:cs typeface="Arial" panose="020B0604020202020204" pitchFamily="34" charset="0"/>
                            </a:rPr>
                            <a:t>≤</a:t>
                          </a:r>
                          <a:r>
                            <a:rPr lang="en-US" sz="1400" b="0" spc="-5" dirty="0">
                              <a:solidFill>
                                <a:srgbClr val="004696"/>
                              </a:solidFill>
                              <a:effectLst/>
                              <a:latin typeface="Arial" panose="020B0604020202020204" pitchFamily="34" charset="0"/>
                              <a:ea typeface="黑体" panose="02010609060101010101" pitchFamily="49" charset="-122"/>
                              <a:cs typeface="Arial" panose="020B0604020202020204" pitchFamily="34" charset="0"/>
                            </a:rPr>
                            <a:t> </a:t>
                          </a:r>
                          <a:r>
                            <a:rPr lang="en-US" sz="1400" b="0" spc="5" dirty="0">
                              <a:solidFill>
                                <a:srgbClr val="004696"/>
                              </a:solidFill>
                              <a:effectLst/>
                              <a:latin typeface="Arial" panose="020B0604020202020204" pitchFamily="34" charset="0"/>
                              <a:ea typeface="黑体" panose="02010609060101010101" pitchFamily="49" charset="-122"/>
                              <a:cs typeface="Arial" panose="020B0604020202020204" pitchFamily="34" charset="0"/>
                            </a:rPr>
                            <a:t>2</a:t>
                          </a:r>
                          <a:r>
                            <a:rPr lang="en-US" sz="1400" b="0" dirty="0">
                              <a:solidFill>
                                <a:srgbClr val="004696"/>
                              </a:solidFill>
                              <a:effectLst/>
                              <a:latin typeface="Arial" panose="020B0604020202020204" pitchFamily="34" charset="0"/>
                              <a:ea typeface="黑体" panose="02010609060101010101" pitchFamily="49" charset="-122"/>
                              <a:cs typeface="Arial" panose="020B0604020202020204" pitchFamily="34" charset="0"/>
                            </a:rPr>
                            <a:t>0</a:t>
                          </a:r>
                          <a:r>
                            <a:rPr lang="en-US" sz="1400" b="0" spc="-15" dirty="0">
                              <a:solidFill>
                                <a:srgbClr val="004696"/>
                              </a:solidFill>
                              <a:effectLst/>
                              <a:latin typeface="Arial" panose="020B0604020202020204" pitchFamily="34" charset="0"/>
                              <a:ea typeface="黑体" panose="02010609060101010101" pitchFamily="49" charset="-122"/>
                              <a:cs typeface="Arial" panose="020B0604020202020204" pitchFamily="34" charset="0"/>
                            </a:rPr>
                            <a:t> </a:t>
                          </a:r>
                          <a:r>
                            <a:rPr lang="en-US" sz="1400" b="0" spc="5" dirty="0">
                              <a:solidFill>
                                <a:srgbClr val="004696"/>
                              </a:solidFill>
                              <a:effectLst/>
                              <a:latin typeface="Arial" panose="020B0604020202020204" pitchFamily="34" charset="0"/>
                              <a:ea typeface="黑体" panose="02010609060101010101" pitchFamily="49" charset="-122"/>
                              <a:cs typeface="Arial" panose="020B0604020202020204" pitchFamily="34" charset="0"/>
                            </a:rPr>
                            <a:t>0</a:t>
                          </a:r>
                          <a:r>
                            <a:rPr lang="en-US" sz="1400" b="0" spc="-5" dirty="0">
                              <a:solidFill>
                                <a:srgbClr val="004696"/>
                              </a:solidFill>
                              <a:effectLst/>
                              <a:latin typeface="Arial" panose="020B0604020202020204" pitchFamily="34" charset="0"/>
                              <a:ea typeface="黑体" panose="02010609060101010101" pitchFamily="49" charset="-122"/>
                              <a:cs typeface="Arial" panose="020B0604020202020204" pitchFamily="34" charset="0"/>
                            </a:rPr>
                            <a:t>0</a:t>
                          </a:r>
                          <a:r>
                            <a:rPr lang="en-US" sz="1400" b="0" dirty="0">
                              <a:solidFill>
                                <a:srgbClr val="004696"/>
                              </a:solidFill>
                              <a:effectLst/>
                              <a:latin typeface="Arial" panose="020B0604020202020204" pitchFamily="34" charset="0"/>
                              <a:ea typeface="黑体" panose="02010609060101010101" pitchFamily="49" charset="-122"/>
                              <a:cs typeface="Arial" panose="020B0604020202020204" pitchFamily="34" charset="0"/>
                            </a:rPr>
                            <a:t>0</a:t>
                          </a:r>
                          <a:r>
                            <a:rPr lang="en-US" sz="1400" b="0" spc="-5" dirty="0">
                              <a:solidFill>
                                <a:srgbClr val="004696"/>
                              </a:solidFill>
                              <a:effectLst/>
                              <a:latin typeface="Arial" panose="020B0604020202020204" pitchFamily="34" charset="0"/>
                              <a:ea typeface="黑体" panose="02010609060101010101" pitchFamily="49" charset="-122"/>
                              <a:cs typeface="Arial" panose="020B0604020202020204" pitchFamily="34" charset="0"/>
                            </a:rPr>
                            <a:t> </a:t>
                          </a:r>
                          <a:endParaRPr lang="zh-CN" sz="1400" b="0" dirty="0">
                            <a:solidFill>
                              <a:srgbClr val="004696"/>
                            </a:solidFill>
                            <a:effectLst/>
                            <a:latin typeface="Arial" panose="020B0604020202020204" pitchFamily="34" charset="0"/>
                            <a:ea typeface="黑体" panose="02010609060101010101" pitchFamily="49" charset="-122"/>
                            <a:cs typeface="Arial" panose="020B0604020202020204" pitchFamily="34" charset="0"/>
                          </a:endParaRPr>
                        </a:p>
                        <a:p>
                          <a:pPr>
                            <a:lnSpc>
                              <a:spcPts val="650"/>
                            </a:lnSpc>
                            <a:spcBef>
                              <a:spcPts val="10"/>
                            </a:spcBef>
                            <a:spcAft>
                              <a:spcPts val="0"/>
                            </a:spcAft>
                          </a:pPr>
                          <a:r>
                            <a:rPr lang="en-US" sz="1400" b="0" dirty="0">
                              <a:solidFill>
                                <a:srgbClr val="004696"/>
                              </a:solidFill>
                              <a:effectLst/>
                              <a:latin typeface="Arial" panose="020B0604020202020204" pitchFamily="34" charset="0"/>
                              <a:ea typeface="黑体" panose="02010609060101010101" pitchFamily="49" charset="-122"/>
                              <a:cs typeface="Arial" panose="020B0604020202020204" pitchFamily="34" charset="0"/>
                            </a:rPr>
                            <a:t> </a:t>
                          </a:r>
                          <a:endParaRPr lang="zh-CN" sz="1400" b="0" dirty="0">
                            <a:solidFill>
                              <a:srgbClr val="004696"/>
                            </a:solidFill>
                            <a:effectLst/>
                            <a:latin typeface="Arial" panose="020B0604020202020204" pitchFamily="34" charset="0"/>
                            <a:ea typeface="黑体" panose="02010609060101010101" pitchFamily="49" charset="-122"/>
                            <a:cs typeface="Arial" panose="020B0604020202020204" pitchFamily="34" charset="0"/>
                          </a:endParaRPr>
                        </a:p>
                        <a:p>
                          <a:pPr marL="43180" marR="33655" algn="ctr">
                            <a:lnSpc>
                              <a:spcPct val="115000"/>
                            </a:lnSpc>
                            <a:spcAft>
                              <a:spcPts val="0"/>
                            </a:spcAft>
                          </a:pPr>
                          <a:r>
                            <a:rPr lang="en-US" sz="1400" b="0" spc="5" dirty="0">
                              <a:solidFill>
                                <a:srgbClr val="004696"/>
                              </a:solidFill>
                              <a:effectLst/>
                              <a:latin typeface="Arial" panose="020B0604020202020204" pitchFamily="34" charset="0"/>
                              <a:ea typeface="黑体" panose="02010609060101010101" pitchFamily="49" charset="-122"/>
                              <a:cs typeface="Arial" panose="020B0604020202020204" pitchFamily="34" charset="0"/>
                            </a:rPr>
                            <a:t>2</a:t>
                          </a:r>
                          <a:r>
                            <a:rPr lang="en-US" sz="1400" b="0" dirty="0">
                              <a:solidFill>
                                <a:srgbClr val="004696"/>
                              </a:solidFill>
                              <a:effectLst/>
                              <a:latin typeface="Arial" panose="020B0604020202020204" pitchFamily="34" charset="0"/>
                              <a:ea typeface="黑体" panose="02010609060101010101" pitchFamily="49" charset="-122"/>
                              <a:cs typeface="Arial" panose="020B0604020202020204" pitchFamily="34" charset="0"/>
                            </a:rPr>
                            <a:t>0 </a:t>
                          </a:r>
                          <a:r>
                            <a:rPr lang="en-US" sz="1400" b="0" spc="-5" dirty="0">
                              <a:solidFill>
                                <a:srgbClr val="004696"/>
                              </a:solidFill>
                              <a:effectLst/>
                              <a:latin typeface="Arial" panose="020B0604020202020204" pitchFamily="34" charset="0"/>
                              <a:ea typeface="黑体" panose="02010609060101010101" pitchFamily="49" charset="-122"/>
                              <a:cs typeface="Arial" panose="020B0604020202020204" pitchFamily="34" charset="0"/>
                            </a:rPr>
                            <a:t>0</a:t>
                          </a:r>
                          <a:r>
                            <a:rPr lang="en-US" sz="1400" b="0" spc="5" dirty="0">
                              <a:solidFill>
                                <a:srgbClr val="004696"/>
                              </a:solidFill>
                              <a:effectLst/>
                              <a:latin typeface="Arial" panose="020B0604020202020204" pitchFamily="34" charset="0"/>
                              <a:ea typeface="黑体" panose="02010609060101010101" pitchFamily="49" charset="-122"/>
                              <a:cs typeface="Arial" panose="020B0604020202020204" pitchFamily="34" charset="0"/>
                            </a:rPr>
                            <a:t>0</a:t>
                          </a:r>
                          <a:r>
                            <a:rPr lang="en-US" sz="1400" b="0" dirty="0">
                              <a:solidFill>
                                <a:srgbClr val="004696"/>
                              </a:solidFill>
                              <a:effectLst/>
                              <a:latin typeface="Arial" panose="020B0604020202020204" pitchFamily="34" charset="0"/>
                              <a:ea typeface="黑体" panose="02010609060101010101" pitchFamily="49" charset="-122"/>
                              <a:cs typeface="Arial" panose="020B0604020202020204" pitchFamily="34" charset="0"/>
                            </a:rPr>
                            <a:t>0</a:t>
                          </a:r>
                          <a:r>
                            <a:rPr lang="en-US" sz="1400" b="0" spc="-5" dirty="0">
                              <a:solidFill>
                                <a:srgbClr val="004696"/>
                              </a:solidFill>
                              <a:effectLst/>
                              <a:latin typeface="Arial" panose="020B0604020202020204" pitchFamily="34" charset="0"/>
                              <a:ea typeface="黑体" panose="02010609060101010101" pitchFamily="49" charset="-122"/>
                              <a:cs typeface="Arial" panose="020B0604020202020204" pitchFamily="34" charset="0"/>
                            </a:rPr>
                            <a:t> </a:t>
                          </a:r>
                          <a:r>
                            <a:rPr lang="en-US" sz="1400" b="0" dirty="0" smtClean="0">
                              <a:solidFill>
                                <a:srgbClr val="004696"/>
                              </a:solidFill>
                              <a:effectLst/>
                              <a:latin typeface="Arial" panose="020B0604020202020204" pitchFamily="34" charset="0"/>
                              <a:ea typeface="黑体" panose="02010609060101010101" pitchFamily="49" charset="-122"/>
                              <a:cs typeface="Arial" panose="020B0604020202020204" pitchFamily="34" charset="0"/>
                            </a:rPr>
                            <a:t>&lt;</a:t>
                          </a:r>
                          <a:r>
                            <a:rPr lang="en-US" sz="1400" b="0" spc="5" dirty="0" smtClean="0">
                              <a:solidFill>
                                <a:srgbClr val="004696"/>
                              </a:solidFill>
                              <a:effectLst/>
                              <a:latin typeface="Arial" panose="020B0604020202020204" pitchFamily="34" charset="0"/>
                              <a:ea typeface="黑体" panose="02010609060101010101" pitchFamily="49" charset="-122"/>
                              <a:cs typeface="Arial" panose="020B0604020202020204" pitchFamily="34" charset="0"/>
                            </a:rPr>
                            <a:t> </a:t>
                          </a:r>
                          <a:r>
                            <a:rPr lang="en-US" sz="1400" b="0" dirty="0">
                              <a:solidFill>
                                <a:srgbClr val="004696"/>
                              </a:solidFill>
                              <a:effectLst/>
                              <a:latin typeface="Arial" panose="020B0604020202020204" pitchFamily="34" charset="0"/>
                              <a:ea typeface="黑体" panose="02010609060101010101" pitchFamily="49" charset="-122"/>
                              <a:cs typeface="Arial" panose="020B0604020202020204" pitchFamily="34" charset="0"/>
                            </a:rPr>
                            <a:t>m</a:t>
                          </a:r>
                          <a:r>
                            <a:rPr lang="en-US" sz="1400" b="0" spc="-5" dirty="0">
                              <a:solidFill>
                                <a:srgbClr val="004696"/>
                              </a:solidFill>
                              <a:effectLst/>
                              <a:latin typeface="Arial" panose="020B0604020202020204" pitchFamily="34" charset="0"/>
                              <a:ea typeface="黑体" panose="02010609060101010101" pitchFamily="49" charset="-122"/>
                              <a:cs typeface="Arial" panose="020B0604020202020204" pitchFamily="34" charset="0"/>
                            </a:rPr>
                            <a:t> </a:t>
                          </a:r>
                          <a:r>
                            <a:rPr lang="en-US" sz="1400" b="0" dirty="0">
                              <a:solidFill>
                                <a:srgbClr val="004696"/>
                              </a:solidFill>
                              <a:effectLst/>
                              <a:latin typeface="Arial" panose="020B0604020202020204" pitchFamily="34" charset="0"/>
                              <a:ea typeface="黑体" panose="02010609060101010101" pitchFamily="49" charset="-122"/>
                              <a:cs typeface="Arial" panose="020B0604020202020204" pitchFamily="34" charset="0"/>
                            </a:rPr>
                            <a:t>≤</a:t>
                          </a:r>
                          <a:r>
                            <a:rPr lang="en-US" sz="1400" b="0" spc="-5" dirty="0">
                              <a:solidFill>
                                <a:srgbClr val="004696"/>
                              </a:solidFill>
                              <a:effectLst/>
                              <a:latin typeface="Arial" panose="020B0604020202020204" pitchFamily="34" charset="0"/>
                              <a:ea typeface="黑体" panose="02010609060101010101" pitchFamily="49" charset="-122"/>
                              <a:cs typeface="Arial" panose="020B0604020202020204" pitchFamily="34" charset="0"/>
                            </a:rPr>
                            <a:t> 1</a:t>
                          </a:r>
                          <a:r>
                            <a:rPr lang="en-US" sz="1400" b="0" spc="5" dirty="0">
                              <a:solidFill>
                                <a:srgbClr val="004696"/>
                              </a:solidFill>
                              <a:effectLst/>
                              <a:latin typeface="Arial" panose="020B0604020202020204" pitchFamily="34" charset="0"/>
                              <a:ea typeface="黑体" panose="02010609060101010101" pitchFamily="49" charset="-122"/>
                              <a:cs typeface="Arial" panose="020B0604020202020204" pitchFamily="34" charset="0"/>
                            </a:rPr>
                            <a:t>0</a:t>
                          </a:r>
                          <a:r>
                            <a:rPr lang="en-US" sz="1400" b="0" dirty="0">
                              <a:solidFill>
                                <a:srgbClr val="004696"/>
                              </a:solidFill>
                              <a:effectLst/>
                              <a:latin typeface="Arial" panose="020B0604020202020204" pitchFamily="34" charset="0"/>
                              <a:ea typeface="黑体" panose="02010609060101010101" pitchFamily="49" charset="-122"/>
                              <a:cs typeface="Arial" panose="020B0604020202020204" pitchFamily="34" charset="0"/>
                            </a:rPr>
                            <a:t>0</a:t>
                          </a:r>
                          <a:r>
                            <a:rPr lang="en-US" sz="1400" b="0" spc="-20" dirty="0">
                              <a:solidFill>
                                <a:srgbClr val="004696"/>
                              </a:solidFill>
                              <a:effectLst/>
                              <a:latin typeface="Arial" panose="020B0604020202020204" pitchFamily="34" charset="0"/>
                              <a:ea typeface="黑体" panose="02010609060101010101" pitchFamily="49" charset="-122"/>
                              <a:cs typeface="Arial" panose="020B0604020202020204" pitchFamily="34" charset="0"/>
                            </a:rPr>
                            <a:t> </a:t>
                          </a:r>
                          <a:r>
                            <a:rPr lang="en-US" sz="1400" b="0" spc="5" dirty="0">
                              <a:solidFill>
                                <a:srgbClr val="004696"/>
                              </a:solidFill>
                              <a:effectLst/>
                              <a:latin typeface="Arial" panose="020B0604020202020204" pitchFamily="34" charset="0"/>
                              <a:ea typeface="黑体" panose="02010609060101010101" pitchFamily="49" charset="-122"/>
                              <a:cs typeface="Arial" panose="020B0604020202020204" pitchFamily="34" charset="0"/>
                            </a:rPr>
                            <a:t>0</a:t>
                          </a:r>
                          <a:r>
                            <a:rPr lang="en-US" sz="1400" b="0" spc="-5" dirty="0">
                              <a:solidFill>
                                <a:srgbClr val="004696"/>
                              </a:solidFill>
                              <a:effectLst/>
                              <a:latin typeface="Arial" panose="020B0604020202020204" pitchFamily="34" charset="0"/>
                              <a:ea typeface="黑体" panose="02010609060101010101" pitchFamily="49" charset="-122"/>
                              <a:cs typeface="Arial" panose="020B0604020202020204" pitchFamily="34" charset="0"/>
                            </a:rPr>
                            <a:t>0</a:t>
                          </a:r>
                          <a:r>
                            <a:rPr lang="en-US" sz="1400" b="0" dirty="0">
                              <a:solidFill>
                                <a:srgbClr val="004696"/>
                              </a:solidFill>
                              <a:effectLst/>
                              <a:latin typeface="Arial" panose="020B0604020202020204" pitchFamily="34" charset="0"/>
                              <a:ea typeface="黑体" panose="02010609060101010101" pitchFamily="49" charset="-122"/>
                              <a:cs typeface="Arial" panose="020B0604020202020204" pitchFamily="34" charset="0"/>
                            </a:rPr>
                            <a:t>0</a:t>
                          </a:r>
                          <a:r>
                            <a:rPr lang="en-US" sz="1400" b="0" spc="-5" dirty="0">
                              <a:solidFill>
                                <a:srgbClr val="004696"/>
                              </a:solidFill>
                              <a:effectLst/>
                              <a:latin typeface="Arial" panose="020B0604020202020204" pitchFamily="34" charset="0"/>
                              <a:ea typeface="黑体" panose="02010609060101010101" pitchFamily="49" charset="-122"/>
                              <a:cs typeface="Arial" panose="020B0604020202020204" pitchFamily="34" charset="0"/>
                            </a:rPr>
                            <a:t> </a:t>
                          </a:r>
                          <a:endParaRPr lang="zh-CN" sz="1400" b="0" dirty="0">
                            <a:solidFill>
                              <a:srgbClr val="004696"/>
                            </a:solidFill>
                            <a:effectLst/>
                            <a:latin typeface="Arial" panose="020B0604020202020204" pitchFamily="34" charset="0"/>
                            <a:ea typeface="黑体" panose="02010609060101010101" pitchFamily="49" charset="-122"/>
                            <a:cs typeface="Arial" panose="020B0604020202020204" pitchFamily="34" charset="0"/>
                          </a:endParaRPr>
                        </a:p>
                      </a:txBody>
                      <a:tcPr marL="0" marR="0" marT="0" marB="0" anchor="ctr">
                        <a:lnL w="12700" cap="flat" cmpd="sng" algn="ctr">
                          <a:solidFill>
                            <a:schemeClr val="bg1"/>
                          </a:solidFill>
                          <a:prstDash val="solid"/>
                          <a:round/>
                          <a:headEnd type="none" w="med" len="med"/>
                          <a:tailEnd type="none" w="med" len="med"/>
                        </a:lnL>
                        <a:lnR w="12700" cap="flat" cmpd="sng" algn="ctr">
                          <a:solidFill>
                            <a:srgbClr val="FF000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305435" marR="297180" algn="ctr">
                            <a:lnSpc>
                              <a:spcPct val="115000"/>
                            </a:lnSpc>
                            <a:spcBef>
                              <a:spcPts val="115"/>
                            </a:spcBef>
                            <a:spcAft>
                              <a:spcPts val="0"/>
                            </a:spcAft>
                          </a:pPr>
                          <a:r>
                            <a:rPr lang="en-US" sz="1400" b="0" dirty="0">
                              <a:solidFill>
                                <a:srgbClr val="004696"/>
                              </a:solidFill>
                              <a:effectLst/>
                              <a:latin typeface="Arial" panose="020B0604020202020204" pitchFamily="34" charset="0"/>
                              <a:ea typeface="黑体" panose="02010609060101010101" pitchFamily="49" charset="-122"/>
                              <a:cs typeface="Arial" panose="020B0604020202020204" pitchFamily="34" charset="0"/>
                            </a:rPr>
                            <a:t>0</a:t>
                          </a:r>
                          <a:r>
                            <a:rPr lang="en-US" sz="1400" b="0" spc="5" dirty="0">
                              <a:solidFill>
                                <a:srgbClr val="004696"/>
                              </a:solidFill>
                              <a:effectLst/>
                              <a:latin typeface="Arial" panose="020B0604020202020204" pitchFamily="34" charset="0"/>
                              <a:ea typeface="黑体" panose="02010609060101010101" pitchFamily="49" charset="-122"/>
                              <a:cs typeface="Arial" panose="020B0604020202020204" pitchFamily="34" charset="0"/>
                            </a:rPr>
                            <a:t> </a:t>
                          </a:r>
                          <a:r>
                            <a:rPr lang="en-US" sz="1400" b="0" dirty="0">
                              <a:solidFill>
                                <a:srgbClr val="004696"/>
                              </a:solidFill>
                              <a:effectLst/>
                              <a:latin typeface="Arial" panose="020B0604020202020204" pitchFamily="34" charset="0"/>
                              <a:ea typeface="黑体" panose="02010609060101010101" pitchFamily="49" charset="-122"/>
                              <a:cs typeface="Arial" panose="020B0604020202020204" pitchFamily="34" charset="0"/>
                            </a:rPr>
                            <a:t>≤</a:t>
                          </a:r>
                          <a:r>
                            <a:rPr lang="en-US" sz="1400" b="0" spc="-5" dirty="0">
                              <a:solidFill>
                                <a:srgbClr val="004696"/>
                              </a:solidFill>
                              <a:effectLst/>
                              <a:latin typeface="Arial" panose="020B0604020202020204" pitchFamily="34" charset="0"/>
                              <a:ea typeface="黑体" panose="02010609060101010101" pitchFamily="49" charset="-122"/>
                              <a:cs typeface="Arial" panose="020B0604020202020204" pitchFamily="34" charset="0"/>
                            </a:rPr>
                            <a:t> </a:t>
                          </a:r>
                          <a:r>
                            <a:rPr lang="en-US" sz="1400" b="0" dirty="0">
                              <a:solidFill>
                                <a:srgbClr val="004696"/>
                              </a:solidFill>
                              <a:effectLst/>
                              <a:latin typeface="Arial" panose="020B0604020202020204" pitchFamily="34" charset="0"/>
                              <a:ea typeface="黑体" panose="02010609060101010101" pitchFamily="49" charset="-122"/>
                              <a:cs typeface="Arial" panose="020B0604020202020204" pitchFamily="34" charset="0"/>
                            </a:rPr>
                            <a:t>m</a:t>
                          </a:r>
                          <a:r>
                            <a:rPr lang="en-US" sz="1400" b="0" spc="-5" dirty="0">
                              <a:solidFill>
                                <a:srgbClr val="004696"/>
                              </a:solidFill>
                              <a:effectLst/>
                              <a:latin typeface="Arial" panose="020B0604020202020204" pitchFamily="34" charset="0"/>
                              <a:ea typeface="黑体" panose="02010609060101010101" pitchFamily="49" charset="-122"/>
                              <a:cs typeface="Arial" panose="020B0604020202020204" pitchFamily="34" charset="0"/>
                            </a:rPr>
                            <a:t> </a:t>
                          </a:r>
                          <a:r>
                            <a:rPr lang="en-US" sz="1400" b="0" dirty="0">
                              <a:solidFill>
                                <a:srgbClr val="004696"/>
                              </a:solidFill>
                              <a:effectLst/>
                              <a:latin typeface="Arial" panose="020B0604020202020204" pitchFamily="34" charset="0"/>
                              <a:ea typeface="黑体" panose="02010609060101010101" pitchFamily="49" charset="-122"/>
                              <a:cs typeface="Arial" panose="020B0604020202020204" pitchFamily="34" charset="0"/>
                            </a:rPr>
                            <a:t>≤</a:t>
                          </a:r>
                          <a:r>
                            <a:rPr lang="en-US" sz="1400" b="0" spc="-5" dirty="0">
                              <a:solidFill>
                                <a:srgbClr val="004696"/>
                              </a:solidFill>
                              <a:effectLst/>
                              <a:latin typeface="Arial" panose="020B0604020202020204" pitchFamily="34" charset="0"/>
                              <a:ea typeface="黑体" panose="02010609060101010101" pitchFamily="49" charset="-122"/>
                              <a:cs typeface="Arial" panose="020B0604020202020204" pitchFamily="34" charset="0"/>
                            </a:rPr>
                            <a:t> </a:t>
                          </a:r>
                          <a:r>
                            <a:rPr lang="en-US" sz="1400" b="0" spc="5" dirty="0">
                              <a:solidFill>
                                <a:srgbClr val="004696"/>
                              </a:solidFill>
                              <a:effectLst/>
                              <a:latin typeface="Arial" panose="020B0604020202020204" pitchFamily="34" charset="0"/>
                              <a:ea typeface="黑体" panose="02010609060101010101" pitchFamily="49" charset="-122"/>
                              <a:cs typeface="Arial" panose="020B0604020202020204" pitchFamily="34" charset="0"/>
                            </a:rPr>
                            <a:t>50</a:t>
                          </a:r>
                          <a:r>
                            <a:rPr lang="en-US" sz="1400" b="0" dirty="0">
                              <a:solidFill>
                                <a:srgbClr val="004696"/>
                              </a:solidFill>
                              <a:effectLst/>
                              <a:latin typeface="Arial" panose="020B0604020202020204" pitchFamily="34" charset="0"/>
                              <a:ea typeface="黑体" panose="02010609060101010101" pitchFamily="49" charset="-122"/>
                              <a:cs typeface="Arial" panose="020B0604020202020204" pitchFamily="34" charset="0"/>
                            </a:rPr>
                            <a:t>0</a:t>
                          </a:r>
                          <a:r>
                            <a:rPr lang="en-US" sz="1400" b="0" spc="-20" dirty="0">
                              <a:solidFill>
                                <a:srgbClr val="004696"/>
                              </a:solidFill>
                              <a:effectLst/>
                              <a:latin typeface="Arial" panose="020B0604020202020204" pitchFamily="34" charset="0"/>
                              <a:ea typeface="黑体" panose="02010609060101010101" pitchFamily="49" charset="-122"/>
                              <a:cs typeface="Arial" panose="020B0604020202020204" pitchFamily="34" charset="0"/>
                            </a:rPr>
                            <a:t> </a:t>
                          </a:r>
                          <a:endParaRPr lang="zh-CN" sz="1400" b="0" dirty="0">
                            <a:solidFill>
                              <a:srgbClr val="004696"/>
                            </a:solidFill>
                            <a:effectLst/>
                            <a:latin typeface="Arial" panose="020B0604020202020204" pitchFamily="34" charset="0"/>
                            <a:ea typeface="黑体" panose="02010609060101010101" pitchFamily="49" charset="-122"/>
                            <a:cs typeface="Arial" panose="020B0604020202020204" pitchFamily="34" charset="0"/>
                          </a:endParaRPr>
                        </a:p>
                        <a:p>
                          <a:pPr>
                            <a:lnSpc>
                              <a:spcPts val="600"/>
                            </a:lnSpc>
                            <a:spcBef>
                              <a:spcPts val="50"/>
                            </a:spcBef>
                            <a:spcAft>
                              <a:spcPts val="0"/>
                            </a:spcAft>
                          </a:pPr>
                          <a:r>
                            <a:rPr lang="en-US" sz="1400" b="0" dirty="0">
                              <a:solidFill>
                                <a:srgbClr val="004696"/>
                              </a:solidFill>
                              <a:effectLst/>
                              <a:latin typeface="Arial" panose="020B0604020202020204" pitchFamily="34" charset="0"/>
                              <a:ea typeface="黑体" panose="02010609060101010101" pitchFamily="49" charset="-122"/>
                              <a:cs typeface="Arial" panose="020B0604020202020204" pitchFamily="34" charset="0"/>
                            </a:rPr>
                            <a:t> </a:t>
                          </a:r>
                          <a:endParaRPr lang="zh-CN" sz="1400" b="0" dirty="0">
                            <a:solidFill>
                              <a:srgbClr val="004696"/>
                            </a:solidFill>
                            <a:effectLst/>
                            <a:latin typeface="Arial" panose="020B0604020202020204" pitchFamily="34" charset="0"/>
                            <a:ea typeface="黑体" panose="02010609060101010101" pitchFamily="49" charset="-122"/>
                            <a:cs typeface="Arial" panose="020B0604020202020204" pitchFamily="34" charset="0"/>
                          </a:endParaRPr>
                        </a:p>
                        <a:p>
                          <a:pPr marL="157480" marR="147955" algn="ctr">
                            <a:lnSpc>
                              <a:spcPct val="115000"/>
                            </a:lnSpc>
                            <a:spcAft>
                              <a:spcPts val="0"/>
                            </a:spcAft>
                          </a:pPr>
                          <a:r>
                            <a:rPr lang="en-US" sz="1400" b="0" spc="5" dirty="0" smtClean="0">
                              <a:solidFill>
                                <a:srgbClr val="004696"/>
                              </a:solidFill>
                              <a:effectLst/>
                              <a:latin typeface="Arial" panose="020B0604020202020204" pitchFamily="34" charset="0"/>
                              <a:ea typeface="黑体" panose="02010609060101010101" pitchFamily="49" charset="-122"/>
                              <a:cs typeface="Arial" panose="020B0604020202020204" pitchFamily="34" charset="0"/>
                            </a:rPr>
                            <a:t>500</a:t>
                          </a:r>
                          <a:r>
                            <a:rPr lang="en-US" sz="1400" b="0" spc="-5" dirty="0" smtClean="0">
                              <a:solidFill>
                                <a:srgbClr val="004696"/>
                              </a:solidFill>
                              <a:effectLst/>
                              <a:latin typeface="Arial" panose="020B0604020202020204" pitchFamily="34" charset="0"/>
                              <a:ea typeface="黑体" panose="02010609060101010101" pitchFamily="49" charset="-122"/>
                              <a:cs typeface="Arial" panose="020B0604020202020204" pitchFamily="34" charset="0"/>
                            </a:rPr>
                            <a:t> </a:t>
                          </a:r>
                          <a:r>
                            <a:rPr lang="en-US" sz="1400" b="0" dirty="0" smtClean="0">
                              <a:solidFill>
                                <a:srgbClr val="004696"/>
                              </a:solidFill>
                              <a:effectLst/>
                              <a:latin typeface="Arial" panose="020B0604020202020204" pitchFamily="34" charset="0"/>
                              <a:ea typeface="黑体" panose="02010609060101010101" pitchFamily="49" charset="-122"/>
                              <a:cs typeface="Arial" panose="020B0604020202020204" pitchFamily="34" charset="0"/>
                            </a:rPr>
                            <a:t>&lt;</a:t>
                          </a:r>
                          <a:r>
                            <a:rPr lang="en-US" sz="1400" b="0" spc="5" dirty="0" smtClean="0">
                              <a:solidFill>
                                <a:srgbClr val="004696"/>
                              </a:solidFill>
                              <a:effectLst/>
                              <a:latin typeface="Arial" panose="020B0604020202020204" pitchFamily="34" charset="0"/>
                              <a:ea typeface="黑体" panose="02010609060101010101" pitchFamily="49" charset="-122"/>
                              <a:cs typeface="Arial" panose="020B0604020202020204" pitchFamily="34" charset="0"/>
                            </a:rPr>
                            <a:t> </a:t>
                          </a:r>
                          <a:r>
                            <a:rPr lang="en-US" sz="1400" b="0" dirty="0">
                              <a:solidFill>
                                <a:srgbClr val="004696"/>
                              </a:solidFill>
                              <a:effectLst/>
                              <a:latin typeface="Arial" panose="020B0604020202020204" pitchFamily="34" charset="0"/>
                              <a:ea typeface="黑体" panose="02010609060101010101" pitchFamily="49" charset="-122"/>
                              <a:cs typeface="Arial" panose="020B0604020202020204" pitchFamily="34" charset="0"/>
                            </a:rPr>
                            <a:t>m</a:t>
                          </a:r>
                          <a:r>
                            <a:rPr lang="en-US" sz="1400" b="0" spc="-5" dirty="0">
                              <a:solidFill>
                                <a:srgbClr val="004696"/>
                              </a:solidFill>
                              <a:effectLst/>
                              <a:latin typeface="Arial" panose="020B0604020202020204" pitchFamily="34" charset="0"/>
                              <a:ea typeface="黑体" panose="02010609060101010101" pitchFamily="49" charset="-122"/>
                              <a:cs typeface="Arial" panose="020B0604020202020204" pitchFamily="34" charset="0"/>
                            </a:rPr>
                            <a:t> </a:t>
                          </a:r>
                          <a:r>
                            <a:rPr lang="en-US" sz="1400" b="0" dirty="0">
                              <a:solidFill>
                                <a:srgbClr val="004696"/>
                              </a:solidFill>
                              <a:effectLst/>
                              <a:latin typeface="Arial" panose="020B0604020202020204" pitchFamily="34" charset="0"/>
                              <a:ea typeface="黑体" panose="02010609060101010101" pitchFamily="49" charset="-122"/>
                              <a:cs typeface="Arial" panose="020B0604020202020204" pitchFamily="34" charset="0"/>
                            </a:rPr>
                            <a:t>≤</a:t>
                          </a:r>
                          <a:r>
                            <a:rPr lang="en-US" sz="1400" b="0" spc="-5" dirty="0">
                              <a:solidFill>
                                <a:srgbClr val="004696"/>
                              </a:solidFill>
                              <a:effectLst/>
                              <a:latin typeface="Arial" panose="020B0604020202020204" pitchFamily="34" charset="0"/>
                              <a:ea typeface="黑体" panose="02010609060101010101" pitchFamily="49" charset="-122"/>
                              <a:cs typeface="Arial" panose="020B0604020202020204" pitchFamily="34" charset="0"/>
                            </a:rPr>
                            <a:t> </a:t>
                          </a:r>
                          <a:r>
                            <a:rPr lang="en-US" sz="1400" b="0" dirty="0">
                              <a:solidFill>
                                <a:srgbClr val="004696"/>
                              </a:solidFill>
                              <a:effectLst/>
                              <a:latin typeface="Arial" panose="020B0604020202020204" pitchFamily="34" charset="0"/>
                              <a:ea typeface="黑体" panose="02010609060101010101" pitchFamily="49" charset="-122"/>
                              <a:cs typeface="Arial" panose="020B0604020202020204" pitchFamily="34" charset="0"/>
                            </a:rPr>
                            <a:t>2</a:t>
                          </a:r>
                          <a:r>
                            <a:rPr lang="en-US" sz="1400" b="0" spc="-10" dirty="0">
                              <a:solidFill>
                                <a:srgbClr val="004696"/>
                              </a:solidFill>
                              <a:effectLst/>
                              <a:latin typeface="Arial" panose="020B0604020202020204" pitchFamily="34" charset="0"/>
                              <a:ea typeface="黑体" panose="02010609060101010101" pitchFamily="49" charset="-122"/>
                              <a:cs typeface="Arial" panose="020B0604020202020204" pitchFamily="34" charset="0"/>
                            </a:rPr>
                            <a:t> </a:t>
                          </a:r>
                          <a:r>
                            <a:rPr lang="en-US" sz="1400" b="0" spc="5" dirty="0">
                              <a:solidFill>
                                <a:srgbClr val="004696"/>
                              </a:solidFill>
                              <a:effectLst/>
                              <a:latin typeface="Arial" panose="020B0604020202020204" pitchFamily="34" charset="0"/>
                              <a:ea typeface="黑体" panose="02010609060101010101" pitchFamily="49" charset="-122"/>
                              <a:cs typeface="Arial" panose="020B0604020202020204" pitchFamily="34" charset="0"/>
                            </a:rPr>
                            <a:t>0</a:t>
                          </a:r>
                          <a:r>
                            <a:rPr lang="en-US" sz="1400" b="0" spc="-5" dirty="0">
                              <a:solidFill>
                                <a:srgbClr val="004696"/>
                              </a:solidFill>
                              <a:effectLst/>
                              <a:latin typeface="Arial" panose="020B0604020202020204" pitchFamily="34" charset="0"/>
                              <a:ea typeface="黑体" panose="02010609060101010101" pitchFamily="49" charset="-122"/>
                              <a:cs typeface="Arial" panose="020B0604020202020204" pitchFamily="34" charset="0"/>
                            </a:rPr>
                            <a:t>0</a:t>
                          </a:r>
                          <a:r>
                            <a:rPr lang="en-US" sz="1400" b="0" dirty="0">
                              <a:solidFill>
                                <a:srgbClr val="004696"/>
                              </a:solidFill>
                              <a:effectLst/>
                              <a:latin typeface="Arial" panose="020B0604020202020204" pitchFamily="34" charset="0"/>
                              <a:ea typeface="黑体" panose="02010609060101010101" pitchFamily="49" charset="-122"/>
                              <a:cs typeface="Arial" panose="020B0604020202020204" pitchFamily="34" charset="0"/>
                            </a:rPr>
                            <a:t>0</a:t>
                          </a:r>
                          <a:r>
                            <a:rPr lang="en-US" sz="1400" b="0" spc="-5" dirty="0">
                              <a:solidFill>
                                <a:srgbClr val="004696"/>
                              </a:solidFill>
                              <a:effectLst/>
                              <a:latin typeface="Arial" panose="020B0604020202020204" pitchFamily="34" charset="0"/>
                              <a:ea typeface="黑体" panose="02010609060101010101" pitchFamily="49" charset="-122"/>
                              <a:cs typeface="Arial" panose="020B0604020202020204" pitchFamily="34" charset="0"/>
                            </a:rPr>
                            <a:t> </a:t>
                          </a:r>
                          <a:endParaRPr lang="zh-CN" sz="1400" b="0" dirty="0">
                            <a:solidFill>
                              <a:srgbClr val="004696"/>
                            </a:solidFill>
                            <a:effectLst/>
                            <a:latin typeface="Arial" panose="020B0604020202020204" pitchFamily="34" charset="0"/>
                            <a:ea typeface="黑体" panose="02010609060101010101" pitchFamily="49" charset="-122"/>
                            <a:cs typeface="Arial" panose="020B0604020202020204" pitchFamily="34" charset="0"/>
                          </a:endParaRPr>
                        </a:p>
                        <a:p>
                          <a:pPr>
                            <a:lnSpc>
                              <a:spcPts val="650"/>
                            </a:lnSpc>
                            <a:spcBef>
                              <a:spcPts val="10"/>
                            </a:spcBef>
                            <a:spcAft>
                              <a:spcPts val="0"/>
                            </a:spcAft>
                          </a:pPr>
                          <a:r>
                            <a:rPr lang="en-US" sz="1400" b="0" dirty="0">
                              <a:solidFill>
                                <a:srgbClr val="004696"/>
                              </a:solidFill>
                              <a:effectLst/>
                              <a:latin typeface="Arial" panose="020B0604020202020204" pitchFamily="34" charset="0"/>
                              <a:ea typeface="黑体" panose="02010609060101010101" pitchFamily="49" charset="-122"/>
                              <a:cs typeface="Arial" panose="020B0604020202020204" pitchFamily="34" charset="0"/>
                            </a:rPr>
                            <a:t> </a:t>
                          </a:r>
                          <a:endParaRPr lang="zh-CN" sz="1400" b="0" dirty="0">
                            <a:solidFill>
                              <a:srgbClr val="004696"/>
                            </a:solidFill>
                            <a:effectLst/>
                            <a:latin typeface="Arial" panose="020B0604020202020204" pitchFamily="34" charset="0"/>
                            <a:ea typeface="黑体" panose="02010609060101010101" pitchFamily="49" charset="-122"/>
                            <a:cs typeface="Arial" panose="020B0604020202020204" pitchFamily="34" charset="0"/>
                          </a:endParaRPr>
                        </a:p>
                        <a:p>
                          <a:pPr marL="81280" marR="73025" algn="ctr">
                            <a:lnSpc>
                              <a:spcPct val="115000"/>
                            </a:lnSpc>
                            <a:spcAft>
                              <a:spcPts val="0"/>
                            </a:spcAft>
                          </a:pPr>
                          <a:r>
                            <a:rPr lang="en-US" sz="1400" b="0" dirty="0">
                              <a:solidFill>
                                <a:srgbClr val="004696"/>
                              </a:solidFill>
                              <a:effectLst/>
                              <a:latin typeface="Arial" panose="020B0604020202020204" pitchFamily="34" charset="0"/>
                              <a:ea typeface="黑体" panose="02010609060101010101" pitchFamily="49" charset="-122"/>
                              <a:cs typeface="Arial" panose="020B0604020202020204" pitchFamily="34" charset="0"/>
                            </a:rPr>
                            <a:t>2</a:t>
                          </a:r>
                          <a:r>
                            <a:rPr lang="en-US" sz="1400" b="0" spc="5" dirty="0">
                              <a:solidFill>
                                <a:srgbClr val="004696"/>
                              </a:solidFill>
                              <a:effectLst/>
                              <a:latin typeface="Arial" panose="020B0604020202020204" pitchFamily="34" charset="0"/>
                              <a:ea typeface="黑体" panose="02010609060101010101" pitchFamily="49" charset="-122"/>
                              <a:cs typeface="Arial" panose="020B0604020202020204" pitchFamily="34" charset="0"/>
                            </a:rPr>
                            <a:t> 0</a:t>
                          </a:r>
                          <a:r>
                            <a:rPr lang="en-US" sz="1400" b="0" spc="-5" dirty="0">
                              <a:solidFill>
                                <a:srgbClr val="004696"/>
                              </a:solidFill>
                              <a:effectLst/>
                              <a:latin typeface="Arial" panose="020B0604020202020204" pitchFamily="34" charset="0"/>
                              <a:ea typeface="黑体" panose="02010609060101010101" pitchFamily="49" charset="-122"/>
                              <a:cs typeface="Arial" panose="020B0604020202020204" pitchFamily="34" charset="0"/>
                            </a:rPr>
                            <a:t>0</a:t>
                          </a:r>
                          <a:r>
                            <a:rPr lang="en-US" sz="1400" b="0" dirty="0">
                              <a:solidFill>
                                <a:srgbClr val="004696"/>
                              </a:solidFill>
                              <a:effectLst/>
                              <a:latin typeface="Arial" panose="020B0604020202020204" pitchFamily="34" charset="0"/>
                              <a:ea typeface="黑体" panose="02010609060101010101" pitchFamily="49" charset="-122"/>
                              <a:cs typeface="Arial" panose="020B0604020202020204" pitchFamily="34" charset="0"/>
                            </a:rPr>
                            <a:t>0</a:t>
                          </a:r>
                          <a:r>
                            <a:rPr lang="en-US" sz="1400" b="0" spc="-5" dirty="0">
                              <a:solidFill>
                                <a:srgbClr val="004696"/>
                              </a:solidFill>
                              <a:effectLst/>
                              <a:latin typeface="Arial" panose="020B0604020202020204" pitchFamily="34" charset="0"/>
                              <a:ea typeface="黑体" panose="02010609060101010101" pitchFamily="49" charset="-122"/>
                              <a:cs typeface="Arial" panose="020B0604020202020204" pitchFamily="34" charset="0"/>
                            </a:rPr>
                            <a:t> </a:t>
                          </a:r>
                          <a:r>
                            <a:rPr lang="en-US" sz="1400" b="0" dirty="0" smtClean="0">
                              <a:solidFill>
                                <a:srgbClr val="004696"/>
                              </a:solidFill>
                              <a:effectLst/>
                              <a:latin typeface="Arial" panose="020B0604020202020204" pitchFamily="34" charset="0"/>
                              <a:ea typeface="黑体" panose="02010609060101010101" pitchFamily="49" charset="-122"/>
                              <a:cs typeface="Arial" panose="020B0604020202020204" pitchFamily="34" charset="0"/>
                            </a:rPr>
                            <a:t>&lt;</a:t>
                          </a:r>
                          <a:r>
                            <a:rPr lang="en-US" sz="1400" b="0" spc="-10" dirty="0" smtClean="0">
                              <a:solidFill>
                                <a:srgbClr val="004696"/>
                              </a:solidFill>
                              <a:effectLst/>
                              <a:latin typeface="Arial" panose="020B0604020202020204" pitchFamily="34" charset="0"/>
                              <a:ea typeface="黑体" panose="02010609060101010101" pitchFamily="49" charset="-122"/>
                              <a:cs typeface="Arial" panose="020B0604020202020204" pitchFamily="34" charset="0"/>
                            </a:rPr>
                            <a:t> </a:t>
                          </a:r>
                          <a:r>
                            <a:rPr lang="en-US" sz="1400" b="0" dirty="0">
                              <a:solidFill>
                                <a:srgbClr val="004696"/>
                              </a:solidFill>
                              <a:effectLst/>
                              <a:latin typeface="Arial" panose="020B0604020202020204" pitchFamily="34" charset="0"/>
                              <a:ea typeface="黑体" panose="02010609060101010101" pitchFamily="49" charset="-122"/>
                              <a:cs typeface="Arial" panose="020B0604020202020204" pitchFamily="34" charset="0"/>
                            </a:rPr>
                            <a:t>m</a:t>
                          </a:r>
                          <a:r>
                            <a:rPr lang="en-US" sz="1400" b="0" spc="-5" dirty="0">
                              <a:solidFill>
                                <a:srgbClr val="004696"/>
                              </a:solidFill>
                              <a:effectLst/>
                              <a:latin typeface="Arial" panose="020B0604020202020204" pitchFamily="34" charset="0"/>
                              <a:ea typeface="黑体" panose="02010609060101010101" pitchFamily="49" charset="-122"/>
                              <a:cs typeface="Arial" panose="020B0604020202020204" pitchFamily="34" charset="0"/>
                            </a:rPr>
                            <a:t> </a:t>
                          </a:r>
                          <a:r>
                            <a:rPr lang="en-US" sz="1400" b="0" dirty="0">
                              <a:solidFill>
                                <a:srgbClr val="004696"/>
                              </a:solidFill>
                              <a:effectLst/>
                              <a:latin typeface="Arial" panose="020B0604020202020204" pitchFamily="34" charset="0"/>
                              <a:ea typeface="黑体" panose="02010609060101010101" pitchFamily="49" charset="-122"/>
                              <a:cs typeface="Arial" panose="020B0604020202020204" pitchFamily="34" charset="0"/>
                            </a:rPr>
                            <a:t>≤</a:t>
                          </a:r>
                          <a:r>
                            <a:rPr lang="en-US" sz="1400" b="0" spc="-5" dirty="0">
                              <a:solidFill>
                                <a:srgbClr val="004696"/>
                              </a:solidFill>
                              <a:effectLst/>
                              <a:latin typeface="Arial" panose="020B0604020202020204" pitchFamily="34" charset="0"/>
                              <a:ea typeface="黑体" panose="02010609060101010101" pitchFamily="49" charset="-122"/>
                              <a:cs typeface="Arial" panose="020B0604020202020204" pitchFamily="34" charset="0"/>
                            </a:rPr>
                            <a:t> </a:t>
                          </a:r>
                          <a:r>
                            <a:rPr lang="en-US" sz="1400" b="0" spc="5" dirty="0">
                              <a:solidFill>
                                <a:srgbClr val="004696"/>
                              </a:solidFill>
                              <a:effectLst/>
                              <a:latin typeface="Arial" panose="020B0604020202020204" pitchFamily="34" charset="0"/>
                              <a:ea typeface="黑体" panose="02010609060101010101" pitchFamily="49" charset="-122"/>
                              <a:cs typeface="Arial" panose="020B0604020202020204" pitchFamily="34" charset="0"/>
                            </a:rPr>
                            <a:t>1</a:t>
                          </a:r>
                          <a:r>
                            <a:rPr lang="en-US" sz="1400" b="0" dirty="0">
                              <a:solidFill>
                                <a:srgbClr val="004696"/>
                              </a:solidFill>
                              <a:effectLst/>
                              <a:latin typeface="Arial" panose="020B0604020202020204" pitchFamily="34" charset="0"/>
                              <a:ea typeface="黑体" panose="02010609060101010101" pitchFamily="49" charset="-122"/>
                              <a:cs typeface="Arial" panose="020B0604020202020204" pitchFamily="34" charset="0"/>
                            </a:rPr>
                            <a:t>0</a:t>
                          </a:r>
                          <a:r>
                            <a:rPr lang="en-US" sz="1400" b="0" spc="-15" dirty="0">
                              <a:solidFill>
                                <a:srgbClr val="004696"/>
                              </a:solidFill>
                              <a:effectLst/>
                              <a:latin typeface="Arial" panose="020B0604020202020204" pitchFamily="34" charset="0"/>
                              <a:ea typeface="黑体" panose="02010609060101010101" pitchFamily="49" charset="-122"/>
                              <a:cs typeface="Arial" panose="020B0604020202020204" pitchFamily="34" charset="0"/>
                            </a:rPr>
                            <a:t> </a:t>
                          </a:r>
                          <a:r>
                            <a:rPr lang="en-US" sz="1400" b="0" spc="5" dirty="0">
                              <a:solidFill>
                                <a:srgbClr val="004696"/>
                              </a:solidFill>
                              <a:effectLst/>
                              <a:latin typeface="Arial" panose="020B0604020202020204" pitchFamily="34" charset="0"/>
                              <a:ea typeface="黑体" panose="02010609060101010101" pitchFamily="49" charset="-122"/>
                              <a:cs typeface="Arial" panose="020B0604020202020204" pitchFamily="34" charset="0"/>
                            </a:rPr>
                            <a:t>0</a:t>
                          </a:r>
                          <a:r>
                            <a:rPr lang="en-US" sz="1400" b="0" spc="-5" dirty="0">
                              <a:solidFill>
                                <a:srgbClr val="004696"/>
                              </a:solidFill>
                              <a:effectLst/>
                              <a:latin typeface="Arial" panose="020B0604020202020204" pitchFamily="34" charset="0"/>
                              <a:ea typeface="黑体" panose="02010609060101010101" pitchFamily="49" charset="-122"/>
                              <a:cs typeface="Arial" panose="020B0604020202020204" pitchFamily="34" charset="0"/>
                            </a:rPr>
                            <a:t>0</a:t>
                          </a:r>
                          <a:r>
                            <a:rPr lang="en-US" sz="1400" b="0" dirty="0">
                              <a:solidFill>
                                <a:srgbClr val="004696"/>
                              </a:solidFill>
                              <a:effectLst/>
                              <a:latin typeface="Arial" panose="020B0604020202020204" pitchFamily="34" charset="0"/>
                              <a:ea typeface="黑体" panose="02010609060101010101" pitchFamily="49" charset="-122"/>
                              <a:cs typeface="Arial" panose="020B0604020202020204" pitchFamily="34" charset="0"/>
                            </a:rPr>
                            <a:t>0</a:t>
                          </a:r>
                          <a:r>
                            <a:rPr lang="en-US" sz="1400" b="0" spc="-5" dirty="0">
                              <a:solidFill>
                                <a:srgbClr val="004696"/>
                              </a:solidFill>
                              <a:effectLst/>
                              <a:latin typeface="Arial" panose="020B0604020202020204" pitchFamily="34" charset="0"/>
                              <a:ea typeface="黑体" panose="02010609060101010101" pitchFamily="49" charset="-122"/>
                              <a:cs typeface="Arial" panose="020B0604020202020204" pitchFamily="34" charset="0"/>
                            </a:rPr>
                            <a:t> </a:t>
                          </a:r>
                          <a:endParaRPr lang="zh-CN" sz="1400" b="0" dirty="0">
                            <a:solidFill>
                              <a:srgbClr val="004696"/>
                            </a:solidFill>
                            <a:effectLst/>
                            <a:latin typeface="Arial" panose="020B0604020202020204" pitchFamily="34" charset="0"/>
                            <a:ea typeface="黑体" panose="02010609060101010101" pitchFamily="49" charset="-122"/>
                            <a:cs typeface="Arial" panose="020B0604020202020204" pitchFamily="34" charset="0"/>
                          </a:endParaRPr>
                        </a:p>
                      </a:txBody>
                      <a:tcPr marL="0" marR="0" marT="0" marB="0" anchor="ctr">
                        <a:lnL w="12700" cap="flat" cmpd="sng" algn="ctr">
                          <a:solidFill>
                            <a:srgbClr val="FF0000"/>
                          </a:solidFill>
                          <a:prstDash val="solid"/>
                          <a:round/>
                          <a:headEnd type="none" w="med" len="med"/>
                          <a:tailEnd type="none" w="med" len="med"/>
                        </a:lnL>
                        <a:lnR w="12700" cap="flat" cmpd="sng" algn="ctr">
                          <a:solidFill>
                            <a:srgbClr val="FF000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FF0000"/>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207010" marR="195580" algn="ctr">
                            <a:lnSpc>
                              <a:spcPct val="115000"/>
                            </a:lnSpc>
                            <a:spcBef>
                              <a:spcPts val="115"/>
                            </a:spcBef>
                            <a:spcAft>
                              <a:spcPts val="0"/>
                            </a:spcAft>
                          </a:pPr>
                          <a:r>
                            <a:rPr lang="en-US" sz="1400" b="0" dirty="0">
                              <a:solidFill>
                                <a:srgbClr val="004696"/>
                              </a:solidFill>
                              <a:effectLst/>
                              <a:latin typeface="Arial" panose="020B0604020202020204" pitchFamily="34" charset="0"/>
                              <a:ea typeface="黑体" panose="02010609060101010101" pitchFamily="49" charset="-122"/>
                              <a:cs typeface="Arial" panose="020B0604020202020204" pitchFamily="34" charset="0"/>
                            </a:rPr>
                            <a:t>0</a:t>
                          </a:r>
                          <a:r>
                            <a:rPr lang="en-US" sz="1400" b="0" spc="5" dirty="0">
                              <a:solidFill>
                                <a:srgbClr val="004696"/>
                              </a:solidFill>
                              <a:effectLst/>
                              <a:latin typeface="Arial" panose="020B0604020202020204" pitchFamily="34" charset="0"/>
                              <a:ea typeface="黑体" panose="02010609060101010101" pitchFamily="49" charset="-122"/>
                              <a:cs typeface="Arial" panose="020B0604020202020204" pitchFamily="34" charset="0"/>
                            </a:rPr>
                            <a:t> </a:t>
                          </a:r>
                          <a:r>
                            <a:rPr lang="en-US" sz="1400" b="0" dirty="0">
                              <a:solidFill>
                                <a:srgbClr val="004696"/>
                              </a:solidFill>
                              <a:effectLst/>
                              <a:latin typeface="Arial" panose="020B0604020202020204" pitchFamily="34" charset="0"/>
                              <a:ea typeface="黑体" panose="02010609060101010101" pitchFamily="49" charset="-122"/>
                              <a:cs typeface="Arial" panose="020B0604020202020204" pitchFamily="34" charset="0"/>
                            </a:rPr>
                            <a:t>≤</a:t>
                          </a:r>
                          <a:r>
                            <a:rPr lang="en-US" sz="1400" b="0" spc="-5" dirty="0">
                              <a:solidFill>
                                <a:srgbClr val="004696"/>
                              </a:solidFill>
                              <a:effectLst/>
                              <a:latin typeface="Arial" panose="020B0604020202020204" pitchFamily="34" charset="0"/>
                              <a:ea typeface="黑体" panose="02010609060101010101" pitchFamily="49" charset="-122"/>
                              <a:cs typeface="Arial" panose="020B0604020202020204" pitchFamily="34" charset="0"/>
                            </a:rPr>
                            <a:t> </a:t>
                          </a:r>
                          <a:r>
                            <a:rPr lang="en-US" sz="1400" b="0" dirty="0">
                              <a:solidFill>
                                <a:srgbClr val="004696"/>
                              </a:solidFill>
                              <a:effectLst/>
                              <a:latin typeface="Arial" panose="020B0604020202020204" pitchFamily="34" charset="0"/>
                              <a:ea typeface="黑体" panose="02010609060101010101" pitchFamily="49" charset="-122"/>
                              <a:cs typeface="Arial" panose="020B0604020202020204" pitchFamily="34" charset="0"/>
                            </a:rPr>
                            <a:t>m</a:t>
                          </a:r>
                          <a:r>
                            <a:rPr lang="en-US" sz="1400" b="0" spc="-5" dirty="0">
                              <a:solidFill>
                                <a:srgbClr val="004696"/>
                              </a:solidFill>
                              <a:effectLst/>
                              <a:latin typeface="Arial" panose="020B0604020202020204" pitchFamily="34" charset="0"/>
                              <a:ea typeface="黑体" panose="02010609060101010101" pitchFamily="49" charset="-122"/>
                              <a:cs typeface="Arial" panose="020B0604020202020204" pitchFamily="34" charset="0"/>
                            </a:rPr>
                            <a:t> </a:t>
                          </a:r>
                          <a:r>
                            <a:rPr lang="en-US" sz="1400" b="0" dirty="0">
                              <a:solidFill>
                                <a:srgbClr val="004696"/>
                              </a:solidFill>
                              <a:effectLst/>
                              <a:latin typeface="Arial" panose="020B0604020202020204" pitchFamily="34" charset="0"/>
                              <a:ea typeface="黑体" panose="02010609060101010101" pitchFamily="49" charset="-122"/>
                              <a:cs typeface="Arial" panose="020B0604020202020204" pitchFamily="34" charset="0"/>
                            </a:rPr>
                            <a:t>≤</a:t>
                          </a:r>
                          <a:r>
                            <a:rPr lang="en-US" sz="1400" b="0" spc="-5" dirty="0">
                              <a:solidFill>
                                <a:srgbClr val="004696"/>
                              </a:solidFill>
                              <a:effectLst/>
                              <a:latin typeface="Arial" panose="020B0604020202020204" pitchFamily="34" charset="0"/>
                              <a:ea typeface="黑体" panose="02010609060101010101" pitchFamily="49" charset="-122"/>
                              <a:cs typeface="Arial" panose="020B0604020202020204" pitchFamily="34" charset="0"/>
                            </a:rPr>
                            <a:t> </a:t>
                          </a:r>
                          <a:r>
                            <a:rPr lang="en-US" sz="1400" b="0" spc="5" dirty="0">
                              <a:solidFill>
                                <a:srgbClr val="004696"/>
                              </a:solidFill>
                              <a:effectLst/>
                              <a:latin typeface="Arial" panose="020B0604020202020204" pitchFamily="34" charset="0"/>
                              <a:ea typeface="黑体" panose="02010609060101010101" pitchFamily="49" charset="-122"/>
                              <a:cs typeface="Arial" panose="020B0604020202020204" pitchFamily="34" charset="0"/>
                            </a:rPr>
                            <a:t>5</a:t>
                          </a:r>
                          <a:r>
                            <a:rPr lang="en-US" sz="1400" b="0" dirty="0">
                              <a:solidFill>
                                <a:srgbClr val="004696"/>
                              </a:solidFill>
                              <a:effectLst/>
                              <a:latin typeface="Arial" panose="020B0604020202020204" pitchFamily="34" charset="0"/>
                              <a:ea typeface="黑体" panose="02010609060101010101" pitchFamily="49" charset="-122"/>
                              <a:cs typeface="Arial" panose="020B0604020202020204" pitchFamily="34" charset="0"/>
                            </a:rPr>
                            <a:t>0 </a:t>
                          </a:r>
                          <a:endParaRPr lang="zh-CN" sz="1400" b="0" dirty="0">
                            <a:solidFill>
                              <a:srgbClr val="004696"/>
                            </a:solidFill>
                            <a:effectLst/>
                            <a:latin typeface="Arial" panose="020B0604020202020204" pitchFamily="34" charset="0"/>
                            <a:ea typeface="黑体" panose="02010609060101010101" pitchFamily="49" charset="-122"/>
                            <a:cs typeface="Arial" panose="020B0604020202020204" pitchFamily="34" charset="0"/>
                          </a:endParaRPr>
                        </a:p>
                        <a:p>
                          <a:pPr>
                            <a:lnSpc>
                              <a:spcPts val="600"/>
                            </a:lnSpc>
                            <a:spcBef>
                              <a:spcPts val="50"/>
                            </a:spcBef>
                            <a:spcAft>
                              <a:spcPts val="0"/>
                            </a:spcAft>
                          </a:pPr>
                          <a:r>
                            <a:rPr lang="en-US" sz="1400" b="0" dirty="0">
                              <a:solidFill>
                                <a:srgbClr val="004696"/>
                              </a:solidFill>
                              <a:effectLst/>
                              <a:latin typeface="Arial" panose="020B0604020202020204" pitchFamily="34" charset="0"/>
                              <a:ea typeface="黑体" panose="02010609060101010101" pitchFamily="49" charset="-122"/>
                              <a:cs typeface="Arial" panose="020B0604020202020204" pitchFamily="34" charset="0"/>
                            </a:rPr>
                            <a:t> </a:t>
                          </a:r>
                          <a:endParaRPr lang="zh-CN" sz="1400" b="0" dirty="0">
                            <a:solidFill>
                              <a:srgbClr val="004696"/>
                            </a:solidFill>
                            <a:effectLst/>
                            <a:latin typeface="Arial" panose="020B0604020202020204" pitchFamily="34" charset="0"/>
                            <a:ea typeface="黑体" panose="02010609060101010101" pitchFamily="49" charset="-122"/>
                            <a:cs typeface="Arial" panose="020B0604020202020204" pitchFamily="34" charset="0"/>
                          </a:endParaRPr>
                        </a:p>
                        <a:p>
                          <a:pPr marL="103505" marR="93345" algn="ctr">
                            <a:lnSpc>
                              <a:spcPct val="115000"/>
                            </a:lnSpc>
                            <a:spcAft>
                              <a:spcPts val="0"/>
                            </a:spcAft>
                          </a:pPr>
                          <a:r>
                            <a:rPr lang="en-US" sz="1400" b="0" spc="5" dirty="0" smtClean="0">
                              <a:solidFill>
                                <a:srgbClr val="004696"/>
                              </a:solidFill>
                              <a:effectLst/>
                              <a:latin typeface="Arial" panose="020B0604020202020204" pitchFamily="34" charset="0"/>
                              <a:ea typeface="黑体" panose="02010609060101010101" pitchFamily="49" charset="-122"/>
                              <a:cs typeface="Arial" panose="020B0604020202020204" pitchFamily="34" charset="0"/>
                            </a:rPr>
                            <a:t>50</a:t>
                          </a:r>
                          <a:r>
                            <a:rPr lang="en-US" sz="1400" b="0" spc="-5" dirty="0" smtClean="0">
                              <a:solidFill>
                                <a:srgbClr val="004696"/>
                              </a:solidFill>
                              <a:effectLst/>
                              <a:latin typeface="Arial" panose="020B0604020202020204" pitchFamily="34" charset="0"/>
                              <a:ea typeface="黑体" panose="02010609060101010101" pitchFamily="49" charset="-122"/>
                              <a:cs typeface="Arial" panose="020B0604020202020204" pitchFamily="34" charset="0"/>
                            </a:rPr>
                            <a:t> </a:t>
                          </a:r>
                          <a:r>
                            <a:rPr lang="en-US" sz="1400" b="0" dirty="0">
                              <a:solidFill>
                                <a:srgbClr val="004696"/>
                              </a:solidFill>
                              <a:effectLst/>
                              <a:latin typeface="Arial" panose="020B0604020202020204" pitchFamily="34" charset="0"/>
                              <a:ea typeface="黑体" panose="02010609060101010101" pitchFamily="49" charset="-122"/>
                              <a:cs typeface="Arial" panose="020B0604020202020204" pitchFamily="34" charset="0"/>
                            </a:rPr>
                            <a:t>&lt;</a:t>
                          </a:r>
                          <a:r>
                            <a:rPr lang="en-US" sz="1400" b="0" spc="-10" dirty="0">
                              <a:solidFill>
                                <a:srgbClr val="004696"/>
                              </a:solidFill>
                              <a:effectLst/>
                              <a:latin typeface="Arial" panose="020B0604020202020204" pitchFamily="34" charset="0"/>
                              <a:ea typeface="黑体" panose="02010609060101010101" pitchFamily="49" charset="-122"/>
                              <a:cs typeface="Arial" panose="020B0604020202020204" pitchFamily="34" charset="0"/>
                            </a:rPr>
                            <a:t> </a:t>
                          </a:r>
                          <a:r>
                            <a:rPr lang="en-US" sz="1400" b="0" dirty="0">
                              <a:solidFill>
                                <a:srgbClr val="004696"/>
                              </a:solidFill>
                              <a:effectLst/>
                              <a:latin typeface="Arial" panose="020B0604020202020204" pitchFamily="34" charset="0"/>
                              <a:ea typeface="黑体" panose="02010609060101010101" pitchFamily="49" charset="-122"/>
                              <a:cs typeface="Arial" panose="020B0604020202020204" pitchFamily="34" charset="0"/>
                            </a:rPr>
                            <a:t>m</a:t>
                          </a:r>
                          <a:r>
                            <a:rPr lang="en-US" sz="1400" b="0" spc="-5" dirty="0">
                              <a:solidFill>
                                <a:srgbClr val="004696"/>
                              </a:solidFill>
                              <a:effectLst/>
                              <a:latin typeface="Arial" panose="020B0604020202020204" pitchFamily="34" charset="0"/>
                              <a:ea typeface="黑体" panose="02010609060101010101" pitchFamily="49" charset="-122"/>
                              <a:cs typeface="Arial" panose="020B0604020202020204" pitchFamily="34" charset="0"/>
                            </a:rPr>
                            <a:t> </a:t>
                          </a:r>
                          <a:r>
                            <a:rPr lang="en-US" sz="1400" b="0" dirty="0">
                              <a:solidFill>
                                <a:srgbClr val="004696"/>
                              </a:solidFill>
                              <a:effectLst/>
                              <a:latin typeface="Arial" panose="020B0604020202020204" pitchFamily="34" charset="0"/>
                              <a:ea typeface="黑体" panose="02010609060101010101" pitchFamily="49" charset="-122"/>
                              <a:cs typeface="Arial" panose="020B0604020202020204" pitchFamily="34" charset="0"/>
                            </a:rPr>
                            <a:t>≤</a:t>
                          </a:r>
                          <a:r>
                            <a:rPr lang="en-US" sz="1400" b="0" spc="-5" dirty="0">
                              <a:solidFill>
                                <a:srgbClr val="004696"/>
                              </a:solidFill>
                              <a:effectLst/>
                              <a:latin typeface="Arial" panose="020B0604020202020204" pitchFamily="34" charset="0"/>
                              <a:ea typeface="黑体" panose="02010609060101010101" pitchFamily="49" charset="-122"/>
                              <a:cs typeface="Arial" panose="020B0604020202020204" pitchFamily="34" charset="0"/>
                            </a:rPr>
                            <a:t> </a:t>
                          </a:r>
                          <a:r>
                            <a:rPr lang="en-US" sz="1400" b="0" spc="5" dirty="0">
                              <a:solidFill>
                                <a:srgbClr val="004696"/>
                              </a:solidFill>
                              <a:effectLst/>
                              <a:latin typeface="Arial" panose="020B0604020202020204" pitchFamily="34" charset="0"/>
                              <a:ea typeface="黑体" panose="02010609060101010101" pitchFamily="49" charset="-122"/>
                              <a:cs typeface="Arial" panose="020B0604020202020204" pitchFamily="34" charset="0"/>
                            </a:rPr>
                            <a:t>2</a:t>
                          </a:r>
                          <a:r>
                            <a:rPr lang="en-US" sz="1400" b="0" spc="-5" dirty="0">
                              <a:solidFill>
                                <a:srgbClr val="004696"/>
                              </a:solidFill>
                              <a:effectLst/>
                              <a:latin typeface="Arial" panose="020B0604020202020204" pitchFamily="34" charset="0"/>
                              <a:ea typeface="黑体" panose="02010609060101010101" pitchFamily="49" charset="-122"/>
                              <a:cs typeface="Arial" panose="020B0604020202020204" pitchFamily="34" charset="0"/>
                            </a:rPr>
                            <a:t>0</a:t>
                          </a:r>
                          <a:r>
                            <a:rPr lang="en-US" sz="1400" b="0" dirty="0">
                              <a:solidFill>
                                <a:srgbClr val="004696"/>
                              </a:solidFill>
                              <a:effectLst/>
                              <a:latin typeface="Arial" panose="020B0604020202020204" pitchFamily="34" charset="0"/>
                              <a:ea typeface="黑体" panose="02010609060101010101" pitchFamily="49" charset="-122"/>
                              <a:cs typeface="Arial" panose="020B0604020202020204" pitchFamily="34" charset="0"/>
                            </a:rPr>
                            <a:t>0</a:t>
                          </a:r>
                          <a:r>
                            <a:rPr lang="en-US" sz="1400" b="0" spc="-5" dirty="0">
                              <a:solidFill>
                                <a:srgbClr val="004696"/>
                              </a:solidFill>
                              <a:effectLst/>
                              <a:latin typeface="Arial" panose="020B0604020202020204" pitchFamily="34" charset="0"/>
                              <a:ea typeface="黑体" panose="02010609060101010101" pitchFamily="49" charset="-122"/>
                              <a:cs typeface="Arial" panose="020B0604020202020204" pitchFamily="34" charset="0"/>
                            </a:rPr>
                            <a:t> </a:t>
                          </a:r>
                          <a:endParaRPr lang="zh-CN" sz="1400" b="0" dirty="0">
                            <a:solidFill>
                              <a:srgbClr val="004696"/>
                            </a:solidFill>
                            <a:effectLst/>
                            <a:latin typeface="Arial" panose="020B0604020202020204" pitchFamily="34" charset="0"/>
                            <a:ea typeface="黑体" panose="02010609060101010101" pitchFamily="49" charset="-122"/>
                            <a:cs typeface="Arial" panose="020B0604020202020204" pitchFamily="34" charset="0"/>
                          </a:endParaRPr>
                        </a:p>
                        <a:p>
                          <a:pPr>
                            <a:lnSpc>
                              <a:spcPts val="650"/>
                            </a:lnSpc>
                            <a:spcBef>
                              <a:spcPts val="10"/>
                            </a:spcBef>
                            <a:spcAft>
                              <a:spcPts val="0"/>
                            </a:spcAft>
                          </a:pPr>
                          <a:r>
                            <a:rPr lang="en-US" sz="1400" b="0" dirty="0">
                              <a:solidFill>
                                <a:srgbClr val="004696"/>
                              </a:solidFill>
                              <a:effectLst/>
                              <a:latin typeface="Arial" panose="020B0604020202020204" pitchFamily="34" charset="0"/>
                              <a:ea typeface="黑体" panose="02010609060101010101" pitchFamily="49" charset="-122"/>
                              <a:cs typeface="Arial" panose="020B0604020202020204" pitchFamily="34" charset="0"/>
                            </a:rPr>
                            <a:t> </a:t>
                          </a:r>
                          <a:endParaRPr lang="zh-CN" sz="1400" b="0" dirty="0">
                            <a:solidFill>
                              <a:srgbClr val="004696"/>
                            </a:solidFill>
                            <a:effectLst/>
                            <a:latin typeface="Arial" panose="020B0604020202020204" pitchFamily="34" charset="0"/>
                            <a:ea typeface="黑体" panose="02010609060101010101" pitchFamily="49" charset="-122"/>
                            <a:cs typeface="Arial" panose="020B0604020202020204" pitchFamily="34" charset="0"/>
                          </a:endParaRPr>
                        </a:p>
                        <a:p>
                          <a:pPr marL="28575" marR="17145" algn="ctr">
                            <a:lnSpc>
                              <a:spcPct val="115000"/>
                            </a:lnSpc>
                            <a:spcAft>
                              <a:spcPts val="0"/>
                            </a:spcAft>
                          </a:pPr>
                          <a:r>
                            <a:rPr lang="en-US" sz="1400" b="0" spc="5" dirty="0" smtClean="0">
                              <a:solidFill>
                                <a:srgbClr val="004696"/>
                              </a:solidFill>
                              <a:effectLst/>
                              <a:latin typeface="Arial" panose="020B0604020202020204" pitchFamily="34" charset="0"/>
                              <a:ea typeface="黑体" panose="02010609060101010101" pitchFamily="49" charset="-122"/>
                              <a:cs typeface="Arial" panose="020B0604020202020204" pitchFamily="34" charset="0"/>
                            </a:rPr>
                            <a:t>20</a:t>
                          </a:r>
                          <a:r>
                            <a:rPr lang="en-US" sz="1400" b="0" dirty="0" smtClean="0">
                              <a:solidFill>
                                <a:srgbClr val="004696"/>
                              </a:solidFill>
                              <a:effectLst/>
                              <a:latin typeface="Arial" panose="020B0604020202020204" pitchFamily="34" charset="0"/>
                              <a:ea typeface="黑体" panose="02010609060101010101" pitchFamily="49" charset="-122"/>
                              <a:cs typeface="Arial" panose="020B0604020202020204" pitchFamily="34" charset="0"/>
                            </a:rPr>
                            <a:t>0</a:t>
                          </a:r>
                          <a:r>
                            <a:rPr lang="en-US" sz="1400" b="0" spc="-15" dirty="0" smtClean="0">
                              <a:solidFill>
                                <a:srgbClr val="004696"/>
                              </a:solidFill>
                              <a:effectLst/>
                              <a:latin typeface="Arial" panose="020B0604020202020204" pitchFamily="34" charset="0"/>
                              <a:ea typeface="黑体" panose="02010609060101010101" pitchFamily="49" charset="-122"/>
                              <a:cs typeface="Arial" panose="020B0604020202020204" pitchFamily="34" charset="0"/>
                            </a:rPr>
                            <a:t> </a:t>
                          </a:r>
                          <a:r>
                            <a:rPr lang="en-US" sz="1400" b="0" dirty="0">
                              <a:solidFill>
                                <a:srgbClr val="004696"/>
                              </a:solidFill>
                              <a:effectLst/>
                              <a:latin typeface="Arial" panose="020B0604020202020204" pitchFamily="34" charset="0"/>
                              <a:ea typeface="黑体" panose="02010609060101010101" pitchFamily="49" charset="-122"/>
                              <a:cs typeface="Arial" panose="020B0604020202020204" pitchFamily="34" charset="0"/>
                            </a:rPr>
                            <a:t>&lt;</a:t>
                          </a:r>
                          <a:r>
                            <a:rPr lang="en-US" sz="1400" b="0" spc="5" dirty="0">
                              <a:solidFill>
                                <a:srgbClr val="004696"/>
                              </a:solidFill>
                              <a:effectLst/>
                              <a:latin typeface="Arial" panose="020B0604020202020204" pitchFamily="34" charset="0"/>
                              <a:ea typeface="黑体" panose="02010609060101010101" pitchFamily="49" charset="-122"/>
                              <a:cs typeface="Arial" panose="020B0604020202020204" pitchFamily="34" charset="0"/>
                            </a:rPr>
                            <a:t> </a:t>
                          </a:r>
                          <a:r>
                            <a:rPr lang="en-US" sz="1400" b="0" dirty="0">
                              <a:solidFill>
                                <a:srgbClr val="004696"/>
                              </a:solidFill>
                              <a:effectLst/>
                              <a:latin typeface="Arial" panose="020B0604020202020204" pitchFamily="34" charset="0"/>
                              <a:ea typeface="黑体" panose="02010609060101010101" pitchFamily="49" charset="-122"/>
                              <a:cs typeface="Arial" panose="020B0604020202020204" pitchFamily="34" charset="0"/>
                            </a:rPr>
                            <a:t>m</a:t>
                          </a:r>
                          <a:r>
                            <a:rPr lang="en-US" sz="1400" b="0" spc="-5" dirty="0">
                              <a:solidFill>
                                <a:srgbClr val="004696"/>
                              </a:solidFill>
                              <a:effectLst/>
                              <a:latin typeface="Arial" panose="020B0604020202020204" pitchFamily="34" charset="0"/>
                              <a:ea typeface="黑体" panose="02010609060101010101" pitchFamily="49" charset="-122"/>
                              <a:cs typeface="Arial" panose="020B0604020202020204" pitchFamily="34" charset="0"/>
                            </a:rPr>
                            <a:t> </a:t>
                          </a:r>
                          <a:r>
                            <a:rPr lang="en-US" sz="1400" b="0" dirty="0">
                              <a:solidFill>
                                <a:srgbClr val="004696"/>
                              </a:solidFill>
                              <a:effectLst/>
                              <a:latin typeface="Arial" panose="020B0604020202020204" pitchFamily="34" charset="0"/>
                              <a:ea typeface="黑体" panose="02010609060101010101" pitchFamily="49" charset="-122"/>
                              <a:cs typeface="Arial" panose="020B0604020202020204" pitchFamily="34" charset="0"/>
                            </a:rPr>
                            <a:t>≤</a:t>
                          </a:r>
                          <a:r>
                            <a:rPr lang="en-US" sz="1400" b="0" spc="-5" dirty="0">
                              <a:solidFill>
                                <a:srgbClr val="004696"/>
                              </a:solidFill>
                              <a:effectLst/>
                              <a:latin typeface="Arial" panose="020B0604020202020204" pitchFamily="34" charset="0"/>
                              <a:ea typeface="黑体" panose="02010609060101010101" pitchFamily="49" charset="-122"/>
                              <a:cs typeface="Arial" panose="020B0604020202020204" pitchFamily="34" charset="0"/>
                            </a:rPr>
                            <a:t> </a:t>
                          </a:r>
                          <a:r>
                            <a:rPr lang="en-US" sz="1400" b="0" dirty="0">
                              <a:solidFill>
                                <a:srgbClr val="004696"/>
                              </a:solidFill>
                              <a:effectLst/>
                              <a:latin typeface="Arial" panose="020B0604020202020204" pitchFamily="34" charset="0"/>
                              <a:ea typeface="黑体" panose="02010609060101010101" pitchFamily="49" charset="-122"/>
                              <a:cs typeface="Arial" panose="020B0604020202020204" pitchFamily="34" charset="0"/>
                            </a:rPr>
                            <a:t>1</a:t>
                          </a:r>
                          <a:r>
                            <a:rPr lang="en-US" sz="1400" b="0" spc="-10" dirty="0">
                              <a:solidFill>
                                <a:srgbClr val="004696"/>
                              </a:solidFill>
                              <a:effectLst/>
                              <a:latin typeface="Arial" panose="020B0604020202020204" pitchFamily="34" charset="0"/>
                              <a:ea typeface="黑体" panose="02010609060101010101" pitchFamily="49" charset="-122"/>
                              <a:cs typeface="Arial" panose="020B0604020202020204" pitchFamily="34" charset="0"/>
                            </a:rPr>
                            <a:t> </a:t>
                          </a:r>
                          <a:r>
                            <a:rPr lang="en-US" sz="1400" b="0" spc="5" dirty="0">
                              <a:solidFill>
                                <a:srgbClr val="004696"/>
                              </a:solidFill>
                              <a:effectLst/>
                              <a:latin typeface="Arial" panose="020B0604020202020204" pitchFamily="34" charset="0"/>
                              <a:ea typeface="黑体" panose="02010609060101010101" pitchFamily="49" charset="-122"/>
                              <a:cs typeface="Arial" panose="020B0604020202020204" pitchFamily="34" charset="0"/>
                            </a:rPr>
                            <a:t>0</a:t>
                          </a:r>
                          <a:r>
                            <a:rPr lang="en-US" sz="1400" b="0" spc="-5" dirty="0">
                              <a:solidFill>
                                <a:srgbClr val="004696"/>
                              </a:solidFill>
                              <a:effectLst/>
                              <a:latin typeface="Arial" panose="020B0604020202020204" pitchFamily="34" charset="0"/>
                              <a:ea typeface="黑体" panose="02010609060101010101" pitchFamily="49" charset="-122"/>
                              <a:cs typeface="Arial" panose="020B0604020202020204" pitchFamily="34" charset="0"/>
                            </a:rPr>
                            <a:t>0</a:t>
                          </a:r>
                          <a:r>
                            <a:rPr lang="en-US" sz="1400" b="0" dirty="0">
                              <a:solidFill>
                                <a:srgbClr val="004696"/>
                              </a:solidFill>
                              <a:effectLst/>
                              <a:latin typeface="Arial" panose="020B0604020202020204" pitchFamily="34" charset="0"/>
                              <a:ea typeface="黑体" panose="02010609060101010101" pitchFamily="49" charset="-122"/>
                              <a:cs typeface="Arial" panose="020B0604020202020204" pitchFamily="34" charset="0"/>
                            </a:rPr>
                            <a:t>0</a:t>
                          </a:r>
                          <a:r>
                            <a:rPr lang="en-US" sz="1400" b="0" spc="-5" dirty="0">
                              <a:solidFill>
                                <a:srgbClr val="004696"/>
                              </a:solidFill>
                              <a:effectLst/>
                              <a:latin typeface="Arial" panose="020B0604020202020204" pitchFamily="34" charset="0"/>
                              <a:ea typeface="黑体" panose="02010609060101010101" pitchFamily="49" charset="-122"/>
                              <a:cs typeface="Arial" panose="020B0604020202020204" pitchFamily="34" charset="0"/>
                            </a:rPr>
                            <a:t> </a:t>
                          </a:r>
                          <a:endParaRPr lang="zh-CN" sz="1400" b="0" dirty="0">
                            <a:solidFill>
                              <a:srgbClr val="004696"/>
                            </a:solidFill>
                            <a:effectLst/>
                            <a:latin typeface="Arial" panose="020B0604020202020204" pitchFamily="34" charset="0"/>
                            <a:ea typeface="黑体" panose="02010609060101010101" pitchFamily="49" charset="-122"/>
                            <a:cs typeface="Arial" panose="020B0604020202020204" pitchFamily="34" charset="0"/>
                          </a:endParaRPr>
                        </a:p>
                      </a:txBody>
                      <a:tcPr marL="0" marR="0" marT="0" marB="0" anchor="ctr">
                        <a:lnL w="12700" cap="flat" cmpd="sng" algn="ctr">
                          <a:solidFill>
                            <a:srgbClr val="FF000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r>
                </a:tbl>
              </a:graphicData>
            </a:graphic>
          </p:graphicFrame>
        </mc:Fallback>
      </mc:AlternateContent>
    </p:spTree>
    <p:extLst>
      <p:ext uri="{BB962C8B-B14F-4D97-AF65-F5344CB8AC3E}">
        <p14:creationId xmlns:p14="http://schemas.microsoft.com/office/powerpoint/2010/main" val="4163124035"/>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latin typeface="黑体" panose="02010609060101010101" pitchFamily="49" charset="-122"/>
                <a:ea typeface="黑体" panose="02010609060101010101" pitchFamily="49" charset="-122"/>
              </a:rPr>
              <a:t>计量要求</a:t>
            </a:r>
            <a:endParaRPr lang="zh-CN" altLang="en-US" dirty="0"/>
          </a:p>
        </p:txBody>
      </p:sp>
      <p:sp>
        <p:nvSpPr>
          <p:cNvPr id="4" name="内容占位符 3"/>
          <p:cNvSpPr>
            <a:spLocks noGrp="1"/>
          </p:cNvSpPr>
          <p:nvPr>
            <p:ph idx="1"/>
          </p:nvPr>
        </p:nvSpPr>
        <p:spPr>
          <a:xfrm>
            <a:off x="395288" y="1185852"/>
            <a:ext cx="8353426" cy="4895850"/>
          </a:xfrm>
        </p:spPr>
        <p:txBody>
          <a:bodyPr/>
          <a:lstStyle/>
          <a:p>
            <a:pPr marL="0" indent="0">
              <a:buNone/>
            </a:pPr>
            <a:r>
              <a:rPr lang="en-US" altLang="zh-CN" dirty="0" smtClean="0"/>
              <a:t>Maximum Permissible Errors (MPE) on type evaluation</a:t>
            </a:r>
          </a:p>
          <a:p>
            <a:pPr marL="0" indent="0">
              <a:buNone/>
            </a:pPr>
            <a:endParaRPr lang="en-US" altLang="zh-CN" dirty="0" smtClean="0"/>
          </a:p>
          <a:p>
            <a:pPr marL="0" indent="0">
              <a:buNone/>
            </a:pPr>
            <a:r>
              <a:rPr lang="en-US" altLang="zh-CN" dirty="0" smtClean="0"/>
              <a:t>  </a:t>
            </a:r>
          </a:p>
          <a:p>
            <a:pPr marL="0" indent="0">
              <a:buNone/>
            </a:pPr>
            <a:endParaRPr lang="en-US" altLang="zh-CN" dirty="0"/>
          </a:p>
          <a:p>
            <a:pPr marL="0" indent="0">
              <a:buNone/>
            </a:pPr>
            <a:endParaRPr lang="en-US" altLang="zh-CN" dirty="0" smtClean="0"/>
          </a:p>
          <a:p>
            <a:endParaRPr lang="en-US" altLang="zh-CN" dirty="0"/>
          </a:p>
          <a:p>
            <a:endParaRPr lang="en-US" altLang="zh-CN" dirty="0" smtClean="0"/>
          </a:p>
          <a:p>
            <a:endParaRPr lang="en-US" altLang="zh-CN" dirty="0"/>
          </a:p>
          <a:p>
            <a:pPr marL="361950" lvl="2" indent="0">
              <a:buNone/>
            </a:pPr>
            <a:endParaRPr lang="en-US" altLang="zh-CN" dirty="0" smtClean="0"/>
          </a:p>
          <a:p>
            <a:pPr marL="361950" lvl="2" indent="0">
              <a:buNone/>
            </a:pPr>
            <a:endParaRPr lang="en-US" altLang="zh-CN" dirty="0" smtClean="0"/>
          </a:p>
        </p:txBody>
      </p:sp>
      <p:sp>
        <p:nvSpPr>
          <p:cNvPr id="5" name="灯片编号占位符 4"/>
          <p:cNvSpPr>
            <a:spLocks noGrp="1"/>
          </p:cNvSpPr>
          <p:nvPr>
            <p:ph type="sldNum" sz="quarter" idx="100"/>
          </p:nvPr>
        </p:nvSpPr>
        <p:spPr/>
        <p:txBody>
          <a:bodyPr/>
          <a:lstStyle/>
          <a:p>
            <a:fld id="{2B2B68EE-DD1E-4368-AFCE-24A50EC7BF18}" type="slidenum">
              <a:rPr lang="en-US" smtClean="0"/>
              <a:pPr/>
              <a:t>27</a:t>
            </a:fld>
            <a:endParaRPr lang="en-US" dirty="0"/>
          </a:p>
        </p:txBody>
      </p:sp>
      <p:sp>
        <p:nvSpPr>
          <p:cNvPr id="6" name="页脚占位符 5"/>
          <p:cNvSpPr>
            <a:spLocks noGrp="1"/>
          </p:cNvSpPr>
          <p:nvPr>
            <p:ph type="ftr" sz="quarter" idx="101"/>
          </p:nvPr>
        </p:nvSpPr>
        <p:spPr/>
        <p:txBody>
          <a:bodyPr/>
          <a:lstStyle/>
          <a:p>
            <a:r>
              <a:rPr lang="en-US" smtClean="0"/>
              <a:t>For internal use - Confidential</a:t>
            </a:r>
            <a:endParaRPr lang="en-US" dirty="0"/>
          </a:p>
        </p:txBody>
      </p:sp>
      <p:graphicFrame>
        <p:nvGraphicFramePr>
          <p:cNvPr id="3" name="图表 2"/>
          <p:cNvGraphicFramePr/>
          <p:nvPr>
            <p:extLst>
              <p:ext uri="{D42A27DB-BD31-4B8C-83A1-F6EECF244321}">
                <p14:modId xmlns:p14="http://schemas.microsoft.com/office/powerpoint/2010/main" val="3036052159"/>
              </p:ext>
            </p:extLst>
          </p:nvPr>
        </p:nvGraphicFramePr>
        <p:xfrm>
          <a:off x="543407" y="2276620"/>
          <a:ext cx="7920000" cy="4212000"/>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2091616301"/>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latin typeface="黑体" panose="02010609060101010101" pitchFamily="49" charset="-122"/>
                <a:ea typeface="黑体" panose="02010609060101010101" pitchFamily="49" charset="-122"/>
              </a:rPr>
              <a:t>计量要求</a:t>
            </a:r>
            <a:endParaRPr lang="zh-CN" altLang="en-US" dirty="0"/>
          </a:p>
        </p:txBody>
      </p:sp>
      <p:graphicFrame>
        <p:nvGraphicFramePr>
          <p:cNvPr id="9" name="内容占位符 8"/>
          <p:cNvGraphicFramePr>
            <a:graphicFrameLocks noGrp="1"/>
          </p:cNvGraphicFramePr>
          <p:nvPr>
            <p:ph idx="1"/>
            <p:extLst>
              <p:ext uri="{D42A27DB-BD31-4B8C-83A1-F6EECF244321}">
                <p14:modId xmlns:p14="http://schemas.microsoft.com/office/powerpoint/2010/main" val="4161448072"/>
              </p:ext>
            </p:extLst>
          </p:nvPr>
        </p:nvGraphicFramePr>
        <p:xfrm>
          <a:off x="395288" y="1185852"/>
          <a:ext cx="8353426" cy="489585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灯片编号占位符 4"/>
          <p:cNvSpPr>
            <a:spLocks noGrp="1"/>
          </p:cNvSpPr>
          <p:nvPr>
            <p:ph type="sldNum" sz="quarter" idx="100"/>
          </p:nvPr>
        </p:nvSpPr>
        <p:spPr/>
        <p:txBody>
          <a:bodyPr/>
          <a:lstStyle/>
          <a:p>
            <a:fld id="{2B2B68EE-DD1E-4368-AFCE-24A50EC7BF18}" type="slidenum">
              <a:rPr lang="en-US" smtClean="0"/>
              <a:pPr/>
              <a:t>28</a:t>
            </a:fld>
            <a:endParaRPr lang="en-US" dirty="0"/>
          </a:p>
        </p:txBody>
      </p:sp>
      <p:sp>
        <p:nvSpPr>
          <p:cNvPr id="6" name="页脚占位符 5"/>
          <p:cNvSpPr>
            <a:spLocks noGrp="1"/>
          </p:cNvSpPr>
          <p:nvPr>
            <p:ph type="ftr" sz="quarter" idx="101"/>
          </p:nvPr>
        </p:nvSpPr>
        <p:spPr/>
        <p:txBody>
          <a:bodyPr/>
          <a:lstStyle/>
          <a:p>
            <a:r>
              <a:rPr lang="en-US" smtClean="0"/>
              <a:t>For internal use - Confidential</a:t>
            </a:r>
            <a:endParaRPr lang="en-US" dirty="0"/>
          </a:p>
        </p:txBody>
      </p:sp>
    </p:spTree>
    <p:extLst>
      <p:ext uri="{BB962C8B-B14F-4D97-AF65-F5344CB8AC3E}">
        <p14:creationId xmlns:p14="http://schemas.microsoft.com/office/powerpoint/2010/main" val="153045849"/>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latin typeface="黑体" panose="02010609060101010101" pitchFamily="49" charset="-122"/>
                <a:ea typeface="黑体" panose="02010609060101010101" pitchFamily="49" charset="-122"/>
              </a:rPr>
              <a:t>计量要求</a:t>
            </a:r>
            <a:endParaRPr lang="zh-CN" altLang="en-US" dirty="0"/>
          </a:p>
        </p:txBody>
      </p:sp>
      <p:sp>
        <p:nvSpPr>
          <p:cNvPr id="4" name="内容占位符 3"/>
          <p:cNvSpPr>
            <a:spLocks noGrp="1"/>
          </p:cNvSpPr>
          <p:nvPr>
            <p:ph idx="1"/>
          </p:nvPr>
        </p:nvSpPr>
        <p:spPr>
          <a:xfrm>
            <a:off x="395288" y="1185852"/>
            <a:ext cx="8353426" cy="4895850"/>
          </a:xfrm>
        </p:spPr>
        <p:txBody>
          <a:bodyPr/>
          <a:lstStyle/>
          <a:p>
            <a:pPr marL="0" indent="0">
              <a:buNone/>
            </a:pPr>
            <a:r>
              <a:rPr lang="zh-CN" altLang="en-US" dirty="0" smtClean="0">
                <a:latin typeface="黑体" panose="02010609060101010101" pitchFamily="49" charset="-122"/>
                <a:ea typeface="黑体" panose="02010609060101010101" pitchFamily="49" charset="-122"/>
              </a:rPr>
              <a:t>线性误差和温度对灵敏度影响对总误差的综合影响或相互限定</a:t>
            </a:r>
            <a:endParaRPr lang="en-US" altLang="zh-CN" dirty="0" smtClean="0">
              <a:latin typeface="黑体" panose="02010609060101010101" pitchFamily="49" charset="-122"/>
              <a:ea typeface="黑体" panose="02010609060101010101" pitchFamily="49" charset="-122"/>
            </a:endParaRPr>
          </a:p>
          <a:p>
            <a:pPr marL="0" indent="0">
              <a:buNone/>
            </a:pPr>
            <a:r>
              <a:rPr lang="en-US" altLang="zh-CN" dirty="0" smtClean="0">
                <a:latin typeface="黑体" panose="02010609060101010101" pitchFamily="49" charset="-122"/>
                <a:ea typeface="黑体" panose="02010609060101010101" pitchFamily="49" charset="-122"/>
              </a:rPr>
              <a:t>  </a:t>
            </a:r>
          </a:p>
          <a:p>
            <a:pPr marL="0" indent="0">
              <a:buNone/>
            </a:pPr>
            <a:endParaRPr lang="en-US" altLang="zh-CN" dirty="0">
              <a:latin typeface="黑体" panose="02010609060101010101" pitchFamily="49" charset="-122"/>
              <a:ea typeface="黑体" panose="02010609060101010101" pitchFamily="49" charset="-122"/>
            </a:endParaRPr>
          </a:p>
          <a:p>
            <a:pPr marL="0" indent="0">
              <a:buNone/>
            </a:pPr>
            <a:endParaRPr lang="en-US" altLang="zh-CN" dirty="0" smtClean="0">
              <a:latin typeface="黑体" panose="02010609060101010101" pitchFamily="49" charset="-122"/>
              <a:ea typeface="黑体" panose="02010609060101010101" pitchFamily="49" charset="-122"/>
            </a:endParaRPr>
          </a:p>
          <a:p>
            <a:endParaRPr lang="en-US" altLang="zh-CN" dirty="0">
              <a:latin typeface="黑体" panose="02010609060101010101" pitchFamily="49" charset="-122"/>
              <a:ea typeface="黑体" panose="02010609060101010101" pitchFamily="49" charset="-122"/>
            </a:endParaRPr>
          </a:p>
          <a:p>
            <a:endParaRPr lang="en-US" altLang="zh-CN" dirty="0" smtClean="0">
              <a:latin typeface="黑体" panose="02010609060101010101" pitchFamily="49" charset="-122"/>
              <a:ea typeface="黑体" panose="02010609060101010101" pitchFamily="49" charset="-122"/>
            </a:endParaRPr>
          </a:p>
          <a:p>
            <a:endParaRPr lang="en-US" altLang="zh-CN" dirty="0">
              <a:latin typeface="黑体" panose="02010609060101010101" pitchFamily="49" charset="-122"/>
              <a:ea typeface="黑体" panose="02010609060101010101" pitchFamily="49" charset="-122"/>
            </a:endParaRPr>
          </a:p>
          <a:p>
            <a:pPr marL="361950" lvl="2" indent="0">
              <a:buNone/>
            </a:pPr>
            <a:endParaRPr lang="en-US" altLang="zh-CN" dirty="0" smtClean="0">
              <a:latin typeface="黑体" panose="02010609060101010101" pitchFamily="49" charset="-122"/>
              <a:ea typeface="黑体" panose="02010609060101010101" pitchFamily="49" charset="-122"/>
            </a:endParaRPr>
          </a:p>
          <a:p>
            <a:pPr marL="361950" lvl="2" indent="0">
              <a:buNone/>
            </a:pPr>
            <a:endParaRPr lang="en-US" altLang="zh-CN" dirty="0" smtClean="0">
              <a:latin typeface="黑体" panose="02010609060101010101" pitchFamily="49" charset="-122"/>
              <a:ea typeface="黑体" panose="02010609060101010101" pitchFamily="49" charset="-122"/>
            </a:endParaRPr>
          </a:p>
        </p:txBody>
      </p:sp>
      <p:sp>
        <p:nvSpPr>
          <p:cNvPr id="5" name="灯片编号占位符 4"/>
          <p:cNvSpPr>
            <a:spLocks noGrp="1"/>
          </p:cNvSpPr>
          <p:nvPr>
            <p:ph type="sldNum" sz="quarter" idx="100"/>
          </p:nvPr>
        </p:nvSpPr>
        <p:spPr/>
        <p:txBody>
          <a:bodyPr/>
          <a:lstStyle/>
          <a:p>
            <a:fld id="{2B2B68EE-DD1E-4368-AFCE-24A50EC7BF18}" type="slidenum">
              <a:rPr lang="en-US" smtClean="0"/>
              <a:pPr/>
              <a:t>29</a:t>
            </a:fld>
            <a:endParaRPr lang="en-US" dirty="0"/>
          </a:p>
        </p:txBody>
      </p:sp>
      <p:sp>
        <p:nvSpPr>
          <p:cNvPr id="6" name="页脚占位符 5"/>
          <p:cNvSpPr>
            <a:spLocks noGrp="1"/>
          </p:cNvSpPr>
          <p:nvPr>
            <p:ph type="ftr" sz="quarter" idx="101"/>
          </p:nvPr>
        </p:nvSpPr>
        <p:spPr/>
        <p:txBody>
          <a:bodyPr/>
          <a:lstStyle/>
          <a:p>
            <a:r>
              <a:rPr lang="en-US" smtClean="0"/>
              <a:t>For internal use - Confidential</a:t>
            </a:r>
            <a:endParaRPr lang="en-US" dirty="0"/>
          </a:p>
        </p:txBody>
      </p:sp>
      <p:graphicFrame>
        <p:nvGraphicFramePr>
          <p:cNvPr id="3" name="图表 2"/>
          <p:cNvGraphicFramePr/>
          <p:nvPr>
            <p:extLst>
              <p:ext uri="{D42A27DB-BD31-4B8C-83A1-F6EECF244321}">
                <p14:modId xmlns:p14="http://schemas.microsoft.com/office/powerpoint/2010/main" val="1397837237"/>
              </p:ext>
            </p:extLst>
          </p:nvPr>
        </p:nvGraphicFramePr>
        <p:xfrm>
          <a:off x="543407" y="1587832"/>
          <a:ext cx="7920000" cy="4464000"/>
        </p:xfrm>
        <a:graphic>
          <a:graphicData uri="http://schemas.openxmlformats.org/drawingml/2006/chart">
            <c:chart xmlns:c="http://schemas.openxmlformats.org/drawingml/2006/chart" xmlns:r="http://schemas.openxmlformats.org/officeDocument/2006/relationships" r:id="rId3"/>
          </a:graphicData>
        </a:graphic>
      </p:graphicFrame>
      <p:grpSp>
        <p:nvGrpSpPr>
          <p:cNvPr id="9" name="组合 8"/>
          <p:cNvGrpSpPr/>
          <p:nvPr/>
        </p:nvGrpSpPr>
        <p:grpSpPr>
          <a:xfrm>
            <a:off x="7079227" y="2610467"/>
            <a:ext cx="1668773" cy="1637071"/>
            <a:chOff x="7079227" y="2610467"/>
            <a:chExt cx="1668773" cy="1637071"/>
          </a:xfrm>
        </p:grpSpPr>
        <p:sp>
          <p:nvSpPr>
            <p:cNvPr id="7" name="右大括号 6"/>
            <p:cNvSpPr/>
            <p:nvPr/>
          </p:nvSpPr>
          <p:spPr>
            <a:xfrm>
              <a:off x="7079227" y="2610467"/>
              <a:ext cx="504000" cy="1637071"/>
            </a:xfrm>
            <a:prstGeom prst="rightBrace">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zh-CN" altLang="en-US"/>
            </a:p>
          </p:txBody>
        </p:sp>
        <p:sp>
          <p:nvSpPr>
            <p:cNvPr id="8" name="矩形 7"/>
            <p:cNvSpPr/>
            <p:nvPr/>
          </p:nvSpPr>
          <p:spPr>
            <a:xfrm>
              <a:off x="7671715" y="3170907"/>
              <a:ext cx="1076285" cy="516193"/>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1600" dirty="0" smtClean="0">
                  <a:solidFill>
                    <a:schemeClr val="tx1"/>
                  </a:solidFill>
                </a:rPr>
                <a:t>Span TC</a:t>
              </a:r>
              <a:endParaRPr lang="zh-CN" altLang="en-US" sz="1600" dirty="0" err="1" smtClean="0">
                <a:solidFill>
                  <a:schemeClr val="tx1"/>
                </a:solidFill>
              </a:endParaRPr>
            </a:p>
          </p:txBody>
        </p:sp>
      </p:grpSp>
    </p:spTree>
    <p:extLst>
      <p:ext uri="{BB962C8B-B14F-4D97-AF65-F5344CB8AC3E}">
        <p14:creationId xmlns:p14="http://schemas.microsoft.com/office/powerpoint/2010/main" val="2200237479"/>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p:cNvSpPr>
            <a:spLocks noGrp="1"/>
          </p:cNvSpPr>
          <p:nvPr>
            <p:ph idx="1"/>
          </p:nvPr>
        </p:nvSpPr>
        <p:spPr/>
        <p:txBody>
          <a:bodyPr/>
          <a:lstStyle/>
          <a:p>
            <a:pPr marL="179387" lvl="1" indent="0">
              <a:spcAft>
                <a:spcPts val="0"/>
              </a:spcAft>
              <a:buNone/>
            </a:pPr>
            <a:endParaRPr lang="en-US" altLang="zh-CN" dirty="0" smtClean="0">
              <a:latin typeface="黑体" panose="02010609060101010101" pitchFamily="49" charset="-122"/>
              <a:ea typeface="黑体" panose="02010609060101010101" pitchFamily="49" charset="-122"/>
            </a:endParaRPr>
          </a:p>
          <a:p>
            <a:pPr marL="179387" lvl="1" indent="457200">
              <a:lnSpc>
                <a:spcPct val="150000"/>
              </a:lnSpc>
              <a:spcAft>
                <a:spcPts val="1200"/>
              </a:spcAft>
              <a:buNone/>
            </a:pPr>
            <a:endParaRPr lang="zh-CN" altLang="en-US" dirty="0">
              <a:latin typeface="黑体" panose="02010609060101010101" pitchFamily="49" charset="-122"/>
              <a:ea typeface="黑体" panose="02010609060101010101" pitchFamily="49" charset="-122"/>
            </a:endParaRPr>
          </a:p>
        </p:txBody>
      </p:sp>
      <p:sp>
        <p:nvSpPr>
          <p:cNvPr id="5" name="灯片编号占位符 4"/>
          <p:cNvSpPr>
            <a:spLocks noGrp="1"/>
          </p:cNvSpPr>
          <p:nvPr>
            <p:ph type="sldNum" sz="quarter" idx="100"/>
          </p:nvPr>
        </p:nvSpPr>
        <p:spPr/>
        <p:txBody>
          <a:bodyPr/>
          <a:lstStyle/>
          <a:p>
            <a:fld id="{2B2B68EE-DD1E-4368-AFCE-24A50EC7BF18}" type="slidenum">
              <a:rPr lang="en-US" smtClean="0">
                <a:latin typeface="黑体" panose="02010609060101010101" pitchFamily="49" charset="-122"/>
                <a:ea typeface="黑体" panose="02010609060101010101" pitchFamily="49" charset="-122"/>
              </a:rPr>
              <a:pPr/>
              <a:t>30</a:t>
            </a:fld>
            <a:endParaRPr lang="en-US" dirty="0">
              <a:latin typeface="黑体" panose="02010609060101010101" pitchFamily="49" charset="-122"/>
              <a:ea typeface="黑体" panose="02010609060101010101" pitchFamily="49" charset="-122"/>
            </a:endParaRPr>
          </a:p>
        </p:txBody>
      </p:sp>
      <p:sp>
        <p:nvSpPr>
          <p:cNvPr id="6" name="页脚占位符 5"/>
          <p:cNvSpPr>
            <a:spLocks noGrp="1"/>
          </p:cNvSpPr>
          <p:nvPr>
            <p:ph type="ftr" sz="quarter" idx="101"/>
          </p:nvPr>
        </p:nvSpPr>
        <p:spPr/>
        <p:txBody>
          <a:bodyPr/>
          <a:lstStyle/>
          <a:p>
            <a:r>
              <a:rPr lang="en-US" smtClean="0">
                <a:latin typeface="黑体" panose="02010609060101010101" pitchFamily="49" charset="-122"/>
                <a:ea typeface="黑体" panose="02010609060101010101" pitchFamily="49" charset="-122"/>
              </a:rPr>
              <a:t>For internal use - Confidential</a:t>
            </a:r>
            <a:endParaRPr lang="en-US" dirty="0">
              <a:latin typeface="黑体" panose="02010609060101010101" pitchFamily="49" charset="-122"/>
              <a:ea typeface="黑体" panose="02010609060101010101" pitchFamily="49" charset="-122"/>
            </a:endParaRPr>
          </a:p>
        </p:txBody>
      </p:sp>
      <p:graphicFrame>
        <p:nvGraphicFramePr>
          <p:cNvPr id="7" name="图表 6"/>
          <p:cNvGraphicFramePr/>
          <p:nvPr>
            <p:extLst>
              <p:ext uri="{D42A27DB-BD31-4B8C-83A1-F6EECF244321}">
                <p14:modId xmlns:p14="http://schemas.microsoft.com/office/powerpoint/2010/main" val="283704661"/>
              </p:ext>
            </p:extLst>
          </p:nvPr>
        </p:nvGraphicFramePr>
        <p:xfrm>
          <a:off x="395536" y="1965189"/>
          <a:ext cx="8161145" cy="4320000"/>
        </p:xfrm>
        <a:graphic>
          <a:graphicData uri="http://schemas.openxmlformats.org/drawingml/2006/chart">
            <c:chart xmlns:c="http://schemas.openxmlformats.org/drawingml/2006/chart" xmlns:r="http://schemas.openxmlformats.org/officeDocument/2006/relationships" r:id="rId3"/>
          </a:graphicData>
        </a:graphic>
      </p:graphicFrame>
      <p:sp>
        <p:nvSpPr>
          <p:cNvPr id="12" name="TextBox 11"/>
          <p:cNvSpPr txBox="1"/>
          <p:nvPr/>
        </p:nvSpPr>
        <p:spPr>
          <a:xfrm>
            <a:off x="682383" y="980924"/>
            <a:ext cx="8028000" cy="492443"/>
          </a:xfrm>
          <a:prstGeom prst="rect">
            <a:avLst/>
          </a:prstGeom>
          <a:noFill/>
        </p:spPr>
        <p:txBody>
          <a:bodyPr wrap="square" lIns="0" tIns="0" rIns="0" bIns="0" rtlCol="0">
            <a:spAutoFit/>
          </a:bodyPr>
          <a:lstStyle/>
          <a:p>
            <a:pPr>
              <a:spcBef>
                <a:spcPts val="400"/>
              </a:spcBef>
              <a:spcAft>
                <a:spcPts val="600"/>
              </a:spcAft>
              <a:buClr>
                <a:schemeClr val="accent1"/>
              </a:buClr>
            </a:pPr>
            <a:r>
              <a:rPr lang="zh-CN" altLang="en-US" sz="1600" dirty="0" smtClean="0">
                <a:latin typeface="Arial" panose="020B0604020202020204" pitchFamily="34" charset="0"/>
                <a:ea typeface="黑体" panose="02010609060101010101" pitchFamily="49" charset="-122"/>
                <a:cs typeface="Arial" panose="020B0604020202020204" pitchFamily="34" charset="0"/>
              </a:rPr>
              <a:t>举例说明传感器滞后与除皮后的称量性能（对</a:t>
            </a:r>
            <a:r>
              <a:rPr lang="zh-CN" altLang="en-US" sz="1600" dirty="0" smtClean="0">
                <a:latin typeface="Arial" panose="020B0604020202020204" pitchFamily="34" charset="0"/>
                <a:ea typeface="黑体" panose="02010609060101010101" pitchFamily="49" charset="-122"/>
                <a:cs typeface="Arial" panose="020B0604020202020204" pitchFamily="34" charset="0"/>
              </a:rPr>
              <a:t>衡器除皮功能的</a:t>
            </a:r>
            <a:r>
              <a:rPr lang="zh-CN" altLang="en-US" sz="1600" dirty="0" smtClean="0">
                <a:latin typeface="Arial" panose="020B0604020202020204" pitchFamily="34" charset="0"/>
                <a:ea typeface="黑体" panose="02010609060101010101" pitchFamily="49" charset="-122"/>
                <a:cs typeface="Arial" panose="020B0604020202020204" pitchFamily="34" charset="0"/>
              </a:rPr>
              <a:t>影响，举例</a:t>
            </a:r>
            <a:r>
              <a:rPr lang="zh-CN" altLang="en-US" sz="1600" dirty="0" smtClean="0">
                <a:latin typeface="Arial" panose="020B0604020202020204" pitchFamily="34" charset="0"/>
                <a:ea typeface="黑体" panose="02010609060101010101" pitchFamily="49" charset="-122"/>
                <a:cs typeface="Arial" panose="020B0604020202020204" pitchFamily="34" charset="0"/>
              </a:rPr>
              <a:t>：</a:t>
            </a:r>
            <a:r>
              <a:rPr lang="en-US" altLang="zh-CN" sz="1600" dirty="0" smtClean="0">
                <a:latin typeface="Arial" panose="020B0604020202020204" pitchFamily="34" charset="0"/>
                <a:ea typeface="黑体" panose="02010609060101010101" pitchFamily="49" charset="-122"/>
                <a:cs typeface="Arial" panose="020B0604020202020204" pitchFamily="34" charset="0"/>
              </a:rPr>
              <a:t>Max</a:t>
            </a:r>
            <a:r>
              <a:rPr lang="zh-CN" altLang="en-US" sz="1600" dirty="0" smtClean="0">
                <a:latin typeface="Arial" panose="020B0604020202020204" pitchFamily="34" charset="0"/>
                <a:ea typeface="黑体" panose="02010609060101010101" pitchFamily="49" charset="-122"/>
                <a:cs typeface="Arial" panose="020B0604020202020204" pitchFamily="34" charset="0"/>
              </a:rPr>
              <a:t>：</a:t>
            </a:r>
            <a:r>
              <a:rPr lang="en-US" altLang="zh-CN" sz="1600" dirty="0" smtClean="0">
                <a:latin typeface="Arial" panose="020B0604020202020204" pitchFamily="34" charset="0"/>
                <a:ea typeface="黑体" panose="02010609060101010101" pitchFamily="49" charset="-122"/>
                <a:cs typeface="Arial" panose="020B0604020202020204" pitchFamily="34" charset="0"/>
              </a:rPr>
              <a:t>15kg</a:t>
            </a:r>
            <a:r>
              <a:rPr lang="zh-CN" altLang="en-US" sz="1600" dirty="0" smtClean="0">
                <a:latin typeface="Arial" panose="020B0604020202020204" pitchFamily="34" charset="0"/>
                <a:ea typeface="黑体" panose="02010609060101010101" pitchFamily="49" charset="-122"/>
                <a:cs typeface="Arial" panose="020B0604020202020204" pitchFamily="34" charset="0"/>
              </a:rPr>
              <a:t>， </a:t>
            </a:r>
            <a:r>
              <a:rPr lang="en-US" altLang="zh-CN" sz="1600" dirty="0" smtClean="0">
                <a:latin typeface="Arial" panose="020B0604020202020204" pitchFamily="34" charset="0"/>
                <a:ea typeface="黑体" panose="02010609060101010101" pitchFamily="49" charset="-122"/>
                <a:cs typeface="Arial" panose="020B0604020202020204" pitchFamily="34" charset="0"/>
              </a:rPr>
              <a:t>e=5g</a:t>
            </a:r>
            <a:r>
              <a:rPr lang="zh-CN" altLang="en-US" sz="1600" dirty="0" smtClean="0">
                <a:latin typeface="Arial" panose="020B0604020202020204" pitchFamily="34" charset="0"/>
                <a:ea typeface="黑体" panose="02010609060101010101" pitchFamily="49" charset="-122"/>
                <a:cs typeface="Arial" panose="020B0604020202020204" pitchFamily="34" charset="0"/>
              </a:rPr>
              <a:t>）</a:t>
            </a:r>
            <a:endParaRPr lang="en-US" altLang="zh-CN" sz="1600" dirty="0" smtClean="0">
              <a:latin typeface="Arial" panose="020B0604020202020204" pitchFamily="34" charset="0"/>
              <a:ea typeface="黑体" panose="02010609060101010101" pitchFamily="49" charset="-122"/>
              <a:cs typeface="Arial" panose="020B0604020202020204" pitchFamily="34" charset="0"/>
            </a:endParaRPr>
          </a:p>
        </p:txBody>
      </p:sp>
      <p:sp>
        <p:nvSpPr>
          <p:cNvPr id="10" name="标题 1"/>
          <p:cNvSpPr>
            <a:spLocks noGrp="1"/>
          </p:cNvSpPr>
          <p:nvPr>
            <p:ph type="title"/>
          </p:nvPr>
        </p:nvSpPr>
        <p:spPr>
          <a:xfrm>
            <a:off x="395536" y="188640"/>
            <a:ext cx="6912464" cy="573361"/>
          </a:xfrm>
        </p:spPr>
        <p:txBody>
          <a:bodyPr/>
          <a:lstStyle/>
          <a:p>
            <a:r>
              <a:rPr lang="zh-CN" altLang="en-US" dirty="0">
                <a:latin typeface="黑体" panose="02010609060101010101" pitchFamily="49" charset="-122"/>
                <a:ea typeface="黑体" panose="02010609060101010101" pitchFamily="49" charset="-122"/>
              </a:rPr>
              <a:t>计量要求</a:t>
            </a:r>
          </a:p>
        </p:txBody>
      </p:sp>
      <p:grpSp>
        <p:nvGrpSpPr>
          <p:cNvPr id="8" name="组合 7"/>
          <p:cNvGrpSpPr/>
          <p:nvPr/>
        </p:nvGrpSpPr>
        <p:grpSpPr>
          <a:xfrm>
            <a:off x="3029798" y="3590751"/>
            <a:ext cx="1678896" cy="900000"/>
            <a:chOff x="3029798" y="3807723"/>
            <a:chExt cx="1678896" cy="936000"/>
          </a:xfrm>
        </p:grpSpPr>
        <p:sp>
          <p:nvSpPr>
            <p:cNvPr id="2" name="右大括号 1"/>
            <p:cNvSpPr/>
            <p:nvPr/>
          </p:nvSpPr>
          <p:spPr>
            <a:xfrm flipH="1" flipV="1">
              <a:off x="4312694" y="3807723"/>
              <a:ext cx="396000" cy="936000"/>
            </a:xfrm>
            <a:prstGeom prst="rightBrace">
              <a:avLst>
                <a:gd name="adj1" fmla="val 8333"/>
                <a:gd name="adj2" fmla="val 52916"/>
              </a:avLst>
            </a:prstGeom>
            <a:ln w="28575">
              <a:solidFill>
                <a:schemeClr val="accent2"/>
              </a:solidFill>
            </a:ln>
          </p:spPr>
          <p:style>
            <a:lnRef idx="1">
              <a:schemeClr val="dk1"/>
            </a:lnRef>
            <a:fillRef idx="0">
              <a:schemeClr val="dk1"/>
            </a:fillRef>
            <a:effectRef idx="0">
              <a:schemeClr val="dk1"/>
            </a:effectRef>
            <a:fontRef idx="minor">
              <a:schemeClr val="tx1"/>
            </a:fontRef>
          </p:style>
          <p:txBody>
            <a:bodyPr rtlCol="0" anchor="ctr"/>
            <a:lstStyle/>
            <a:p>
              <a:pPr algn="ctr"/>
              <a:endParaRPr lang="zh-CN" altLang="en-US"/>
            </a:p>
          </p:txBody>
        </p:sp>
        <p:sp>
          <p:nvSpPr>
            <p:cNvPr id="3" name="矩形 2"/>
            <p:cNvSpPr/>
            <p:nvPr/>
          </p:nvSpPr>
          <p:spPr>
            <a:xfrm>
              <a:off x="3029798" y="4047688"/>
              <a:ext cx="1152000" cy="432000"/>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marL="6350">
                <a:buClr>
                  <a:schemeClr val="accent1"/>
                </a:buClr>
              </a:pPr>
              <a:r>
                <a:rPr lang="zh-CN" altLang="en-US" sz="1600" dirty="0">
                  <a:solidFill>
                    <a:schemeClr val="tx1"/>
                  </a:solidFill>
                  <a:latin typeface="黑体" panose="02010609060101010101" pitchFamily="49" charset="-122"/>
                  <a:ea typeface="黑体" panose="02010609060101010101" pitchFamily="49" charset="-122"/>
                </a:rPr>
                <a:t>滞后误差</a:t>
              </a:r>
            </a:p>
          </p:txBody>
        </p:sp>
      </p:grpSp>
    </p:spTree>
    <p:extLst>
      <p:ext uri="{BB962C8B-B14F-4D97-AF65-F5344CB8AC3E}">
        <p14:creationId xmlns:p14="http://schemas.microsoft.com/office/powerpoint/2010/main" val="12289932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p:cNvSpPr>
            <a:spLocks noGrp="1"/>
          </p:cNvSpPr>
          <p:nvPr>
            <p:ph idx="1"/>
          </p:nvPr>
        </p:nvSpPr>
        <p:spPr/>
        <p:txBody>
          <a:bodyPr/>
          <a:lstStyle/>
          <a:p>
            <a:pPr marL="179387" lvl="1" indent="0">
              <a:spcAft>
                <a:spcPts val="0"/>
              </a:spcAft>
              <a:buNone/>
            </a:pPr>
            <a:endParaRPr lang="en-US" altLang="zh-CN" dirty="0" smtClean="0">
              <a:latin typeface="黑体" panose="02010609060101010101" pitchFamily="49" charset="-122"/>
              <a:ea typeface="黑体" panose="02010609060101010101" pitchFamily="49" charset="-122"/>
            </a:endParaRPr>
          </a:p>
          <a:p>
            <a:pPr marL="179387" lvl="1" indent="457200">
              <a:lnSpc>
                <a:spcPct val="150000"/>
              </a:lnSpc>
              <a:spcAft>
                <a:spcPts val="1200"/>
              </a:spcAft>
              <a:buNone/>
            </a:pPr>
            <a:endParaRPr lang="zh-CN" altLang="en-US" dirty="0">
              <a:latin typeface="黑体" panose="02010609060101010101" pitchFamily="49" charset="-122"/>
              <a:ea typeface="黑体" panose="02010609060101010101" pitchFamily="49" charset="-122"/>
            </a:endParaRPr>
          </a:p>
        </p:txBody>
      </p:sp>
      <p:sp>
        <p:nvSpPr>
          <p:cNvPr id="5" name="灯片编号占位符 4"/>
          <p:cNvSpPr>
            <a:spLocks noGrp="1"/>
          </p:cNvSpPr>
          <p:nvPr>
            <p:ph type="sldNum" sz="quarter" idx="100"/>
          </p:nvPr>
        </p:nvSpPr>
        <p:spPr/>
        <p:txBody>
          <a:bodyPr/>
          <a:lstStyle/>
          <a:p>
            <a:fld id="{2B2B68EE-DD1E-4368-AFCE-24A50EC7BF18}" type="slidenum">
              <a:rPr lang="en-US" smtClean="0">
                <a:latin typeface="黑体" panose="02010609060101010101" pitchFamily="49" charset="-122"/>
                <a:ea typeface="黑体" panose="02010609060101010101" pitchFamily="49" charset="-122"/>
              </a:rPr>
              <a:pPr/>
              <a:t>31</a:t>
            </a:fld>
            <a:endParaRPr lang="en-US" dirty="0">
              <a:latin typeface="黑体" panose="02010609060101010101" pitchFamily="49" charset="-122"/>
              <a:ea typeface="黑体" panose="02010609060101010101" pitchFamily="49" charset="-122"/>
            </a:endParaRPr>
          </a:p>
        </p:txBody>
      </p:sp>
      <p:sp>
        <p:nvSpPr>
          <p:cNvPr id="6" name="页脚占位符 5"/>
          <p:cNvSpPr>
            <a:spLocks noGrp="1"/>
          </p:cNvSpPr>
          <p:nvPr>
            <p:ph type="ftr" sz="quarter" idx="101"/>
          </p:nvPr>
        </p:nvSpPr>
        <p:spPr/>
        <p:txBody>
          <a:bodyPr/>
          <a:lstStyle/>
          <a:p>
            <a:r>
              <a:rPr lang="en-US" smtClean="0">
                <a:latin typeface="黑体" panose="02010609060101010101" pitchFamily="49" charset="-122"/>
                <a:ea typeface="黑体" panose="02010609060101010101" pitchFamily="49" charset="-122"/>
              </a:rPr>
              <a:t>For internal use - Confidential</a:t>
            </a:r>
            <a:endParaRPr lang="en-US" dirty="0">
              <a:latin typeface="黑体" panose="02010609060101010101" pitchFamily="49" charset="-122"/>
              <a:ea typeface="黑体" panose="02010609060101010101" pitchFamily="49" charset="-122"/>
            </a:endParaRPr>
          </a:p>
        </p:txBody>
      </p:sp>
      <p:graphicFrame>
        <p:nvGraphicFramePr>
          <p:cNvPr id="7" name="图表 6"/>
          <p:cNvGraphicFramePr/>
          <p:nvPr>
            <p:extLst>
              <p:ext uri="{D42A27DB-BD31-4B8C-83A1-F6EECF244321}">
                <p14:modId xmlns:p14="http://schemas.microsoft.com/office/powerpoint/2010/main" val="3186067018"/>
              </p:ext>
            </p:extLst>
          </p:nvPr>
        </p:nvGraphicFramePr>
        <p:xfrm>
          <a:off x="586855" y="2224585"/>
          <a:ext cx="8161145" cy="4289451"/>
        </p:xfrm>
        <a:graphic>
          <a:graphicData uri="http://schemas.openxmlformats.org/drawingml/2006/chart">
            <c:chart xmlns:c="http://schemas.openxmlformats.org/drawingml/2006/chart" xmlns:r="http://schemas.openxmlformats.org/officeDocument/2006/relationships" r:id="rId3"/>
          </a:graphicData>
        </a:graphic>
      </p:graphicFrame>
      <p:sp>
        <p:nvSpPr>
          <p:cNvPr id="12" name="TextBox 11"/>
          <p:cNvSpPr txBox="1"/>
          <p:nvPr/>
        </p:nvSpPr>
        <p:spPr>
          <a:xfrm>
            <a:off x="682383" y="980924"/>
            <a:ext cx="8028000" cy="492443"/>
          </a:xfrm>
          <a:prstGeom prst="rect">
            <a:avLst/>
          </a:prstGeom>
          <a:noFill/>
        </p:spPr>
        <p:txBody>
          <a:bodyPr wrap="square" lIns="0" tIns="0" rIns="0" bIns="0" rtlCol="0">
            <a:spAutoFit/>
          </a:bodyPr>
          <a:lstStyle/>
          <a:p>
            <a:pPr indent="457200">
              <a:spcBef>
                <a:spcPts val="400"/>
              </a:spcBef>
              <a:spcAft>
                <a:spcPts val="600"/>
              </a:spcAft>
              <a:buClr>
                <a:schemeClr val="accent1"/>
              </a:buClr>
            </a:pPr>
            <a:r>
              <a:rPr lang="zh-CN" altLang="en-US" sz="1600" dirty="0" smtClean="0">
                <a:latin typeface="Arial" panose="020B0604020202020204" pitchFamily="34" charset="0"/>
                <a:ea typeface="黑体" panose="02010609060101010101" pitchFamily="49" charset="-122"/>
                <a:cs typeface="Arial" panose="020B0604020202020204" pitchFamily="34" charset="0"/>
              </a:rPr>
              <a:t>如果衡器具有除皮功能，在</a:t>
            </a:r>
            <a:r>
              <a:rPr lang="en-US" altLang="zh-CN" sz="1600" dirty="0" smtClean="0">
                <a:latin typeface="Arial" panose="020B0604020202020204" pitchFamily="34" charset="0"/>
                <a:ea typeface="黑体" panose="02010609060101010101" pitchFamily="49" charset="-122"/>
                <a:cs typeface="Arial" panose="020B0604020202020204" pitchFamily="34" charset="0"/>
              </a:rPr>
              <a:t>1/2Max</a:t>
            </a:r>
            <a:r>
              <a:rPr lang="zh-CN" altLang="en-US" sz="1600" dirty="0" smtClean="0">
                <a:latin typeface="Arial" panose="020B0604020202020204" pitchFamily="34" charset="0"/>
                <a:ea typeface="黑体" panose="02010609060101010101" pitchFamily="49" charset="-122"/>
                <a:cs typeface="Arial" panose="020B0604020202020204" pitchFamily="34" charset="0"/>
              </a:rPr>
              <a:t>除皮，在该皮重载荷点（除皮操作前的毛重）建立新的净重零点。</a:t>
            </a:r>
          </a:p>
        </p:txBody>
      </p:sp>
      <p:sp>
        <p:nvSpPr>
          <p:cNvPr id="10" name="标题 1"/>
          <p:cNvSpPr>
            <a:spLocks noGrp="1"/>
          </p:cNvSpPr>
          <p:nvPr>
            <p:ph type="title"/>
          </p:nvPr>
        </p:nvSpPr>
        <p:spPr>
          <a:xfrm>
            <a:off x="395536" y="188640"/>
            <a:ext cx="6912464" cy="573361"/>
          </a:xfrm>
        </p:spPr>
        <p:txBody>
          <a:bodyPr/>
          <a:lstStyle/>
          <a:p>
            <a:r>
              <a:rPr lang="zh-CN" altLang="en-US" dirty="0">
                <a:latin typeface="黑体" panose="02010609060101010101" pitchFamily="49" charset="-122"/>
                <a:ea typeface="黑体" panose="02010609060101010101" pitchFamily="49" charset="-122"/>
              </a:rPr>
              <a:t>计量要求</a:t>
            </a:r>
          </a:p>
        </p:txBody>
      </p:sp>
      <p:grpSp>
        <p:nvGrpSpPr>
          <p:cNvPr id="13" name="组合 12"/>
          <p:cNvGrpSpPr/>
          <p:nvPr/>
        </p:nvGrpSpPr>
        <p:grpSpPr>
          <a:xfrm>
            <a:off x="4401223" y="2634012"/>
            <a:ext cx="1115999" cy="1325230"/>
            <a:chOff x="4587199" y="2634012"/>
            <a:chExt cx="1115999" cy="1325230"/>
          </a:xfrm>
        </p:grpSpPr>
        <p:sp>
          <p:nvSpPr>
            <p:cNvPr id="9" name="椭圆 8"/>
            <p:cNvSpPr/>
            <p:nvPr/>
          </p:nvSpPr>
          <p:spPr>
            <a:xfrm>
              <a:off x="4587199" y="3671242"/>
              <a:ext cx="288000" cy="288000"/>
            </a:xfrm>
            <a:prstGeom prst="ellipse">
              <a:avLst/>
            </a:prstGeom>
            <a:solidFill>
              <a:schemeClr val="lt1">
                <a:alpha val="0"/>
              </a:schemeClr>
            </a:solidFill>
            <a:ln w="38100">
              <a:solidFill>
                <a:srgbClr val="FF0000"/>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sz="1600" dirty="0" err="1" smtClean="0">
                <a:solidFill>
                  <a:schemeClr val="bg1"/>
                </a:solidFill>
              </a:endParaRPr>
            </a:p>
          </p:txBody>
        </p:sp>
        <p:sp>
          <p:nvSpPr>
            <p:cNvPr id="11" name="椭圆形标注 10"/>
            <p:cNvSpPr/>
            <p:nvPr/>
          </p:nvSpPr>
          <p:spPr>
            <a:xfrm>
              <a:off x="4875198" y="2634012"/>
              <a:ext cx="828000" cy="576000"/>
            </a:xfrm>
            <a:prstGeom prst="wedgeEllipseCallout">
              <a:avLst>
                <a:gd name="adj1" fmla="val -60391"/>
                <a:gd name="adj2" fmla="val 144336"/>
              </a:avLst>
            </a:prstGeom>
            <a:noFill/>
            <a:ln>
              <a:solidFill>
                <a:schemeClr val="tx1"/>
              </a:solidFill>
            </a:ln>
          </p:spPr>
          <p:style>
            <a:lnRef idx="2">
              <a:schemeClr val="accent4"/>
            </a:lnRef>
            <a:fillRef idx="1">
              <a:schemeClr val="lt1"/>
            </a:fillRef>
            <a:effectRef idx="0">
              <a:schemeClr val="accent4"/>
            </a:effectRef>
            <a:fontRef idx="minor">
              <a:schemeClr val="dk1"/>
            </a:fontRef>
          </p:style>
          <p:txBody>
            <a:bodyPr rtlCol="0" anchor="ctr"/>
            <a:lstStyle/>
            <a:p>
              <a:pPr algn="ctr"/>
              <a:r>
                <a:rPr lang="en-US" altLang="zh-CN" sz="1600" dirty="0" smtClean="0">
                  <a:solidFill>
                    <a:schemeClr val="tx1"/>
                  </a:solidFill>
                </a:rPr>
                <a:t>Net zero</a:t>
              </a:r>
              <a:endParaRPr lang="zh-CN" altLang="en-US" sz="1600" dirty="0" err="1" smtClean="0">
                <a:solidFill>
                  <a:schemeClr val="tx1"/>
                </a:solidFill>
              </a:endParaRPr>
            </a:p>
          </p:txBody>
        </p:sp>
      </p:grpSp>
    </p:spTree>
    <p:extLst>
      <p:ext uri="{BB962C8B-B14F-4D97-AF65-F5344CB8AC3E}">
        <p14:creationId xmlns:p14="http://schemas.microsoft.com/office/powerpoint/2010/main" val="30866824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1000"/>
                                        <p:tgtEl>
                                          <p:spTgt spid="13"/>
                                        </p:tgtEl>
                                      </p:cBhvr>
                                    </p:animEffect>
                                    <p:anim calcmode="lin" valueType="num">
                                      <p:cBhvr>
                                        <p:cTn id="8" dur="1000" fill="hold"/>
                                        <p:tgtEl>
                                          <p:spTgt spid="13"/>
                                        </p:tgtEl>
                                        <p:attrNameLst>
                                          <p:attrName>ppt_x</p:attrName>
                                        </p:attrNameLst>
                                      </p:cBhvr>
                                      <p:tavLst>
                                        <p:tav tm="0">
                                          <p:val>
                                            <p:strVal val="#ppt_x"/>
                                          </p:val>
                                        </p:tav>
                                        <p:tav tm="100000">
                                          <p:val>
                                            <p:strVal val="#ppt_x"/>
                                          </p:val>
                                        </p:tav>
                                      </p:tavLst>
                                    </p:anim>
                                    <p:anim calcmode="lin" valueType="num">
                                      <p:cBhvr>
                                        <p:cTn id="9"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p:cNvSpPr>
            <a:spLocks noGrp="1"/>
          </p:cNvSpPr>
          <p:nvPr>
            <p:ph idx="1"/>
          </p:nvPr>
        </p:nvSpPr>
        <p:spPr/>
        <p:txBody>
          <a:bodyPr/>
          <a:lstStyle/>
          <a:p>
            <a:pPr marL="179387" lvl="1" indent="0">
              <a:spcAft>
                <a:spcPts val="0"/>
              </a:spcAft>
              <a:buNone/>
            </a:pPr>
            <a:endParaRPr lang="en-US" altLang="zh-CN" dirty="0" smtClean="0">
              <a:latin typeface="黑体" panose="02010609060101010101" pitchFamily="49" charset="-122"/>
              <a:ea typeface="黑体" panose="02010609060101010101" pitchFamily="49" charset="-122"/>
            </a:endParaRPr>
          </a:p>
          <a:p>
            <a:pPr marL="179387" lvl="1" indent="457200">
              <a:lnSpc>
                <a:spcPct val="150000"/>
              </a:lnSpc>
              <a:spcAft>
                <a:spcPts val="1200"/>
              </a:spcAft>
              <a:buNone/>
            </a:pPr>
            <a:endParaRPr lang="zh-CN" altLang="en-US" dirty="0">
              <a:latin typeface="黑体" panose="02010609060101010101" pitchFamily="49" charset="-122"/>
              <a:ea typeface="黑体" panose="02010609060101010101" pitchFamily="49" charset="-122"/>
            </a:endParaRPr>
          </a:p>
        </p:txBody>
      </p:sp>
      <p:sp>
        <p:nvSpPr>
          <p:cNvPr id="5" name="灯片编号占位符 4"/>
          <p:cNvSpPr>
            <a:spLocks noGrp="1"/>
          </p:cNvSpPr>
          <p:nvPr>
            <p:ph type="sldNum" sz="quarter" idx="100"/>
          </p:nvPr>
        </p:nvSpPr>
        <p:spPr/>
        <p:txBody>
          <a:bodyPr/>
          <a:lstStyle/>
          <a:p>
            <a:fld id="{2B2B68EE-DD1E-4368-AFCE-24A50EC7BF18}" type="slidenum">
              <a:rPr lang="en-US" smtClean="0">
                <a:latin typeface="黑体" panose="02010609060101010101" pitchFamily="49" charset="-122"/>
                <a:ea typeface="黑体" panose="02010609060101010101" pitchFamily="49" charset="-122"/>
              </a:rPr>
              <a:pPr/>
              <a:t>32</a:t>
            </a:fld>
            <a:endParaRPr lang="en-US" dirty="0">
              <a:latin typeface="黑体" panose="02010609060101010101" pitchFamily="49" charset="-122"/>
              <a:ea typeface="黑体" panose="02010609060101010101" pitchFamily="49" charset="-122"/>
            </a:endParaRPr>
          </a:p>
        </p:txBody>
      </p:sp>
      <p:sp>
        <p:nvSpPr>
          <p:cNvPr id="6" name="页脚占位符 5"/>
          <p:cNvSpPr>
            <a:spLocks noGrp="1"/>
          </p:cNvSpPr>
          <p:nvPr>
            <p:ph type="ftr" sz="quarter" idx="101"/>
          </p:nvPr>
        </p:nvSpPr>
        <p:spPr/>
        <p:txBody>
          <a:bodyPr/>
          <a:lstStyle/>
          <a:p>
            <a:r>
              <a:rPr lang="en-US" smtClean="0">
                <a:latin typeface="黑体" panose="02010609060101010101" pitchFamily="49" charset="-122"/>
                <a:ea typeface="黑体" panose="02010609060101010101" pitchFamily="49" charset="-122"/>
              </a:rPr>
              <a:t>For internal use - Confidential</a:t>
            </a:r>
            <a:endParaRPr lang="en-US" dirty="0">
              <a:latin typeface="黑体" panose="02010609060101010101" pitchFamily="49" charset="-122"/>
              <a:ea typeface="黑体" panose="02010609060101010101" pitchFamily="49" charset="-122"/>
            </a:endParaRPr>
          </a:p>
        </p:txBody>
      </p:sp>
      <p:graphicFrame>
        <p:nvGraphicFramePr>
          <p:cNvPr id="7" name="图表 6"/>
          <p:cNvGraphicFramePr/>
          <p:nvPr>
            <p:extLst>
              <p:ext uri="{D42A27DB-BD31-4B8C-83A1-F6EECF244321}">
                <p14:modId xmlns:p14="http://schemas.microsoft.com/office/powerpoint/2010/main" val="4027985809"/>
              </p:ext>
            </p:extLst>
          </p:nvPr>
        </p:nvGraphicFramePr>
        <p:xfrm>
          <a:off x="480148" y="1065286"/>
          <a:ext cx="8161145" cy="4612183"/>
        </p:xfrm>
        <a:graphic>
          <a:graphicData uri="http://schemas.openxmlformats.org/drawingml/2006/chart">
            <c:chart xmlns:c="http://schemas.openxmlformats.org/drawingml/2006/chart" xmlns:r="http://schemas.openxmlformats.org/officeDocument/2006/relationships" r:id="rId3"/>
          </a:graphicData>
        </a:graphic>
      </p:graphicFrame>
      <p:sp>
        <p:nvSpPr>
          <p:cNvPr id="10" name="标题 1"/>
          <p:cNvSpPr>
            <a:spLocks noGrp="1"/>
          </p:cNvSpPr>
          <p:nvPr>
            <p:ph type="title"/>
          </p:nvPr>
        </p:nvSpPr>
        <p:spPr>
          <a:xfrm>
            <a:off x="395536" y="188640"/>
            <a:ext cx="6912464" cy="573361"/>
          </a:xfrm>
        </p:spPr>
        <p:txBody>
          <a:bodyPr/>
          <a:lstStyle/>
          <a:p>
            <a:r>
              <a:rPr lang="zh-CN" altLang="en-US" dirty="0">
                <a:latin typeface="黑体" panose="02010609060101010101" pitchFamily="49" charset="-122"/>
                <a:ea typeface="黑体" panose="02010609060101010101" pitchFamily="49" charset="-122"/>
              </a:rPr>
              <a:t>计量要求</a:t>
            </a:r>
          </a:p>
        </p:txBody>
      </p:sp>
      <p:grpSp>
        <p:nvGrpSpPr>
          <p:cNvPr id="8" name="组合 7"/>
          <p:cNvGrpSpPr/>
          <p:nvPr/>
        </p:nvGrpSpPr>
        <p:grpSpPr>
          <a:xfrm>
            <a:off x="2524822" y="2770475"/>
            <a:ext cx="1678896" cy="1008000"/>
            <a:chOff x="3029798" y="3807723"/>
            <a:chExt cx="1678896" cy="936000"/>
          </a:xfrm>
        </p:grpSpPr>
        <p:sp>
          <p:nvSpPr>
            <p:cNvPr id="2" name="右大括号 1"/>
            <p:cNvSpPr/>
            <p:nvPr/>
          </p:nvSpPr>
          <p:spPr>
            <a:xfrm flipH="1" flipV="1">
              <a:off x="4312694" y="3807723"/>
              <a:ext cx="396000" cy="936000"/>
            </a:xfrm>
            <a:prstGeom prst="rightBrace">
              <a:avLst>
                <a:gd name="adj1" fmla="val 8333"/>
                <a:gd name="adj2" fmla="val 52916"/>
              </a:avLst>
            </a:prstGeom>
            <a:ln w="28575">
              <a:solidFill>
                <a:schemeClr val="accent2"/>
              </a:solidFill>
            </a:ln>
          </p:spPr>
          <p:style>
            <a:lnRef idx="1">
              <a:schemeClr val="dk1"/>
            </a:lnRef>
            <a:fillRef idx="0">
              <a:schemeClr val="dk1"/>
            </a:fillRef>
            <a:effectRef idx="0">
              <a:schemeClr val="dk1"/>
            </a:effectRef>
            <a:fontRef idx="minor">
              <a:schemeClr val="tx1"/>
            </a:fontRef>
          </p:style>
          <p:txBody>
            <a:bodyPr rtlCol="0" anchor="ctr"/>
            <a:lstStyle/>
            <a:p>
              <a:pPr algn="ctr"/>
              <a:endParaRPr lang="zh-CN" altLang="en-US"/>
            </a:p>
          </p:txBody>
        </p:sp>
        <p:sp>
          <p:nvSpPr>
            <p:cNvPr id="3" name="矩形 2"/>
            <p:cNvSpPr/>
            <p:nvPr/>
          </p:nvSpPr>
          <p:spPr>
            <a:xfrm>
              <a:off x="3029798" y="4047688"/>
              <a:ext cx="1152000" cy="432000"/>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marL="6350">
                <a:buClr>
                  <a:schemeClr val="accent1"/>
                </a:buClr>
              </a:pPr>
              <a:r>
                <a:rPr lang="zh-CN" altLang="en-US" sz="1600" dirty="0" smtClean="0">
                  <a:solidFill>
                    <a:schemeClr val="tx1"/>
                  </a:solidFill>
                  <a:latin typeface="Arial" panose="020B0604020202020204" pitchFamily="34" charset="0"/>
                  <a:ea typeface="黑体" panose="02010609060101010101" pitchFamily="49" charset="-122"/>
                  <a:cs typeface="Arial" panose="020B0604020202020204" pitchFamily="34" charset="0"/>
                </a:rPr>
                <a:t>卸载零点误差</a:t>
              </a:r>
              <a:r>
                <a:rPr lang="en-US" altLang="zh-CN" sz="1600" dirty="0" smtClean="0">
                  <a:solidFill>
                    <a:schemeClr val="tx1"/>
                  </a:solidFill>
                  <a:latin typeface="Arial" panose="020B0604020202020204" pitchFamily="34" charset="0"/>
                  <a:ea typeface="黑体" panose="02010609060101010101" pitchFamily="49" charset="-122"/>
                  <a:cs typeface="Arial" panose="020B0604020202020204" pitchFamily="34" charset="0"/>
                </a:rPr>
                <a:t>&gt;0.5e</a:t>
              </a:r>
              <a:endParaRPr lang="zh-CN" altLang="en-US" sz="1600" dirty="0">
                <a:solidFill>
                  <a:schemeClr val="tx1"/>
                </a:solidFill>
                <a:latin typeface="Arial" panose="020B0604020202020204" pitchFamily="34" charset="0"/>
                <a:ea typeface="黑体" panose="02010609060101010101" pitchFamily="49" charset="-122"/>
                <a:cs typeface="Arial" panose="020B0604020202020204" pitchFamily="34" charset="0"/>
              </a:endParaRPr>
            </a:p>
          </p:txBody>
        </p:sp>
      </p:grpSp>
      <p:grpSp>
        <p:nvGrpSpPr>
          <p:cNvPr id="13" name="组合 12"/>
          <p:cNvGrpSpPr/>
          <p:nvPr/>
        </p:nvGrpSpPr>
        <p:grpSpPr>
          <a:xfrm>
            <a:off x="4348481" y="1583116"/>
            <a:ext cx="1115999" cy="1325230"/>
            <a:chOff x="4587199" y="2634012"/>
            <a:chExt cx="1115999" cy="1325230"/>
          </a:xfrm>
        </p:grpSpPr>
        <p:sp>
          <p:nvSpPr>
            <p:cNvPr id="9" name="椭圆 8"/>
            <p:cNvSpPr/>
            <p:nvPr/>
          </p:nvSpPr>
          <p:spPr>
            <a:xfrm>
              <a:off x="4587199" y="3671242"/>
              <a:ext cx="288000" cy="288000"/>
            </a:xfrm>
            <a:prstGeom prst="ellipse">
              <a:avLst/>
            </a:prstGeom>
            <a:solidFill>
              <a:schemeClr val="lt1">
                <a:alpha val="0"/>
              </a:schemeClr>
            </a:solidFill>
            <a:ln w="38100">
              <a:solidFill>
                <a:srgbClr val="FF0000"/>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sz="1600" dirty="0" err="1" smtClean="0">
                <a:solidFill>
                  <a:schemeClr val="bg1"/>
                </a:solidFill>
              </a:endParaRPr>
            </a:p>
          </p:txBody>
        </p:sp>
        <p:sp>
          <p:nvSpPr>
            <p:cNvPr id="11" name="椭圆形标注 10"/>
            <p:cNvSpPr/>
            <p:nvPr/>
          </p:nvSpPr>
          <p:spPr>
            <a:xfrm>
              <a:off x="4875198" y="2634012"/>
              <a:ext cx="828000" cy="576000"/>
            </a:xfrm>
            <a:prstGeom prst="wedgeEllipseCallout">
              <a:avLst>
                <a:gd name="adj1" fmla="val -60391"/>
                <a:gd name="adj2" fmla="val 144336"/>
              </a:avLst>
            </a:prstGeom>
            <a:noFill/>
            <a:ln>
              <a:solidFill>
                <a:schemeClr val="tx1"/>
              </a:solidFill>
            </a:ln>
          </p:spPr>
          <p:style>
            <a:lnRef idx="2">
              <a:schemeClr val="accent4"/>
            </a:lnRef>
            <a:fillRef idx="1">
              <a:schemeClr val="lt1"/>
            </a:fillRef>
            <a:effectRef idx="0">
              <a:schemeClr val="accent4"/>
            </a:effectRef>
            <a:fontRef idx="minor">
              <a:schemeClr val="dk1"/>
            </a:fontRef>
          </p:style>
          <p:txBody>
            <a:bodyPr rtlCol="0" anchor="ctr"/>
            <a:lstStyle/>
            <a:p>
              <a:pPr algn="ctr"/>
              <a:r>
                <a:rPr lang="en-US" altLang="zh-CN" sz="1600" dirty="0" smtClean="0">
                  <a:solidFill>
                    <a:schemeClr val="tx1"/>
                  </a:solidFill>
                </a:rPr>
                <a:t>Net zero</a:t>
              </a:r>
              <a:endParaRPr lang="zh-CN" altLang="en-US" sz="1600" dirty="0" err="1" smtClean="0">
                <a:solidFill>
                  <a:schemeClr val="tx1"/>
                </a:solidFill>
              </a:endParaRPr>
            </a:p>
          </p:txBody>
        </p:sp>
      </p:grpSp>
    </p:spTree>
    <p:extLst>
      <p:ext uri="{BB962C8B-B14F-4D97-AF65-F5344CB8AC3E}">
        <p14:creationId xmlns:p14="http://schemas.microsoft.com/office/powerpoint/2010/main" val="28531761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latin typeface="黑体" panose="02010609060101010101" pitchFamily="49" charset="-122"/>
                <a:ea typeface="黑体" panose="02010609060101010101" pitchFamily="49" charset="-122"/>
              </a:rPr>
              <a:t>计量要求</a:t>
            </a:r>
            <a:endParaRPr lang="zh-CN" altLang="en-US" dirty="0"/>
          </a:p>
        </p:txBody>
      </p:sp>
      <mc:AlternateContent xmlns:mc="http://schemas.openxmlformats.org/markup-compatibility/2006" xmlns:a14="http://schemas.microsoft.com/office/drawing/2010/main">
        <mc:Choice Requires="a14">
          <p:sp>
            <p:nvSpPr>
              <p:cNvPr id="4" name="内容占位符 3"/>
              <p:cNvSpPr>
                <a:spLocks noGrp="1"/>
              </p:cNvSpPr>
              <p:nvPr>
                <p:ph idx="1"/>
              </p:nvPr>
            </p:nvSpPr>
            <p:spPr>
              <a:xfrm>
                <a:off x="3642876" y="1430594"/>
                <a:ext cx="5256000" cy="3708000"/>
              </a:xfrm>
            </p:spPr>
            <p:txBody>
              <a:bodyPr/>
              <a:lstStyle/>
              <a:p>
                <a:r>
                  <a:rPr lang="en-US" altLang="zh-CN" b="1" dirty="0" smtClean="0"/>
                  <a:t>Creep</a:t>
                </a:r>
              </a:p>
              <a:p>
                <a:pPr marL="361950" lvl="2" indent="0">
                  <a:spcAft>
                    <a:spcPts val="1200"/>
                  </a:spcAft>
                  <a:buNone/>
                </a:pPr>
                <a:r>
                  <a:rPr lang="en-US" altLang="zh-CN" dirty="0"/>
                  <a:t>The difference </a:t>
                </a:r>
                <a:r>
                  <a:rPr lang="en-US" altLang="zh-CN" dirty="0" smtClean="0">
                    <a:solidFill>
                      <a:srgbClr val="FF0000"/>
                    </a:solidFill>
                  </a:rPr>
                  <a:t>between the reading taken upon the application of a maximum load (</a:t>
                </a:r>
                <a14:m>
                  <m:oMath xmlns:m="http://schemas.openxmlformats.org/officeDocument/2006/math">
                    <m:sSub>
                      <m:sSubPr>
                        <m:ctrlPr>
                          <a:rPr lang="en-US" altLang="zh-CN" i="1" dirty="0" smtClean="0">
                            <a:solidFill>
                              <a:srgbClr val="FF0000"/>
                            </a:solidFill>
                            <a:latin typeface="Cambria Math"/>
                          </a:rPr>
                        </m:ctrlPr>
                      </m:sSubPr>
                      <m:e>
                        <m:r>
                          <a:rPr lang="en-US" altLang="zh-CN" b="0" i="1" dirty="0" smtClean="0">
                            <a:solidFill>
                              <a:srgbClr val="FF0000"/>
                            </a:solidFill>
                            <a:latin typeface="Cambria Math"/>
                          </a:rPr>
                          <m:t>𝐷</m:t>
                        </m:r>
                      </m:e>
                      <m:sub>
                        <m:r>
                          <a:rPr lang="en-US" altLang="zh-CN" b="0" i="1" dirty="0" smtClean="0">
                            <a:solidFill>
                              <a:srgbClr val="FF0000"/>
                            </a:solidFill>
                            <a:latin typeface="Cambria Math"/>
                          </a:rPr>
                          <m:t>𝑚𝑎𝑥</m:t>
                        </m:r>
                      </m:sub>
                    </m:sSub>
                  </m:oMath>
                </a14:m>
                <a:r>
                  <a:rPr lang="en-US" altLang="zh-CN" dirty="0">
                    <a:solidFill>
                      <a:srgbClr val="FF0000"/>
                    </a:solidFill>
                  </a:rPr>
                  <a:t>) and the reading observed within and after 30 minutes </a:t>
                </a:r>
                <a:r>
                  <a:rPr lang="en-US" altLang="zh-CN" dirty="0"/>
                  <a:t>of exposure of 90 % to 100 % of </a:t>
                </a:r>
                <a14:m>
                  <m:oMath xmlns:m="http://schemas.openxmlformats.org/officeDocument/2006/math">
                    <m:sSub>
                      <m:sSubPr>
                        <m:ctrlPr>
                          <a:rPr lang="en-US" altLang="zh-CN" i="1" smtClean="0">
                            <a:latin typeface="Cambria Math"/>
                          </a:rPr>
                        </m:ctrlPr>
                      </m:sSubPr>
                      <m:e>
                        <m:r>
                          <a:rPr lang="en-US" altLang="zh-CN" b="0" i="1" smtClean="0">
                            <a:latin typeface="Cambria Math"/>
                          </a:rPr>
                          <m:t>𝐸</m:t>
                        </m:r>
                      </m:e>
                      <m:sub>
                        <m:r>
                          <a:rPr lang="en-US" altLang="zh-CN" b="0" i="1" smtClean="0">
                            <a:latin typeface="Cambria Math"/>
                          </a:rPr>
                          <m:t>𝑚𝑎𝑥</m:t>
                        </m:r>
                      </m:sub>
                    </m:sSub>
                  </m:oMath>
                </a14:m>
                <a:r>
                  <a:rPr lang="en-US" altLang="zh-CN" dirty="0" smtClean="0"/>
                  <a:t> </a:t>
                </a:r>
                <a:r>
                  <a:rPr lang="en-US" altLang="zh-CN" dirty="0"/>
                  <a:t>shall not </a:t>
                </a:r>
                <a:r>
                  <a:rPr lang="en-US" altLang="zh-CN" dirty="0" smtClean="0"/>
                  <a:t>exceed 0.7 </a:t>
                </a:r>
                <a:r>
                  <a:rPr lang="en-US" altLang="zh-CN" dirty="0"/>
                  <a:t>times the absolute value of MPE for the applied load.</a:t>
                </a:r>
              </a:p>
              <a:p>
                <a:pPr marL="361950" lvl="2" indent="0">
                  <a:buNone/>
                </a:pPr>
                <a:r>
                  <a:rPr lang="en-US" altLang="zh-CN" b="1" dirty="0" smtClean="0"/>
                  <a:t>Regardless </a:t>
                </a:r>
                <a:r>
                  <a:rPr lang="en-US" altLang="zh-CN" b="1" dirty="0"/>
                  <a:t>of any value declared by the manufacturer for the apportioning factor</a:t>
                </a:r>
                <a:r>
                  <a:rPr lang="en-US" altLang="zh-CN" dirty="0"/>
                  <a:t>, </a:t>
                </a:r>
                <a14:m>
                  <m:oMath xmlns:m="http://schemas.openxmlformats.org/officeDocument/2006/math">
                    <m:sSub>
                      <m:sSubPr>
                        <m:ctrlPr>
                          <a:rPr lang="en-US" altLang="zh-CN" i="1" smtClean="0">
                            <a:latin typeface="Cambria Math"/>
                          </a:rPr>
                        </m:ctrlPr>
                      </m:sSubPr>
                      <m:e>
                        <m:r>
                          <a:rPr lang="en-US" altLang="zh-CN" b="0" i="1" smtClean="0">
                            <a:latin typeface="Cambria Math"/>
                          </a:rPr>
                          <m:t>𝑝</m:t>
                        </m:r>
                      </m:e>
                      <m:sub>
                        <m:r>
                          <a:rPr lang="en-US" altLang="zh-CN" b="0" i="1" smtClean="0">
                            <a:latin typeface="Cambria Math"/>
                          </a:rPr>
                          <m:t>𝐿𝐶</m:t>
                        </m:r>
                      </m:sub>
                    </m:sSub>
                  </m:oMath>
                </a14:m>
                <a:r>
                  <a:rPr lang="en-US" altLang="zh-CN" dirty="0"/>
                  <a:t>, the MPE for creep shall be determined </a:t>
                </a:r>
                <a:r>
                  <a:rPr lang="en-US" altLang="zh-CN" dirty="0" smtClean="0"/>
                  <a:t>using </a:t>
                </a:r>
                <a:r>
                  <a:rPr lang="en-US" altLang="zh-CN" dirty="0"/>
                  <a:t>the apportioning factor, </a:t>
                </a:r>
                <a14:m>
                  <m:oMath xmlns:m="http://schemas.openxmlformats.org/officeDocument/2006/math">
                    <m:sSub>
                      <m:sSubPr>
                        <m:ctrlPr>
                          <a:rPr lang="en-US" altLang="zh-CN" i="1" smtClean="0">
                            <a:latin typeface="Cambria Math"/>
                          </a:rPr>
                        </m:ctrlPr>
                      </m:sSubPr>
                      <m:e>
                        <m:r>
                          <a:rPr lang="en-US" altLang="zh-CN" b="0" i="1" smtClean="0">
                            <a:latin typeface="Cambria Math"/>
                          </a:rPr>
                          <m:t>𝑝</m:t>
                        </m:r>
                      </m:e>
                      <m:sub>
                        <m:r>
                          <a:rPr lang="en-US" altLang="zh-CN" b="0" i="1" smtClean="0">
                            <a:latin typeface="Cambria Math"/>
                          </a:rPr>
                          <m:t>𝐿𝐶</m:t>
                        </m:r>
                      </m:sub>
                    </m:sSub>
                  </m:oMath>
                </a14:m>
                <a:r>
                  <a:rPr lang="en-US" altLang="zh-CN" dirty="0" smtClean="0"/>
                  <a:t> </a:t>
                </a:r>
                <a:r>
                  <a:rPr lang="en-US" altLang="zh-CN" dirty="0"/>
                  <a:t>= 0.7.</a:t>
                </a:r>
              </a:p>
              <a:p>
                <a:pPr marL="361950" lvl="2" indent="0">
                  <a:spcAft>
                    <a:spcPts val="1200"/>
                  </a:spcAft>
                  <a:buNone/>
                </a:pPr>
                <a:r>
                  <a:rPr lang="en-US" altLang="zh-CN" dirty="0" smtClean="0"/>
                  <a:t>The </a:t>
                </a:r>
                <a:r>
                  <a:rPr lang="en-US" altLang="zh-CN" dirty="0"/>
                  <a:t>difference in readings taken after 20 minutes of exposure to 90 % to 100 % of </a:t>
                </a:r>
                <a14:m>
                  <m:oMath xmlns:m="http://schemas.openxmlformats.org/officeDocument/2006/math">
                    <m:sSub>
                      <m:sSubPr>
                        <m:ctrlPr>
                          <a:rPr lang="en-US" altLang="zh-CN" i="1" dirty="0">
                            <a:latin typeface="Cambria Math"/>
                          </a:rPr>
                        </m:ctrlPr>
                      </m:sSubPr>
                      <m:e>
                        <m:r>
                          <a:rPr lang="en-US" altLang="zh-CN" i="1" dirty="0">
                            <a:latin typeface="Cambria Math"/>
                          </a:rPr>
                          <m:t>𝐸</m:t>
                        </m:r>
                      </m:e>
                      <m:sub>
                        <m:r>
                          <a:rPr lang="en-US" altLang="zh-CN" i="1" dirty="0">
                            <a:latin typeface="Cambria Math"/>
                          </a:rPr>
                          <m:t>𝑚𝑎𝑥</m:t>
                        </m:r>
                      </m:sub>
                    </m:sSub>
                    <m:r>
                      <a:rPr lang="en-US" altLang="zh-CN" i="1" dirty="0">
                        <a:latin typeface="Cambria Math"/>
                      </a:rPr>
                      <m:t> </m:t>
                    </m:r>
                  </m:oMath>
                </a14:m>
                <a:r>
                  <a:rPr lang="en-US" altLang="zh-CN" dirty="0" smtClean="0"/>
                  <a:t>  </a:t>
                </a:r>
                <a:r>
                  <a:rPr lang="en-US" altLang="zh-CN" dirty="0"/>
                  <a:t>and </a:t>
                </a:r>
                <a:r>
                  <a:rPr lang="en-US" altLang="zh-CN" dirty="0" smtClean="0"/>
                  <a:t>at 30 </a:t>
                </a:r>
                <a:r>
                  <a:rPr lang="en-US" altLang="zh-CN" dirty="0"/>
                  <a:t>minutes of exposure to 90 % to 100 % of </a:t>
                </a:r>
                <a14:m>
                  <m:oMath xmlns:m="http://schemas.openxmlformats.org/officeDocument/2006/math">
                    <m:sSub>
                      <m:sSubPr>
                        <m:ctrlPr>
                          <a:rPr lang="en-US" altLang="zh-CN" i="1" dirty="0" smtClean="0">
                            <a:latin typeface="Cambria Math"/>
                          </a:rPr>
                        </m:ctrlPr>
                      </m:sSubPr>
                      <m:e>
                        <m:r>
                          <a:rPr lang="en-US" altLang="zh-CN" b="0" i="1" dirty="0" smtClean="0">
                            <a:latin typeface="Cambria Math"/>
                          </a:rPr>
                          <m:t>𝐸</m:t>
                        </m:r>
                      </m:e>
                      <m:sub>
                        <m:r>
                          <a:rPr lang="en-US" altLang="zh-CN" b="0" i="1" dirty="0" smtClean="0">
                            <a:latin typeface="Cambria Math"/>
                          </a:rPr>
                          <m:t>𝑚𝑎𝑥</m:t>
                        </m:r>
                      </m:sub>
                    </m:sSub>
                  </m:oMath>
                </a14:m>
                <a:r>
                  <a:rPr lang="en-US" altLang="zh-CN" dirty="0"/>
                  <a:t>  shall not exceed 0.15 times the absolute value </a:t>
                </a:r>
                <a:r>
                  <a:rPr lang="en-US" altLang="zh-CN" dirty="0" smtClean="0"/>
                  <a:t>of MPE</a:t>
                </a:r>
              </a:p>
              <a:p>
                <a:pPr marL="361950" lvl="2" indent="0">
                  <a:buNone/>
                </a:pPr>
                <a:endParaRPr lang="en-US" altLang="zh-CN" dirty="0"/>
              </a:p>
              <a:p>
                <a:pPr marL="361950" lvl="2" indent="0">
                  <a:buNone/>
                </a:pPr>
                <a:endParaRPr lang="zh-CN" altLang="en-US" dirty="0"/>
              </a:p>
            </p:txBody>
          </p:sp>
        </mc:Choice>
        <mc:Fallback xmlns="">
          <p:sp>
            <p:nvSpPr>
              <p:cNvPr id="4" name="内容占位符 3"/>
              <p:cNvSpPr>
                <a:spLocks noGrp="1" noRot="1" noChangeAspect="1" noMove="1" noResize="1" noEditPoints="1" noAdjustHandles="1" noChangeArrowheads="1" noChangeShapeType="1" noTextEdit="1"/>
              </p:cNvSpPr>
              <p:nvPr>
                <p:ph idx="1"/>
              </p:nvPr>
            </p:nvSpPr>
            <p:spPr>
              <a:xfrm>
                <a:off x="3642876" y="1430594"/>
                <a:ext cx="5256000" cy="3708000"/>
              </a:xfrm>
              <a:blipFill rotWithShape="1">
                <a:blip r:embed="rId3"/>
                <a:stretch>
                  <a:fillRect l="-2204" t="-1809" r="-2784" b="-2961"/>
                </a:stretch>
              </a:blipFill>
            </p:spPr>
            <p:txBody>
              <a:bodyPr/>
              <a:lstStyle/>
              <a:p>
                <a:r>
                  <a:rPr lang="zh-CN" altLang="en-US">
                    <a:noFill/>
                  </a:rPr>
                  <a:t> </a:t>
                </a:r>
              </a:p>
            </p:txBody>
          </p:sp>
        </mc:Fallback>
      </mc:AlternateContent>
      <p:sp>
        <p:nvSpPr>
          <p:cNvPr id="5" name="灯片编号占位符 4"/>
          <p:cNvSpPr>
            <a:spLocks noGrp="1"/>
          </p:cNvSpPr>
          <p:nvPr>
            <p:ph type="sldNum" sz="quarter" idx="100"/>
          </p:nvPr>
        </p:nvSpPr>
        <p:spPr/>
        <p:txBody>
          <a:bodyPr/>
          <a:lstStyle/>
          <a:p>
            <a:fld id="{2B2B68EE-DD1E-4368-AFCE-24A50EC7BF18}" type="slidenum">
              <a:rPr lang="en-US" smtClean="0"/>
              <a:pPr/>
              <a:t>33</a:t>
            </a:fld>
            <a:endParaRPr lang="en-US" dirty="0"/>
          </a:p>
        </p:txBody>
      </p:sp>
      <p:sp>
        <p:nvSpPr>
          <p:cNvPr id="6" name="页脚占位符 5"/>
          <p:cNvSpPr>
            <a:spLocks noGrp="1"/>
          </p:cNvSpPr>
          <p:nvPr>
            <p:ph type="ftr" sz="quarter" idx="101"/>
          </p:nvPr>
        </p:nvSpPr>
        <p:spPr/>
        <p:txBody>
          <a:bodyPr/>
          <a:lstStyle/>
          <a:p>
            <a:r>
              <a:rPr lang="en-US" smtClean="0"/>
              <a:t>For internal use - Confidential</a:t>
            </a:r>
            <a:endParaRPr lang="en-US" dirty="0"/>
          </a:p>
        </p:txBody>
      </p:sp>
      <p:sp>
        <p:nvSpPr>
          <p:cNvPr id="7" name="标题 2"/>
          <p:cNvSpPr>
            <a:spLocks noGrp="1"/>
          </p:cNvSpPr>
          <p:nvPr>
            <p:ph type="title" idx="99"/>
          </p:nvPr>
        </p:nvSpPr>
        <p:spPr>
          <a:xfrm>
            <a:off x="394824" y="878339"/>
            <a:ext cx="3780000" cy="324768"/>
          </a:xfrm>
        </p:spPr>
        <p:txBody>
          <a:bodyPr/>
          <a:lstStyle/>
          <a:p>
            <a:r>
              <a:rPr lang="en-US" altLang="zh-CN" b="0" dirty="0"/>
              <a:t>Permissible variation of </a:t>
            </a:r>
            <a:r>
              <a:rPr lang="en-US" altLang="zh-CN" b="0" dirty="0" smtClean="0"/>
              <a:t>results</a:t>
            </a:r>
            <a:endParaRPr lang="en-US" altLang="zh-CN" dirty="0"/>
          </a:p>
        </p:txBody>
      </p:sp>
      <mc:AlternateContent xmlns:mc="http://schemas.openxmlformats.org/markup-compatibility/2006" xmlns:a14="http://schemas.microsoft.com/office/drawing/2010/main">
        <mc:Choice Requires="a14">
          <p:sp>
            <p:nvSpPr>
              <p:cNvPr id="8" name="内容占位符 3"/>
              <p:cNvSpPr txBox="1">
                <a:spLocks/>
              </p:cNvSpPr>
              <p:nvPr/>
            </p:nvSpPr>
            <p:spPr>
              <a:xfrm>
                <a:off x="300000" y="1434764"/>
                <a:ext cx="3420000" cy="3456000"/>
              </a:xfrm>
              <a:prstGeom prst="rect">
                <a:avLst/>
              </a:prstGeom>
            </p:spPr>
            <p:txBody>
              <a:bodyPr vert="horz" lIns="0" tIns="0" rIns="0" bIns="0" rtlCol="0" anchor="t" anchorCtr="0">
                <a:noAutofit/>
              </a:bodyPr>
              <a:lstStyle>
                <a:lvl1pPr marL="179388" indent="-179388" algn="l" defTabSz="914400" rtl="0" eaLnBrk="1" latinLnBrk="0" hangingPunct="1">
                  <a:spcBef>
                    <a:spcPts val="400"/>
                  </a:spcBef>
                  <a:spcAft>
                    <a:spcPts val="600"/>
                  </a:spcAft>
                  <a:buClr>
                    <a:schemeClr val="accent1"/>
                  </a:buClr>
                  <a:buFont typeface="Wingdings" pitchFamily="2" charset="2"/>
                  <a:buChar char="§"/>
                  <a:defRPr sz="1600" kern="1200" baseline="0">
                    <a:solidFill>
                      <a:schemeClr val="tx1"/>
                    </a:solidFill>
                    <a:latin typeface="+mn-lt"/>
                    <a:ea typeface="+mn-ea"/>
                    <a:cs typeface="+mn-cs"/>
                  </a:defRPr>
                </a:lvl1pPr>
                <a:lvl2pPr marL="358775" indent="-179388" algn="l" defTabSz="914400" rtl="0" eaLnBrk="1" latinLnBrk="0" hangingPunct="1">
                  <a:spcBef>
                    <a:spcPts val="0"/>
                  </a:spcBef>
                  <a:spcAft>
                    <a:spcPts val="400"/>
                  </a:spcAft>
                  <a:buClr>
                    <a:schemeClr val="accent1"/>
                  </a:buClr>
                  <a:buFont typeface="Arial" pitchFamily="34" charset="0"/>
                  <a:buChar char="-"/>
                  <a:defRPr sz="1600" kern="1200">
                    <a:solidFill>
                      <a:schemeClr val="tx1"/>
                    </a:solidFill>
                    <a:latin typeface="+mn-lt"/>
                    <a:ea typeface="+mn-ea"/>
                    <a:cs typeface="+mn-cs"/>
                  </a:defRPr>
                </a:lvl2pPr>
                <a:lvl3pPr marL="541338" indent="-184150" algn="l" defTabSz="914400" rtl="0" eaLnBrk="1" latinLnBrk="0" hangingPunct="1">
                  <a:spcBef>
                    <a:spcPts val="0"/>
                  </a:spcBef>
                  <a:spcAft>
                    <a:spcPts val="400"/>
                  </a:spcAft>
                  <a:buClr>
                    <a:schemeClr val="accent1"/>
                  </a:buClr>
                  <a:buFont typeface="Arial" pitchFamily="34" charset="0"/>
                  <a:buChar char="-"/>
                  <a:tabLst/>
                  <a:defRPr sz="1600" kern="1200">
                    <a:solidFill>
                      <a:schemeClr val="tx1"/>
                    </a:solidFill>
                    <a:latin typeface="+mn-lt"/>
                    <a:ea typeface="+mn-ea"/>
                    <a:cs typeface="+mn-cs"/>
                  </a:defRPr>
                </a:lvl3pPr>
                <a:lvl4pPr marL="715963" indent="-174625" algn="l" defTabSz="914400" rtl="0" eaLnBrk="1" latinLnBrk="0" hangingPunct="1">
                  <a:spcBef>
                    <a:spcPts val="0"/>
                  </a:spcBef>
                  <a:spcAft>
                    <a:spcPts val="400"/>
                  </a:spcAft>
                  <a:buClr>
                    <a:schemeClr val="accent1"/>
                  </a:buClr>
                  <a:buFont typeface="Arial" panose="020B0604020202020204" pitchFamily="34" charset="0"/>
                  <a:buChar char="-"/>
                  <a:defRPr sz="1600" kern="1200">
                    <a:solidFill>
                      <a:schemeClr val="tx1"/>
                    </a:solidFill>
                    <a:latin typeface="+mn-lt"/>
                    <a:ea typeface="+mn-ea"/>
                    <a:cs typeface="+mn-cs"/>
                  </a:defRPr>
                </a:lvl4pPr>
                <a:lvl5pPr marL="715963" indent="182563" algn="l" defTabSz="914400" rtl="0" eaLnBrk="1" latinLnBrk="0" hangingPunct="1">
                  <a:spcBef>
                    <a:spcPts val="0"/>
                  </a:spcBef>
                  <a:spcAft>
                    <a:spcPts val="400"/>
                  </a:spcAft>
                  <a:buClr>
                    <a:schemeClr val="accent1"/>
                  </a:buClr>
                  <a:buFont typeface="Arial" panose="020B0604020202020204" pitchFamily="34" charset="0"/>
                  <a:buChar char="-"/>
                  <a:tabLst/>
                  <a:defRPr sz="1600" kern="1200">
                    <a:solidFill>
                      <a:schemeClr val="tx1"/>
                    </a:solidFill>
                    <a:latin typeface="+mn-lt"/>
                    <a:ea typeface="+mn-ea"/>
                    <a:cs typeface="+mn-cs"/>
                  </a:defRPr>
                </a:lvl5pPr>
                <a:lvl6pPr marL="1073150" indent="-174625" algn="l" defTabSz="914400" rtl="0" eaLnBrk="1" latinLnBrk="0" hangingPunct="1">
                  <a:spcBef>
                    <a:spcPts val="0"/>
                  </a:spcBef>
                  <a:spcAft>
                    <a:spcPts val="400"/>
                  </a:spcAft>
                  <a:buClr>
                    <a:schemeClr val="accent1"/>
                  </a:buClr>
                  <a:buFont typeface="Arial" panose="020B0604020202020204" pitchFamily="34" charset="0"/>
                  <a:buChar char="-"/>
                  <a:defRPr sz="1600" kern="1200">
                    <a:solidFill>
                      <a:schemeClr val="tx1"/>
                    </a:solidFill>
                    <a:latin typeface="+mn-lt"/>
                    <a:ea typeface="+mn-ea"/>
                    <a:cs typeface="+mn-cs"/>
                  </a:defRPr>
                </a:lvl6pPr>
                <a:lvl7pPr marL="1255713" indent="-182563" algn="l" defTabSz="914400" rtl="0" eaLnBrk="1" latinLnBrk="0" hangingPunct="1">
                  <a:spcBef>
                    <a:spcPts val="0"/>
                  </a:spcBef>
                  <a:spcAft>
                    <a:spcPts val="400"/>
                  </a:spcAft>
                  <a:buClr>
                    <a:schemeClr val="accent1"/>
                  </a:buClr>
                  <a:buFont typeface="Arial" pitchFamily="34" charset="0"/>
                  <a:buChar char="-"/>
                  <a:defRPr sz="1600" kern="1200">
                    <a:solidFill>
                      <a:schemeClr val="tx1"/>
                    </a:solidFill>
                    <a:latin typeface="+mn-lt"/>
                    <a:ea typeface="+mn-ea"/>
                    <a:cs typeface="+mn-cs"/>
                  </a:defRPr>
                </a:lvl7pPr>
                <a:lvl8pPr marL="1431925" indent="-176213" algn="l" defTabSz="914400" rtl="0" eaLnBrk="1" latinLnBrk="0" hangingPunct="1">
                  <a:spcBef>
                    <a:spcPts val="0"/>
                  </a:spcBef>
                  <a:spcAft>
                    <a:spcPts val="400"/>
                  </a:spcAft>
                  <a:buClr>
                    <a:schemeClr val="accent1"/>
                  </a:buClr>
                  <a:buFont typeface="Arial" pitchFamily="34" charset="0"/>
                  <a:buChar char="-"/>
                  <a:defRPr sz="1600" kern="1200">
                    <a:solidFill>
                      <a:schemeClr val="tx1"/>
                    </a:solidFill>
                    <a:latin typeface="+mn-lt"/>
                    <a:ea typeface="+mn-ea"/>
                    <a:cs typeface="+mn-cs"/>
                  </a:defRPr>
                </a:lvl8pPr>
                <a:lvl9pPr marL="1614488" indent="-182563" algn="l" defTabSz="914400" rtl="0" eaLnBrk="1" latinLnBrk="0" hangingPunct="1">
                  <a:spcBef>
                    <a:spcPts val="0"/>
                  </a:spcBef>
                  <a:spcAft>
                    <a:spcPts val="400"/>
                  </a:spcAft>
                  <a:buClr>
                    <a:schemeClr val="accent1"/>
                  </a:buClr>
                  <a:buFont typeface="Arial" pitchFamily="34" charset="0"/>
                  <a:buChar char="-"/>
                  <a:defRPr sz="1600" kern="1200">
                    <a:solidFill>
                      <a:schemeClr val="tx1"/>
                    </a:solidFill>
                    <a:latin typeface="+mn-lt"/>
                    <a:ea typeface="+mn-ea"/>
                    <a:cs typeface="+mn-cs"/>
                  </a:defRPr>
                </a:lvl9pPr>
              </a:lstStyle>
              <a:p>
                <a:r>
                  <a:rPr lang="en-US" altLang="zh-CN" b="1" dirty="0" smtClean="0"/>
                  <a:t>Creep</a:t>
                </a:r>
              </a:p>
              <a:p>
                <a:pPr marL="179387" lvl="1" indent="0">
                  <a:buNone/>
                </a:pPr>
                <a:r>
                  <a:rPr lang="en-US" altLang="zh-CN" dirty="0"/>
                  <a:t>With a constant maximum load, </a:t>
                </a:r>
                <a14:m>
                  <m:oMath xmlns:m="http://schemas.openxmlformats.org/officeDocument/2006/math">
                    <m:sSub>
                      <m:sSubPr>
                        <m:ctrlPr>
                          <a:rPr lang="en-US" altLang="zh-CN" i="1" smtClean="0">
                            <a:latin typeface="Cambria Math"/>
                          </a:rPr>
                        </m:ctrlPr>
                      </m:sSubPr>
                      <m:e>
                        <m:r>
                          <a:rPr lang="en-US" altLang="zh-CN" b="0" i="1" smtClean="0">
                            <a:latin typeface="Cambria Math"/>
                          </a:rPr>
                          <m:t>𝐷</m:t>
                        </m:r>
                      </m:e>
                      <m:sub>
                        <m:r>
                          <a:rPr lang="en-US" altLang="zh-CN" b="0" i="1" smtClean="0">
                            <a:latin typeface="Cambria Math"/>
                          </a:rPr>
                          <m:t>𝑚𝑎𝑥</m:t>
                        </m:r>
                      </m:sub>
                    </m:sSub>
                  </m:oMath>
                </a14:m>
                <a:r>
                  <a:rPr lang="en-US" altLang="zh-CN" dirty="0"/>
                  <a:t>, between 90 </a:t>
                </a:r>
                <a:r>
                  <a:rPr lang="en-US" altLang="zh-CN" dirty="0" smtClean="0"/>
                  <a:t>% and </a:t>
                </a:r>
                <a:r>
                  <a:rPr lang="en-US" altLang="zh-CN" dirty="0"/>
                  <a:t>100 % of </a:t>
                </a:r>
                <a14:m>
                  <m:oMath xmlns:m="http://schemas.openxmlformats.org/officeDocument/2006/math">
                    <m:sSub>
                      <m:sSubPr>
                        <m:ctrlPr>
                          <a:rPr lang="en-US" altLang="zh-CN" i="1" smtClean="0">
                            <a:latin typeface="Cambria Math"/>
                          </a:rPr>
                        </m:ctrlPr>
                      </m:sSubPr>
                      <m:e>
                        <m:r>
                          <a:rPr lang="en-US" altLang="zh-CN" b="0" i="1" smtClean="0">
                            <a:latin typeface="Cambria Math"/>
                          </a:rPr>
                          <m:t>𝐸</m:t>
                        </m:r>
                      </m:e>
                      <m:sub>
                        <m:r>
                          <a:rPr lang="en-US" altLang="zh-CN" b="0" i="1" smtClean="0">
                            <a:latin typeface="Cambria Math"/>
                          </a:rPr>
                          <m:t>𝑚𝑎𝑥</m:t>
                        </m:r>
                      </m:sub>
                    </m:sSub>
                  </m:oMath>
                </a14:m>
                <a:r>
                  <a:rPr lang="en-US" altLang="zh-CN" dirty="0"/>
                  <a:t>, applied to the load cell, </a:t>
                </a:r>
                <a:r>
                  <a:rPr lang="en-US" altLang="zh-CN" dirty="0" smtClean="0"/>
                  <a:t>the difference </a:t>
                </a:r>
                <a:r>
                  <a:rPr lang="en-US" altLang="zh-CN" dirty="0">
                    <a:solidFill>
                      <a:srgbClr val="FF0000"/>
                    </a:solidFill>
                  </a:rPr>
                  <a:t>between the </a:t>
                </a:r>
                <a:r>
                  <a:rPr lang="en-US" altLang="zh-CN" b="1" dirty="0">
                    <a:solidFill>
                      <a:srgbClr val="FF0000"/>
                    </a:solidFill>
                  </a:rPr>
                  <a:t>initial</a:t>
                </a:r>
                <a:r>
                  <a:rPr lang="en-US" altLang="zh-CN" dirty="0">
                    <a:solidFill>
                      <a:srgbClr val="FF0000"/>
                    </a:solidFill>
                  </a:rPr>
                  <a:t> reading and any </a:t>
                </a:r>
                <a:r>
                  <a:rPr lang="en-US" altLang="zh-CN" dirty="0" smtClean="0">
                    <a:solidFill>
                      <a:srgbClr val="FF0000"/>
                    </a:solidFill>
                  </a:rPr>
                  <a:t>reading obtained </a:t>
                </a:r>
                <a:r>
                  <a:rPr lang="en-US" altLang="zh-CN" dirty="0">
                    <a:solidFill>
                      <a:srgbClr val="FF0000"/>
                    </a:solidFill>
                  </a:rPr>
                  <a:t>during the next 30 minutes</a:t>
                </a:r>
                <a:r>
                  <a:rPr lang="en-US" altLang="zh-CN" dirty="0"/>
                  <a:t> shall not </a:t>
                </a:r>
                <a:r>
                  <a:rPr lang="en-US" altLang="zh-CN" dirty="0" smtClean="0"/>
                  <a:t>exceed 0.7 </a:t>
                </a:r>
                <a:r>
                  <a:rPr lang="en-US" altLang="zh-CN" dirty="0"/>
                  <a:t>times the absolute value of the </a:t>
                </a:r>
                <a14:m>
                  <m:oMath xmlns:m="http://schemas.openxmlformats.org/officeDocument/2006/math">
                    <m:r>
                      <a:rPr lang="en-US" altLang="zh-CN" i="1" dirty="0" smtClean="0">
                        <a:latin typeface="Cambria Math"/>
                      </a:rPr>
                      <m:t>𝑚𝑝𝑒</m:t>
                    </m:r>
                  </m:oMath>
                </a14:m>
                <a:r>
                  <a:rPr lang="en-US" altLang="zh-CN" dirty="0"/>
                  <a:t> (see 5.3.1.1) </a:t>
                </a:r>
                <a:r>
                  <a:rPr lang="en-US" altLang="zh-CN" dirty="0" smtClean="0"/>
                  <a:t>for the </a:t>
                </a:r>
                <a:r>
                  <a:rPr lang="en-US" altLang="zh-CN" dirty="0"/>
                  <a:t>applied load. The difference between the </a:t>
                </a:r>
                <a:r>
                  <a:rPr lang="en-US" altLang="zh-CN" dirty="0" smtClean="0"/>
                  <a:t>reading obtained </a:t>
                </a:r>
                <a:r>
                  <a:rPr lang="en-US" altLang="zh-CN" dirty="0"/>
                  <a:t>at 20 minutes and the reading obtained at </a:t>
                </a:r>
                <a:r>
                  <a:rPr lang="en-US" altLang="zh-CN" dirty="0" smtClean="0"/>
                  <a:t>30 minutes </a:t>
                </a:r>
                <a:r>
                  <a:rPr lang="en-US" altLang="zh-CN" dirty="0"/>
                  <a:t>shall not exceed 0.15 times the absolute </a:t>
                </a:r>
                <a:r>
                  <a:rPr lang="en-US" altLang="zh-CN" dirty="0" smtClean="0"/>
                  <a:t>value of </a:t>
                </a:r>
                <a:r>
                  <a:rPr lang="en-US" altLang="zh-CN" dirty="0"/>
                  <a:t>the </a:t>
                </a:r>
                <a14:m>
                  <m:oMath xmlns:m="http://schemas.openxmlformats.org/officeDocument/2006/math">
                    <m:r>
                      <a:rPr lang="en-US" altLang="zh-CN" i="1" dirty="0" smtClean="0">
                        <a:latin typeface="Cambria Math"/>
                      </a:rPr>
                      <m:t>𝑚𝑝𝑒</m:t>
                    </m:r>
                  </m:oMath>
                </a14:m>
                <a:r>
                  <a:rPr lang="en-US" altLang="zh-CN" dirty="0"/>
                  <a:t> </a:t>
                </a:r>
                <a:endParaRPr lang="en-US" altLang="zh-CN" dirty="0" smtClean="0"/>
              </a:p>
              <a:p>
                <a:pPr marL="361950" lvl="2" indent="0">
                  <a:buFont typeface="Arial" pitchFamily="34" charset="0"/>
                  <a:buNone/>
                </a:pPr>
                <a:endParaRPr lang="en-US" altLang="zh-CN" dirty="0"/>
              </a:p>
              <a:p>
                <a:pPr marL="361950" lvl="2" indent="0">
                  <a:buFont typeface="Arial" pitchFamily="34" charset="0"/>
                  <a:buNone/>
                </a:pPr>
                <a:endParaRPr lang="zh-CN" altLang="en-US" dirty="0"/>
              </a:p>
            </p:txBody>
          </p:sp>
        </mc:Choice>
        <mc:Fallback xmlns="">
          <p:sp>
            <p:nvSpPr>
              <p:cNvPr id="8" name="内容占位符 3"/>
              <p:cNvSpPr txBox="1">
                <a:spLocks noRot="1" noChangeAspect="1" noMove="1" noResize="1" noEditPoints="1" noAdjustHandles="1" noChangeArrowheads="1" noChangeShapeType="1" noTextEdit="1"/>
              </p:cNvSpPr>
              <p:nvPr/>
            </p:nvSpPr>
            <p:spPr>
              <a:xfrm>
                <a:off x="300000" y="1434764"/>
                <a:ext cx="3420000" cy="3456000"/>
              </a:xfrm>
              <a:prstGeom prst="rect">
                <a:avLst/>
              </a:prstGeom>
              <a:blipFill rotWithShape="1">
                <a:blip r:embed="rId4"/>
                <a:stretch>
                  <a:fillRect l="-3209" t="-1764" r="-4456" b="-4762"/>
                </a:stretch>
              </a:blipFill>
            </p:spPr>
            <p:txBody>
              <a:bodyPr/>
              <a:lstStyle/>
              <a:p>
                <a:r>
                  <a:rPr lang="zh-CN" altLang="en-US">
                    <a:noFill/>
                  </a:rPr>
                  <a:t> </a:t>
                </a:r>
              </a:p>
            </p:txBody>
          </p:sp>
        </mc:Fallback>
      </mc:AlternateContent>
      <p:sp>
        <p:nvSpPr>
          <p:cNvPr id="10" name="标题 2"/>
          <p:cNvSpPr txBox="1">
            <a:spLocks/>
          </p:cNvSpPr>
          <p:nvPr/>
        </p:nvSpPr>
        <p:spPr>
          <a:xfrm>
            <a:off x="4446503" y="860030"/>
            <a:ext cx="4392000" cy="576000"/>
          </a:xfrm>
          <a:prstGeom prst="rect">
            <a:avLst/>
          </a:prstGeom>
        </p:spPr>
        <p:txBody>
          <a:bodyPr vert="horz" lIns="0" tIns="0" rIns="0" bIns="72000" rtlCol="0" anchor="t" anchorCtr="0">
            <a:noAutofit/>
          </a:bodyPr>
          <a:lstStyle>
            <a:lvl1pPr marL="0" indent="0" algn="l" defTabSz="914400" rtl="0" eaLnBrk="1" latinLnBrk="0" hangingPunct="1">
              <a:lnSpc>
                <a:spcPct val="100000"/>
              </a:lnSpc>
              <a:spcBef>
                <a:spcPct val="0"/>
              </a:spcBef>
              <a:spcAft>
                <a:spcPts val="0"/>
              </a:spcAft>
              <a:buNone/>
              <a:defRPr sz="1800" b="1"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altLang="zh-CN" b="0" dirty="0" smtClean="0"/>
              <a:t>Permissible variation of results  </a:t>
            </a:r>
            <a:br>
              <a:rPr lang="en-US" altLang="zh-CN" b="0" dirty="0" smtClean="0"/>
            </a:br>
            <a:r>
              <a:rPr lang="en-US" altLang="zh-CN" dirty="0" smtClean="0"/>
              <a:t>under reference conditions </a:t>
            </a:r>
            <a:endParaRPr lang="en-US" altLang="zh-CN" dirty="0"/>
          </a:p>
        </p:txBody>
      </p:sp>
    </p:spTree>
    <p:extLst>
      <p:ext uri="{BB962C8B-B14F-4D97-AF65-F5344CB8AC3E}">
        <p14:creationId xmlns:p14="http://schemas.microsoft.com/office/powerpoint/2010/main" val="3413355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7" presetClass="emph" presetSubtype="0" fill="remove" grpId="0" nodeType="clickEffect">
                                  <p:stCondLst>
                                    <p:cond delay="0"/>
                                  </p:stCondLst>
                                  <p:childTnLst>
                                    <p:animClr clrSpc="rgb" dir="cw">
                                      <p:cBhvr override="childStyle">
                                        <p:cTn id="6" dur="500" autoRev="1" fill="remove"/>
                                        <p:tgtEl>
                                          <p:spTgt spid="10"/>
                                        </p:tgtEl>
                                        <p:attrNameLst>
                                          <p:attrName>style.color</p:attrName>
                                        </p:attrNameLst>
                                      </p:cBhvr>
                                      <p:to>
                                        <a:schemeClr val="bg1"/>
                                      </p:to>
                                    </p:animClr>
                                    <p:animClr clrSpc="rgb" dir="cw">
                                      <p:cBhvr>
                                        <p:cTn id="7" dur="500" autoRev="1" fill="remove"/>
                                        <p:tgtEl>
                                          <p:spTgt spid="10"/>
                                        </p:tgtEl>
                                        <p:attrNameLst>
                                          <p:attrName>fillcolor</p:attrName>
                                        </p:attrNameLst>
                                      </p:cBhvr>
                                      <p:to>
                                        <a:schemeClr val="bg1"/>
                                      </p:to>
                                    </p:animClr>
                                    <p:set>
                                      <p:cBhvr>
                                        <p:cTn id="8" dur="500" autoRev="1" fill="remove"/>
                                        <p:tgtEl>
                                          <p:spTgt spid="10"/>
                                        </p:tgtEl>
                                        <p:attrNameLst>
                                          <p:attrName>fill.type</p:attrName>
                                        </p:attrNameLst>
                                      </p:cBhvr>
                                      <p:to>
                                        <p:strVal val="solid"/>
                                      </p:to>
                                    </p:set>
                                    <p:set>
                                      <p:cBhvr>
                                        <p:cTn id="9" dur="500" autoRev="1" fill="remove"/>
                                        <p:tgtEl>
                                          <p:spTgt spid="10"/>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latin typeface="黑体" panose="02010609060101010101" pitchFamily="49" charset="-122"/>
                <a:ea typeface="黑体" panose="02010609060101010101" pitchFamily="49" charset="-122"/>
              </a:rPr>
              <a:t>计量要求</a:t>
            </a:r>
            <a:endParaRPr lang="zh-CN" altLang="en-US" dirty="0"/>
          </a:p>
        </p:txBody>
      </p:sp>
      <mc:AlternateContent xmlns:mc="http://schemas.openxmlformats.org/markup-compatibility/2006">
        <mc:Choice xmlns:a14="http://schemas.microsoft.com/office/drawing/2010/main" Requires="a14">
          <p:sp>
            <p:nvSpPr>
              <p:cNvPr id="4" name="内容占位符 3"/>
              <p:cNvSpPr>
                <a:spLocks noGrp="1"/>
              </p:cNvSpPr>
              <p:nvPr>
                <p:ph idx="1"/>
              </p:nvPr>
            </p:nvSpPr>
            <p:spPr>
              <a:xfrm>
                <a:off x="395288" y="1343020"/>
                <a:ext cx="8532000" cy="4895850"/>
              </a:xfrm>
            </p:spPr>
            <p:txBody>
              <a:bodyPr/>
              <a:lstStyle/>
              <a:p>
                <a:pPr marL="357188" indent="-357188">
                  <a:spcAft>
                    <a:spcPts val="1200"/>
                  </a:spcAft>
                </a:pPr>
                <a:r>
                  <a:rPr lang="en-US" altLang="zh-CN" b="1" dirty="0" smtClean="0">
                    <a:latin typeface="Arial" panose="020B0604020202020204" pitchFamily="34" charset="0"/>
                    <a:ea typeface="黑体" panose="02010609060101010101" pitchFamily="49" charset="-122"/>
                    <a:cs typeface="Arial" panose="020B0604020202020204" pitchFamily="34" charset="0"/>
                  </a:rPr>
                  <a:t>Minimum </a:t>
                </a:r>
                <a:r>
                  <a:rPr lang="en-US" altLang="zh-CN" b="1" dirty="0">
                    <a:latin typeface="Arial" panose="020B0604020202020204" pitchFamily="34" charset="0"/>
                    <a:ea typeface="黑体" panose="02010609060101010101" pitchFamily="49" charset="-122"/>
                    <a:cs typeface="Arial" panose="020B0604020202020204" pitchFamily="34" charset="0"/>
                  </a:rPr>
                  <a:t>dead load output return (</a:t>
                </a:r>
                <a:r>
                  <a:rPr lang="en-US" altLang="zh-CN" b="1" dirty="0" smtClean="0">
                    <a:latin typeface="Arial" panose="020B0604020202020204" pitchFamily="34" charset="0"/>
                    <a:ea typeface="黑体" panose="02010609060101010101" pitchFamily="49" charset="-122"/>
                    <a:cs typeface="Arial" panose="020B0604020202020204" pitchFamily="34" charset="0"/>
                  </a:rPr>
                  <a:t>DR)</a:t>
                </a:r>
              </a:p>
              <a:p>
                <a:pPr marL="361950" lvl="2" indent="0">
                  <a:spcAft>
                    <a:spcPts val="1800"/>
                  </a:spcAft>
                  <a:buNone/>
                </a:pPr>
                <a:r>
                  <a:rPr lang="en-US" altLang="zh-CN" dirty="0">
                    <a:latin typeface="Arial" panose="020B0604020202020204" pitchFamily="34" charset="0"/>
                    <a:ea typeface="黑体" panose="02010609060101010101" pitchFamily="49" charset="-122"/>
                    <a:cs typeface="Arial" panose="020B0604020202020204" pitchFamily="34" charset="0"/>
                  </a:rPr>
                  <a:t>The difference between the initial reading of the minimum load output (</a:t>
                </a:r>
                <a14:m>
                  <m:oMath xmlns:m="http://schemas.openxmlformats.org/officeDocument/2006/math">
                    <m:sSub>
                      <m:sSubPr>
                        <m:ctrlPr>
                          <a:rPr lang="en-US" altLang="zh-CN" i="1" dirty="0">
                            <a:latin typeface="Cambria Math"/>
                          </a:rPr>
                        </m:ctrlPr>
                      </m:sSubPr>
                      <m:e>
                        <m:r>
                          <a:rPr lang="en-US" altLang="zh-CN" i="1" dirty="0">
                            <a:latin typeface="Cambria Math"/>
                          </a:rPr>
                          <m:t>𝐷</m:t>
                        </m:r>
                      </m:e>
                      <m:sub>
                        <m:r>
                          <a:rPr lang="en-US" altLang="zh-CN" i="1" dirty="0">
                            <a:latin typeface="Cambria Math"/>
                          </a:rPr>
                          <m:t>𝑚𝑖𝑛</m:t>
                        </m:r>
                      </m:sub>
                    </m:sSub>
                    <m:r>
                      <a:rPr lang="en-US" altLang="zh-CN" i="1" dirty="0">
                        <a:latin typeface="Cambria Math"/>
                      </a:rPr>
                      <m:t> </m:t>
                    </m:r>
                  </m:oMath>
                </a14:m>
                <a:r>
                  <a:rPr lang="en-US" altLang="zh-CN" dirty="0" smtClean="0">
                    <a:latin typeface="Arial" panose="020B0604020202020204" pitchFamily="34" charset="0"/>
                    <a:ea typeface="黑体" panose="02010609060101010101" pitchFamily="49" charset="-122"/>
                    <a:cs typeface="Arial" panose="020B0604020202020204" pitchFamily="34" charset="0"/>
                  </a:rPr>
                  <a:t>) </a:t>
                </a:r>
                <a:r>
                  <a:rPr lang="en-US" altLang="zh-CN" dirty="0">
                    <a:latin typeface="Arial" panose="020B0604020202020204" pitchFamily="34" charset="0"/>
                    <a:ea typeface="黑体" panose="02010609060101010101" pitchFamily="49" charset="-122"/>
                    <a:cs typeface="Arial" panose="020B0604020202020204" pitchFamily="34" charset="0"/>
                  </a:rPr>
                  <a:t>and the reading of </a:t>
                </a:r>
                <a14:m>
                  <m:oMath xmlns:m="http://schemas.openxmlformats.org/officeDocument/2006/math">
                    <m:sSub>
                      <m:sSubPr>
                        <m:ctrlPr>
                          <a:rPr lang="en-US" altLang="zh-CN" i="1" dirty="0" smtClean="0">
                            <a:latin typeface="Cambria Math"/>
                          </a:rPr>
                        </m:ctrlPr>
                      </m:sSubPr>
                      <m:e>
                        <m:r>
                          <a:rPr lang="en-US" altLang="zh-CN" b="0" i="1" dirty="0" smtClean="0">
                            <a:latin typeface="Cambria Math"/>
                          </a:rPr>
                          <m:t>𝐷</m:t>
                        </m:r>
                      </m:e>
                      <m:sub>
                        <m:r>
                          <a:rPr lang="en-US" altLang="zh-CN" b="0" i="1" dirty="0" smtClean="0">
                            <a:latin typeface="Cambria Math"/>
                          </a:rPr>
                          <m:t>𝑚𝑖𝑛</m:t>
                        </m:r>
                      </m:sub>
                    </m:sSub>
                  </m:oMath>
                </a14:m>
                <a:r>
                  <a:rPr lang="en-US" altLang="zh-CN" dirty="0">
                    <a:latin typeface="Arial" panose="020B0604020202020204" pitchFamily="34" charset="0"/>
                    <a:ea typeface="黑体" panose="02010609060101010101" pitchFamily="49" charset="-122"/>
                    <a:cs typeface="Arial" panose="020B0604020202020204" pitchFamily="34" charset="0"/>
                  </a:rPr>
                  <a:t> at the conclusion of the creep test (5.5.1), shall not exceed half the value of the load cell verification interval (0.5 v</a:t>
                </a:r>
                <a:r>
                  <a:rPr lang="en-US" altLang="zh-CN" dirty="0" smtClean="0">
                    <a:latin typeface="Arial" panose="020B0604020202020204" pitchFamily="34" charset="0"/>
                    <a:ea typeface="黑体" panose="02010609060101010101" pitchFamily="49" charset="-122"/>
                    <a:cs typeface="Arial" panose="020B0604020202020204" pitchFamily="34" charset="0"/>
                  </a:rPr>
                  <a:t>).</a:t>
                </a:r>
                <a:endParaRPr lang="en-US" altLang="zh-CN" dirty="0">
                  <a:latin typeface="Arial" panose="020B0604020202020204" pitchFamily="34" charset="0"/>
                  <a:ea typeface="黑体" panose="02010609060101010101" pitchFamily="49" charset="-122"/>
                  <a:cs typeface="Arial" panose="020B0604020202020204" pitchFamily="34" charset="0"/>
                </a:endParaRPr>
              </a:p>
              <a:p>
                <a:pPr marL="985838" lvl="2" indent="-623888">
                  <a:spcAft>
                    <a:spcPts val="1800"/>
                  </a:spcAft>
                  <a:buNone/>
                </a:pPr>
                <a:r>
                  <a:rPr lang="en-US" altLang="zh-CN" dirty="0">
                    <a:latin typeface="Arial" panose="020B0604020202020204" pitchFamily="34" charset="0"/>
                    <a:ea typeface="黑体" panose="02010609060101010101" pitchFamily="49" charset="-122"/>
                    <a:cs typeface="Arial" panose="020B0604020202020204" pitchFamily="34" charset="0"/>
                  </a:rPr>
                  <a:t>Note:  </a:t>
                </a:r>
                <a:r>
                  <a:rPr lang="en-US" altLang="zh-CN" dirty="0" smtClean="0">
                    <a:latin typeface="Arial" panose="020B0604020202020204" pitchFamily="34" charset="0"/>
                    <a:ea typeface="黑体" panose="02010609060101010101" pitchFamily="49" charset="-122"/>
                    <a:cs typeface="Arial" panose="020B0604020202020204" pitchFamily="34" charset="0"/>
                  </a:rPr>
                  <a:t>It </a:t>
                </a:r>
                <a:r>
                  <a:rPr lang="en-US" altLang="zh-CN" dirty="0">
                    <a:latin typeface="Arial" panose="020B0604020202020204" pitchFamily="34" charset="0"/>
                    <a:ea typeface="黑体" panose="02010609060101010101" pitchFamily="49" charset="-122"/>
                    <a:cs typeface="Arial" panose="020B0604020202020204" pitchFamily="34" charset="0"/>
                  </a:rPr>
                  <a:t>should be noted that DR is the minimum dead load output return expressed in mass </a:t>
                </a:r>
                <a:r>
                  <a:rPr lang="en-US" altLang="zh-CN" dirty="0" smtClean="0">
                    <a:latin typeface="Arial" panose="020B0604020202020204" pitchFamily="34" charset="0"/>
                    <a:ea typeface="黑体" panose="02010609060101010101" pitchFamily="49" charset="-122"/>
                    <a:cs typeface="Arial" panose="020B0604020202020204" pitchFamily="34" charset="0"/>
                  </a:rPr>
                  <a:t>units (</a:t>
                </a:r>
                <a:r>
                  <a:rPr lang="en-US" altLang="zh-CN" dirty="0">
                    <a:latin typeface="Arial" panose="020B0604020202020204" pitchFamily="34" charset="0"/>
                    <a:ea typeface="黑体" panose="02010609060101010101" pitchFamily="49" charset="-122"/>
                    <a:cs typeface="Arial" panose="020B0604020202020204" pitchFamily="34" charset="0"/>
                  </a:rPr>
                  <a:t>g, kg, t). DR has to be adjusted in a value expressed in load cell verification intervals v.</a:t>
                </a:r>
              </a:p>
              <a:p>
                <a:pPr marL="361950" lvl="2" indent="457200">
                  <a:spcAft>
                    <a:spcPts val="1800"/>
                  </a:spcAft>
                  <a:buNone/>
                </a:pPr>
                <a:r>
                  <a:rPr lang="zh-CN" altLang="en-US" dirty="0" smtClean="0">
                    <a:latin typeface="Arial" panose="020B0604020202020204" pitchFamily="34" charset="0"/>
                    <a:ea typeface="黑体" panose="02010609060101010101" pitchFamily="49" charset="-122"/>
                    <a:cs typeface="Arial" panose="020B0604020202020204" pitchFamily="34" charset="0"/>
                  </a:rPr>
                  <a:t>以质量单位表示的</a:t>
                </a:r>
                <a:r>
                  <a:rPr lang="en-US" altLang="zh-CN" dirty="0" smtClean="0">
                    <a:latin typeface="Arial" panose="020B0604020202020204" pitchFamily="34" charset="0"/>
                    <a:ea typeface="黑体" panose="02010609060101010101" pitchFamily="49" charset="-122"/>
                    <a:cs typeface="Arial" panose="020B0604020202020204" pitchFamily="34" charset="0"/>
                  </a:rPr>
                  <a:t>DR</a:t>
                </a:r>
                <a:r>
                  <a:rPr lang="zh-CN" altLang="en-US" dirty="0" smtClean="0">
                    <a:latin typeface="Arial" panose="020B0604020202020204" pitchFamily="34" charset="0"/>
                    <a:ea typeface="黑体" panose="02010609060101010101" pitchFamily="49" charset="-122"/>
                    <a:cs typeface="Arial" panose="020B0604020202020204" pitchFamily="34" charset="0"/>
                  </a:rPr>
                  <a:t>需要转换成以分度值（</a:t>
                </a:r>
                <a:r>
                  <a:rPr lang="en-US" altLang="zh-CN" dirty="0" smtClean="0">
                    <a:latin typeface="Arial" panose="020B0604020202020204" pitchFamily="34" charset="0"/>
                    <a:ea typeface="黑体" panose="02010609060101010101" pitchFamily="49" charset="-122"/>
                    <a:cs typeface="Arial" panose="020B0604020202020204" pitchFamily="34" charset="0"/>
                  </a:rPr>
                  <a:t>v</a:t>
                </a:r>
                <a:r>
                  <a:rPr lang="zh-CN" altLang="en-US" dirty="0" smtClean="0">
                    <a:latin typeface="Arial" panose="020B0604020202020204" pitchFamily="34" charset="0"/>
                    <a:ea typeface="黑体" panose="02010609060101010101" pitchFamily="49" charset="-122"/>
                    <a:cs typeface="Arial" panose="020B0604020202020204" pitchFamily="34" charset="0"/>
                  </a:rPr>
                  <a:t>）表示的值，制造商可以规定一个 </a:t>
                </a:r>
                <a:r>
                  <a:rPr lang="en-US" altLang="zh-CN" dirty="0" smtClean="0">
                    <a:latin typeface="Arial" panose="020B0604020202020204" pitchFamily="34" charset="0"/>
                    <a:ea typeface="黑体" panose="02010609060101010101" pitchFamily="49" charset="-122"/>
                    <a:cs typeface="Arial" panose="020B0604020202020204" pitchFamily="34" charset="0"/>
                  </a:rPr>
                  <a:t>Z </a:t>
                </a:r>
                <a:r>
                  <a:rPr lang="zh-CN" altLang="en-US" dirty="0" smtClean="0">
                    <a:latin typeface="Arial" panose="020B0604020202020204" pitchFamily="34" charset="0"/>
                    <a:ea typeface="黑体" panose="02010609060101010101" pitchFamily="49" charset="-122"/>
                    <a:cs typeface="Arial" panose="020B0604020202020204" pitchFamily="34" charset="0"/>
                  </a:rPr>
                  <a:t>值，</a:t>
                </a:r>
                <a:r>
                  <a:rPr lang="en-US" altLang="zh-CN" dirty="0" smtClean="0">
                    <a:latin typeface="Arial" panose="020B0604020202020204" pitchFamily="34" charset="0"/>
                    <a:ea typeface="黑体" panose="02010609060101010101" pitchFamily="49" charset="-122"/>
                    <a:cs typeface="Arial" panose="020B0604020202020204" pitchFamily="34" charset="0"/>
                  </a:rPr>
                  <a:t>Z </a:t>
                </a:r>
                <a:r>
                  <a:rPr lang="zh-CN" altLang="en-US" dirty="0" smtClean="0">
                    <a:latin typeface="Arial" panose="020B0604020202020204" pitchFamily="34" charset="0"/>
                    <a:ea typeface="黑体" panose="02010609060101010101" pitchFamily="49" charset="-122"/>
                    <a:cs typeface="Arial" panose="020B0604020202020204" pitchFamily="34" charset="0"/>
                  </a:rPr>
                  <a:t>应不小于 </a:t>
                </a:r>
                <a:r>
                  <a:rPr lang="en-US" altLang="zh-CN" dirty="0" smtClean="0">
                    <a:latin typeface="Arial" panose="020B0604020202020204" pitchFamily="34" charset="0"/>
                    <a:ea typeface="黑体" panose="02010609060101010101" pitchFamily="49" charset="-122"/>
                    <a:cs typeface="Arial" panose="020B0604020202020204" pitchFamily="34" charset="0"/>
                  </a:rPr>
                  <a:t>n</a:t>
                </a:r>
                <a:r>
                  <a:rPr lang="zh-CN" altLang="en-US" dirty="0" smtClean="0">
                    <a:latin typeface="Arial" panose="020B0604020202020204" pitchFamily="34" charset="0"/>
                    <a:ea typeface="黑体" panose="02010609060101010101" pitchFamily="49" charset="-122"/>
                    <a:cs typeface="Arial" panose="020B0604020202020204" pitchFamily="34" charset="0"/>
                  </a:rPr>
                  <a:t>。</a:t>
                </a:r>
                <a:endParaRPr lang="en-US" altLang="zh-CN" dirty="0" smtClean="0">
                  <a:latin typeface="Arial" panose="020B0604020202020204" pitchFamily="34" charset="0"/>
                  <a:ea typeface="黑体" panose="02010609060101010101" pitchFamily="49" charset="-122"/>
                  <a:cs typeface="Arial" panose="020B0604020202020204" pitchFamily="34" charset="0"/>
                </a:endParaRPr>
              </a:p>
              <a:p>
                <a:pPr marL="361950" lvl="2" indent="457200">
                  <a:spcAft>
                    <a:spcPts val="1800"/>
                  </a:spcAft>
                  <a:buNone/>
                </a:pPr>
                <a:r>
                  <a:rPr lang="zh-CN" altLang="en-US" dirty="0" smtClean="0">
                    <a:latin typeface="Arial" panose="020B0604020202020204" pitchFamily="34" charset="0"/>
                    <a:ea typeface="黑体" panose="02010609060101010101" pitchFamily="49" charset="-122"/>
                    <a:cs typeface="Arial" panose="020B0604020202020204" pitchFamily="34" charset="0"/>
                  </a:rPr>
                  <a:t>如果传感器有大于</a:t>
                </a:r>
                <a:r>
                  <a:rPr lang="en-US" altLang="zh-CN" dirty="0" smtClean="0">
                    <a:latin typeface="Arial" panose="020B0604020202020204" pitchFamily="34" charset="0"/>
                    <a:ea typeface="黑体" panose="02010609060101010101" pitchFamily="49" charset="-122"/>
                    <a:cs typeface="Arial" panose="020B0604020202020204" pitchFamily="34" charset="0"/>
                  </a:rPr>
                  <a:t>n</a:t>
                </a:r>
                <a:r>
                  <a:rPr lang="zh-CN" altLang="en-US" dirty="0" smtClean="0">
                    <a:latin typeface="Arial" panose="020B0604020202020204" pitchFamily="34" charset="0"/>
                    <a:ea typeface="黑体" panose="02010609060101010101" pitchFamily="49" charset="-122"/>
                    <a:cs typeface="Arial" panose="020B0604020202020204" pitchFamily="34" charset="0"/>
                  </a:rPr>
                  <a:t>的</a:t>
                </a:r>
                <a:r>
                  <a:rPr lang="en-US" altLang="zh-CN" dirty="0" smtClean="0">
                    <a:latin typeface="Arial" panose="020B0604020202020204" pitchFamily="34" charset="0"/>
                    <a:ea typeface="黑体" panose="02010609060101010101" pitchFamily="49" charset="-122"/>
                    <a:cs typeface="Arial" panose="020B0604020202020204" pitchFamily="34" charset="0"/>
                  </a:rPr>
                  <a:t>Z (</a:t>
                </a:r>
                <a14:m>
                  <m:oMath xmlns:m="http://schemas.openxmlformats.org/officeDocument/2006/math">
                    <m:r>
                      <a:rPr lang="en-US" altLang="zh-CN" i="1" smtClean="0">
                        <a:latin typeface="Cambria Math"/>
                        <a:ea typeface="Cambria Math"/>
                        <a:cs typeface="Arial" panose="020B0604020202020204" pitchFamily="34" charset="0"/>
                      </a:rPr>
                      <m:t>≥</m:t>
                    </m:r>
                    <m:r>
                      <a:rPr lang="en-US" altLang="zh-CN" b="0" i="1" smtClean="0">
                        <a:latin typeface="Cambria Math"/>
                        <a:ea typeface="Cambria Math"/>
                        <a:cs typeface="Arial" panose="020B0604020202020204" pitchFamily="34" charset="0"/>
                      </a:rPr>
                      <m:t>𝑀𝑎𝑥</m:t>
                    </m:r>
                    <m:r>
                      <a:rPr lang="en-US" altLang="zh-CN" b="0" i="1" smtClean="0">
                        <a:latin typeface="Cambria Math"/>
                        <a:ea typeface="Cambria Math"/>
                        <a:cs typeface="Arial" panose="020B0604020202020204" pitchFamily="34" charset="0"/>
                      </a:rPr>
                      <m:t>/</m:t>
                    </m:r>
                    <m:sSub>
                      <m:sSubPr>
                        <m:ctrlPr>
                          <a:rPr lang="en-US" altLang="zh-CN" b="0" i="1" smtClean="0">
                            <a:latin typeface="Cambria Math"/>
                            <a:ea typeface="Cambria Math"/>
                            <a:cs typeface="Arial" panose="020B0604020202020204" pitchFamily="34" charset="0"/>
                          </a:rPr>
                        </m:ctrlPr>
                      </m:sSubPr>
                      <m:e>
                        <m:r>
                          <a:rPr lang="en-US" altLang="zh-CN" b="0" i="1" smtClean="0">
                            <a:latin typeface="Cambria Math"/>
                            <a:ea typeface="Cambria Math"/>
                            <a:cs typeface="Arial" panose="020B0604020202020204" pitchFamily="34" charset="0"/>
                          </a:rPr>
                          <m:t>𝑒</m:t>
                        </m:r>
                      </m:e>
                      <m:sub>
                        <m:r>
                          <a:rPr lang="en-US" altLang="zh-CN" b="0" i="1" smtClean="0">
                            <a:latin typeface="Cambria Math"/>
                            <a:ea typeface="Cambria Math"/>
                            <a:cs typeface="Arial" panose="020B0604020202020204" pitchFamily="34" charset="0"/>
                          </a:rPr>
                          <m:t>1</m:t>
                        </m:r>
                      </m:sub>
                    </m:sSub>
                  </m:oMath>
                </a14:m>
                <a:r>
                  <a:rPr lang="en-US" altLang="zh-CN" dirty="0" smtClean="0">
                    <a:latin typeface="Arial" panose="020B0604020202020204" pitchFamily="34" charset="0"/>
                    <a:ea typeface="黑体" panose="02010609060101010101" pitchFamily="49" charset="-122"/>
                    <a:cs typeface="Arial" panose="020B0604020202020204" pitchFamily="34" charset="0"/>
                  </a:rPr>
                  <a:t>)</a:t>
                </a:r>
                <a:r>
                  <a:rPr lang="zh-CN" altLang="en-US" dirty="0" smtClean="0">
                    <a:latin typeface="Arial" panose="020B0604020202020204" pitchFamily="34" charset="0"/>
                    <a:ea typeface="黑体" panose="02010609060101010101" pitchFamily="49" charset="-122"/>
                    <a:cs typeface="Arial" panose="020B0604020202020204" pitchFamily="34" charset="0"/>
                  </a:rPr>
                  <a:t>，该传感器可以用于多分度值衡器。</a:t>
                </a:r>
                <a:endParaRPr lang="en-US" altLang="zh-CN" dirty="0" smtClean="0">
                  <a:latin typeface="Arial" panose="020B0604020202020204" pitchFamily="34" charset="0"/>
                  <a:ea typeface="黑体" panose="02010609060101010101" pitchFamily="49" charset="-122"/>
                  <a:cs typeface="Arial" panose="020B0604020202020204" pitchFamily="34" charset="0"/>
                </a:endParaRPr>
              </a:p>
              <a:p>
                <a:pPr marL="361950" lvl="2" indent="457200">
                  <a:spcAft>
                    <a:spcPts val="1800"/>
                  </a:spcAft>
                  <a:buNone/>
                </a:pPr>
                <a:r>
                  <a:rPr lang="en-US" altLang="zh-CN" dirty="0" smtClean="0">
                    <a:latin typeface="Arial" panose="020B0604020202020204" pitchFamily="34" charset="0"/>
                    <a:ea typeface="黑体" panose="02010609060101010101" pitchFamily="49" charset="-122"/>
                    <a:cs typeface="Arial" panose="020B0604020202020204" pitchFamily="34" charset="0"/>
                  </a:rPr>
                  <a:t>R60</a:t>
                </a:r>
                <a:r>
                  <a:rPr lang="zh-CN" altLang="en-US" dirty="0" smtClean="0">
                    <a:latin typeface="Arial" panose="020B0604020202020204" pitchFamily="34" charset="0"/>
                    <a:ea typeface="黑体" panose="02010609060101010101" pitchFamily="49" charset="-122"/>
                    <a:cs typeface="Arial" panose="020B0604020202020204" pitchFamily="34" charset="0"/>
                  </a:rPr>
                  <a:t>回零要求与</a:t>
                </a:r>
                <a:r>
                  <a:rPr lang="en-US" altLang="zh-CN" dirty="0" smtClean="0">
                    <a:latin typeface="Arial" panose="020B0604020202020204" pitchFamily="34" charset="0"/>
                    <a:ea typeface="黑体" panose="02010609060101010101" pitchFamily="49" charset="-122"/>
                    <a:cs typeface="Arial" panose="020B0604020202020204" pitchFamily="34" charset="0"/>
                  </a:rPr>
                  <a:t>R76</a:t>
                </a:r>
                <a:r>
                  <a:rPr lang="zh-CN" altLang="en-US" dirty="0" smtClean="0">
                    <a:latin typeface="Arial" panose="020B0604020202020204" pitchFamily="34" charset="0"/>
                    <a:ea typeface="黑体" panose="02010609060101010101" pitchFamily="49" charset="-122"/>
                    <a:cs typeface="Arial" panose="020B0604020202020204" pitchFamily="34" charset="0"/>
                  </a:rPr>
                  <a:t>的回零要求完全一致，由于应变式传感器蠕变和回零的镜像特性，如果</a:t>
                </a:r>
                <a:r>
                  <a:rPr lang="en-US" altLang="zh-CN" dirty="0" smtClean="0">
                    <a:latin typeface="Arial" panose="020B0604020202020204" pitchFamily="34" charset="0"/>
                    <a:ea typeface="黑体" panose="02010609060101010101" pitchFamily="49" charset="-122"/>
                    <a:cs typeface="Arial" panose="020B0604020202020204" pitchFamily="34" charset="0"/>
                  </a:rPr>
                  <a:t>n</a:t>
                </a:r>
                <a:r>
                  <a:rPr lang="zh-CN" altLang="en-US" dirty="0" smtClean="0">
                    <a:latin typeface="Arial" panose="020B0604020202020204" pitchFamily="34" charset="0"/>
                    <a:ea typeface="黑体" panose="02010609060101010101" pitchFamily="49" charset="-122"/>
                    <a:cs typeface="Arial" panose="020B0604020202020204" pitchFamily="34" charset="0"/>
                  </a:rPr>
                  <a:t>大于</a:t>
                </a:r>
                <a:r>
                  <a:rPr lang="en-US" altLang="zh-CN" dirty="0" smtClean="0">
                    <a:latin typeface="Arial" panose="020B0604020202020204" pitchFamily="34" charset="0"/>
                    <a:ea typeface="黑体" panose="02010609060101010101" pitchFamily="49" charset="-122"/>
                    <a:cs typeface="Arial" panose="020B0604020202020204" pitchFamily="34" charset="0"/>
                  </a:rPr>
                  <a:t>500</a:t>
                </a:r>
                <a:r>
                  <a:rPr lang="zh-CN" altLang="en-US" dirty="0" smtClean="0">
                    <a:latin typeface="Arial" panose="020B0604020202020204" pitchFamily="34" charset="0"/>
                    <a:ea typeface="黑体" panose="02010609060101010101" pitchFamily="49" charset="-122"/>
                    <a:cs typeface="Arial" panose="020B0604020202020204" pitchFamily="34" charset="0"/>
                  </a:rPr>
                  <a:t>（</a:t>
                </a:r>
                <a:r>
                  <a:rPr lang="en-US" altLang="zh-CN" dirty="0" smtClean="0">
                    <a:latin typeface="Arial" panose="020B0604020202020204" pitchFamily="34" charset="0"/>
                    <a:ea typeface="黑体" panose="02010609060101010101" pitchFamily="49" charset="-122"/>
                    <a:cs typeface="Arial" panose="020B0604020202020204" pitchFamily="34" charset="0"/>
                  </a:rPr>
                  <a:t>C</a:t>
                </a:r>
                <a:r>
                  <a:rPr lang="zh-CN" altLang="en-US" dirty="0" smtClean="0">
                    <a:latin typeface="Arial" panose="020B0604020202020204" pitchFamily="34" charset="0"/>
                    <a:ea typeface="黑体" panose="02010609060101010101" pitchFamily="49" charset="-122"/>
                    <a:cs typeface="Arial" panose="020B0604020202020204" pitchFamily="34" charset="0"/>
                  </a:rPr>
                  <a:t>级）通常只要</a:t>
                </a:r>
                <a:r>
                  <a:rPr lang="zh-CN" altLang="en-US" dirty="0" smtClean="0">
                    <a:latin typeface="Arial" panose="020B0604020202020204" pitchFamily="34" charset="0"/>
                    <a:ea typeface="黑体" panose="02010609060101010101" pitchFamily="49" charset="-122"/>
                    <a:cs typeface="Arial" panose="020B0604020202020204" pitchFamily="34" charset="0"/>
                  </a:rPr>
                  <a:t>满足回</a:t>
                </a:r>
                <a:r>
                  <a:rPr lang="zh-CN" altLang="en-US" dirty="0" smtClean="0">
                    <a:latin typeface="Arial" panose="020B0604020202020204" pitchFamily="34" charset="0"/>
                    <a:ea typeface="黑体" panose="02010609060101010101" pitchFamily="49" charset="-122"/>
                    <a:cs typeface="Arial" panose="020B0604020202020204" pitchFamily="34" charset="0"/>
                  </a:rPr>
                  <a:t>零要求，蠕变都能符合要求 </a:t>
                </a:r>
                <a:r>
                  <a:rPr lang="en-US" altLang="zh-CN" dirty="0" smtClean="0">
                    <a:latin typeface="Arial" panose="020B0604020202020204" pitchFamily="34" charset="0"/>
                    <a:ea typeface="黑体" panose="02010609060101010101" pitchFamily="49" charset="-122"/>
                    <a:cs typeface="Arial" panose="020B0604020202020204" pitchFamily="34" charset="0"/>
                  </a:rPr>
                  <a:t>(</a:t>
                </a:r>
                <a:r>
                  <a:rPr lang="zh-CN" altLang="en-US" dirty="0" smtClean="0">
                    <a:latin typeface="Arial" panose="020B0604020202020204" pitchFamily="34" charset="0"/>
                    <a:ea typeface="黑体" panose="02010609060101010101" pitchFamily="49" charset="-122"/>
                    <a:cs typeface="Arial" panose="020B0604020202020204" pitchFamily="34" charset="0"/>
                  </a:rPr>
                  <a:t>不大于</a:t>
                </a:r>
                <a:r>
                  <a:rPr lang="en-US" altLang="zh-CN" dirty="0" smtClean="0">
                    <a:latin typeface="Arial" panose="020B0604020202020204" pitchFamily="34" charset="0"/>
                    <a:ea typeface="黑体" panose="02010609060101010101" pitchFamily="49" charset="-122"/>
                    <a:cs typeface="Arial" panose="020B0604020202020204" pitchFamily="34" charset="0"/>
                  </a:rPr>
                  <a:t> 0.49 / 0.735v)</a:t>
                </a:r>
                <a:r>
                  <a:rPr lang="zh-CN" altLang="en-US" dirty="0" smtClean="0">
                    <a:latin typeface="Arial" panose="020B0604020202020204" pitchFamily="34" charset="0"/>
                    <a:ea typeface="黑体" panose="02010609060101010101" pitchFamily="49" charset="-122"/>
                    <a:cs typeface="Arial" panose="020B0604020202020204" pitchFamily="34" charset="0"/>
                  </a:rPr>
                  <a:t>。</a:t>
                </a:r>
                <a:endParaRPr lang="en-US" altLang="zh-CN" dirty="0" smtClean="0">
                  <a:latin typeface="Arial" panose="020B0604020202020204" pitchFamily="34" charset="0"/>
                  <a:ea typeface="黑体" panose="02010609060101010101" pitchFamily="49" charset="-122"/>
                  <a:cs typeface="Arial" panose="020B0604020202020204" pitchFamily="34" charset="0"/>
                </a:endParaRPr>
              </a:p>
              <a:p>
                <a:pPr marL="361950" lvl="2" indent="457200" algn="ctr">
                  <a:spcAft>
                    <a:spcPts val="1800"/>
                  </a:spcAft>
                  <a:buNone/>
                </a:pPr>
                <a:r>
                  <a:rPr lang="en-US" altLang="zh-CN" dirty="0" smtClean="0">
                    <a:latin typeface="Arial" panose="020B0604020202020204" pitchFamily="34" charset="0"/>
                    <a:ea typeface="黑体" panose="02010609060101010101" pitchFamily="49" charset="-122"/>
                    <a:cs typeface="Arial" panose="020B0604020202020204" pitchFamily="34" charset="0"/>
                  </a:rPr>
                  <a:t>Cc = 0.7*0.7mpe ≥ 0.5 v</a:t>
                </a:r>
                <a:endParaRPr lang="zh-CN" altLang="en-US" dirty="0">
                  <a:latin typeface="Arial" panose="020B0604020202020204" pitchFamily="34" charset="0"/>
                  <a:ea typeface="黑体" panose="02010609060101010101" pitchFamily="49" charset="-122"/>
                  <a:cs typeface="Arial" panose="020B0604020202020204" pitchFamily="34" charset="0"/>
                </a:endParaRPr>
              </a:p>
            </p:txBody>
          </p:sp>
        </mc:Choice>
        <mc:Fallback>
          <p:sp>
            <p:nvSpPr>
              <p:cNvPr id="4" name="内容占位符 3"/>
              <p:cNvSpPr>
                <a:spLocks noGrp="1" noRot="1" noChangeAspect="1" noMove="1" noResize="1" noEditPoints="1" noAdjustHandles="1" noChangeArrowheads="1" noChangeShapeType="1" noTextEdit="1"/>
              </p:cNvSpPr>
              <p:nvPr>
                <p:ph idx="1"/>
              </p:nvPr>
            </p:nvSpPr>
            <p:spPr>
              <a:xfrm>
                <a:off x="395288" y="1343020"/>
                <a:ext cx="8532000" cy="4895850"/>
              </a:xfrm>
              <a:blipFill rotWithShape="1">
                <a:blip r:embed="rId3"/>
                <a:stretch>
                  <a:fillRect l="-1358" t="-1245" r="-1787"/>
                </a:stretch>
              </a:blipFill>
            </p:spPr>
            <p:txBody>
              <a:bodyPr/>
              <a:lstStyle/>
              <a:p>
                <a:r>
                  <a:rPr lang="zh-CN" altLang="en-US">
                    <a:noFill/>
                  </a:rPr>
                  <a:t> </a:t>
                </a:r>
              </a:p>
            </p:txBody>
          </p:sp>
        </mc:Fallback>
      </mc:AlternateContent>
      <p:sp>
        <p:nvSpPr>
          <p:cNvPr id="5" name="灯片编号占位符 4"/>
          <p:cNvSpPr>
            <a:spLocks noGrp="1"/>
          </p:cNvSpPr>
          <p:nvPr>
            <p:ph type="sldNum" sz="quarter" idx="100"/>
          </p:nvPr>
        </p:nvSpPr>
        <p:spPr/>
        <p:txBody>
          <a:bodyPr/>
          <a:lstStyle/>
          <a:p>
            <a:fld id="{2B2B68EE-DD1E-4368-AFCE-24A50EC7BF18}" type="slidenum">
              <a:rPr lang="en-US" smtClean="0"/>
              <a:pPr/>
              <a:t>34</a:t>
            </a:fld>
            <a:endParaRPr lang="en-US" dirty="0"/>
          </a:p>
        </p:txBody>
      </p:sp>
      <p:sp>
        <p:nvSpPr>
          <p:cNvPr id="6" name="页脚占位符 5"/>
          <p:cNvSpPr>
            <a:spLocks noGrp="1"/>
          </p:cNvSpPr>
          <p:nvPr>
            <p:ph type="ftr" sz="quarter" idx="101"/>
          </p:nvPr>
        </p:nvSpPr>
        <p:spPr/>
        <p:txBody>
          <a:bodyPr/>
          <a:lstStyle/>
          <a:p>
            <a:r>
              <a:rPr lang="en-US" smtClean="0"/>
              <a:t>For internal use - Confidential</a:t>
            </a:r>
            <a:endParaRPr lang="en-US" dirty="0"/>
          </a:p>
        </p:txBody>
      </p:sp>
      <p:sp>
        <p:nvSpPr>
          <p:cNvPr id="7" name="标题 2"/>
          <p:cNvSpPr>
            <a:spLocks noGrp="1"/>
          </p:cNvSpPr>
          <p:nvPr>
            <p:ph type="title" idx="99"/>
          </p:nvPr>
        </p:nvSpPr>
        <p:spPr>
          <a:xfrm>
            <a:off x="394824" y="834095"/>
            <a:ext cx="8353176" cy="324768"/>
          </a:xfrm>
        </p:spPr>
        <p:txBody>
          <a:bodyPr/>
          <a:lstStyle/>
          <a:p>
            <a:r>
              <a:rPr lang="en-US" altLang="zh-CN" b="0" dirty="0"/>
              <a:t>Permissible variation of results (v. 2000) </a:t>
            </a:r>
            <a:r>
              <a:rPr lang="en-US" altLang="zh-CN" dirty="0"/>
              <a:t>under reference conditions (v. 2017)</a:t>
            </a:r>
          </a:p>
        </p:txBody>
      </p:sp>
    </p:spTree>
    <p:extLst>
      <p:ext uri="{BB962C8B-B14F-4D97-AF65-F5344CB8AC3E}">
        <p14:creationId xmlns:p14="http://schemas.microsoft.com/office/powerpoint/2010/main" val="544714190"/>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latin typeface="黑体" panose="02010609060101010101" pitchFamily="49" charset="-122"/>
                <a:ea typeface="黑体" panose="02010609060101010101" pitchFamily="49" charset="-122"/>
              </a:rPr>
              <a:t>计量要求</a:t>
            </a:r>
            <a:endParaRPr lang="zh-CN" altLang="en-US" dirty="0"/>
          </a:p>
        </p:txBody>
      </p:sp>
      <mc:AlternateContent xmlns:mc="http://schemas.openxmlformats.org/markup-compatibility/2006" xmlns:a14="http://schemas.microsoft.com/office/drawing/2010/main">
        <mc:Choice Requires="a14">
          <p:sp>
            <p:nvSpPr>
              <p:cNvPr id="4" name="内容占位符 3"/>
              <p:cNvSpPr>
                <a:spLocks noGrp="1"/>
              </p:cNvSpPr>
              <p:nvPr>
                <p:ph idx="1"/>
              </p:nvPr>
            </p:nvSpPr>
            <p:spPr>
              <a:xfrm>
                <a:off x="395288" y="1343020"/>
                <a:ext cx="8532000" cy="4895850"/>
              </a:xfrm>
            </p:spPr>
            <p:txBody>
              <a:bodyPr/>
              <a:lstStyle/>
              <a:p>
                <a:pPr>
                  <a:spcAft>
                    <a:spcPts val="1200"/>
                  </a:spcAft>
                </a:pPr>
                <a:r>
                  <a:rPr lang="en-US" altLang="zh-CN" b="1" dirty="0" smtClean="0">
                    <a:latin typeface="Arial" panose="020B0604020202020204" pitchFamily="34" charset="0"/>
                    <a:ea typeface="黑体" panose="02010609060101010101" pitchFamily="49" charset="-122"/>
                    <a:cs typeface="Arial" panose="020B0604020202020204" pitchFamily="34" charset="0"/>
                  </a:rPr>
                  <a:t>Minimum </a:t>
                </a:r>
                <a:r>
                  <a:rPr lang="en-US" altLang="zh-CN" b="1" dirty="0">
                    <a:latin typeface="Arial" panose="020B0604020202020204" pitchFamily="34" charset="0"/>
                    <a:ea typeface="黑体" panose="02010609060101010101" pitchFamily="49" charset="-122"/>
                    <a:cs typeface="Arial" panose="020B0604020202020204" pitchFamily="34" charset="0"/>
                  </a:rPr>
                  <a:t>dead load output return (</a:t>
                </a:r>
                <a:r>
                  <a:rPr lang="en-US" altLang="zh-CN" b="1" dirty="0" smtClean="0">
                    <a:latin typeface="Arial" panose="020B0604020202020204" pitchFamily="34" charset="0"/>
                    <a:ea typeface="黑体" panose="02010609060101010101" pitchFamily="49" charset="-122"/>
                    <a:cs typeface="Arial" panose="020B0604020202020204" pitchFamily="34" charset="0"/>
                  </a:rPr>
                  <a:t>DR)</a:t>
                </a:r>
              </a:p>
              <a:p>
                <a:pPr marL="179387" lvl="1" indent="0">
                  <a:spcAft>
                    <a:spcPts val="1200"/>
                  </a:spcAft>
                  <a:buNone/>
                </a:pPr>
                <a:r>
                  <a:rPr lang="zh-CN" altLang="en-US" dirty="0" smtClean="0">
                    <a:latin typeface="Arial" panose="020B0604020202020204" pitchFamily="34" charset="0"/>
                    <a:ea typeface="黑体" panose="02010609060101010101" pitchFamily="49" charset="-122"/>
                    <a:cs typeface="Arial" panose="020B0604020202020204" pitchFamily="34" charset="0"/>
                  </a:rPr>
                  <a:t>测试结果与卸载时间的关系：</a:t>
                </a:r>
                <a:endParaRPr lang="en-US" altLang="zh-CN" dirty="0" smtClean="0">
                  <a:latin typeface="Arial" panose="020B0604020202020204" pitchFamily="34" charset="0"/>
                  <a:ea typeface="黑体" panose="02010609060101010101" pitchFamily="49" charset="-122"/>
                  <a:cs typeface="Arial" panose="020B0604020202020204" pitchFamily="34" charset="0"/>
                </a:endParaRPr>
              </a:p>
              <a:p>
                <a:pPr marL="522287" lvl="1" indent="-342900">
                  <a:spcAft>
                    <a:spcPts val="1200"/>
                  </a:spcAft>
                  <a:buFont typeface="+mj-lt"/>
                  <a:buAutoNum type="arabicPeriod"/>
                </a:pPr>
                <a:r>
                  <a:rPr lang="en-US" altLang="zh-CN" dirty="0">
                    <a:latin typeface="Arial" panose="020B0604020202020204" pitchFamily="34" charset="0"/>
                    <a:ea typeface="黑体" panose="02010609060101010101" pitchFamily="49" charset="-122"/>
                    <a:cs typeface="Arial" panose="020B0604020202020204" pitchFamily="34" charset="0"/>
                  </a:rPr>
                  <a:t>If the time intervals specified in R 60-2, Table 1 have been met, C</a:t>
                </a:r>
                <a:r>
                  <a:rPr lang="en-US" altLang="zh-CN" baseline="-25000" dirty="0">
                    <a:latin typeface="Arial" panose="020B0604020202020204" pitchFamily="34" charset="0"/>
                    <a:ea typeface="黑体" panose="02010609060101010101" pitchFamily="49" charset="-122"/>
                    <a:cs typeface="Arial" panose="020B0604020202020204" pitchFamily="34" charset="0"/>
                  </a:rPr>
                  <a:t>DR</a:t>
                </a:r>
                <a:r>
                  <a:rPr lang="en-US" altLang="zh-CN" dirty="0">
                    <a:latin typeface="Arial" panose="020B0604020202020204" pitchFamily="34" charset="0"/>
                    <a:ea typeface="黑体" panose="02010609060101010101" pitchFamily="49" charset="-122"/>
                    <a:cs typeface="Arial" panose="020B0604020202020204" pitchFamily="34" charset="0"/>
                  </a:rPr>
                  <a:t> must not </a:t>
                </a:r>
                <a:r>
                  <a:rPr lang="en-US" altLang="zh-CN" dirty="0" smtClean="0">
                    <a:latin typeface="Arial" panose="020B0604020202020204" pitchFamily="34" charset="0"/>
                    <a:ea typeface="黑体" panose="02010609060101010101" pitchFamily="49" charset="-122"/>
                    <a:cs typeface="Arial" panose="020B0604020202020204" pitchFamily="34" charset="0"/>
                  </a:rPr>
                  <a:t>exceed 0.5 v</a:t>
                </a:r>
                <a:r>
                  <a:rPr lang="zh-CN" altLang="en-US" dirty="0" smtClean="0">
                    <a:latin typeface="Arial" panose="020B0604020202020204" pitchFamily="34" charset="0"/>
                    <a:ea typeface="黑体" panose="02010609060101010101" pitchFamily="49" charset="-122"/>
                    <a:cs typeface="Arial" panose="020B0604020202020204" pitchFamily="34" charset="0"/>
                  </a:rPr>
                  <a:t>；</a:t>
                </a:r>
                <a:r>
                  <a:rPr lang="en-US" altLang="zh-CN" dirty="0" smtClean="0">
                    <a:latin typeface="Arial" panose="020B0604020202020204" pitchFamily="34" charset="0"/>
                    <a:ea typeface="黑体" panose="02010609060101010101" pitchFamily="49" charset="-122"/>
                    <a:cs typeface="Arial" panose="020B0604020202020204" pitchFamily="34" charset="0"/>
                  </a:rPr>
                  <a:t/>
                </a:r>
                <a:br>
                  <a:rPr lang="en-US" altLang="zh-CN" dirty="0" smtClean="0">
                    <a:latin typeface="Arial" panose="020B0604020202020204" pitchFamily="34" charset="0"/>
                    <a:ea typeface="黑体" panose="02010609060101010101" pitchFamily="49" charset="-122"/>
                    <a:cs typeface="Arial" panose="020B0604020202020204" pitchFamily="34" charset="0"/>
                  </a:rPr>
                </a:br>
                <a:r>
                  <a:rPr lang="zh-CN" altLang="en-US" dirty="0" smtClean="0">
                    <a:latin typeface="Arial" panose="020B0604020202020204" pitchFamily="34" charset="0"/>
                    <a:ea typeface="黑体" panose="02010609060101010101" pitchFamily="49" charset="-122"/>
                    <a:cs typeface="Arial" panose="020B0604020202020204" pitchFamily="34" charset="0"/>
                  </a:rPr>
                  <a:t>卸载时间符合 </a:t>
                </a:r>
                <a:r>
                  <a:rPr lang="en-US" altLang="zh-CN" dirty="0" smtClean="0">
                    <a:latin typeface="Arial" panose="020B0604020202020204" pitchFamily="34" charset="0"/>
                    <a:ea typeface="黑体" panose="02010609060101010101" pitchFamily="49" charset="-122"/>
                    <a:cs typeface="Arial" panose="020B0604020202020204" pitchFamily="34" charset="0"/>
                  </a:rPr>
                  <a:t>R60-2 </a:t>
                </a:r>
                <a:r>
                  <a:rPr lang="zh-CN" altLang="en-US" dirty="0" smtClean="0">
                    <a:latin typeface="Arial" panose="020B0604020202020204" pitchFamily="34" charset="0"/>
                    <a:ea typeface="黑体" panose="02010609060101010101" pitchFamily="49" charset="-122"/>
                    <a:cs typeface="Arial" panose="020B0604020202020204" pitchFamily="34" charset="0"/>
                  </a:rPr>
                  <a:t>表</a:t>
                </a:r>
                <a:r>
                  <a:rPr lang="en-US" altLang="zh-CN" dirty="0" smtClean="0">
                    <a:latin typeface="Arial" panose="020B0604020202020204" pitchFamily="34" charset="0"/>
                    <a:ea typeface="黑体" panose="02010609060101010101" pitchFamily="49" charset="-122"/>
                    <a:cs typeface="Arial" panose="020B0604020202020204" pitchFamily="34" charset="0"/>
                  </a:rPr>
                  <a:t>1</a:t>
                </a:r>
                <a:r>
                  <a:rPr lang="zh-CN" altLang="en-US" dirty="0" smtClean="0">
                    <a:latin typeface="Arial" panose="020B0604020202020204" pitchFamily="34" charset="0"/>
                    <a:ea typeface="黑体" panose="02010609060101010101" pitchFamily="49" charset="-122"/>
                    <a:cs typeface="Arial" panose="020B0604020202020204" pitchFamily="34" charset="0"/>
                  </a:rPr>
                  <a:t>的规定，</a:t>
                </a:r>
                <a:r>
                  <a:rPr lang="en-US" altLang="zh-CN" dirty="0" smtClean="0">
                    <a:latin typeface="Arial" panose="020B0604020202020204" pitchFamily="34" charset="0"/>
                    <a:ea typeface="黑体" panose="02010609060101010101" pitchFamily="49" charset="-122"/>
                    <a:cs typeface="Arial" panose="020B0604020202020204" pitchFamily="34" charset="0"/>
                  </a:rPr>
                  <a:t>DR</a:t>
                </a:r>
                <a:r>
                  <a:rPr lang="zh-CN" altLang="en-US" dirty="0" smtClean="0">
                    <a:latin typeface="Arial" panose="020B0604020202020204" pitchFamily="34" charset="0"/>
                    <a:ea typeface="黑体" panose="02010609060101010101" pitchFamily="49" charset="-122"/>
                    <a:cs typeface="Arial" panose="020B0604020202020204" pitchFamily="34" charset="0"/>
                  </a:rPr>
                  <a:t>应不大于</a:t>
                </a:r>
                <a:r>
                  <a:rPr lang="en-US" altLang="zh-CN" dirty="0" smtClean="0">
                    <a:latin typeface="Arial" panose="020B0604020202020204" pitchFamily="34" charset="0"/>
                    <a:ea typeface="黑体" panose="02010609060101010101" pitchFamily="49" charset="-122"/>
                    <a:cs typeface="Arial" panose="020B0604020202020204" pitchFamily="34" charset="0"/>
                  </a:rPr>
                  <a:t>0.5v</a:t>
                </a:r>
                <a:r>
                  <a:rPr lang="zh-CN" altLang="en-US" dirty="0" smtClean="0">
                    <a:latin typeface="Arial" panose="020B0604020202020204" pitchFamily="34" charset="0"/>
                    <a:ea typeface="黑体" panose="02010609060101010101" pitchFamily="49" charset="-122"/>
                    <a:cs typeface="Arial" panose="020B0604020202020204" pitchFamily="34" charset="0"/>
                  </a:rPr>
                  <a:t>或制造商的规定</a:t>
                </a:r>
                <a:endParaRPr lang="en-US" altLang="zh-CN" dirty="0" smtClean="0">
                  <a:latin typeface="Arial" panose="020B0604020202020204" pitchFamily="34" charset="0"/>
                  <a:ea typeface="黑体" panose="02010609060101010101" pitchFamily="49" charset="-122"/>
                  <a:cs typeface="Arial" panose="020B0604020202020204" pitchFamily="34" charset="0"/>
                </a:endParaRPr>
              </a:p>
              <a:p>
                <a:pPr marL="522287" lvl="1" indent="-342900">
                  <a:spcAft>
                    <a:spcPts val="0"/>
                  </a:spcAft>
                  <a:buFont typeface="+mj-lt"/>
                  <a:buAutoNum type="arabicPeriod"/>
                </a:pPr>
                <a:r>
                  <a:rPr lang="en-US" altLang="zh-CN" dirty="0">
                    <a:latin typeface="Arial" panose="020B0604020202020204" pitchFamily="34" charset="0"/>
                    <a:ea typeface="黑体" panose="02010609060101010101" pitchFamily="49" charset="-122"/>
                    <a:cs typeface="Arial" panose="020B0604020202020204" pitchFamily="34" charset="0"/>
                  </a:rPr>
                  <a:t>If the actual time is between 100 % and 150 % of the specified time in R 60-2, Table 1</a:t>
                </a:r>
                <a:r>
                  <a:rPr lang="en-US" altLang="zh-CN" dirty="0" smtClean="0">
                    <a:latin typeface="Arial" panose="020B0604020202020204" pitchFamily="34" charset="0"/>
                    <a:ea typeface="黑体" panose="02010609060101010101" pitchFamily="49" charset="-122"/>
                    <a:cs typeface="Arial" panose="020B0604020202020204" pitchFamily="34" charset="0"/>
                  </a:rPr>
                  <a:t>, then </a:t>
                </a:r>
                <a:r>
                  <a:rPr lang="en-US" altLang="zh-CN" dirty="0">
                    <a:latin typeface="Arial" panose="020B0604020202020204" pitchFamily="34" charset="0"/>
                    <a:ea typeface="黑体" panose="02010609060101010101" pitchFamily="49" charset="-122"/>
                    <a:cs typeface="Arial" panose="020B0604020202020204" pitchFamily="34" charset="0"/>
                  </a:rPr>
                  <a:t>the following applies</a:t>
                </a:r>
                <a:r>
                  <a:rPr lang="en-US" altLang="zh-CN" dirty="0" smtClean="0">
                    <a:latin typeface="Arial" panose="020B0604020202020204" pitchFamily="34" charset="0"/>
                    <a:ea typeface="黑体" panose="02010609060101010101" pitchFamily="49" charset="-122"/>
                    <a:cs typeface="Arial" panose="020B0604020202020204" pitchFamily="34" charset="0"/>
                  </a:rPr>
                  <a:t>:</a:t>
                </a:r>
              </a:p>
              <a:p>
                <a:pPr marL="179387" lvl="1" indent="0" algn="ctr">
                  <a:spcAft>
                    <a:spcPts val="0"/>
                  </a:spcAft>
                  <a:buNone/>
                </a:pPr>
                <a14:m>
                  <m:oMathPara xmlns:m="http://schemas.openxmlformats.org/officeDocument/2006/math">
                    <m:oMathParaPr>
                      <m:jc m:val="centerGroup"/>
                    </m:oMathParaPr>
                    <m:oMath xmlns:m="http://schemas.openxmlformats.org/officeDocument/2006/math">
                      <m:sSub>
                        <m:sSubPr>
                          <m:ctrlPr>
                            <a:rPr lang="nl-NL" altLang="zh-CN" i="1" smtClean="0">
                              <a:latin typeface="Cambria Math"/>
                              <a:ea typeface="黑体" panose="02010609060101010101" pitchFamily="49" charset="-122"/>
                              <a:cs typeface="Arial" panose="020B0604020202020204" pitchFamily="34" charset="0"/>
                            </a:rPr>
                          </m:ctrlPr>
                        </m:sSubPr>
                        <m:e>
                          <m:r>
                            <a:rPr lang="en-US" altLang="zh-CN" b="0" i="1" smtClean="0">
                              <a:latin typeface="Cambria Math"/>
                              <a:ea typeface="黑体" panose="02010609060101010101" pitchFamily="49" charset="-122"/>
                              <a:cs typeface="Arial" panose="020B0604020202020204" pitchFamily="34" charset="0"/>
                            </a:rPr>
                            <m:t>𝐶</m:t>
                          </m:r>
                        </m:e>
                        <m:sub>
                          <m:r>
                            <a:rPr lang="en-US" altLang="zh-CN" b="0" i="1" smtClean="0">
                              <a:latin typeface="Cambria Math"/>
                              <a:ea typeface="黑体" panose="02010609060101010101" pitchFamily="49" charset="-122"/>
                              <a:cs typeface="Arial" panose="020B0604020202020204" pitchFamily="34" charset="0"/>
                            </a:rPr>
                            <m:t>𝐷𝑅</m:t>
                          </m:r>
                        </m:sub>
                      </m:sSub>
                      <m:r>
                        <a:rPr lang="nl-NL" altLang="zh-CN" i="1" smtClean="0">
                          <a:latin typeface="Cambria Math"/>
                          <a:ea typeface="Cambria Math"/>
                          <a:cs typeface="Arial" panose="020B0604020202020204" pitchFamily="34" charset="0"/>
                        </a:rPr>
                        <m:t>≤</m:t>
                      </m:r>
                      <m:r>
                        <a:rPr lang="en-US" altLang="zh-CN" b="0" i="1" smtClean="0">
                          <a:latin typeface="Cambria Math"/>
                          <a:ea typeface="Cambria Math"/>
                          <a:cs typeface="Arial" panose="020B0604020202020204" pitchFamily="34" charset="0"/>
                        </a:rPr>
                        <m:t>0.5</m:t>
                      </m:r>
                      <m:d>
                        <m:dPr>
                          <m:ctrlPr>
                            <a:rPr lang="en-US" altLang="zh-CN" b="0" i="1" smtClean="0">
                              <a:latin typeface="Cambria Math"/>
                              <a:ea typeface="Cambria Math"/>
                              <a:cs typeface="Arial" panose="020B0604020202020204" pitchFamily="34" charset="0"/>
                            </a:rPr>
                          </m:ctrlPr>
                        </m:dPr>
                        <m:e>
                          <m:r>
                            <a:rPr lang="en-US" altLang="zh-CN" b="0" i="1" smtClean="0">
                              <a:latin typeface="Cambria Math"/>
                              <a:ea typeface="Cambria Math"/>
                              <a:cs typeface="Arial" panose="020B0604020202020204" pitchFamily="34" charset="0"/>
                            </a:rPr>
                            <m:t>1−</m:t>
                          </m:r>
                          <m:d>
                            <m:dPr>
                              <m:ctrlPr>
                                <a:rPr lang="en-US" altLang="zh-CN" b="0" i="1" smtClean="0">
                                  <a:latin typeface="Cambria Math"/>
                                  <a:ea typeface="Cambria Math"/>
                                  <a:cs typeface="Arial" panose="020B0604020202020204" pitchFamily="34" charset="0"/>
                                </a:rPr>
                              </m:ctrlPr>
                            </m:dPr>
                            <m:e>
                              <m:r>
                                <a:rPr lang="en-US" altLang="zh-CN" b="0" i="1" smtClean="0">
                                  <a:latin typeface="Cambria Math"/>
                                  <a:ea typeface="Cambria Math"/>
                                  <a:cs typeface="Arial" panose="020B0604020202020204" pitchFamily="34" charset="0"/>
                                </a:rPr>
                                <m:t>𝑥</m:t>
                              </m:r>
                              <m:r>
                                <a:rPr lang="en-US" altLang="zh-CN" b="0" i="1" smtClean="0">
                                  <a:latin typeface="Cambria Math"/>
                                  <a:ea typeface="Cambria Math"/>
                                  <a:cs typeface="Arial" panose="020B0604020202020204" pitchFamily="34" charset="0"/>
                                </a:rPr>
                                <m:t>−1</m:t>
                              </m:r>
                            </m:e>
                          </m:d>
                        </m:e>
                      </m:d>
                      <m:r>
                        <a:rPr lang="en-US" altLang="zh-CN" b="0" i="1" smtClean="0">
                          <a:latin typeface="Cambria Math"/>
                          <a:ea typeface="Cambria Math"/>
                          <a:cs typeface="Arial" panose="020B0604020202020204" pitchFamily="34" charset="0"/>
                        </a:rPr>
                        <m:t>𝑣</m:t>
                      </m:r>
                    </m:oMath>
                  </m:oMathPara>
                </a14:m>
                <a:endParaRPr lang="en-US" altLang="zh-CN" dirty="0" smtClean="0">
                  <a:latin typeface="Arial" panose="020B0604020202020204" pitchFamily="34" charset="0"/>
                  <a:ea typeface="黑体" panose="02010609060101010101" pitchFamily="49" charset="-122"/>
                  <a:cs typeface="Arial" panose="020B0604020202020204" pitchFamily="34" charset="0"/>
                </a:endParaRPr>
              </a:p>
              <a:p>
                <a:pPr marL="536575" lvl="3" indent="0">
                  <a:spcAft>
                    <a:spcPts val="1200"/>
                  </a:spcAft>
                  <a:buNone/>
                </a:pPr>
                <a:r>
                  <a:rPr lang="en-US" altLang="zh-CN" dirty="0" smtClean="0">
                    <a:latin typeface="Arial" panose="020B0604020202020204" pitchFamily="34" charset="0"/>
                    <a:ea typeface="Cambria Math" panose="02040503050406030204" pitchFamily="18" charset="0"/>
                    <a:cs typeface="Arial" panose="020B0604020202020204" pitchFamily="34" charset="0"/>
                  </a:rPr>
                  <a:t>x</a:t>
                </a:r>
                <a:r>
                  <a:rPr lang="en-US" altLang="zh-CN" dirty="0" smtClean="0">
                    <a:latin typeface="Arial" panose="020B0604020202020204" pitchFamily="34" charset="0"/>
                    <a:ea typeface="黑体" panose="02010609060101010101" pitchFamily="49" charset="-122"/>
                    <a:cs typeface="Arial" panose="020B0604020202020204" pitchFamily="34" charset="0"/>
                  </a:rPr>
                  <a:t> </a:t>
                </a:r>
                <a:r>
                  <a:rPr lang="en-US" altLang="zh-CN" dirty="0">
                    <a:latin typeface="Arial" panose="020B0604020202020204" pitchFamily="34" charset="0"/>
                    <a:ea typeface="黑体" panose="02010609060101010101" pitchFamily="49" charset="-122"/>
                    <a:cs typeface="Arial" panose="020B0604020202020204" pitchFamily="34" charset="0"/>
                  </a:rPr>
                  <a:t>= actual time/specified </a:t>
                </a:r>
                <a:r>
                  <a:rPr lang="en-US" altLang="zh-CN" dirty="0" smtClean="0">
                    <a:latin typeface="Arial" panose="020B0604020202020204" pitchFamily="34" charset="0"/>
                    <a:ea typeface="黑体" panose="02010609060101010101" pitchFamily="49" charset="-122"/>
                    <a:cs typeface="Arial" panose="020B0604020202020204" pitchFamily="34" charset="0"/>
                  </a:rPr>
                  <a:t>time</a:t>
                </a:r>
                <a:r>
                  <a:rPr lang="zh-CN" altLang="en-US" dirty="0" smtClean="0">
                    <a:latin typeface="Arial" panose="020B0604020202020204" pitchFamily="34" charset="0"/>
                    <a:ea typeface="黑体" panose="02010609060101010101" pitchFamily="49" charset="-122"/>
                    <a:cs typeface="Arial" panose="020B0604020202020204" pitchFamily="34" charset="0"/>
                  </a:rPr>
                  <a:t>。</a:t>
                </a:r>
                <a:endParaRPr lang="en-US" altLang="zh-CN" dirty="0" smtClean="0">
                  <a:latin typeface="Arial" panose="020B0604020202020204" pitchFamily="34" charset="0"/>
                  <a:ea typeface="黑体" panose="02010609060101010101" pitchFamily="49" charset="-122"/>
                  <a:cs typeface="Arial" panose="020B0604020202020204" pitchFamily="34" charset="0"/>
                </a:endParaRPr>
              </a:p>
              <a:p>
                <a:pPr marL="536575" lvl="3" indent="0">
                  <a:spcAft>
                    <a:spcPts val="1200"/>
                  </a:spcAft>
                  <a:buNone/>
                </a:pPr>
                <a:r>
                  <a:rPr lang="zh-CN" altLang="en-US" dirty="0" smtClean="0">
                    <a:latin typeface="Arial" panose="020B0604020202020204" pitchFamily="34" charset="0"/>
                    <a:ea typeface="黑体" panose="02010609060101010101" pitchFamily="49" charset="-122"/>
                    <a:cs typeface="Arial" panose="020B0604020202020204" pitchFamily="34" charset="0"/>
                  </a:rPr>
                  <a:t>卸载时间和示值稳定时间在规定的</a:t>
                </a:r>
                <a:r>
                  <a:rPr lang="en-US" altLang="zh-CN" dirty="0" smtClean="0">
                    <a:latin typeface="Arial" panose="020B0604020202020204" pitchFamily="34" charset="0"/>
                    <a:ea typeface="黑体" panose="02010609060101010101" pitchFamily="49" charset="-122"/>
                    <a:cs typeface="Arial" panose="020B0604020202020204" pitchFamily="34" charset="0"/>
                  </a:rPr>
                  <a:t>100 ~ 150%</a:t>
                </a:r>
                <a:r>
                  <a:rPr lang="zh-CN" altLang="en-US" dirty="0" smtClean="0">
                    <a:latin typeface="Arial" panose="020B0604020202020204" pitchFamily="34" charset="0"/>
                    <a:ea typeface="黑体" panose="02010609060101010101" pitchFamily="49" charset="-122"/>
                    <a:cs typeface="Arial" panose="020B0604020202020204" pitchFamily="34" charset="0"/>
                  </a:rPr>
                  <a:t>之间，上述计算的值应不大于</a:t>
                </a:r>
                <a:r>
                  <a:rPr lang="en-US" altLang="zh-CN" dirty="0" smtClean="0">
                    <a:latin typeface="Arial" panose="020B0604020202020204" pitchFamily="34" charset="0"/>
                    <a:ea typeface="黑体" panose="02010609060101010101" pitchFamily="49" charset="-122"/>
                    <a:cs typeface="Arial" panose="020B0604020202020204" pitchFamily="34" charset="0"/>
                  </a:rPr>
                  <a:t>0.25v</a:t>
                </a:r>
                <a:r>
                  <a:rPr lang="zh-CN" altLang="en-US" dirty="0" smtClean="0">
                    <a:latin typeface="Arial" panose="020B0604020202020204" pitchFamily="34" charset="0"/>
                    <a:ea typeface="黑体" panose="02010609060101010101" pitchFamily="49" charset="-122"/>
                    <a:cs typeface="Arial" panose="020B0604020202020204" pitchFamily="34" charset="0"/>
                  </a:rPr>
                  <a:t>或将制造商的规定替代式中的</a:t>
                </a:r>
                <a:r>
                  <a:rPr lang="en-US" altLang="zh-CN" dirty="0" smtClean="0">
                    <a:latin typeface="Arial" panose="020B0604020202020204" pitchFamily="34" charset="0"/>
                    <a:ea typeface="黑体" panose="02010609060101010101" pitchFamily="49" charset="-122"/>
                    <a:cs typeface="Arial" panose="020B0604020202020204" pitchFamily="34" charset="0"/>
                  </a:rPr>
                  <a:t>0.5v</a:t>
                </a:r>
                <a:r>
                  <a:rPr lang="zh-CN" altLang="en-US" dirty="0" smtClean="0">
                    <a:latin typeface="Arial" panose="020B0604020202020204" pitchFamily="34" charset="0"/>
                    <a:ea typeface="黑体" panose="02010609060101010101" pitchFamily="49" charset="-122"/>
                    <a:cs typeface="Arial" panose="020B0604020202020204" pitchFamily="34" charset="0"/>
                  </a:rPr>
                  <a:t>。</a:t>
                </a:r>
                <a:endParaRPr lang="en-US" altLang="zh-CN" dirty="0" smtClean="0">
                  <a:latin typeface="Arial" panose="020B0604020202020204" pitchFamily="34" charset="0"/>
                  <a:ea typeface="黑体" panose="02010609060101010101" pitchFamily="49" charset="-122"/>
                  <a:cs typeface="Arial" panose="020B0604020202020204" pitchFamily="34" charset="0"/>
                </a:endParaRPr>
              </a:p>
              <a:p>
                <a:pPr marL="536575" lvl="3" indent="0">
                  <a:spcAft>
                    <a:spcPts val="1200"/>
                  </a:spcAft>
                  <a:buNone/>
                </a:pPr>
                <a:r>
                  <a:rPr lang="zh-CN" altLang="en-US" dirty="0" smtClean="0">
                    <a:latin typeface="Arial" panose="020B0604020202020204" pitchFamily="34" charset="0"/>
                    <a:ea typeface="黑体" panose="02010609060101010101" pitchFamily="49" charset="-122"/>
                    <a:cs typeface="Arial" panose="020B0604020202020204" pitchFamily="34" charset="0"/>
                  </a:rPr>
                  <a:t>无论实际时间间隔如何，计算的</a:t>
                </a:r>
                <a:r>
                  <a:rPr lang="en-US" altLang="zh-CN" dirty="0" smtClean="0">
                    <a:latin typeface="Arial" panose="020B0604020202020204" pitchFamily="34" charset="0"/>
                    <a:ea typeface="黑体" panose="02010609060101010101" pitchFamily="49" charset="-122"/>
                    <a:cs typeface="Arial" panose="020B0604020202020204" pitchFamily="34" charset="0"/>
                  </a:rPr>
                  <a:t>DR</a:t>
                </a:r>
                <a:r>
                  <a:rPr lang="zh-CN" altLang="en-US" dirty="0" smtClean="0">
                    <a:latin typeface="Arial" panose="020B0604020202020204" pitchFamily="34" charset="0"/>
                    <a:ea typeface="黑体" panose="02010609060101010101" pitchFamily="49" charset="-122"/>
                    <a:cs typeface="Arial" panose="020B0604020202020204" pitchFamily="34" charset="0"/>
                  </a:rPr>
                  <a:t>必须符合规定值或制造商要求的值。由于设备条件只是不能最后确定</a:t>
                </a:r>
                <a:r>
                  <a:rPr lang="en-US" altLang="zh-CN" dirty="0" smtClean="0">
                    <a:latin typeface="Arial" panose="020B0604020202020204" pitchFamily="34" charset="0"/>
                    <a:ea typeface="黑体" panose="02010609060101010101" pitchFamily="49" charset="-122"/>
                    <a:cs typeface="Arial" panose="020B0604020202020204" pitchFamily="34" charset="0"/>
                  </a:rPr>
                  <a:t>DR</a:t>
                </a:r>
                <a:r>
                  <a:rPr lang="zh-CN" altLang="en-US" dirty="0" smtClean="0">
                    <a:latin typeface="Arial" panose="020B0604020202020204" pitchFamily="34" charset="0"/>
                    <a:ea typeface="黑体" panose="02010609060101010101" pitchFamily="49" charset="-122"/>
                    <a:cs typeface="Arial" panose="020B0604020202020204" pitchFamily="34" charset="0"/>
                  </a:rPr>
                  <a:t>是否一定符合或不符合标准的要求。特别是大容量传感器的测试。</a:t>
                </a:r>
                <a:endParaRPr lang="en-US" altLang="zh-CN" dirty="0" smtClean="0">
                  <a:latin typeface="Arial" panose="020B0604020202020204" pitchFamily="34" charset="0"/>
                  <a:ea typeface="黑体" panose="02010609060101010101" pitchFamily="49" charset="-122"/>
                  <a:cs typeface="Arial" panose="020B0604020202020204" pitchFamily="34" charset="0"/>
                </a:endParaRPr>
              </a:p>
              <a:p>
                <a:pPr marL="536575" lvl="3" indent="0">
                  <a:spcAft>
                    <a:spcPts val="1200"/>
                  </a:spcAft>
                  <a:buNone/>
                </a:pPr>
                <a:endParaRPr lang="en-US" altLang="zh-CN" dirty="0" smtClean="0">
                  <a:latin typeface="Arial" panose="020B0604020202020204" pitchFamily="34" charset="0"/>
                  <a:ea typeface="黑体" panose="02010609060101010101" pitchFamily="49" charset="-122"/>
                  <a:cs typeface="Arial" panose="020B0604020202020204" pitchFamily="34" charset="0"/>
                </a:endParaRPr>
              </a:p>
            </p:txBody>
          </p:sp>
        </mc:Choice>
        <mc:Fallback xmlns="">
          <p:sp>
            <p:nvSpPr>
              <p:cNvPr id="4" name="内容占位符 3"/>
              <p:cNvSpPr>
                <a:spLocks noGrp="1" noRot="1" noChangeAspect="1" noMove="1" noResize="1" noEditPoints="1" noAdjustHandles="1" noChangeArrowheads="1" noChangeShapeType="1" noTextEdit="1"/>
              </p:cNvSpPr>
              <p:nvPr>
                <p:ph idx="1"/>
              </p:nvPr>
            </p:nvSpPr>
            <p:spPr>
              <a:xfrm>
                <a:off x="395288" y="1343020"/>
                <a:ext cx="8532000" cy="4895850"/>
              </a:xfrm>
              <a:blipFill rotWithShape="1">
                <a:blip r:embed="rId2"/>
                <a:stretch>
                  <a:fillRect l="-1358" t="-1245" r="-1573"/>
                </a:stretch>
              </a:blipFill>
            </p:spPr>
            <p:txBody>
              <a:bodyPr/>
              <a:lstStyle/>
              <a:p>
                <a:r>
                  <a:rPr lang="zh-CN" altLang="en-US">
                    <a:noFill/>
                  </a:rPr>
                  <a:t> </a:t>
                </a:r>
              </a:p>
            </p:txBody>
          </p:sp>
        </mc:Fallback>
      </mc:AlternateContent>
      <p:sp>
        <p:nvSpPr>
          <p:cNvPr id="5" name="灯片编号占位符 4"/>
          <p:cNvSpPr>
            <a:spLocks noGrp="1"/>
          </p:cNvSpPr>
          <p:nvPr>
            <p:ph type="sldNum" sz="quarter" idx="100"/>
          </p:nvPr>
        </p:nvSpPr>
        <p:spPr/>
        <p:txBody>
          <a:bodyPr/>
          <a:lstStyle/>
          <a:p>
            <a:fld id="{2B2B68EE-DD1E-4368-AFCE-24A50EC7BF18}" type="slidenum">
              <a:rPr lang="en-US" smtClean="0"/>
              <a:pPr/>
              <a:t>35</a:t>
            </a:fld>
            <a:endParaRPr lang="en-US" dirty="0"/>
          </a:p>
        </p:txBody>
      </p:sp>
      <p:sp>
        <p:nvSpPr>
          <p:cNvPr id="6" name="页脚占位符 5"/>
          <p:cNvSpPr>
            <a:spLocks noGrp="1"/>
          </p:cNvSpPr>
          <p:nvPr>
            <p:ph type="ftr" sz="quarter" idx="101"/>
          </p:nvPr>
        </p:nvSpPr>
        <p:spPr/>
        <p:txBody>
          <a:bodyPr/>
          <a:lstStyle/>
          <a:p>
            <a:r>
              <a:rPr lang="en-US" smtClean="0"/>
              <a:t>For internal use - Confidential</a:t>
            </a:r>
            <a:endParaRPr lang="en-US" dirty="0"/>
          </a:p>
        </p:txBody>
      </p:sp>
      <p:sp>
        <p:nvSpPr>
          <p:cNvPr id="7" name="标题 2"/>
          <p:cNvSpPr>
            <a:spLocks noGrp="1"/>
          </p:cNvSpPr>
          <p:nvPr>
            <p:ph type="title" idx="99"/>
          </p:nvPr>
        </p:nvSpPr>
        <p:spPr>
          <a:xfrm>
            <a:off x="394824" y="834095"/>
            <a:ext cx="8353176" cy="324768"/>
          </a:xfrm>
        </p:spPr>
        <p:txBody>
          <a:bodyPr/>
          <a:lstStyle/>
          <a:p>
            <a:r>
              <a:rPr lang="en-US" altLang="zh-CN" b="0" dirty="0"/>
              <a:t>Permissible variation of results (v. 2000) </a:t>
            </a:r>
            <a:r>
              <a:rPr lang="en-US" altLang="zh-CN" dirty="0"/>
              <a:t>under reference conditions (v. 2017)</a:t>
            </a:r>
          </a:p>
        </p:txBody>
      </p:sp>
    </p:spTree>
    <p:extLst>
      <p:ext uri="{BB962C8B-B14F-4D97-AF65-F5344CB8AC3E}">
        <p14:creationId xmlns:p14="http://schemas.microsoft.com/office/powerpoint/2010/main" val="3917397794"/>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latin typeface="黑体" panose="02010609060101010101" pitchFamily="49" charset="-122"/>
                <a:ea typeface="黑体" panose="02010609060101010101" pitchFamily="49" charset="-122"/>
              </a:rPr>
              <a:t>计量</a:t>
            </a:r>
            <a:r>
              <a:rPr lang="zh-CN" altLang="en-US" dirty="0">
                <a:latin typeface="黑体" panose="02010609060101010101" pitchFamily="49" charset="-122"/>
                <a:ea typeface="黑体" panose="02010609060101010101" pitchFamily="49" charset="-122"/>
              </a:rPr>
              <a:t>要求</a:t>
            </a:r>
            <a:endParaRPr lang="zh-CN" altLang="en-US" dirty="0"/>
          </a:p>
        </p:txBody>
      </p:sp>
      <p:sp>
        <p:nvSpPr>
          <p:cNvPr id="4" name="内容占位符 3"/>
          <p:cNvSpPr>
            <a:spLocks noGrp="1"/>
          </p:cNvSpPr>
          <p:nvPr>
            <p:ph idx="1"/>
          </p:nvPr>
        </p:nvSpPr>
        <p:spPr>
          <a:xfrm>
            <a:off x="395288" y="1228716"/>
            <a:ext cx="8532000" cy="5328000"/>
          </a:xfrm>
        </p:spPr>
        <p:txBody>
          <a:bodyPr/>
          <a:lstStyle/>
          <a:p>
            <a:r>
              <a:rPr lang="en-US" altLang="zh-CN" b="1" dirty="0" smtClean="0">
                <a:latin typeface="Arial" panose="020B0604020202020204" pitchFamily="34" charset="0"/>
                <a:ea typeface="黑体" panose="02010609060101010101" pitchFamily="49" charset="-122"/>
                <a:cs typeface="Arial" panose="020B0604020202020204" pitchFamily="34" charset="0"/>
              </a:rPr>
              <a:t>Initial </a:t>
            </a:r>
            <a:r>
              <a:rPr lang="en-US" altLang="zh-CN" b="1" dirty="0">
                <a:latin typeface="Arial" panose="020B0604020202020204" pitchFamily="34" charset="0"/>
                <a:ea typeface="黑体" panose="02010609060101010101" pitchFamily="49" charset="-122"/>
                <a:cs typeface="Arial" panose="020B0604020202020204" pitchFamily="34" charset="0"/>
              </a:rPr>
              <a:t>readings</a:t>
            </a:r>
            <a:endParaRPr lang="en-US" altLang="zh-CN" b="1" dirty="0" smtClean="0">
              <a:latin typeface="Arial" panose="020B0604020202020204" pitchFamily="34" charset="0"/>
              <a:ea typeface="黑体" panose="02010609060101010101" pitchFamily="49" charset="-122"/>
              <a:cs typeface="Arial" panose="020B0604020202020204" pitchFamily="34" charset="0"/>
            </a:endParaRPr>
          </a:p>
          <a:p>
            <a:pPr marL="361950" lvl="2" indent="0">
              <a:buNone/>
            </a:pPr>
            <a:r>
              <a:rPr lang="en-US" altLang="zh-CN" dirty="0">
                <a:latin typeface="Arial" panose="020B0604020202020204" pitchFamily="34" charset="0"/>
                <a:ea typeface="黑体" panose="02010609060101010101" pitchFamily="49" charset="-122"/>
                <a:cs typeface="Arial" panose="020B0604020202020204" pitchFamily="34" charset="0"/>
              </a:rPr>
              <a:t>During the conduct of the tests, the initial reading shall be taken at a time interval after the </a:t>
            </a:r>
            <a:r>
              <a:rPr lang="en-US" altLang="zh-CN" dirty="0" smtClean="0">
                <a:latin typeface="Arial" panose="020B0604020202020204" pitchFamily="34" charset="0"/>
                <a:ea typeface="黑体" panose="02010609060101010101" pitchFamily="49" charset="-122"/>
                <a:cs typeface="Arial" panose="020B0604020202020204" pitchFamily="34" charset="0"/>
              </a:rPr>
              <a:t>initiation of </a:t>
            </a:r>
            <a:r>
              <a:rPr lang="en-US" altLang="zh-CN" dirty="0">
                <a:latin typeface="Arial" panose="020B0604020202020204" pitchFamily="34" charset="0"/>
                <a:ea typeface="黑体" panose="02010609060101010101" pitchFamily="49" charset="-122"/>
                <a:cs typeface="Arial" panose="020B0604020202020204" pitchFamily="34" charset="0"/>
              </a:rPr>
              <a:t>loading or unloading, whichever is applicable, as specified in </a:t>
            </a:r>
            <a:r>
              <a:rPr lang="en-US" altLang="zh-CN" dirty="0" smtClean="0">
                <a:latin typeface="Arial" panose="020B0604020202020204" pitchFamily="34" charset="0"/>
                <a:ea typeface="黑体" panose="02010609060101010101" pitchFamily="49" charset="-122"/>
                <a:cs typeface="Arial" panose="020B0604020202020204" pitchFamily="34" charset="0"/>
              </a:rPr>
              <a:t>the Table</a:t>
            </a:r>
            <a:endParaRPr lang="en-US" altLang="zh-CN" dirty="0">
              <a:latin typeface="Arial" panose="020B0604020202020204" pitchFamily="34" charset="0"/>
              <a:ea typeface="黑体" panose="02010609060101010101" pitchFamily="49" charset="-122"/>
              <a:cs typeface="Arial" panose="020B0604020202020204" pitchFamily="34" charset="0"/>
            </a:endParaRPr>
          </a:p>
          <a:p>
            <a:pPr marL="361950" lvl="2" indent="0">
              <a:buNone/>
            </a:pPr>
            <a:endParaRPr lang="en-US" altLang="zh-CN" dirty="0">
              <a:latin typeface="Arial" panose="020B0604020202020204" pitchFamily="34" charset="0"/>
              <a:ea typeface="黑体" panose="02010609060101010101" pitchFamily="49" charset="-122"/>
              <a:cs typeface="Arial" panose="020B0604020202020204" pitchFamily="34" charset="0"/>
            </a:endParaRPr>
          </a:p>
          <a:p>
            <a:pPr marL="361950" lvl="2" indent="0">
              <a:buNone/>
            </a:pPr>
            <a:endParaRPr lang="zh-CN" altLang="en-US" dirty="0">
              <a:latin typeface="Arial" panose="020B0604020202020204" pitchFamily="34" charset="0"/>
              <a:ea typeface="黑体" panose="02010609060101010101" pitchFamily="49" charset="-122"/>
              <a:cs typeface="Arial" panose="020B0604020202020204" pitchFamily="34" charset="0"/>
            </a:endParaRPr>
          </a:p>
        </p:txBody>
      </p:sp>
      <p:sp>
        <p:nvSpPr>
          <p:cNvPr id="5" name="灯片编号占位符 4"/>
          <p:cNvSpPr>
            <a:spLocks noGrp="1"/>
          </p:cNvSpPr>
          <p:nvPr>
            <p:ph type="sldNum" sz="quarter" idx="100"/>
          </p:nvPr>
        </p:nvSpPr>
        <p:spPr/>
        <p:txBody>
          <a:bodyPr/>
          <a:lstStyle/>
          <a:p>
            <a:fld id="{2B2B68EE-DD1E-4368-AFCE-24A50EC7BF18}" type="slidenum">
              <a:rPr lang="en-US" smtClean="0"/>
              <a:pPr/>
              <a:t>36</a:t>
            </a:fld>
            <a:endParaRPr lang="en-US" dirty="0"/>
          </a:p>
        </p:txBody>
      </p:sp>
      <p:sp>
        <p:nvSpPr>
          <p:cNvPr id="6" name="页脚占位符 5"/>
          <p:cNvSpPr>
            <a:spLocks noGrp="1"/>
          </p:cNvSpPr>
          <p:nvPr>
            <p:ph type="ftr" sz="quarter" idx="101"/>
          </p:nvPr>
        </p:nvSpPr>
        <p:spPr/>
        <p:txBody>
          <a:bodyPr/>
          <a:lstStyle/>
          <a:p>
            <a:r>
              <a:rPr lang="en-US" smtClean="0"/>
              <a:t>For internal use - Confidential</a:t>
            </a:r>
            <a:endParaRPr lang="en-US" dirty="0"/>
          </a:p>
        </p:txBody>
      </p:sp>
      <p:graphicFrame>
        <p:nvGraphicFramePr>
          <p:cNvPr id="3" name="表格 2"/>
          <p:cNvGraphicFramePr>
            <a:graphicFrameLocks noGrp="1"/>
          </p:cNvGraphicFramePr>
          <p:nvPr>
            <p:extLst>
              <p:ext uri="{D42A27DB-BD31-4B8C-83A1-F6EECF244321}">
                <p14:modId xmlns:p14="http://schemas.microsoft.com/office/powerpoint/2010/main" val="2498035266"/>
              </p:ext>
            </p:extLst>
          </p:nvPr>
        </p:nvGraphicFramePr>
        <p:xfrm>
          <a:off x="560438" y="2212257"/>
          <a:ext cx="8172000" cy="3953571"/>
        </p:xfrm>
        <a:graphic>
          <a:graphicData uri="http://schemas.openxmlformats.org/drawingml/2006/table">
            <a:tbl>
              <a:tblPr firstRow="1" firstCol="1" lastRow="1" lastCol="1" bandRow="1" bandCol="1">
                <a:tableStyleId>{FABFCF23-3B69-468F-B69F-88F6DE6A72F2}</a:tableStyleId>
              </a:tblPr>
              <a:tblGrid>
                <a:gridCol w="1422816"/>
                <a:gridCol w="1789989"/>
                <a:gridCol w="1753535"/>
                <a:gridCol w="1602830"/>
                <a:gridCol w="1602830"/>
              </a:tblGrid>
              <a:tr h="598796">
                <a:tc gridSpan="2">
                  <a:txBody>
                    <a:bodyPr/>
                    <a:lstStyle/>
                    <a:p>
                      <a:pPr algn="ctr">
                        <a:lnSpc>
                          <a:spcPts val="800"/>
                        </a:lnSpc>
                        <a:spcBef>
                          <a:spcPts val="25"/>
                        </a:spcBef>
                        <a:spcAft>
                          <a:spcPts val="0"/>
                        </a:spcAft>
                      </a:pPr>
                      <a:r>
                        <a:rPr lang="en-US" sz="1800" b="1" dirty="0">
                          <a:effectLst/>
                          <a:latin typeface="Arial" panose="020B0604020202020204" pitchFamily="34" charset="0"/>
                          <a:cs typeface="Arial" panose="020B0604020202020204" pitchFamily="34" charset="0"/>
                        </a:rPr>
                        <a:t> </a:t>
                      </a:r>
                      <a:endParaRPr lang="zh-CN" sz="1800" b="1" dirty="0">
                        <a:effectLst/>
                        <a:latin typeface="Arial" panose="020B0604020202020204" pitchFamily="34" charset="0"/>
                        <a:cs typeface="Arial" panose="020B0604020202020204" pitchFamily="34" charset="0"/>
                      </a:endParaRPr>
                    </a:p>
                    <a:p>
                      <a:pPr marL="88900" indent="0" algn="ctr">
                        <a:lnSpc>
                          <a:spcPct val="115000"/>
                        </a:lnSpc>
                        <a:spcAft>
                          <a:spcPts val="0"/>
                        </a:spcAft>
                      </a:pPr>
                      <a:r>
                        <a:rPr lang="en-US" sz="1800" b="1" dirty="0">
                          <a:effectLst/>
                          <a:latin typeface="Arial" panose="020B0604020202020204" pitchFamily="34" charset="0"/>
                          <a:cs typeface="Arial" panose="020B0604020202020204" pitchFamily="34" charset="0"/>
                        </a:rPr>
                        <a:t>Ch</a:t>
                      </a:r>
                      <a:r>
                        <a:rPr lang="en-US" sz="1800" b="1" spc="5" dirty="0">
                          <a:effectLst/>
                          <a:latin typeface="Arial" panose="020B0604020202020204" pitchFamily="34" charset="0"/>
                          <a:cs typeface="Arial" panose="020B0604020202020204" pitchFamily="34" charset="0"/>
                        </a:rPr>
                        <a:t>a</a:t>
                      </a:r>
                      <a:r>
                        <a:rPr lang="en-US" sz="1800" b="1" dirty="0">
                          <a:effectLst/>
                          <a:latin typeface="Arial" panose="020B0604020202020204" pitchFamily="34" charset="0"/>
                          <a:cs typeface="Arial" panose="020B0604020202020204" pitchFamily="34" charset="0"/>
                        </a:rPr>
                        <a:t>n</a:t>
                      </a:r>
                      <a:r>
                        <a:rPr lang="en-US" sz="1800" b="1" spc="5" dirty="0">
                          <a:effectLst/>
                          <a:latin typeface="Arial" panose="020B0604020202020204" pitchFamily="34" charset="0"/>
                          <a:cs typeface="Arial" panose="020B0604020202020204" pitchFamily="34" charset="0"/>
                        </a:rPr>
                        <a:t>g</a:t>
                      </a:r>
                      <a:r>
                        <a:rPr lang="en-US" sz="1800" b="1" dirty="0">
                          <a:effectLst/>
                          <a:latin typeface="Arial" panose="020B0604020202020204" pitchFamily="34" charset="0"/>
                          <a:cs typeface="Arial" panose="020B0604020202020204" pitchFamily="34" charset="0"/>
                        </a:rPr>
                        <a:t>e</a:t>
                      </a:r>
                      <a:r>
                        <a:rPr lang="en-US" sz="1800" b="1" spc="-30" dirty="0">
                          <a:effectLst/>
                          <a:latin typeface="Arial" panose="020B0604020202020204" pitchFamily="34" charset="0"/>
                          <a:cs typeface="Arial" panose="020B0604020202020204" pitchFamily="34" charset="0"/>
                        </a:rPr>
                        <a:t> </a:t>
                      </a:r>
                      <a:r>
                        <a:rPr lang="en-US" sz="1800" b="1" dirty="0">
                          <a:effectLst/>
                          <a:latin typeface="Arial" panose="020B0604020202020204" pitchFamily="34" charset="0"/>
                          <a:cs typeface="Arial" panose="020B0604020202020204" pitchFamily="34" charset="0"/>
                        </a:rPr>
                        <a:t>in</a:t>
                      </a:r>
                      <a:r>
                        <a:rPr lang="en-US" sz="1800" b="1" spc="-10" dirty="0">
                          <a:effectLst/>
                          <a:latin typeface="Arial" panose="020B0604020202020204" pitchFamily="34" charset="0"/>
                          <a:cs typeface="Arial" panose="020B0604020202020204" pitchFamily="34" charset="0"/>
                        </a:rPr>
                        <a:t> </a:t>
                      </a:r>
                      <a:r>
                        <a:rPr lang="en-US" sz="1800" b="1" dirty="0" smtClean="0">
                          <a:effectLst/>
                          <a:latin typeface="Arial" panose="020B0604020202020204" pitchFamily="34" charset="0"/>
                          <a:cs typeface="Arial" panose="020B0604020202020204" pitchFamily="34" charset="0"/>
                        </a:rPr>
                        <a:t>l</a:t>
                      </a:r>
                      <a:r>
                        <a:rPr lang="en-US" sz="1800" b="1" spc="5" dirty="0" smtClean="0">
                          <a:effectLst/>
                          <a:latin typeface="Arial" panose="020B0604020202020204" pitchFamily="34" charset="0"/>
                          <a:cs typeface="Arial" panose="020B0604020202020204" pitchFamily="34" charset="0"/>
                        </a:rPr>
                        <a:t>oad</a:t>
                      </a:r>
                      <a:br>
                        <a:rPr lang="en-US" sz="1800" b="1" spc="5" dirty="0" smtClean="0">
                          <a:effectLst/>
                          <a:latin typeface="Arial" panose="020B0604020202020204" pitchFamily="34" charset="0"/>
                          <a:cs typeface="Arial" panose="020B0604020202020204" pitchFamily="34" charset="0"/>
                        </a:rPr>
                      </a:br>
                      <a:r>
                        <a:rPr lang="en-US" sz="1800" b="1" spc="5" dirty="0" smtClean="0">
                          <a:effectLst/>
                          <a:latin typeface="Arial" panose="020B0604020202020204" pitchFamily="34" charset="0"/>
                          <a:cs typeface="Arial" panose="020B0604020202020204" pitchFamily="34" charset="0"/>
                        </a:rPr>
                        <a:t> (kg)</a:t>
                      </a:r>
                      <a:endParaRPr lang="zh-CN" sz="1800" b="1" dirty="0">
                        <a:effectLst/>
                        <a:latin typeface="Arial" panose="020B0604020202020204" pitchFamily="34" charset="0"/>
                        <a:ea typeface="宋体"/>
                        <a:cs typeface="Arial" panose="020B0604020202020204" pitchFamily="34" charset="0"/>
                      </a:endParaRPr>
                    </a:p>
                  </a:txBody>
                  <a:tcPr marL="0" marR="0" marT="0" marB="0" anchor="ctr">
                    <a:solidFill>
                      <a:schemeClr val="accent5">
                        <a:lumMod val="50000"/>
                      </a:schemeClr>
                    </a:solidFill>
                  </a:tcPr>
                </a:tc>
                <a:tc hMerge="1">
                  <a:txBody>
                    <a:bodyPr/>
                    <a:lstStyle/>
                    <a:p>
                      <a:endParaRPr lang="zh-CN" altLang="en-US"/>
                    </a:p>
                  </a:txBody>
                  <a:tcPr/>
                </a:tc>
                <a:tc gridSpan="3">
                  <a:txBody>
                    <a:bodyPr/>
                    <a:lstStyle/>
                    <a:p>
                      <a:pPr algn="ctr">
                        <a:lnSpc>
                          <a:spcPts val="800"/>
                        </a:lnSpc>
                        <a:spcBef>
                          <a:spcPts val="25"/>
                        </a:spcBef>
                        <a:spcAft>
                          <a:spcPts val="0"/>
                        </a:spcAft>
                      </a:pPr>
                      <a:r>
                        <a:rPr lang="en-US" sz="1800" b="1" dirty="0">
                          <a:effectLst/>
                          <a:latin typeface="Arial" panose="020B0604020202020204" pitchFamily="34" charset="0"/>
                          <a:cs typeface="Arial" panose="020B0604020202020204" pitchFamily="34" charset="0"/>
                        </a:rPr>
                        <a:t> </a:t>
                      </a:r>
                      <a:endParaRPr lang="zh-CN" sz="1800" b="1" dirty="0">
                        <a:effectLst/>
                        <a:latin typeface="Arial" panose="020B0604020202020204" pitchFamily="34" charset="0"/>
                        <a:cs typeface="Arial" panose="020B0604020202020204" pitchFamily="34" charset="0"/>
                      </a:endParaRPr>
                    </a:p>
                    <a:p>
                      <a:pPr marL="95250" indent="0" algn="ctr">
                        <a:lnSpc>
                          <a:spcPct val="115000"/>
                        </a:lnSpc>
                        <a:spcAft>
                          <a:spcPts val="0"/>
                        </a:spcAft>
                      </a:pPr>
                      <a:r>
                        <a:rPr lang="en-US" sz="1800" b="1" spc="-5" dirty="0">
                          <a:effectLst/>
                          <a:latin typeface="Arial" panose="020B0604020202020204" pitchFamily="34" charset="0"/>
                          <a:cs typeface="Arial" panose="020B0604020202020204" pitchFamily="34" charset="0"/>
                        </a:rPr>
                        <a:t>T</a:t>
                      </a:r>
                      <a:r>
                        <a:rPr lang="en-US" sz="1800" b="1" spc="10" dirty="0">
                          <a:effectLst/>
                          <a:latin typeface="Arial" panose="020B0604020202020204" pitchFamily="34" charset="0"/>
                          <a:cs typeface="Arial" panose="020B0604020202020204" pitchFamily="34" charset="0"/>
                        </a:rPr>
                        <a:t>i</a:t>
                      </a:r>
                      <a:r>
                        <a:rPr lang="en-US" sz="1800" b="1" spc="-15" dirty="0">
                          <a:effectLst/>
                          <a:latin typeface="Arial" panose="020B0604020202020204" pitchFamily="34" charset="0"/>
                          <a:cs typeface="Arial" panose="020B0604020202020204" pitchFamily="34" charset="0"/>
                        </a:rPr>
                        <a:t>m</a:t>
                      </a:r>
                      <a:r>
                        <a:rPr lang="en-US" sz="1800" b="1" dirty="0">
                          <a:effectLst/>
                          <a:latin typeface="Arial" panose="020B0604020202020204" pitchFamily="34" charset="0"/>
                          <a:cs typeface="Arial" panose="020B0604020202020204" pitchFamily="34" charset="0"/>
                        </a:rPr>
                        <a:t>e</a:t>
                      </a:r>
                      <a:r>
                        <a:rPr lang="en-US" sz="1800" b="1" spc="-15" dirty="0">
                          <a:effectLst/>
                          <a:latin typeface="Arial" panose="020B0604020202020204" pitchFamily="34" charset="0"/>
                          <a:cs typeface="Arial" panose="020B0604020202020204" pitchFamily="34" charset="0"/>
                        </a:rPr>
                        <a:t> </a:t>
                      </a:r>
                      <a:r>
                        <a:rPr lang="en-US" sz="1800" b="1" spc="5" dirty="0">
                          <a:effectLst/>
                          <a:latin typeface="Arial" panose="020B0604020202020204" pitchFamily="34" charset="0"/>
                          <a:cs typeface="Arial" panose="020B0604020202020204" pitchFamily="34" charset="0"/>
                        </a:rPr>
                        <a:t>a</a:t>
                      </a:r>
                      <a:r>
                        <a:rPr lang="en-US" sz="1800" b="1" dirty="0">
                          <a:effectLst/>
                          <a:latin typeface="Arial" panose="020B0604020202020204" pitchFamily="34" charset="0"/>
                          <a:cs typeface="Arial" panose="020B0604020202020204" pitchFamily="34" charset="0"/>
                        </a:rPr>
                        <a:t>ll</a:t>
                      </a:r>
                      <a:r>
                        <a:rPr lang="en-US" sz="1800" b="1" spc="5" dirty="0">
                          <a:effectLst/>
                          <a:latin typeface="Arial" panose="020B0604020202020204" pitchFamily="34" charset="0"/>
                          <a:cs typeface="Arial" panose="020B0604020202020204" pitchFamily="34" charset="0"/>
                        </a:rPr>
                        <a:t>o</a:t>
                      </a:r>
                      <a:r>
                        <a:rPr lang="en-US" sz="1800" b="1" spc="15" dirty="0">
                          <a:effectLst/>
                          <a:latin typeface="Arial" panose="020B0604020202020204" pitchFamily="34" charset="0"/>
                          <a:cs typeface="Arial" panose="020B0604020202020204" pitchFamily="34" charset="0"/>
                        </a:rPr>
                        <a:t>w</a:t>
                      </a:r>
                      <a:r>
                        <a:rPr lang="en-US" sz="1800" b="1" dirty="0">
                          <a:effectLst/>
                          <a:latin typeface="Arial" panose="020B0604020202020204" pitchFamily="34" charset="0"/>
                          <a:cs typeface="Arial" panose="020B0604020202020204" pitchFamily="34" charset="0"/>
                        </a:rPr>
                        <a:t>ed</a:t>
                      </a:r>
                      <a:r>
                        <a:rPr lang="en-US" sz="1800" b="1" spc="-35" dirty="0">
                          <a:effectLst/>
                          <a:latin typeface="Arial" panose="020B0604020202020204" pitchFamily="34" charset="0"/>
                          <a:cs typeface="Arial" panose="020B0604020202020204" pitchFamily="34" charset="0"/>
                        </a:rPr>
                        <a:t> </a:t>
                      </a:r>
                      <a:r>
                        <a:rPr lang="en-US" sz="1800" b="1" spc="5" dirty="0">
                          <a:effectLst/>
                          <a:latin typeface="Arial" panose="020B0604020202020204" pitchFamily="34" charset="0"/>
                          <a:cs typeface="Arial" panose="020B0604020202020204" pitchFamily="34" charset="0"/>
                        </a:rPr>
                        <a:t>fo</a:t>
                      </a:r>
                      <a:r>
                        <a:rPr lang="en-US" sz="1800" b="1" dirty="0">
                          <a:effectLst/>
                          <a:latin typeface="Arial" panose="020B0604020202020204" pitchFamily="34" charset="0"/>
                          <a:cs typeface="Arial" panose="020B0604020202020204" pitchFamily="34" charset="0"/>
                        </a:rPr>
                        <a:t>r</a:t>
                      </a:r>
                      <a:r>
                        <a:rPr lang="en-US" sz="1800" b="1" spc="-10" dirty="0">
                          <a:effectLst/>
                          <a:latin typeface="Arial" panose="020B0604020202020204" pitchFamily="34" charset="0"/>
                          <a:cs typeface="Arial" panose="020B0604020202020204" pitchFamily="34" charset="0"/>
                        </a:rPr>
                        <a:t> </a:t>
                      </a:r>
                      <a:r>
                        <a:rPr lang="en-US" sz="1800" b="1" dirty="0">
                          <a:effectLst/>
                          <a:latin typeface="Arial" panose="020B0604020202020204" pitchFamily="34" charset="0"/>
                          <a:cs typeface="Arial" panose="020B0604020202020204" pitchFamily="34" charset="0"/>
                        </a:rPr>
                        <a:t>l</a:t>
                      </a:r>
                      <a:r>
                        <a:rPr lang="en-US" sz="1800" b="1" spc="5" dirty="0">
                          <a:effectLst/>
                          <a:latin typeface="Arial" panose="020B0604020202020204" pitchFamily="34" charset="0"/>
                          <a:cs typeface="Arial" panose="020B0604020202020204" pitchFamily="34" charset="0"/>
                        </a:rPr>
                        <a:t>oa</a:t>
                      </a:r>
                      <a:r>
                        <a:rPr lang="en-US" sz="1800" b="1" dirty="0">
                          <a:effectLst/>
                          <a:latin typeface="Arial" panose="020B0604020202020204" pitchFamily="34" charset="0"/>
                          <a:cs typeface="Arial" panose="020B0604020202020204" pitchFamily="34" charset="0"/>
                        </a:rPr>
                        <a:t>ding</a:t>
                      </a:r>
                      <a:r>
                        <a:rPr lang="en-US" sz="1800" b="1" spc="-20" dirty="0">
                          <a:effectLst/>
                          <a:latin typeface="Arial" panose="020B0604020202020204" pitchFamily="34" charset="0"/>
                          <a:cs typeface="Arial" panose="020B0604020202020204" pitchFamily="34" charset="0"/>
                        </a:rPr>
                        <a:t> </a:t>
                      </a:r>
                      <a:r>
                        <a:rPr lang="en-US" sz="1800" b="1" spc="5" dirty="0">
                          <a:effectLst/>
                          <a:latin typeface="Arial" panose="020B0604020202020204" pitchFamily="34" charset="0"/>
                          <a:cs typeface="Arial" panose="020B0604020202020204" pitchFamily="34" charset="0"/>
                        </a:rPr>
                        <a:t>a</a:t>
                      </a:r>
                      <a:r>
                        <a:rPr lang="en-US" sz="1800" b="1" spc="-15" dirty="0">
                          <a:effectLst/>
                          <a:latin typeface="Arial" panose="020B0604020202020204" pitchFamily="34" charset="0"/>
                          <a:cs typeface="Arial" panose="020B0604020202020204" pitchFamily="34" charset="0"/>
                        </a:rPr>
                        <a:t>n</a:t>
                      </a:r>
                      <a:r>
                        <a:rPr lang="en-US" sz="1800" b="1" dirty="0">
                          <a:effectLst/>
                          <a:latin typeface="Arial" panose="020B0604020202020204" pitchFamily="34" charset="0"/>
                          <a:cs typeface="Arial" panose="020B0604020202020204" pitchFamily="34" charset="0"/>
                        </a:rPr>
                        <a:t>d</a:t>
                      </a:r>
                      <a:r>
                        <a:rPr lang="en-US" sz="1800" b="1" spc="-15" dirty="0">
                          <a:effectLst/>
                          <a:latin typeface="Arial" panose="020B0604020202020204" pitchFamily="34" charset="0"/>
                          <a:cs typeface="Arial" panose="020B0604020202020204" pitchFamily="34" charset="0"/>
                        </a:rPr>
                        <a:t> </a:t>
                      </a:r>
                      <a:r>
                        <a:rPr lang="en-US" sz="1800" b="1" spc="-5" dirty="0" smtClean="0">
                          <a:effectLst/>
                          <a:latin typeface="Arial" panose="020B0604020202020204" pitchFamily="34" charset="0"/>
                          <a:cs typeface="Arial" panose="020B0604020202020204" pitchFamily="34" charset="0"/>
                        </a:rPr>
                        <a:t>s</a:t>
                      </a:r>
                      <a:r>
                        <a:rPr lang="en-US" sz="1800" b="1" spc="5" dirty="0" smtClean="0">
                          <a:effectLst/>
                          <a:latin typeface="Arial" panose="020B0604020202020204" pitchFamily="34" charset="0"/>
                          <a:cs typeface="Arial" panose="020B0604020202020204" pitchFamily="34" charset="0"/>
                        </a:rPr>
                        <a:t>ta</a:t>
                      </a:r>
                      <a:r>
                        <a:rPr lang="en-US" sz="1800" b="1" dirty="0" smtClean="0">
                          <a:effectLst/>
                          <a:latin typeface="Arial" panose="020B0604020202020204" pitchFamily="34" charset="0"/>
                          <a:cs typeface="Arial" panose="020B0604020202020204" pitchFamily="34" charset="0"/>
                        </a:rPr>
                        <a:t>biliz</a:t>
                      </a:r>
                      <a:r>
                        <a:rPr lang="en-US" sz="1800" b="1" spc="5" dirty="0" smtClean="0">
                          <a:effectLst/>
                          <a:latin typeface="Arial" panose="020B0604020202020204" pitchFamily="34" charset="0"/>
                          <a:cs typeface="Arial" panose="020B0604020202020204" pitchFamily="34" charset="0"/>
                        </a:rPr>
                        <a:t>at</a:t>
                      </a:r>
                      <a:r>
                        <a:rPr lang="en-US" sz="1800" b="1" dirty="0" smtClean="0">
                          <a:effectLst/>
                          <a:latin typeface="Arial" panose="020B0604020202020204" pitchFamily="34" charset="0"/>
                          <a:cs typeface="Arial" panose="020B0604020202020204" pitchFamily="34" charset="0"/>
                        </a:rPr>
                        <a:t>i</a:t>
                      </a:r>
                      <a:r>
                        <a:rPr lang="en-US" sz="1800" b="1" spc="5" dirty="0" smtClean="0">
                          <a:effectLst/>
                          <a:latin typeface="Arial" panose="020B0604020202020204" pitchFamily="34" charset="0"/>
                          <a:cs typeface="Arial" panose="020B0604020202020204" pitchFamily="34" charset="0"/>
                        </a:rPr>
                        <a:t>o</a:t>
                      </a:r>
                      <a:r>
                        <a:rPr lang="en-US" sz="1800" b="1" dirty="0" smtClean="0">
                          <a:effectLst/>
                          <a:latin typeface="Arial" panose="020B0604020202020204" pitchFamily="34" charset="0"/>
                          <a:cs typeface="Arial" panose="020B0604020202020204" pitchFamily="34" charset="0"/>
                        </a:rPr>
                        <a:t>n (second)</a:t>
                      </a:r>
                      <a:endParaRPr lang="zh-CN" sz="1800" b="1" dirty="0">
                        <a:effectLst/>
                        <a:latin typeface="Arial" panose="020B0604020202020204" pitchFamily="34" charset="0"/>
                        <a:ea typeface="宋体"/>
                        <a:cs typeface="Arial" panose="020B0604020202020204" pitchFamily="34" charset="0"/>
                      </a:endParaRPr>
                    </a:p>
                  </a:txBody>
                  <a:tcPr marL="0" marR="0" marT="0" marB="0" anchor="ctr">
                    <a:lnB w="38100" cap="flat" cmpd="sng" algn="ctr">
                      <a:solidFill>
                        <a:srgbClr val="FF0000"/>
                      </a:solidFill>
                      <a:prstDash val="solid"/>
                      <a:round/>
                      <a:headEnd type="none" w="med" len="med"/>
                      <a:tailEnd type="none" w="med" len="med"/>
                    </a:lnB>
                    <a:solidFill>
                      <a:schemeClr val="accent5">
                        <a:lumMod val="50000"/>
                      </a:schemeClr>
                    </a:solidFill>
                  </a:tcPr>
                </a:tc>
                <a:tc hMerge="1">
                  <a:txBody>
                    <a:bodyPr/>
                    <a:lstStyle/>
                    <a:p>
                      <a:endParaRPr lang="zh-CN" altLang="en-US"/>
                    </a:p>
                  </a:txBody>
                  <a:tcPr/>
                </a:tc>
                <a:tc hMerge="1">
                  <a:txBody>
                    <a:bodyPr/>
                    <a:lstStyle/>
                    <a:p>
                      <a:endParaRPr lang="zh-CN" altLang="en-US"/>
                    </a:p>
                  </a:txBody>
                  <a:tcPr/>
                </a:tc>
              </a:tr>
              <a:tr h="509079">
                <a:tc>
                  <a:txBody>
                    <a:bodyPr/>
                    <a:lstStyle/>
                    <a:p>
                      <a:pPr algn="ctr">
                        <a:lnSpc>
                          <a:spcPct val="100000"/>
                        </a:lnSpc>
                        <a:spcBef>
                          <a:spcPts val="0"/>
                        </a:spcBef>
                        <a:spcAft>
                          <a:spcPts val="0"/>
                        </a:spcAft>
                      </a:pPr>
                      <a:r>
                        <a:rPr lang="en-US" sz="1600" b="0" dirty="0">
                          <a:effectLst/>
                          <a:latin typeface="Arial" panose="020B0604020202020204" pitchFamily="34" charset="0"/>
                          <a:cs typeface="Arial" panose="020B0604020202020204" pitchFamily="34" charset="0"/>
                        </a:rPr>
                        <a:t> </a:t>
                      </a:r>
                      <a:r>
                        <a:rPr lang="en-US" sz="1600" b="0" spc="-5" dirty="0" smtClean="0">
                          <a:effectLst/>
                          <a:latin typeface="Arial" panose="020B0604020202020204" pitchFamily="34" charset="0"/>
                          <a:cs typeface="Arial" panose="020B0604020202020204" pitchFamily="34" charset="0"/>
                        </a:rPr>
                        <a:t>G</a:t>
                      </a:r>
                      <a:r>
                        <a:rPr lang="en-US" sz="1600" b="0" dirty="0" smtClean="0">
                          <a:effectLst/>
                          <a:latin typeface="Arial" panose="020B0604020202020204" pitchFamily="34" charset="0"/>
                          <a:cs typeface="Arial" panose="020B0604020202020204" pitchFamily="34" charset="0"/>
                        </a:rPr>
                        <a:t>re</a:t>
                      </a:r>
                      <a:r>
                        <a:rPr lang="en-US" sz="1600" b="0" spc="5" dirty="0" smtClean="0">
                          <a:effectLst/>
                          <a:latin typeface="Arial" panose="020B0604020202020204" pitchFamily="34" charset="0"/>
                          <a:cs typeface="Arial" panose="020B0604020202020204" pitchFamily="34" charset="0"/>
                        </a:rPr>
                        <a:t>at</a:t>
                      </a:r>
                      <a:r>
                        <a:rPr lang="en-US" sz="1600" b="0" dirty="0" smtClean="0">
                          <a:effectLst/>
                          <a:latin typeface="Arial" panose="020B0604020202020204" pitchFamily="34" charset="0"/>
                          <a:cs typeface="Arial" panose="020B0604020202020204" pitchFamily="34" charset="0"/>
                        </a:rPr>
                        <a:t>er</a:t>
                      </a:r>
                      <a:br>
                        <a:rPr lang="en-US" sz="1600" b="0" dirty="0" smtClean="0">
                          <a:effectLst/>
                          <a:latin typeface="Arial" panose="020B0604020202020204" pitchFamily="34" charset="0"/>
                          <a:cs typeface="Arial" panose="020B0604020202020204" pitchFamily="34" charset="0"/>
                        </a:rPr>
                      </a:br>
                      <a:r>
                        <a:rPr lang="en-US" sz="1600" b="0" spc="5" dirty="0" smtClean="0">
                          <a:effectLst/>
                          <a:latin typeface="Arial" panose="020B0604020202020204" pitchFamily="34" charset="0"/>
                          <a:cs typeface="Arial" panose="020B0604020202020204" pitchFamily="34" charset="0"/>
                        </a:rPr>
                        <a:t>t</a:t>
                      </a:r>
                      <a:r>
                        <a:rPr lang="en-US" sz="1600" b="0" dirty="0" smtClean="0">
                          <a:effectLst/>
                          <a:latin typeface="Arial" panose="020B0604020202020204" pitchFamily="34" charset="0"/>
                          <a:cs typeface="Arial" panose="020B0604020202020204" pitchFamily="34" charset="0"/>
                        </a:rPr>
                        <a:t>h</a:t>
                      </a:r>
                      <a:r>
                        <a:rPr lang="en-US" sz="1600" b="0" spc="5" dirty="0" smtClean="0">
                          <a:effectLst/>
                          <a:latin typeface="Arial" panose="020B0604020202020204" pitchFamily="34" charset="0"/>
                          <a:cs typeface="Arial" panose="020B0604020202020204" pitchFamily="34" charset="0"/>
                        </a:rPr>
                        <a:t>a</a:t>
                      </a:r>
                      <a:r>
                        <a:rPr lang="en-US" sz="1600" b="0" dirty="0" smtClean="0">
                          <a:effectLst/>
                          <a:latin typeface="Arial" panose="020B0604020202020204" pitchFamily="34" charset="0"/>
                          <a:cs typeface="Arial" panose="020B0604020202020204" pitchFamily="34" charset="0"/>
                        </a:rPr>
                        <a:t>n</a:t>
                      </a:r>
                      <a:endParaRPr lang="zh-CN" sz="1600" b="0" dirty="0">
                        <a:effectLst/>
                        <a:latin typeface="Arial" panose="020B0604020202020204" pitchFamily="34" charset="0"/>
                        <a:ea typeface="宋体"/>
                        <a:cs typeface="Arial" panose="020B0604020202020204" pitchFamily="34" charset="0"/>
                      </a:endParaRPr>
                    </a:p>
                  </a:txBody>
                  <a:tcPr marL="0" marR="0" marT="0" marB="0" anchor="ctr">
                    <a:solidFill>
                      <a:schemeClr val="accent3">
                        <a:lumMod val="20000"/>
                        <a:lumOff val="80000"/>
                      </a:schemeClr>
                    </a:solidFill>
                  </a:tcPr>
                </a:tc>
                <a:tc>
                  <a:txBody>
                    <a:bodyPr/>
                    <a:lstStyle/>
                    <a:p>
                      <a:pPr marL="90488" indent="0" algn="ctr">
                        <a:lnSpc>
                          <a:spcPct val="100000"/>
                        </a:lnSpc>
                        <a:spcBef>
                          <a:spcPts val="0"/>
                        </a:spcBef>
                        <a:spcAft>
                          <a:spcPts val="0"/>
                        </a:spcAft>
                      </a:pPr>
                      <a:r>
                        <a:rPr lang="en-US" sz="1600" b="0" dirty="0">
                          <a:effectLst/>
                          <a:latin typeface="Arial" panose="020B0604020202020204" pitchFamily="34" charset="0"/>
                          <a:cs typeface="Arial" panose="020B0604020202020204" pitchFamily="34" charset="0"/>
                        </a:rPr>
                        <a:t>Up</a:t>
                      </a:r>
                      <a:r>
                        <a:rPr lang="en-US" sz="1600" b="0" spc="-15" dirty="0">
                          <a:effectLst/>
                          <a:latin typeface="Arial" panose="020B0604020202020204" pitchFamily="34" charset="0"/>
                          <a:cs typeface="Arial" panose="020B0604020202020204" pitchFamily="34" charset="0"/>
                        </a:rPr>
                        <a:t> </a:t>
                      </a:r>
                      <a:r>
                        <a:rPr lang="en-US" sz="1600" b="0" spc="5" dirty="0">
                          <a:effectLst/>
                          <a:latin typeface="Arial" panose="020B0604020202020204" pitchFamily="34" charset="0"/>
                          <a:cs typeface="Arial" panose="020B0604020202020204" pitchFamily="34" charset="0"/>
                        </a:rPr>
                        <a:t>t</a:t>
                      </a:r>
                      <a:r>
                        <a:rPr lang="en-US" sz="1600" b="0" dirty="0">
                          <a:effectLst/>
                          <a:latin typeface="Arial" panose="020B0604020202020204" pitchFamily="34" charset="0"/>
                          <a:cs typeface="Arial" panose="020B0604020202020204" pitchFamily="34" charset="0"/>
                        </a:rPr>
                        <a:t>o </a:t>
                      </a:r>
                      <a:r>
                        <a:rPr lang="en-US" sz="1600" b="0" spc="5" dirty="0" smtClean="0">
                          <a:effectLst/>
                          <a:latin typeface="Arial" panose="020B0604020202020204" pitchFamily="34" charset="0"/>
                          <a:cs typeface="Arial" panose="020B0604020202020204" pitchFamily="34" charset="0"/>
                        </a:rPr>
                        <a:t>a</a:t>
                      </a:r>
                      <a:r>
                        <a:rPr lang="en-US" sz="1600" b="0" dirty="0" smtClean="0">
                          <a:effectLst/>
                          <a:latin typeface="Arial" panose="020B0604020202020204" pitchFamily="34" charset="0"/>
                          <a:cs typeface="Arial" panose="020B0604020202020204" pitchFamily="34" charset="0"/>
                        </a:rPr>
                        <a:t>nd inclu</a:t>
                      </a:r>
                      <a:r>
                        <a:rPr lang="en-US" sz="1600" b="0" spc="10" dirty="0" smtClean="0">
                          <a:effectLst/>
                          <a:latin typeface="Arial" panose="020B0604020202020204" pitchFamily="34" charset="0"/>
                          <a:cs typeface="Arial" panose="020B0604020202020204" pitchFamily="34" charset="0"/>
                        </a:rPr>
                        <a:t>d</a:t>
                      </a:r>
                      <a:r>
                        <a:rPr lang="en-US" sz="1600" b="0" dirty="0" smtClean="0">
                          <a:effectLst/>
                          <a:latin typeface="Arial" panose="020B0604020202020204" pitchFamily="34" charset="0"/>
                          <a:cs typeface="Arial" panose="020B0604020202020204" pitchFamily="34" charset="0"/>
                        </a:rPr>
                        <a:t>ing</a:t>
                      </a:r>
                      <a:endParaRPr lang="zh-CN" sz="1600" b="0" dirty="0">
                        <a:effectLst/>
                        <a:latin typeface="Arial" panose="020B0604020202020204" pitchFamily="34" charset="0"/>
                        <a:ea typeface="宋体"/>
                        <a:cs typeface="Arial" panose="020B0604020202020204" pitchFamily="34" charset="0"/>
                      </a:endParaRPr>
                    </a:p>
                  </a:txBody>
                  <a:tcPr marL="0" marR="0" marT="0" marB="0" anchor="ctr">
                    <a:lnR w="38100" cap="flat" cmpd="sng" algn="ctr">
                      <a:solidFill>
                        <a:srgbClr val="FF0000"/>
                      </a:solidFill>
                      <a:prstDash val="solid"/>
                      <a:round/>
                      <a:headEnd type="none" w="med" len="med"/>
                      <a:tailEnd type="none" w="med" len="med"/>
                    </a:lnR>
                    <a:solidFill>
                      <a:schemeClr val="accent3">
                        <a:lumMod val="20000"/>
                        <a:lumOff val="80000"/>
                      </a:schemeClr>
                    </a:solidFill>
                  </a:tcPr>
                </a:tc>
                <a:tc>
                  <a:txBody>
                    <a:bodyPr/>
                    <a:lstStyle/>
                    <a:p>
                      <a:pPr algn="ctr">
                        <a:lnSpc>
                          <a:spcPct val="100000"/>
                        </a:lnSpc>
                        <a:spcBef>
                          <a:spcPts val="0"/>
                        </a:spcBef>
                        <a:spcAft>
                          <a:spcPts val="0"/>
                        </a:spcAft>
                      </a:pPr>
                      <a:r>
                        <a:rPr lang="en-US" sz="1600" b="1" dirty="0">
                          <a:effectLst/>
                          <a:latin typeface="Arial" panose="020B0604020202020204" pitchFamily="34" charset="0"/>
                          <a:cs typeface="Arial" panose="020B0604020202020204" pitchFamily="34" charset="0"/>
                        </a:rPr>
                        <a:t> </a:t>
                      </a:r>
                      <a:r>
                        <a:rPr lang="en-US" sz="1600" b="1" dirty="0" smtClean="0">
                          <a:effectLst/>
                          <a:latin typeface="Arial" panose="020B0604020202020204" pitchFamily="34" charset="0"/>
                          <a:cs typeface="Arial" panose="020B0604020202020204" pitchFamily="34" charset="0"/>
                        </a:rPr>
                        <a:t>Cl</a:t>
                      </a:r>
                      <a:r>
                        <a:rPr lang="en-US" sz="1600" b="1" spc="5" dirty="0" smtClean="0">
                          <a:effectLst/>
                          <a:latin typeface="Arial" panose="020B0604020202020204" pitchFamily="34" charset="0"/>
                          <a:cs typeface="Arial" panose="020B0604020202020204" pitchFamily="34" charset="0"/>
                        </a:rPr>
                        <a:t>a</a:t>
                      </a:r>
                      <a:r>
                        <a:rPr lang="en-US" sz="1600" b="1" spc="-5" dirty="0" smtClean="0">
                          <a:effectLst/>
                          <a:latin typeface="Arial" panose="020B0604020202020204" pitchFamily="34" charset="0"/>
                          <a:cs typeface="Arial" panose="020B0604020202020204" pitchFamily="34" charset="0"/>
                        </a:rPr>
                        <a:t>ss</a:t>
                      </a:r>
                      <a:r>
                        <a:rPr lang="en-US" sz="1600" b="1" dirty="0" smtClean="0">
                          <a:effectLst/>
                          <a:latin typeface="Arial" panose="020B0604020202020204" pitchFamily="34" charset="0"/>
                          <a:cs typeface="Arial" panose="020B0604020202020204" pitchFamily="34" charset="0"/>
                        </a:rPr>
                        <a:t>es</a:t>
                      </a:r>
                      <a:r>
                        <a:rPr lang="en-US" sz="1600" b="1" spc="-30" dirty="0" smtClean="0">
                          <a:effectLst/>
                          <a:latin typeface="Arial" panose="020B0604020202020204" pitchFamily="34" charset="0"/>
                          <a:cs typeface="Arial" panose="020B0604020202020204" pitchFamily="34" charset="0"/>
                        </a:rPr>
                        <a:t> </a:t>
                      </a:r>
                      <a:br>
                        <a:rPr lang="en-US" sz="1600" b="1" spc="-30" dirty="0" smtClean="0">
                          <a:effectLst/>
                          <a:latin typeface="Arial" panose="020B0604020202020204" pitchFamily="34" charset="0"/>
                          <a:cs typeface="Arial" panose="020B0604020202020204" pitchFamily="34" charset="0"/>
                        </a:rPr>
                      </a:br>
                      <a:r>
                        <a:rPr lang="en-US" sz="1600" b="1" spc="15" dirty="0" smtClean="0">
                          <a:effectLst/>
                          <a:latin typeface="Arial" panose="020B0604020202020204" pitchFamily="34" charset="0"/>
                          <a:cs typeface="Arial" panose="020B0604020202020204" pitchFamily="34" charset="0"/>
                        </a:rPr>
                        <a:t>C</a:t>
                      </a:r>
                      <a:r>
                        <a:rPr lang="en-US" sz="1600" b="1" dirty="0" smtClean="0">
                          <a:effectLst/>
                          <a:latin typeface="Arial" panose="020B0604020202020204" pitchFamily="34" charset="0"/>
                          <a:cs typeface="Arial" panose="020B0604020202020204" pitchFamily="34" charset="0"/>
                        </a:rPr>
                        <a:t>&amp;D</a:t>
                      </a:r>
                      <a:endParaRPr lang="zh-CN" sz="1600" b="1" dirty="0">
                        <a:effectLst/>
                        <a:latin typeface="Arial" panose="020B0604020202020204" pitchFamily="34" charset="0"/>
                        <a:ea typeface="宋体"/>
                        <a:cs typeface="Arial" panose="020B0604020202020204" pitchFamily="34" charset="0"/>
                      </a:endParaRPr>
                    </a:p>
                  </a:txBody>
                  <a:tcPr marL="0" marR="0" marT="0" marB="0" anchor="ct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solidFill>
                      <a:schemeClr val="accent3">
                        <a:lumMod val="20000"/>
                        <a:lumOff val="80000"/>
                      </a:schemeClr>
                    </a:solidFill>
                  </a:tcPr>
                </a:tc>
                <a:tc>
                  <a:txBody>
                    <a:bodyPr/>
                    <a:lstStyle/>
                    <a:p>
                      <a:pPr algn="ctr">
                        <a:lnSpc>
                          <a:spcPct val="100000"/>
                        </a:lnSpc>
                        <a:spcBef>
                          <a:spcPts val="0"/>
                        </a:spcBef>
                        <a:spcAft>
                          <a:spcPts val="0"/>
                        </a:spcAft>
                      </a:pPr>
                      <a:r>
                        <a:rPr lang="en-US" sz="1600" b="0" dirty="0">
                          <a:effectLst/>
                          <a:latin typeface="Arial" panose="020B0604020202020204" pitchFamily="34" charset="0"/>
                          <a:cs typeface="Arial" panose="020B0604020202020204" pitchFamily="34" charset="0"/>
                        </a:rPr>
                        <a:t> </a:t>
                      </a:r>
                      <a:r>
                        <a:rPr lang="en-US" sz="1600" b="0" dirty="0" smtClean="0">
                          <a:effectLst/>
                          <a:latin typeface="Arial" panose="020B0604020202020204" pitchFamily="34" charset="0"/>
                          <a:cs typeface="Arial" panose="020B0604020202020204" pitchFamily="34" charset="0"/>
                        </a:rPr>
                        <a:t>Cl</a:t>
                      </a:r>
                      <a:r>
                        <a:rPr lang="en-US" sz="1600" b="0" spc="5" dirty="0" smtClean="0">
                          <a:effectLst/>
                          <a:latin typeface="Arial" panose="020B0604020202020204" pitchFamily="34" charset="0"/>
                          <a:cs typeface="Arial" panose="020B0604020202020204" pitchFamily="34" charset="0"/>
                        </a:rPr>
                        <a:t>a</a:t>
                      </a:r>
                      <a:r>
                        <a:rPr lang="en-US" sz="1600" b="0" spc="-5" dirty="0" smtClean="0">
                          <a:effectLst/>
                          <a:latin typeface="Arial" panose="020B0604020202020204" pitchFamily="34" charset="0"/>
                          <a:cs typeface="Arial" panose="020B0604020202020204" pitchFamily="34" charset="0"/>
                        </a:rPr>
                        <a:t>s</a:t>
                      </a:r>
                      <a:r>
                        <a:rPr lang="en-US" sz="1600" b="0" dirty="0" smtClean="0">
                          <a:effectLst/>
                          <a:latin typeface="Arial" panose="020B0604020202020204" pitchFamily="34" charset="0"/>
                          <a:cs typeface="Arial" panose="020B0604020202020204" pitchFamily="34" charset="0"/>
                        </a:rPr>
                        <a:t>s</a:t>
                      </a:r>
                      <a:r>
                        <a:rPr lang="en-US" sz="1600" b="0" spc="-25" dirty="0" smtClean="0">
                          <a:effectLst/>
                          <a:latin typeface="Arial" panose="020B0604020202020204" pitchFamily="34" charset="0"/>
                          <a:cs typeface="Arial" panose="020B0604020202020204" pitchFamily="34" charset="0"/>
                        </a:rPr>
                        <a:t> </a:t>
                      </a:r>
                      <a:br>
                        <a:rPr lang="en-US" sz="1600" b="0" spc="-25" dirty="0" smtClean="0">
                          <a:effectLst/>
                          <a:latin typeface="Arial" panose="020B0604020202020204" pitchFamily="34" charset="0"/>
                          <a:cs typeface="Arial" panose="020B0604020202020204" pitchFamily="34" charset="0"/>
                        </a:rPr>
                      </a:br>
                      <a:r>
                        <a:rPr lang="en-US" sz="1600" b="0" dirty="0" smtClean="0">
                          <a:effectLst/>
                          <a:latin typeface="Arial" panose="020B0604020202020204" pitchFamily="34" charset="0"/>
                          <a:cs typeface="Arial" panose="020B0604020202020204" pitchFamily="34" charset="0"/>
                        </a:rPr>
                        <a:t>B</a:t>
                      </a:r>
                      <a:endParaRPr lang="zh-CN" sz="1600" b="0" dirty="0">
                        <a:effectLst/>
                        <a:latin typeface="Arial" panose="020B0604020202020204" pitchFamily="34" charset="0"/>
                        <a:ea typeface="宋体"/>
                        <a:cs typeface="Arial" panose="020B0604020202020204" pitchFamily="34" charset="0"/>
                      </a:endParaRPr>
                    </a:p>
                  </a:txBody>
                  <a:tcPr marL="0" marR="0" marT="0" marB="0" anchor="ctr">
                    <a:lnL w="38100" cap="flat" cmpd="sng" algn="ctr">
                      <a:solidFill>
                        <a:srgbClr val="FF0000"/>
                      </a:solidFill>
                      <a:prstDash val="solid"/>
                      <a:round/>
                      <a:headEnd type="none" w="med" len="med"/>
                      <a:tailEnd type="none" w="med" len="med"/>
                    </a:lnL>
                    <a:solidFill>
                      <a:schemeClr val="accent3">
                        <a:lumMod val="20000"/>
                        <a:lumOff val="80000"/>
                      </a:schemeClr>
                    </a:solidFill>
                  </a:tcPr>
                </a:tc>
                <a:tc>
                  <a:txBody>
                    <a:bodyPr/>
                    <a:lstStyle/>
                    <a:p>
                      <a:pPr algn="ctr">
                        <a:lnSpc>
                          <a:spcPct val="100000"/>
                        </a:lnSpc>
                        <a:spcBef>
                          <a:spcPts val="0"/>
                        </a:spcBef>
                        <a:spcAft>
                          <a:spcPts val="0"/>
                        </a:spcAft>
                      </a:pPr>
                      <a:r>
                        <a:rPr lang="en-US" sz="1600" b="0" dirty="0">
                          <a:effectLst/>
                          <a:latin typeface="Arial" panose="020B0604020202020204" pitchFamily="34" charset="0"/>
                          <a:cs typeface="Arial" panose="020B0604020202020204" pitchFamily="34" charset="0"/>
                        </a:rPr>
                        <a:t> </a:t>
                      </a:r>
                      <a:r>
                        <a:rPr lang="en-US" sz="1600" b="0" dirty="0" smtClean="0">
                          <a:effectLst/>
                          <a:latin typeface="Arial" panose="020B0604020202020204" pitchFamily="34" charset="0"/>
                          <a:cs typeface="Arial" panose="020B0604020202020204" pitchFamily="34" charset="0"/>
                        </a:rPr>
                        <a:t>Cl</a:t>
                      </a:r>
                      <a:r>
                        <a:rPr lang="en-US" sz="1600" b="0" spc="5" dirty="0" smtClean="0">
                          <a:effectLst/>
                          <a:latin typeface="Arial" panose="020B0604020202020204" pitchFamily="34" charset="0"/>
                          <a:cs typeface="Arial" panose="020B0604020202020204" pitchFamily="34" charset="0"/>
                        </a:rPr>
                        <a:t>a</a:t>
                      </a:r>
                      <a:r>
                        <a:rPr lang="en-US" sz="1600" b="0" spc="-5" dirty="0" smtClean="0">
                          <a:effectLst/>
                          <a:latin typeface="Arial" panose="020B0604020202020204" pitchFamily="34" charset="0"/>
                          <a:cs typeface="Arial" panose="020B0604020202020204" pitchFamily="34" charset="0"/>
                        </a:rPr>
                        <a:t>s</a:t>
                      </a:r>
                      <a:r>
                        <a:rPr lang="en-US" sz="1600" b="0" dirty="0" smtClean="0">
                          <a:effectLst/>
                          <a:latin typeface="Arial" panose="020B0604020202020204" pitchFamily="34" charset="0"/>
                          <a:cs typeface="Arial" panose="020B0604020202020204" pitchFamily="34" charset="0"/>
                        </a:rPr>
                        <a:t>s</a:t>
                      </a:r>
                      <a:r>
                        <a:rPr lang="en-US" sz="1600" b="0" spc="-25" dirty="0" smtClean="0">
                          <a:effectLst/>
                          <a:latin typeface="Arial" panose="020B0604020202020204" pitchFamily="34" charset="0"/>
                          <a:cs typeface="Arial" panose="020B0604020202020204" pitchFamily="34" charset="0"/>
                        </a:rPr>
                        <a:t> </a:t>
                      </a:r>
                      <a:br>
                        <a:rPr lang="en-US" sz="1600" b="0" spc="-25" dirty="0" smtClean="0">
                          <a:effectLst/>
                          <a:latin typeface="Arial" panose="020B0604020202020204" pitchFamily="34" charset="0"/>
                          <a:cs typeface="Arial" panose="020B0604020202020204" pitchFamily="34" charset="0"/>
                        </a:rPr>
                      </a:br>
                      <a:r>
                        <a:rPr lang="en-US" sz="1600" b="0" dirty="0" smtClean="0">
                          <a:effectLst/>
                          <a:latin typeface="Arial" panose="020B0604020202020204" pitchFamily="34" charset="0"/>
                          <a:cs typeface="Arial" panose="020B0604020202020204" pitchFamily="34" charset="0"/>
                        </a:rPr>
                        <a:t>A</a:t>
                      </a:r>
                      <a:endParaRPr lang="zh-CN" sz="1600" b="0" dirty="0">
                        <a:effectLst/>
                        <a:latin typeface="Arial" panose="020B0604020202020204" pitchFamily="34" charset="0"/>
                        <a:ea typeface="宋体"/>
                        <a:cs typeface="Arial" panose="020B0604020202020204" pitchFamily="34" charset="0"/>
                      </a:endParaRPr>
                    </a:p>
                  </a:txBody>
                  <a:tcPr marL="0" marR="0" marT="0" marB="0" anchor="ctr">
                    <a:solidFill>
                      <a:schemeClr val="accent3">
                        <a:lumMod val="20000"/>
                        <a:lumOff val="80000"/>
                      </a:schemeClr>
                    </a:solidFill>
                  </a:tcPr>
                </a:tc>
              </a:tr>
              <a:tr h="451652">
                <a:tc>
                  <a:txBody>
                    <a:bodyPr/>
                    <a:lstStyle/>
                    <a:p>
                      <a:pPr marL="64770" lvl="0" algn="ctr">
                        <a:lnSpc>
                          <a:spcPct val="115000"/>
                        </a:lnSpc>
                        <a:spcBef>
                          <a:spcPts val="440"/>
                        </a:spcBef>
                        <a:spcAft>
                          <a:spcPts val="0"/>
                        </a:spcAft>
                      </a:pPr>
                      <a:r>
                        <a:rPr lang="en-US" sz="1600" b="0" dirty="0">
                          <a:effectLst/>
                          <a:latin typeface="Arial" panose="020B0604020202020204" pitchFamily="34" charset="0"/>
                          <a:cs typeface="Arial" panose="020B0604020202020204" pitchFamily="34" charset="0"/>
                        </a:rPr>
                        <a:t>0</a:t>
                      </a:r>
                      <a:r>
                        <a:rPr lang="en-US" sz="1600" b="0" spc="5" dirty="0">
                          <a:effectLst/>
                          <a:latin typeface="Arial" panose="020B0604020202020204" pitchFamily="34" charset="0"/>
                          <a:cs typeface="Arial" panose="020B0604020202020204" pitchFamily="34" charset="0"/>
                        </a:rPr>
                        <a:t> </a:t>
                      </a:r>
                      <a:endParaRPr lang="zh-CN" sz="1600" b="0" dirty="0">
                        <a:effectLst/>
                        <a:latin typeface="Arial" panose="020B0604020202020204" pitchFamily="34" charset="0"/>
                        <a:ea typeface="宋体"/>
                        <a:cs typeface="Arial" panose="020B0604020202020204" pitchFamily="34" charset="0"/>
                      </a:endParaRPr>
                    </a:p>
                  </a:txBody>
                  <a:tcPr marL="0" marR="0" marT="0" marB="0" anchor="ctr"/>
                </a:tc>
                <a:tc>
                  <a:txBody>
                    <a:bodyPr/>
                    <a:lstStyle/>
                    <a:p>
                      <a:pPr marL="64770" lvl="0" algn="ctr">
                        <a:lnSpc>
                          <a:spcPct val="115000"/>
                        </a:lnSpc>
                        <a:spcBef>
                          <a:spcPts val="440"/>
                        </a:spcBef>
                        <a:spcAft>
                          <a:spcPts val="0"/>
                        </a:spcAft>
                      </a:pPr>
                      <a:r>
                        <a:rPr lang="en-US" sz="1600" b="0" spc="5" dirty="0">
                          <a:effectLst/>
                          <a:latin typeface="Arial" panose="020B0604020202020204" pitchFamily="34" charset="0"/>
                          <a:cs typeface="Arial" panose="020B0604020202020204" pitchFamily="34" charset="0"/>
                        </a:rPr>
                        <a:t>1</a:t>
                      </a:r>
                      <a:r>
                        <a:rPr lang="en-US" sz="1600" b="0" dirty="0">
                          <a:effectLst/>
                          <a:latin typeface="Arial" panose="020B0604020202020204" pitchFamily="34" charset="0"/>
                          <a:cs typeface="Arial" panose="020B0604020202020204" pitchFamily="34" charset="0"/>
                        </a:rPr>
                        <a:t>0 </a:t>
                      </a:r>
                      <a:endParaRPr lang="zh-CN" sz="1600" b="0" dirty="0">
                        <a:effectLst/>
                        <a:latin typeface="Arial" panose="020B0604020202020204" pitchFamily="34" charset="0"/>
                        <a:ea typeface="宋体"/>
                        <a:cs typeface="Arial" panose="020B0604020202020204" pitchFamily="34" charset="0"/>
                      </a:endParaRPr>
                    </a:p>
                  </a:txBody>
                  <a:tcPr marL="0" marR="0" marT="0" marB="0" anchor="ctr">
                    <a:lnR w="38100" cap="flat" cmpd="sng" algn="ctr">
                      <a:solidFill>
                        <a:srgbClr val="FF0000"/>
                      </a:solidFill>
                      <a:prstDash val="solid"/>
                      <a:round/>
                      <a:headEnd type="none" w="med" len="med"/>
                      <a:tailEnd type="none" w="med" len="med"/>
                    </a:lnR>
                    <a:noFill/>
                  </a:tcPr>
                </a:tc>
                <a:tc>
                  <a:txBody>
                    <a:bodyPr/>
                    <a:lstStyle/>
                    <a:p>
                      <a:pPr marL="64770" lvl="0" algn="ctr">
                        <a:lnSpc>
                          <a:spcPct val="115000"/>
                        </a:lnSpc>
                        <a:spcBef>
                          <a:spcPts val="440"/>
                        </a:spcBef>
                        <a:spcAft>
                          <a:spcPts val="0"/>
                        </a:spcAft>
                      </a:pPr>
                      <a:r>
                        <a:rPr lang="en-US" sz="1600" b="1" spc="5" dirty="0" smtClean="0">
                          <a:effectLst/>
                          <a:latin typeface="Arial" panose="020B0604020202020204" pitchFamily="34" charset="0"/>
                          <a:cs typeface="Arial" panose="020B0604020202020204" pitchFamily="34" charset="0"/>
                        </a:rPr>
                        <a:t>1</a:t>
                      </a:r>
                      <a:r>
                        <a:rPr lang="en-US" sz="1600" b="1" dirty="0" smtClean="0">
                          <a:effectLst/>
                          <a:latin typeface="Arial" panose="020B0604020202020204" pitchFamily="34" charset="0"/>
                          <a:cs typeface="Arial" panose="020B0604020202020204" pitchFamily="34" charset="0"/>
                        </a:rPr>
                        <a:t>0</a:t>
                      </a:r>
                      <a:endParaRPr lang="zh-CN" sz="1600" b="1" dirty="0">
                        <a:effectLst/>
                        <a:latin typeface="Arial" panose="020B0604020202020204" pitchFamily="34" charset="0"/>
                        <a:ea typeface="宋体"/>
                        <a:cs typeface="Arial" panose="020B0604020202020204" pitchFamily="34" charset="0"/>
                      </a:endParaRPr>
                    </a:p>
                  </a:txBody>
                  <a:tcPr marL="0" marR="0" marT="0" marB="0" anchor="ct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tcPr>
                </a:tc>
                <a:tc>
                  <a:txBody>
                    <a:bodyPr/>
                    <a:lstStyle/>
                    <a:p>
                      <a:pPr marL="64770" lvl="0" algn="ctr">
                        <a:lnSpc>
                          <a:spcPct val="115000"/>
                        </a:lnSpc>
                        <a:spcBef>
                          <a:spcPts val="440"/>
                        </a:spcBef>
                        <a:spcAft>
                          <a:spcPts val="0"/>
                        </a:spcAft>
                      </a:pPr>
                      <a:r>
                        <a:rPr lang="en-US" sz="1600" b="0" spc="5" dirty="0">
                          <a:effectLst/>
                          <a:latin typeface="Arial" panose="020B0604020202020204" pitchFamily="34" charset="0"/>
                          <a:cs typeface="Arial" panose="020B0604020202020204" pitchFamily="34" charset="0"/>
                        </a:rPr>
                        <a:t>1</a:t>
                      </a:r>
                      <a:r>
                        <a:rPr lang="en-US" sz="1600" b="0" dirty="0">
                          <a:effectLst/>
                          <a:latin typeface="Arial" panose="020B0604020202020204" pitchFamily="34" charset="0"/>
                          <a:cs typeface="Arial" panose="020B0604020202020204" pitchFamily="34" charset="0"/>
                        </a:rPr>
                        <a:t>5 </a:t>
                      </a:r>
                      <a:endParaRPr lang="zh-CN" sz="1600" b="0" dirty="0">
                        <a:effectLst/>
                        <a:latin typeface="Arial" panose="020B0604020202020204" pitchFamily="34" charset="0"/>
                        <a:ea typeface="宋体"/>
                        <a:cs typeface="Arial" panose="020B0604020202020204" pitchFamily="34" charset="0"/>
                      </a:endParaRPr>
                    </a:p>
                  </a:txBody>
                  <a:tcPr marL="0" marR="0" marT="0" marB="0" anchor="ctr">
                    <a:lnL w="38100" cap="flat" cmpd="sng" algn="ctr">
                      <a:solidFill>
                        <a:srgbClr val="FF0000"/>
                      </a:solidFill>
                      <a:prstDash val="solid"/>
                      <a:round/>
                      <a:headEnd type="none" w="med" len="med"/>
                      <a:tailEnd type="none" w="med" len="med"/>
                    </a:lnL>
                    <a:noFill/>
                  </a:tcPr>
                </a:tc>
                <a:tc>
                  <a:txBody>
                    <a:bodyPr/>
                    <a:lstStyle/>
                    <a:p>
                      <a:pPr marL="64770" lvl="0" algn="ctr">
                        <a:lnSpc>
                          <a:spcPct val="115000"/>
                        </a:lnSpc>
                        <a:spcBef>
                          <a:spcPts val="440"/>
                        </a:spcBef>
                        <a:spcAft>
                          <a:spcPts val="0"/>
                        </a:spcAft>
                      </a:pPr>
                      <a:r>
                        <a:rPr lang="en-US" sz="1600" b="0" spc="5" dirty="0">
                          <a:effectLst/>
                          <a:latin typeface="Arial" panose="020B0604020202020204" pitchFamily="34" charset="0"/>
                          <a:cs typeface="Arial" panose="020B0604020202020204" pitchFamily="34" charset="0"/>
                        </a:rPr>
                        <a:t>2</a:t>
                      </a:r>
                      <a:r>
                        <a:rPr lang="en-US" sz="1600" b="0" dirty="0">
                          <a:effectLst/>
                          <a:latin typeface="Arial" panose="020B0604020202020204" pitchFamily="34" charset="0"/>
                          <a:cs typeface="Arial" panose="020B0604020202020204" pitchFamily="34" charset="0"/>
                        </a:rPr>
                        <a:t>0 </a:t>
                      </a:r>
                      <a:endParaRPr lang="zh-CN" sz="1600" b="0" dirty="0">
                        <a:effectLst/>
                        <a:latin typeface="Arial" panose="020B0604020202020204" pitchFamily="34" charset="0"/>
                        <a:ea typeface="宋体"/>
                        <a:cs typeface="Arial" panose="020B0604020202020204" pitchFamily="34" charset="0"/>
                      </a:endParaRPr>
                    </a:p>
                  </a:txBody>
                  <a:tcPr marL="0" marR="0" marT="0" marB="0" anchor="ctr"/>
                </a:tc>
              </a:tr>
              <a:tr h="453696">
                <a:tc>
                  <a:txBody>
                    <a:bodyPr/>
                    <a:lstStyle/>
                    <a:p>
                      <a:pPr marL="64770" lvl="0" algn="ctr">
                        <a:lnSpc>
                          <a:spcPct val="115000"/>
                        </a:lnSpc>
                        <a:spcBef>
                          <a:spcPts val="440"/>
                        </a:spcBef>
                        <a:spcAft>
                          <a:spcPts val="0"/>
                        </a:spcAft>
                      </a:pPr>
                      <a:r>
                        <a:rPr lang="en-US" sz="1600" b="0" spc="5" dirty="0" smtClean="0">
                          <a:effectLst/>
                          <a:latin typeface="Arial" panose="020B0604020202020204" pitchFamily="34" charset="0"/>
                          <a:cs typeface="Arial" panose="020B0604020202020204" pitchFamily="34" charset="0"/>
                        </a:rPr>
                        <a:t>1</a:t>
                      </a:r>
                      <a:r>
                        <a:rPr lang="en-US" sz="1600" b="0" dirty="0" smtClean="0">
                          <a:effectLst/>
                          <a:latin typeface="Arial" panose="020B0604020202020204" pitchFamily="34" charset="0"/>
                          <a:cs typeface="Arial" panose="020B0604020202020204" pitchFamily="34" charset="0"/>
                        </a:rPr>
                        <a:t>0</a:t>
                      </a:r>
                      <a:endParaRPr lang="zh-CN" sz="1600" b="0" dirty="0">
                        <a:effectLst/>
                        <a:latin typeface="Arial" panose="020B0604020202020204" pitchFamily="34" charset="0"/>
                        <a:ea typeface="宋体"/>
                        <a:cs typeface="Arial" panose="020B0604020202020204" pitchFamily="34" charset="0"/>
                      </a:endParaRPr>
                    </a:p>
                  </a:txBody>
                  <a:tcPr marL="0" marR="0" marT="0" marB="0" anchor="ctr">
                    <a:solidFill>
                      <a:schemeClr val="accent3">
                        <a:lumMod val="20000"/>
                        <a:lumOff val="80000"/>
                      </a:schemeClr>
                    </a:solidFill>
                  </a:tcPr>
                </a:tc>
                <a:tc>
                  <a:txBody>
                    <a:bodyPr/>
                    <a:lstStyle/>
                    <a:p>
                      <a:pPr marL="64770" lvl="0" algn="ctr">
                        <a:lnSpc>
                          <a:spcPct val="115000"/>
                        </a:lnSpc>
                        <a:spcBef>
                          <a:spcPts val="440"/>
                        </a:spcBef>
                        <a:spcAft>
                          <a:spcPts val="0"/>
                        </a:spcAft>
                      </a:pPr>
                      <a:r>
                        <a:rPr lang="en-US" sz="1600" b="0" spc="5" dirty="0" smtClean="0">
                          <a:effectLst/>
                          <a:latin typeface="Arial" panose="020B0604020202020204" pitchFamily="34" charset="0"/>
                          <a:cs typeface="Arial" panose="020B0604020202020204" pitchFamily="34" charset="0"/>
                        </a:rPr>
                        <a:t>10</a:t>
                      </a:r>
                      <a:r>
                        <a:rPr lang="en-US" sz="1600" b="0" dirty="0" smtClean="0">
                          <a:effectLst/>
                          <a:latin typeface="Arial" panose="020B0604020202020204" pitchFamily="34" charset="0"/>
                          <a:cs typeface="Arial" panose="020B0604020202020204" pitchFamily="34" charset="0"/>
                        </a:rPr>
                        <a:t>0</a:t>
                      </a:r>
                      <a:endParaRPr lang="zh-CN" sz="1600" b="0" dirty="0">
                        <a:effectLst/>
                        <a:latin typeface="Arial" panose="020B0604020202020204" pitchFamily="34" charset="0"/>
                        <a:ea typeface="宋体"/>
                        <a:cs typeface="Arial" panose="020B0604020202020204" pitchFamily="34" charset="0"/>
                      </a:endParaRPr>
                    </a:p>
                  </a:txBody>
                  <a:tcPr marL="0" marR="0" marT="0" marB="0" anchor="ctr">
                    <a:lnR w="38100" cap="flat" cmpd="sng" algn="ctr">
                      <a:solidFill>
                        <a:srgbClr val="FF0000"/>
                      </a:solidFill>
                      <a:prstDash val="solid"/>
                      <a:round/>
                      <a:headEnd type="none" w="med" len="med"/>
                      <a:tailEnd type="none" w="med" len="med"/>
                    </a:lnR>
                    <a:solidFill>
                      <a:schemeClr val="accent3">
                        <a:lumMod val="20000"/>
                        <a:lumOff val="80000"/>
                      </a:schemeClr>
                    </a:solidFill>
                  </a:tcPr>
                </a:tc>
                <a:tc>
                  <a:txBody>
                    <a:bodyPr/>
                    <a:lstStyle/>
                    <a:p>
                      <a:pPr marL="64770" lvl="0" algn="ctr">
                        <a:lnSpc>
                          <a:spcPct val="115000"/>
                        </a:lnSpc>
                        <a:spcBef>
                          <a:spcPts val="440"/>
                        </a:spcBef>
                        <a:spcAft>
                          <a:spcPts val="0"/>
                        </a:spcAft>
                      </a:pPr>
                      <a:r>
                        <a:rPr lang="en-US" sz="1600" b="1" spc="5" dirty="0">
                          <a:effectLst/>
                          <a:latin typeface="Arial" panose="020B0604020202020204" pitchFamily="34" charset="0"/>
                          <a:cs typeface="Arial" panose="020B0604020202020204" pitchFamily="34" charset="0"/>
                        </a:rPr>
                        <a:t>2</a:t>
                      </a:r>
                      <a:r>
                        <a:rPr lang="en-US" sz="1600" b="1" dirty="0">
                          <a:effectLst/>
                          <a:latin typeface="Arial" panose="020B0604020202020204" pitchFamily="34" charset="0"/>
                          <a:cs typeface="Arial" panose="020B0604020202020204" pitchFamily="34" charset="0"/>
                        </a:rPr>
                        <a:t>0 </a:t>
                      </a:r>
                      <a:endParaRPr lang="zh-CN" sz="1600" b="1" dirty="0">
                        <a:effectLst/>
                        <a:latin typeface="Arial" panose="020B0604020202020204" pitchFamily="34" charset="0"/>
                        <a:ea typeface="宋体"/>
                        <a:cs typeface="Arial" panose="020B0604020202020204" pitchFamily="34" charset="0"/>
                      </a:endParaRPr>
                    </a:p>
                  </a:txBody>
                  <a:tcPr marL="0" marR="0" marT="0" marB="0" anchor="ct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solidFill>
                      <a:schemeClr val="accent3">
                        <a:lumMod val="20000"/>
                        <a:lumOff val="80000"/>
                      </a:schemeClr>
                    </a:solidFill>
                  </a:tcPr>
                </a:tc>
                <a:tc>
                  <a:txBody>
                    <a:bodyPr/>
                    <a:lstStyle/>
                    <a:p>
                      <a:pPr marL="64770" lvl="0" algn="ctr">
                        <a:lnSpc>
                          <a:spcPct val="115000"/>
                        </a:lnSpc>
                        <a:spcBef>
                          <a:spcPts val="440"/>
                        </a:spcBef>
                        <a:spcAft>
                          <a:spcPts val="0"/>
                        </a:spcAft>
                      </a:pPr>
                      <a:r>
                        <a:rPr lang="en-US" sz="1600" b="0" spc="5" dirty="0">
                          <a:effectLst/>
                          <a:latin typeface="Arial" panose="020B0604020202020204" pitchFamily="34" charset="0"/>
                          <a:cs typeface="Arial" panose="020B0604020202020204" pitchFamily="34" charset="0"/>
                        </a:rPr>
                        <a:t>3</a:t>
                      </a:r>
                      <a:r>
                        <a:rPr lang="en-US" sz="1600" b="0" dirty="0">
                          <a:effectLst/>
                          <a:latin typeface="Arial" panose="020B0604020202020204" pitchFamily="34" charset="0"/>
                          <a:cs typeface="Arial" panose="020B0604020202020204" pitchFamily="34" charset="0"/>
                        </a:rPr>
                        <a:t>0 </a:t>
                      </a:r>
                      <a:endParaRPr lang="zh-CN" sz="1600" b="0" dirty="0">
                        <a:effectLst/>
                        <a:latin typeface="Arial" panose="020B0604020202020204" pitchFamily="34" charset="0"/>
                        <a:ea typeface="宋体"/>
                        <a:cs typeface="Arial" panose="020B0604020202020204" pitchFamily="34" charset="0"/>
                      </a:endParaRPr>
                    </a:p>
                  </a:txBody>
                  <a:tcPr marL="0" marR="0" marT="0" marB="0" anchor="ctr">
                    <a:lnL w="38100" cap="flat" cmpd="sng" algn="ctr">
                      <a:solidFill>
                        <a:srgbClr val="FF0000"/>
                      </a:solidFill>
                      <a:prstDash val="solid"/>
                      <a:round/>
                      <a:headEnd type="none" w="med" len="med"/>
                      <a:tailEnd type="none" w="med" len="med"/>
                    </a:lnL>
                    <a:solidFill>
                      <a:schemeClr val="accent3">
                        <a:lumMod val="20000"/>
                        <a:lumOff val="80000"/>
                      </a:schemeClr>
                    </a:solidFill>
                  </a:tcPr>
                </a:tc>
                <a:tc>
                  <a:txBody>
                    <a:bodyPr/>
                    <a:lstStyle/>
                    <a:p>
                      <a:pPr marL="64770" lvl="0" algn="ctr">
                        <a:lnSpc>
                          <a:spcPct val="115000"/>
                        </a:lnSpc>
                        <a:spcBef>
                          <a:spcPts val="440"/>
                        </a:spcBef>
                        <a:spcAft>
                          <a:spcPts val="0"/>
                        </a:spcAft>
                      </a:pPr>
                      <a:r>
                        <a:rPr lang="en-US" sz="1600" b="0" spc="5" dirty="0">
                          <a:effectLst/>
                          <a:latin typeface="Arial" panose="020B0604020202020204" pitchFamily="34" charset="0"/>
                          <a:cs typeface="Arial" panose="020B0604020202020204" pitchFamily="34" charset="0"/>
                        </a:rPr>
                        <a:t>4</a:t>
                      </a:r>
                      <a:r>
                        <a:rPr lang="en-US" sz="1600" b="0" dirty="0">
                          <a:effectLst/>
                          <a:latin typeface="Arial" panose="020B0604020202020204" pitchFamily="34" charset="0"/>
                          <a:cs typeface="Arial" panose="020B0604020202020204" pitchFamily="34" charset="0"/>
                        </a:rPr>
                        <a:t>0 </a:t>
                      </a:r>
                      <a:endParaRPr lang="zh-CN" sz="1600" b="0" dirty="0">
                        <a:effectLst/>
                        <a:latin typeface="Arial" panose="020B0604020202020204" pitchFamily="34" charset="0"/>
                        <a:ea typeface="宋体"/>
                        <a:cs typeface="Arial" panose="020B0604020202020204" pitchFamily="34" charset="0"/>
                      </a:endParaRPr>
                    </a:p>
                  </a:txBody>
                  <a:tcPr marL="0" marR="0" marT="0" marB="0" anchor="ctr">
                    <a:solidFill>
                      <a:schemeClr val="accent3">
                        <a:lumMod val="20000"/>
                        <a:lumOff val="80000"/>
                      </a:schemeClr>
                    </a:solidFill>
                  </a:tcPr>
                </a:tc>
              </a:tr>
              <a:tr h="451652">
                <a:tc>
                  <a:txBody>
                    <a:bodyPr/>
                    <a:lstStyle/>
                    <a:p>
                      <a:pPr marL="64770" lvl="0" algn="ctr">
                        <a:lnSpc>
                          <a:spcPct val="115000"/>
                        </a:lnSpc>
                        <a:spcBef>
                          <a:spcPts val="430"/>
                        </a:spcBef>
                        <a:spcAft>
                          <a:spcPts val="0"/>
                        </a:spcAft>
                      </a:pPr>
                      <a:r>
                        <a:rPr lang="en-US" sz="1600" b="0" spc="5" dirty="0" smtClean="0">
                          <a:effectLst/>
                          <a:latin typeface="Arial" panose="020B0604020202020204" pitchFamily="34" charset="0"/>
                          <a:cs typeface="Arial" panose="020B0604020202020204" pitchFamily="34" charset="0"/>
                        </a:rPr>
                        <a:t>10</a:t>
                      </a:r>
                      <a:r>
                        <a:rPr lang="en-US" sz="1600" b="0" dirty="0" smtClean="0">
                          <a:effectLst/>
                          <a:latin typeface="Arial" panose="020B0604020202020204" pitchFamily="34" charset="0"/>
                          <a:cs typeface="Arial" panose="020B0604020202020204" pitchFamily="34" charset="0"/>
                        </a:rPr>
                        <a:t>0</a:t>
                      </a:r>
                      <a:endParaRPr lang="zh-CN" sz="1600" b="0" dirty="0">
                        <a:effectLst/>
                        <a:latin typeface="Arial" panose="020B0604020202020204" pitchFamily="34" charset="0"/>
                        <a:ea typeface="宋体"/>
                        <a:cs typeface="Arial" panose="020B0604020202020204" pitchFamily="34" charset="0"/>
                      </a:endParaRPr>
                    </a:p>
                  </a:txBody>
                  <a:tcPr marL="0" marR="0" marT="0" marB="0" anchor="ctr"/>
                </a:tc>
                <a:tc>
                  <a:txBody>
                    <a:bodyPr/>
                    <a:lstStyle/>
                    <a:p>
                      <a:pPr marL="64770" lvl="0" algn="ctr">
                        <a:lnSpc>
                          <a:spcPct val="115000"/>
                        </a:lnSpc>
                        <a:spcBef>
                          <a:spcPts val="430"/>
                        </a:spcBef>
                        <a:spcAft>
                          <a:spcPts val="0"/>
                        </a:spcAft>
                      </a:pPr>
                      <a:r>
                        <a:rPr lang="en-US" sz="1600" b="0" dirty="0">
                          <a:effectLst/>
                          <a:latin typeface="Arial" panose="020B0604020202020204" pitchFamily="34" charset="0"/>
                          <a:cs typeface="Arial" panose="020B0604020202020204" pitchFamily="34" charset="0"/>
                        </a:rPr>
                        <a:t>1</a:t>
                      </a:r>
                      <a:r>
                        <a:rPr lang="en-US" sz="1600" b="0" spc="5" dirty="0">
                          <a:effectLst/>
                          <a:latin typeface="Arial" panose="020B0604020202020204" pitchFamily="34" charset="0"/>
                          <a:cs typeface="Arial" panose="020B0604020202020204" pitchFamily="34" charset="0"/>
                        </a:rPr>
                        <a:t> </a:t>
                      </a:r>
                      <a:r>
                        <a:rPr lang="en-US" sz="1600" b="0" spc="5" dirty="0" smtClean="0">
                          <a:effectLst/>
                          <a:latin typeface="Arial" panose="020B0604020202020204" pitchFamily="34" charset="0"/>
                          <a:cs typeface="Arial" panose="020B0604020202020204" pitchFamily="34" charset="0"/>
                        </a:rPr>
                        <a:t>00</a:t>
                      </a:r>
                      <a:r>
                        <a:rPr lang="en-US" sz="1600" b="0" dirty="0" smtClean="0">
                          <a:effectLst/>
                          <a:latin typeface="Arial" panose="020B0604020202020204" pitchFamily="34" charset="0"/>
                          <a:cs typeface="Arial" panose="020B0604020202020204" pitchFamily="34" charset="0"/>
                        </a:rPr>
                        <a:t>0</a:t>
                      </a:r>
                      <a:endParaRPr lang="zh-CN" sz="1600" b="0" dirty="0">
                        <a:effectLst/>
                        <a:latin typeface="Arial" panose="020B0604020202020204" pitchFamily="34" charset="0"/>
                        <a:ea typeface="宋体"/>
                        <a:cs typeface="Arial" panose="020B0604020202020204" pitchFamily="34" charset="0"/>
                      </a:endParaRPr>
                    </a:p>
                  </a:txBody>
                  <a:tcPr marL="0" marR="0" marT="0" marB="0" anchor="ctr">
                    <a:lnR w="38100" cap="flat" cmpd="sng" algn="ctr">
                      <a:solidFill>
                        <a:srgbClr val="FF0000"/>
                      </a:solidFill>
                      <a:prstDash val="solid"/>
                      <a:round/>
                      <a:headEnd type="none" w="med" len="med"/>
                      <a:tailEnd type="none" w="med" len="med"/>
                    </a:lnR>
                    <a:noFill/>
                  </a:tcPr>
                </a:tc>
                <a:tc>
                  <a:txBody>
                    <a:bodyPr/>
                    <a:lstStyle/>
                    <a:p>
                      <a:pPr marL="64770" lvl="0" algn="ctr">
                        <a:lnSpc>
                          <a:spcPct val="115000"/>
                        </a:lnSpc>
                        <a:spcBef>
                          <a:spcPts val="430"/>
                        </a:spcBef>
                        <a:spcAft>
                          <a:spcPts val="0"/>
                        </a:spcAft>
                      </a:pPr>
                      <a:r>
                        <a:rPr lang="en-US" sz="1600" b="1" spc="5" dirty="0">
                          <a:effectLst/>
                          <a:latin typeface="Arial" panose="020B0604020202020204" pitchFamily="34" charset="0"/>
                          <a:cs typeface="Arial" panose="020B0604020202020204" pitchFamily="34" charset="0"/>
                        </a:rPr>
                        <a:t>3</a:t>
                      </a:r>
                      <a:r>
                        <a:rPr lang="en-US" sz="1600" b="1" dirty="0">
                          <a:effectLst/>
                          <a:latin typeface="Arial" panose="020B0604020202020204" pitchFamily="34" charset="0"/>
                          <a:cs typeface="Arial" panose="020B0604020202020204" pitchFamily="34" charset="0"/>
                        </a:rPr>
                        <a:t>0 </a:t>
                      </a:r>
                      <a:endParaRPr lang="zh-CN" sz="1600" b="1" dirty="0">
                        <a:effectLst/>
                        <a:latin typeface="Arial" panose="020B0604020202020204" pitchFamily="34" charset="0"/>
                        <a:ea typeface="宋体"/>
                        <a:cs typeface="Arial" panose="020B0604020202020204" pitchFamily="34" charset="0"/>
                      </a:endParaRPr>
                    </a:p>
                  </a:txBody>
                  <a:tcPr marL="0" marR="0" marT="0" marB="0" anchor="ct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tcPr>
                </a:tc>
                <a:tc>
                  <a:txBody>
                    <a:bodyPr/>
                    <a:lstStyle/>
                    <a:p>
                      <a:pPr marL="64770" lvl="0" algn="ctr">
                        <a:lnSpc>
                          <a:spcPct val="115000"/>
                        </a:lnSpc>
                        <a:spcBef>
                          <a:spcPts val="430"/>
                        </a:spcBef>
                        <a:spcAft>
                          <a:spcPts val="0"/>
                        </a:spcAft>
                      </a:pPr>
                      <a:r>
                        <a:rPr lang="en-US" sz="1600" b="0" spc="5" dirty="0">
                          <a:effectLst/>
                          <a:latin typeface="Arial" panose="020B0604020202020204" pitchFamily="34" charset="0"/>
                          <a:cs typeface="Arial" panose="020B0604020202020204" pitchFamily="34" charset="0"/>
                        </a:rPr>
                        <a:t>4</a:t>
                      </a:r>
                      <a:r>
                        <a:rPr lang="en-US" sz="1600" b="0" dirty="0">
                          <a:effectLst/>
                          <a:latin typeface="Arial" panose="020B0604020202020204" pitchFamily="34" charset="0"/>
                          <a:cs typeface="Arial" panose="020B0604020202020204" pitchFamily="34" charset="0"/>
                        </a:rPr>
                        <a:t>5 </a:t>
                      </a:r>
                      <a:endParaRPr lang="zh-CN" sz="1600" b="0" dirty="0">
                        <a:effectLst/>
                        <a:latin typeface="Arial" panose="020B0604020202020204" pitchFamily="34" charset="0"/>
                        <a:ea typeface="宋体"/>
                        <a:cs typeface="Arial" panose="020B0604020202020204" pitchFamily="34" charset="0"/>
                      </a:endParaRPr>
                    </a:p>
                  </a:txBody>
                  <a:tcPr marL="0" marR="0" marT="0" marB="0" anchor="ctr">
                    <a:lnL w="38100" cap="flat" cmpd="sng" algn="ctr">
                      <a:solidFill>
                        <a:srgbClr val="FF0000"/>
                      </a:solidFill>
                      <a:prstDash val="solid"/>
                      <a:round/>
                      <a:headEnd type="none" w="med" len="med"/>
                      <a:tailEnd type="none" w="med" len="med"/>
                    </a:lnL>
                    <a:noFill/>
                  </a:tcPr>
                </a:tc>
                <a:tc>
                  <a:txBody>
                    <a:bodyPr/>
                    <a:lstStyle/>
                    <a:p>
                      <a:pPr marL="64770" lvl="0" algn="ctr">
                        <a:lnSpc>
                          <a:spcPct val="115000"/>
                        </a:lnSpc>
                        <a:spcBef>
                          <a:spcPts val="430"/>
                        </a:spcBef>
                        <a:spcAft>
                          <a:spcPts val="0"/>
                        </a:spcAft>
                      </a:pPr>
                      <a:r>
                        <a:rPr lang="en-US" sz="1600" b="0" spc="5" dirty="0">
                          <a:effectLst/>
                          <a:latin typeface="Arial" panose="020B0604020202020204" pitchFamily="34" charset="0"/>
                          <a:cs typeface="Arial" panose="020B0604020202020204" pitchFamily="34" charset="0"/>
                        </a:rPr>
                        <a:t>6</a:t>
                      </a:r>
                      <a:r>
                        <a:rPr lang="en-US" sz="1600" b="0" dirty="0">
                          <a:effectLst/>
                          <a:latin typeface="Arial" panose="020B0604020202020204" pitchFamily="34" charset="0"/>
                          <a:cs typeface="Arial" panose="020B0604020202020204" pitchFamily="34" charset="0"/>
                        </a:rPr>
                        <a:t>0 </a:t>
                      </a:r>
                      <a:endParaRPr lang="zh-CN" sz="1600" b="0" dirty="0">
                        <a:effectLst/>
                        <a:latin typeface="Arial" panose="020B0604020202020204" pitchFamily="34" charset="0"/>
                        <a:ea typeface="宋体"/>
                        <a:cs typeface="Arial" panose="020B0604020202020204" pitchFamily="34" charset="0"/>
                      </a:endParaRPr>
                    </a:p>
                  </a:txBody>
                  <a:tcPr marL="0" marR="0" marT="0" marB="0" anchor="ctr"/>
                </a:tc>
              </a:tr>
              <a:tr h="451652">
                <a:tc>
                  <a:txBody>
                    <a:bodyPr/>
                    <a:lstStyle/>
                    <a:p>
                      <a:pPr marL="64770" lvl="0" algn="ctr">
                        <a:lnSpc>
                          <a:spcPct val="115000"/>
                        </a:lnSpc>
                        <a:spcBef>
                          <a:spcPts val="440"/>
                        </a:spcBef>
                        <a:spcAft>
                          <a:spcPts val="0"/>
                        </a:spcAft>
                      </a:pPr>
                      <a:r>
                        <a:rPr lang="en-US" sz="1600" b="0" dirty="0">
                          <a:effectLst/>
                          <a:latin typeface="Arial" panose="020B0604020202020204" pitchFamily="34" charset="0"/>
                          <a:cs typeface="Arial" panose="020B0604020202020204" pitchFamily="34" charset="0"/>
                        </a:rPr>
                        <a:t>1</a:t>
                      </a:r>
                      <a:r>
                        <a:rPr lang="en-US" sz="1600" b="0" spc="5" dirty="0">
                          <a:effectLst/>
                          <a:latin typeface="Arial" panose="020B0604020202020204" pitchFamily="34" charset="0"/>
                          <a:cs typeface="Arial" panose="020B0604020202020204" pitchFamily="34" charset="0"/>
                        </a:rPr>
                        <a:t> </a:t>
                      </a:r>
                      <a:r>
                        <a:rPr lang="en-US" sz="1600" b="0" spc="5" dirty="0" smtClean="0">
                          <a:effectLst/>
                          <a:latin typeface="Arial" panose="020B0604020202020204" pitchFamily="34" charset="0"/>
                          <a:cs typeface="Arial" panose="020B0604020202020204" pitchFamily="34" charset="0"/>
                        </a:rPr>
                        <a:t>00</a:t>
                      </a:r>
                      <a:r>
                        <a:rPr lang="en-US" sz="1600" b="0" dirty="0" smtClean="0">
                          <a:effectLst/>
                          <a:latin typeface="Arial" panose="020B0604020202020204" pitchFamily="34" charset="0"/>
                          <a:cs typeface="Arial" panose="020B0604020202020204" pitchFamily="34" charset="0"/>
                        </a:rPr>
                        <a:t>0</a:t>
                      </a:r>
                      <a:endParaRPr lang="zh-CN" sz="1600" b="0" dirty="0">
                        <a:effectLst/>
                        <a:latin typeface="Arial" panose="020B0604020202020204" pitchFamily="34" charset="0"/>
                        <a:ea typeface="宋体"/>
                        <a:cs typeface="Arial" panose="020B0604020202020204" pitchFamily="34" charset="0"/>
                      </a:endParaRPr>
                    </a:p>
                  </a:txBody>
                  <a:tcPr marL="0" marR="0" marT="0" marB="0" anchor="ctr">
                    <a:solidFill>
                      <a:schemeClr val="accent3">
                        <a:lumMod val="20000"/>
                        <a:lumOff val="80000"/>
                      </a:schemeClr>
                    </a:solidFill>
                  </a:tcPr>
                </a:tc>
                <a:tc>
                  <a:txBody>
                    <a:bodyPr/>
                    <a:lstStyle/>
                    <a:p>
                      <a:pPr marL="64770" lvl="0" algn="ctr">
                        <a:lnSpc>
                          <a:spcPct val="115000"/>
                        </a:lnSpc>
                        <a:spcBef>
                          <a:spcPts val="440"/>
                        </a:spcBef>
                        <a:spcAft>
                          <a:spcPts val="0"/>
                        </a:spcAft>
                      </a:pPr>
                      <a:r>
                        <a:rPr lang="en-US" sz="1600" b="0" spc="5" dirty="0">
                          <a:effectLst/>
                          <a:latin typeface="Arial" panose="020B0604020202020204" pitchFamily="34" charset="0"/>
                          <a:cs typeface="Arial" panose="020B0604020202020204" pitchFamily="34" charset="0"/>
                        </a:rPr>
                        <a:t>1</a:t>
                      </a:r>
                      <a:r>
                        <a:rPr lang="en-US" sz="1600" b="0" dirty="0">
                          <a:effectLst/>
                          <a:latin typeface="Arial" panose="020B0604020202020204" pitchFamily="34" charset="0"/>
                          <a:cs typeface="Arial" panose="020B0604020202020204" pitchFamily="34" charset="0"/>
                        </a:rPr>
                        <a:t>0 </a:t>
                      </a:r>
                      <a:r>
                        <a:rPr lang="en-US" sz="1600" b="0" spc="5" dirty="0" smtClean="0">
                          <a:effectLst/>
                          <a:latin typeface="Arial" panose="020B0604020202020204" pitchFamily="34" charset="0"/>
                          <a:cs typeface="Arial" panose="020B0604020202020204" pitchFamily="34" charset="0"/>
                        </a:rPr>
                        <a:t>0</a:t>
                      </a:r>
                      <a:r>
                        <a:rPr lang="en-US" sz="1600" b="0" spc="-5" dirty="0" smtClean="0">
                          <a:effectLst/>
                          <a:latin typeface="Arial" panose="020B0604020202020204" pitchFamily="34" charset="0"/>
                          <a:cs typeface="Arial" panose="020B0604020202020204" pitchFamily="34" charset="0"/>
                        </a:rPr>
                        <a:t>0</a:t>
                      </a:r>
                      <a:r>
                        <a:rPr lang="en-US" sz="1600" b="0" dirty="0" smtClean="0">
                          <a:effectLst/>
                          <a:latin typeface="Arial" panose="020B0604020202020204" pitchFamily="34" charset="0"/>
                          <a:cs typeface="Arial" panose="020B0604020202020204" pitchFamily="34" charset="0"/>
                        </a:rPr>
                        <a:t>0</a:t>
                      </a:r>
                      <a:endParaRPr lang="zh-CN" sz="1600" b="0" dirty="0">
                        <a:effectLst/>
                        <a:latin typeface="Arial" panose="020B0604020202020204" pitchFamily="34" charset="0"/>
                        <a:ea typeface="宋体"/>
                        <a:cs typeface="Arial" panose="020B0604020202020204" pitchFamily="34" charset="0"/>
                      </a:endParaRPr>
                    </a:p>
                  </a:txBody>
                  <a:tcPr marL="0" marR="0" marT="0" marB="0" anchor="ctr">
                    <a:lnR w="38100" cap="flat" cmpd="sng" algn="ctr">
                      <a:solidFill>
                        <a:srgbClr val="FF0000"/>
                      </a:solidFill>
                      <a:prstDash val="solid"/>
                      <a:round/>
                      <a:headEnd type="none" w="med" len="med"/>
                      <a:tailEnd type="none" w="med" len="med"/>
                    </a:lnR>
                    <a:solidFill>
                      <a:schemeClr val="accent3">
                        <a:lumMod val="20000"/>
                        <a:lumOff val="80000"/>
                      </a:schemeClr>
                    </a:solidFill>
                  </a:tcPr>
                </a:tc>
                <a:tc>
                  <a:txBody>
                    <a:bodyPr/>
                    <a:lstStyle/>
                    <a:p>
                      <a:pPr marL="64770" lvl="0" algn="ctr">
                        <a:lnSpc>
                          <a:spcPct val="115000"/>
                        </a:lnSpc>
                        <a:spcBef>
                          <a:spcPts val="440"/>
                        </a:spcBef>
                        <a:spcAft>
                          <a:spcPts val="0"/>
                        </a:spcAft>
                      </a:pPr>
                      <a:r>
                        <a:rPr lang="en-US" sz="1600" b="1" spc="5" dirty="0">
                          <a:effectLst/>
                          <a:latin typeface="Arial" panose="020B0604020202020204" pitchFamily="34" charset="0"/>
                          <a:cs typeface="Arial" panose="020B0604020202020204" pitchFamily="34" charset="0"/>
                        </a:rPr>
                        <a:t>4</a:t>
                      </a:r>
                      <a:r>
                        <a:rPr lang="en-US" sz="1600" b="1" dirty="0">
                          <a:effectLst/>
                          <a:latin typeface="Arial" panose="020B0604020202020204" pitchFamily="34" charset="0"/>
                          <a:cs typeface="Arial" panose="020B0604020202020204" pitchFamily="34" charset="0"/>
                        </a:rPr>
                        <a:t>0 </a:t>
                      </a:r>
                      <a:endParaRPr lang="zh-CN" sz="1600" b="1" dirty="0">
                        <a:effectLst/>
                        <a:latin typeface="Arial" panose="020B0604020202020204" pitchFamily="34" charset="0"/>
                        <a:ea typeface="宋体"/>
                        <a:cs typeface="Arial" panose="020B0604020202020204" pitchFamily="34" charset="0"/>
                      </a:endParaRPr>
                    </a:p>
                  </a:txBody>
                  <a:tcPr marL="0" marR="0" marT="0" marB="0" anchor="ct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solidFill>
                      <a:schemeClr val="accent3">
                        <a:lumMod val="20000"/>
                        <a:lumOff val="80000"/>
                      </a:schemeClr>
                    </a:solidFill>
                  </a:tcPr>
                </a:tc>
                <a:tc>
                  <a:txBody>
                    <a:bodyPr/>
                    <a:lstStyle/>
                    <a:p>
                      <a:pPr marL="64770" lvl="0" algn="ctr">
                        <a:lnSpc>
                          <a:spcPct val="115000"/>
                        </a:lnSpc>
                        <a:spcBef>
                          <a:spcPts val="440"/>
                        </a:spcBef>
                        <a:spcAft>
                          <a:spcPts val="0"/>
                        </a:spcAft>
                      </a:pPr>
                      <a:r>
                        <a:rPr lang="en-US" sz="1600" b="0" spc="5" dirty="0">
                          <a:effectLst/>
                          <a:latin typeface="Arial" panose="020B0604020202020204" pitchFamily="34" charset="0"/>
                          <a:cs typeface="Arial" panose="020B0604020202020204" pitchFamily="34" charset="0"/>
                        </a:rPr>
                        <a:t>6</a:t>
                      </a:r>
                      <a:r>
                        <a:rPr lang="en-US" sz="1600" b="0" dirty="0">
                          <a:effectLst/>
                          <a:latin typeface="Arial" panose="020B0604020202020204" pitchFamily="34" charset="0"/>
                          <a:cs typeface="Arial" panose="020B0604020202020204" pitchFamily="34" charset="0"/>
                        </a:rPr>
                        <a:t>0 </a:t>
                      </a:r>
                      <a:endParaRPr lang="zh-CN" sz="1600" b="0" dirty="0">
                        <a:effectLst/>
                        <a:latin typeface="Arial" panose="020B0604020202020204" pitchFamily="34" charset="0"/>
                        <a:ea typeface="宋体"/>
                        <a:cs typeface="Arial" panose="020B0604020202020204" pitchFamily="34" charset="0"/>
                      </a:endParaRPr>
                    </a:p>
                  </a:txBody>
                  <a:tcPr marL="0" marR="0" marT="0" marB="0" anchor="ctr">
                    <a:lnL w="38100" cap="flat" cmpd="sng" algn="ctr">
                      <a:solidFill>
                        <a:srgbClr val="FF0000"/>
                      </a:solidFill>
                      <a:prstDash val="solid"/>
                      <a:round/>
                      <a:headEnd type="none" w="med" len="med"/>
                      <a:tailEnd type="none" w="med" len="med"/>
                    </a:lnL>
                    <a:solidFill>
                      <a:schemeClr val="accent3">
                        <a:lumMod val="20000"/>
                        <a:lumOff val="80000"/>
                      </a:schemeClr>
                    </a:solidFill>
                  </a:tcPr>
                </a:tc>
                <a:tc>
                  <a:txBody>
                    <a:bodyPr/>
                    <a:lstStyle/>
                    <a:p>
                      <a:pPr marL="64770" lvl="0" algn="ctr">
                        <a:lnSpc>
                          <a:spcPct val="115000"/>
                        </a:lnSpc>
                        <a:spcBef>
                          <a:spcPts val="440"/>
                        </a:spcBef>
                        <a:spcAft>
                          <a:spcPts val="0"/>
                        </a:spcAft>
                      </a:pPr>
                      <a:r>
                        <a:rPr lang="en-US" sz="1600" b="0" spc="5" dirty="0">
                          <a:effectLst/>
                          <a:latin typeface="Arial" panose="020B0604020202020204" pitchFamily="34" charset="0"/>
                          <a:cs typeface="Arial" panose="020B0604020202020204" pitchFamily="34" charset="0"/>
                        </a:rPr>
                        <a:t>8</a:t>
                      </a:r>
                      <a:r>
                        <a:rPr lang="en-US" sz="1600" b="0" dirty="0">
                          <a:effectLst/>
                          <a:latin typeface="Arial" panose="020B0604020202020204" pitchFamily="34" charset="0"/>
                          <a:cs typeface="Arial" panose="020B0604020202020204" pitchFamily="34" charset="0"/>
                        </a:rPr>
                        <a:t>0 </a:t>
                      </a:r>
                      <a:endParaRPr lang="zh-CN" sz="1600" b="0" dirty="0">
                        <a:effectLst/>
                        <a:latin typeface="Arial" panose="020B0604020202020204" pitchFamily="34" charset="0"/>
                        <a:ea typeface="宋体"/>
                        <a:cs typeface="Arial" panose="020B0604020202020204" pitchFamily="34" charset="0"/>
                      </a:endParaRPr>
                    </a:p>
                  </a:txBody>
                  <a:tcPr marL="0" marR="0" marT="0" marB="0" anchor="ctr">
                    <a:solidFill>
                      <a:schemeClr val="accent3">
                        <a:lumMod val="20000"/>
                        <a:lumOff val="80000"/>
                      </a:schemeClr>
                    </a:solidFill>
                  </a:tcPr>
                </a:tc>
              </a:tr>
              <a:tr h="451652">
                <a:tc>
                  <a:txBody>
                    <a:bodyPr/>
                    <a:lstStyle/>
                    <a:p>
                      <a:pPr marL="64770" lvl="0" algn="ctr">
                        <a:lnSpc>
                          <a:spcPct val="115000"/>
                        </a:lnSpc>
                        <a:spcBef>
                          <a:spcPts val="440"/>
                        </a:spcBef>
                        <a:spcAft>
                          <a:spcPts val="0"/>
                        </a:spcAft>
                      </a:pPr>
                      <a:r>
                        <a:rPr lang="en-US" sz="1600" b="0" spc="5" dirty="0">
                          <a:effectLst/>
                          <a:latin typeface="Arial" panose="020B0604020202020204" pitchFamily="34" charset="0"/>
                          <a:cs typeface="Arial" panose="020B0604020202020204" pitchFamily="34" charset="0"/>
                        </a:rPr>
                        <a:t>1</a:t>
                      </a:r>
                      <a:r>
                        <a:rPr lang="en-US" sz="1600" b="0" dirty="0">
                          <a:effectLst/>
                          <a:latin typeface="Arial" panose="020B0604020202020204" pitchFamily="34" charset="0"/>
                          <a:cs typeface="Arial" panose="020B0604020202020204" pitchFamily="34" charset="0"/>
                        </a:rPr>
                        <a:t>0 </a:t>
                      </a:r>
                      <a:r>
                        <a:rPr lang="en-US" sz="1600" b="0" spc="5" dirty="0" smtClean="0">
                          <a:effectLst/>
                          <a:latin typeface="Arial" panose="020B0604020202020204" pitchFamily="34" charset="0"/>
                          <a:cs typeface="Arial" panose="020B0604020202020204" pitchFamily="34" charset="0"/>
                        </a:rPr>
                        <a:t>0</a:t>
                      </a:r>
                      <a:r>
                        <a:rPr lang="en-US" sz="1600" b="0" spc="-5" dirty="0" smtClean="0">
                          <a:effectLst/>
                          <a:latin typeface="Arial" panose="020B0604020202020204" pitchFamily="34" charset="0"/>
                          <a:cs typeface="Arial" panose="020B0604020202020204" pitchFamily="34" charset="0"/>
                        </a:rPr>
                        <a:t>0</a:t>
                      </a:r>
                      <a:r>
                        <a:rPr lang="en-US" sz="1600" b="0" dirty="0" smtClean="0">
                          <a:effectLst/>
                          <a:latin typeface="Arial" panose="020B0604020202020204" pitchFamily="34" charset="0"/>
                          <a:cs typeface="Arial" panose="020B0604020202020204" pitchFamily="34" charset="0"/>
                        </a:rPr>
                        <a:t>0</a:t>
                      </a:r>
                      <a:endParaRPr lang="zh-CN" sz="1600" b="0" dirty="0">
                        <a:effectLst/>
                        <a:latin typeface="Arial" panose="020B0604020202020204" pitchFamily="34" charset="0"/>
                        <a:ea typeface="宋体"/>
                        <a:cs typeface="Arial" panose="020B0604020202020204" pitchFamily="34" charset="0"/>
                      </a:endParaRPr>
                    </a:p>
                  </a:txBody>
                  <a:tcPr marL="0" marR="0" marT="0" marB="0" anchor="ctr"/>
                </a:tc>
                <a:tc>
                  <a:txBody>
                    <a:bodyPr/>
                    <a:lstStyle/>
                    <a:p>
                      <a:pPr marL="64770" lvl="0" algn="ctr">
                        <a:lnSpc>
                          <a:spcPct val="115000"/>
                        </a:lnSpc>
                        <a:spcBef>
                          <a:spcPts val="440"/>
                        </a:spcBef>
                        <a:spcAft>
                          <a:spcPts val="0"/>
                        </a:spcAft>
                      </a:pPr>
                      <a:r>
                        <a:rPr lang="en-US" sz="1600" b="0" spc="5" dirty="0">
                          <a:effectLst/>
                          <a:latin typeface="Arial" panose="020B0604020202020204" pitchFamily="34" charset="0"/>
                          <a:cs typeface="Arial" panose="020B0604020202020204" pitchFamily="34" charset="0"/>
                        </a:rPr>
                        <a:t>10</a:t>
                      </a:r>
                      <a:r>
                        <a:rPr lang="en-US" sz="1600" b="0" dirty="0">
                          <a:effectLst/>
                          <a:latin typeface="Arial" panose="020B0604020202020204" pitchFamily="34" charset="0"/>
                          <a:cs typeface="Arial" panose="020B0604020202020204" pitchFamily="34" charset="0"/>
                        </a:rPr>
                        <a:t>0</a:t>
                      </a:r>
                      <a:r>
                        <a:rPr lang="en-US" sz="1600" b="0" spc="-5" dirty="0">
                          <a:effectLst/>
                          <a:latin typeface="Arial" panose="020B0604020202020204" pitchFamily="34" charset="0"/>
                          <a:cs typeface="Arial" panose="020B0604020202020204" pitchFamily="34" charset="0"/>
                        </a:rPr>
                        <a:t> </a:t>
                      </a:r>
                      <a:r>
                        <a:rPr lang="en-US" sz="1600" b="0" spc="-5" dirty="0" smtClean="0">
                          <a:effectLst/>
                          <a:latin typeface="Arial" panose="020B0604020202020204" pitchFamily="34" charset="0"/>
                          <a:cs typeface="Arial" panose="020B0604020202020204" pitchFamily="34" charset="0"/>
                        </a:rPr>
                        <a:t>0</a:t>
                      </a:r>
                      <a:r>
                        <a:rPr lang="en-US" sz="1600" b="0" spc="5" dirty="0" smtClean="0">
                          <a:effectLst/>
                          <a:latin typeface="Arial" panose="020B0604020202020204" pitchFamily="34" charset="0"/>
                          <a:cs typeface="Arial" panose="020B0604020202020204" pitchFamily="34" charset="0"/>
                        </a:rPr>
                        <a:t>0</a:t>
                      </a:r>
                      <a:r>
                        <a:rPr lang="en-US" sz="1600" b="0" dirty="0" smtClean="0">
                          <a:effectLst/>
                          <a:latin typeface="Arial" panose="020B0604020202020204" pitchFamily="34" charset="0"/>
                          <a:cs typeface="Arial" panose="020B0604020202020204" pitchFamily="34" charset="0"/>
                        </a:rPr>
                        <a:t>0</a:t>
                      </a:r>
                      <a:endParaRPr lang="zh-CN" sz="1600" b="0" dirty="0">
                        <a:effectLst/>
                        <a:latin typeface="Arial" panose="020B0604020202020204" pitchFamily="34" charset="0"/>
                        <a:ea typeface="宋体"/>
                        <a:cs typeface="Arial" panose="020B0604020202020204" pitchFamily="34" charset="0"/>
                      </a:endParaRPr>
                    </a:p>
                  </a:txBody>
                  <a:tcPr marL="0" marR="0" marT="0" marB="0" anchor="ctr">
                    <a:lnR w="38100" cap="flat" cmpd="sng" algn="ctr">
                      <a:solidFill>
                        <a:srgbClr val="FF0000"/>
                      </a:solidFill>
                      <a:prstDash val="solid"/>
                      <a:round/>
                      <a:headEnd type="none" w="med" len="med"/>
                      <a:tailEnd type="none" w="med" len="med"/>
                    </a:lnR>
                    <a:noFill/>
                  </a:tcPr>
                </a:tc>
                <a:tc>
                  <a:txBody>
                    <a:bodyPr/>
                    <a:lstStyle/>
                    <a:p>
                      <a:pPr marL="64770" lvl="0" algn="ctr">
                        <a:lnSpc>
                          <a:spcPct val="115000"/>
                        </a:lnSpc>
                        <a:spcBef>
                          <a:spcPts val="440"/>
                        </a:spcBef>
                        <a:spcAft>
                          <a:spcPts val="0"/>
                        </a:spcAft>
                      </a:pPr>
                      <a:r>
                        <a:rPr lang="en-US" sz="1600" b="1" spc="5" dirty="0">
                          <a:effectLst/>
                          <a:latin typeface="Arial" panose="020B0604020202020204" pitchFamily="34" charset="0"/>
                          <a:cs typeface="Arial" panose="020B0604020202020204" pitchFamily="34" charset="0"/>
                        </a:rPr>
                        <a:t>5</a:t>
                      </a:r>
                      <a:r>
                        <a:rPr lang="en-US" sz="1600" b="1" dirty="0">
                          <a:effectLst/>
                          <a:latin typeface="Arial" panose="020B0604020202020204" pitchFamily="34" charset="0"/>
                          <a:cs typeface="Arial" panose="020B0604020202020204" pitchFamily="34" charset="0"/>
                        </a:rPr>
                        <a:t>0 </a:t>
                      </a:r>
                      <a:endParaRPr lang="zh-CN" sz="1600" b="1" dirty="0">
                        <a:effectLst/>
                        <a:latin typeface="Arial" panose="020B0604020202020204" pitchFamily="34" charset="0"/>
                        <a:ea typeface="宋体"/>
                        <a:cs typeface="Arial" panose="020B0604020202020204" pitchFamily="34" charset="0"/>
                      </a:endParaRPr>
                    </a:p>
                  </a:txBody>
                  <a:tcPr marL="0" marR="0" marT="0" marB="0" anchor="ct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tcPr>
                </a:tc>
                <a:tc>
                  <a:txBody>
                    <a:bodyPr/>
                    <a:lstStyle/>
                    <a:p>
                      <a:pPr marL="64770" lvl="0" algn="ctr">
                        <a:lnSpc>
                          <a:spcPct val="115000"/>
                        </a:lnSpc>
                        <a:spcBef>
                          <a:spcPts val="440"/>
                        </a:spcBef>
                        <a:spcAft>
                          <a:spcPts val="0"/>
                        </a:spcAft>
                      </a:pPr>
                      <a:r>
                        <a:rPr lang="en-US" sz="1600" b="0" spc="5" dirty="0">
                          <a:effectLst/>
                          <a:latin typeface="Arial" panose="020B0604020202020204" pitchFamily="34" charset="0"/>
                          <a:cs typeface="Arial" panose="020B0604020202020204" pitchFamily="34" charset="0"/>
                        </a:rPr>
                        <a:t>7</a:t>
                      </a:r>
                      <a:r>
                        <a:rPr lang="en-US" sz="1600" b="0" dirty="0">
                          <a:effectLst/>
                          <a:latin typeface="Arial" panose="020B0604020202020204" pitchFamily="34" charset="0"/>
                          <a:cs typeface="Arial" panose="020B0604020202020204" pitchFamily="34" charset="0"/>
                        </a:rPr>
                        <a:t>5 </a:t>
                      </a:r>
                      <a:endParaRPr lang="zh-CN" sz="1600" b="0" dirty="0">
                        <a:effectLst/>
                        <a:latin typeface="Arial" panose="020B0604020202020204" pitchFamily="34" charset="0"/>
                        <a:ea typeface="宋体"/>
                        <a:cs typeface="Arial" panose="020B0604020202020204" pitchFamily="34" charset="0"/>
                      </a:endParaRPr>
                    </a:p>
                  </a:txBody>
                  <a:tcPr marL="0" marR="0" marT="0" marB="0" anchor="ctr">
                    <a:lnL w="38100" cap="flat" cmpd="sng" algn="ctr">
                      <a:solidFill>
                        <a:srgbClr val="FF0000"/>
                      </a:solidFill>
                      <a:prstDash val="solid"/>
                      <a:round/>
                      <a:headEnd type="none" w="med" len="med"/>
                      <a:tailEnd type="none" w="med" len="med"/>
                    </a:lnL>
                    <a:noFill/>
                  </a:tcPr>
                </a:tc>
                <a:tc>
                  <a:txBody>
                    <a:bodyPr/>
                    <a:lstStyle/>
                    <a:p>
                      <a:pPr marL="64770" lvl="0" algn="ctr">
                        <a:lnSpc>
                          <a:spcPct val="115000"/>
                        </a:lnSpc>
                        <a:spcBef>
                          <a:spcPts val="440"/>
                        </a:spcBef>
                        <a:spcAft>
                          <a:spcPts val="0"/>
                        </a:spcAft>
                      </a:pPr>
                      <a:r>
                        <a:rPr lang="en-US" sz="1600" b="0" spc="5" dirty="0" smtClean="0">
                          <a:effectLst/>
                          <a:latin typeface="Arial" panose="020B0604020202020204" pitchFamily="34" charset="0"/>
                          <a:cs typeface="Arial" panose="020B0604020202020204" pitchFamily="34" charset="0"/>
                        </a:rPr>
                        <a:t>100</a:t>
                      </a:r>
                      <a:endParaRPr lang="zh-CN" sz="1600" b="0" dirty="0">
                        <a:effectLst/>
                        <a:latin typeface="Arial" panose="020B0604020202020204" pitchFamily="34" charset="0"/>
                        <a:ea typeface="宋体"/>
                        <a:cs typeface="Arial" panose="020B0604020202020204" pitchFamily="34" charset="0"/>
                      </a:endParaRPr>
                    </a:p>
                  </a:txBody>
                  <a:tcPr marL="0" marR="0" marT="0" marB="0" anchor="ctr"/>
                </a:tc>
              </a:tr>
              <a:tr h="451652">
                <a:tc>
                  <a:txBody>
                    <a:bodyPr/>
                    <a:lstStyle/>
                    <a:p>
                      <a:pPr marL="64770" lvl="0" algn="ctr">
                        <a:lnSpc>
                          <a:spcPct val="115000"/>
                        </a:lnSpc>
                        <a:spcBef>
                          <a:spcPts val="440"/>
                        </a:spcBef>
                        <a:spcAft>
                          <a:spcPts val="0"/>
                        </a:spcAft>
                      </a:pPr>
                      <a:r>
                        <a:rPr lang="en-US" sz="1600" b="0" spc="5" dirty="0">
                          <a:effectLst/>
                          <a:latin typeface="Arial" panose="020B0604020202020204" pitchFamily="34" charset="0"/>
                          <a:cs typeface="Arial" panose="020B0604020202020204" pitchFamily="34" charset="0"/>
                        </a:rPr>
                        <a:t>10</a:t>
                      </a:r>
                      <a:r>
                        <a:rPr lang="en-US" sz="1600" b="0" dirty="0">
                          <a:effectLst/>
                          <a:latin typeface="Arial" panose="020B0604020202020204" pitchFamily="34" charset="0"/>
                          <a:cs typeface="Arial" panose="020B0604020202020204" pitchFamily="34" charset="0"/>
                        </a:rPr>
                        <a:t>0</a:t>
                      </a:r>
                      <a:r>
                        <a:rPr lang="en-US" sz="1600" b="0" spc="-5" dirty="0">
                          <a:effectLst/>
                          <a:latin typeface="Arial" panose="020B0604020202020204" pitchFamily="34" charset="0"/>
                          <a:cs typeface="Arial" panose="020B0604020202020204" pitchFamily="34" charset="0"/>
                        </a:rPr>
                        <a:t> </a:t>
                      </a:r>
                      <a:r>
                        <a:rPr lang="en-US" sz="1600" b="0" spc="-5" dirty="0" smtClean="0">
                          <a:effectLst/>
                          <a:latin typeface="Arial" panose="020B0604020202020204" pitchFamily="34" charset="0"/>
                          <a:cs typeface="Arial" panose="020B0604020202020204" pitchFamily="34" charset="0"/>
                        </a:rPr>
                        <a:t>0</a:t>
                      </a:r>
                      <a:r>
                        <a:rPr lang="en-US" sz="1600" b="0" spc="5" dirty="0" smtClean="0">
                          <a:effectLst/>
                          <a:latin typeface="Arial" panose="020B0604020202020204" pitchFamily="34" charset="0"/>
                          <a:cs typeface="Arial" panose="020B0604020202020204" pitchFamily="34" charset="0"/>
                        </a:rPr>
                        <a:t>0</a:t>
                      </a:r>
                      <a:r>
                        <a:rPr lang="en-US" sz="1600" b="0" dirty="0" smtClean="0">
                          <a:effectLst/>
                          <a:latin typeface="Arial" panose="020B0604020202020204" pitchFamily="34" charset="0"/>
                          <a:cs typeface="Arial" panose="020B0604020202020204" pitchFamily="34" charset="0"/>
                        </a:rPr>
                        <a:t>0</a:t>
                      </a:r>
                      <a:endParaRPr lang="zh-CN" sz="1600" b="0" dirty="0">
                        <a:effectLst/>
                        <a:latin typeface="Arial" panose="020B0604020202020204" pitchFamily="34" charset="0"/>
                        <a:ea typeface="宋体"/>
                        <a:cs typeface="Arial" panose="020B0604020202020204" pitchFamily="34" charset="0"/>
                      </a:endParaRPr>
                    </a:p>
                  </a:txBody>
                  <a:tcPr marL="0" marR="0" marT="0" marB="0" anchor="ctr">
                    <a:solidFill>
                      <a:schemeClr val="accent3">
                        <a:lumMod val="20000"/>
                        <a:lumOff val="80000"/>
                      </a:schemeClr>
                    </a:solidFill>
                  </a:tcPr>
                </a:tc>
                <a:tc>
                  <a:txBody>
                    <a:bodyPr/>
                    <a:lstStyle/>
                    <a:p>
                      <a:pPr lvl="0" algn="ctr">
                        <a:lnSpc>
                          <a:spcPct val="115000"/>
                        </a:lnSpc>
                        <a:spcAft>
                          <a:spcPts val="1000"/>
                        </a:spcAft>
                      </a:pPr>
                      <a:r>
                        <a:rPr lang="en-US" sz="1600" b="0" dirty="0">
                          <a:effectLst/>
                          <a:latin typeface="Arial" panose="020B0604020202020204" pitchFamily="34" charset="0"/>
                          <a:cs typeface="Arial" panose="020B0604020202020204" pitchFamily="34" charset="0"/>
                        </a:rPr>
                        <a:t> </a:t>
                      </a:r>
                      <a:endParaRPr lang="zh-CN" sz="1600" b="0" dirty="0">
                        <a:effectLst/>
                        <a:latin typeface="Arial" panose="020B0604020202020204" pitchFamily="34" charset="0"/>
                        <a:ea typeface="宋体"/>
                        <a:cs typeface="Arial" panose="020B0604020202020204" pitchFamily="34" charset="0"/>
                      </a:endParaRPr>
                    </a:p>
                  </a:txBody>
                  <a:tcPr marL="0" marR="0" marT="0" marB="0" anchor="ctr">
                    <a:lnR w="38100" cap="flat" cmpd="sng" algn="ctr">
                      <a:solidFill>
                        <a:srgbClr val="FF0000"/>
                      </a:solidFill>
                      <a:prstDash val="solid"/>
                      <a:round/>
                      <a:headEnd type="none" w="med" len="med"/>
                      <a:tailEnd type="none" w="med" len="med"/>
                    </a:lnR>
                    <a:solidFill>
                      <a:schemeClr val="accent3">
                        <a:lumMod val="20000"/>
                        <a:lumOff val="80000"/>
                      </a:schemeClr>
                    </a:solidFill>
                  </a:tcPr>
                </a:tc>
                <a:tc>
                  <a:txBody>
                    <a:bodyPr/>
                    <a:lstStyle/>
                    <a:p>
                      <a:pPr marL="64770" lvl="0" algn="ctr">
                        <a:lnSpc>
                          <a:spcPct val="115000"/>
                        </a:lnSpc>
                        <a:spcBef>
                          <a:spcPts val="440"/>
                        </a:spcBef>
                        <a:spcAft>
                          <a:spcPts val="0"/>
                        </a:spcAft>
                      </a:pPr>
                      <a:r>
                        <a:rPr lang="en-US" sz="1600" b="1" spc="5" dirty="0">
                          <a:effectLst/>
                          <a:latin typeface="Arial" panose="020B0604020202020204" pitchFamily="34" charset="0"/>
                          <a:cs typeface="Arial" panose="020B0604020202020204" pitchFamily="34" charset="0"/>
                        </a:rPr>
                        <a:t>6</a:t>
                      </a:r>
                      <a:r>
                        <a:rPr lang="en-US" sz="1600" b="1" dirty="0">
                          <a:effectLst/>
                          <a:latin typeface="Arial" panose="020B0604020202020204" pitchFamily="34" charset="0"/>
                          <a:cs typeface="Arial" panose="020B0604020202020204" pitchFamily="34" charset="0"/>
                        </a:rPr>
                        <a:t>0 </a:t>
                      </a:r>
                      <a:endParaRPr lang="zh-CN" sz="1600" b="1" dirty="0">
                        <a:effectLst/>
                        <a:latin typeface="Arial" panose="020B0604020202020204" pitchFamily="34" charset="0"/>
                        <a:ea typeface="宋体"/>
                        <a:cs typeface="Arial" panose="020B0604020202020204" pitchFamily="34" charset="0"/>
                      </a:endParaRPr>
                    </a:p>
                  </a:txBody>
                  <a:tcPr marL="0" marR="0" marT="0" marB="0" anchor="ct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B w="38100" cap="flat" cmpd="sng" algn="ctr">
                      <a:solidFill>
                        <a:srgbClr val="FF0000"/>
                      </a:solidFill>
                      <a:prstDash val="solid"/>
                      <a:round/>
                      <a:headEnd type="none" w="med" len="med"/>
                      <a:tailEnd type="none" w="med" len="med"/>
                    </a:lnB>
                    <a:solidFill>
                      <a:schemeClr val="accent3">
                        <a:lumMod val="20000"/>
                        <a:lumOff val="80000"/>
                      </a:schemeClr>
                    </a:solidFill>
                  </a:tcPr>
                </a:tc>
                <a:tc>
                  <a:txBody>
                    <a:bodyPr/>
                    <a:lstStyle/>
                    <a:p>
                      <a:pPr marL="64770" lvl="0" algn="ctr">
                        <a:lnSpc>
                          <a:spcPct val="115000"/>
                        </a:lnSpc>
                        <a:spcBef>
                          <a:spcPts val="440"/>
                        </a:spcBef>
                        <a:spcAft>
                          <a:spcPts val="0"/>
                        </a:spcAft>
                      </a:pPr>
                      <a:r>
                        <a:rPr lang="en-US" sz="1600" b="0" spc="5" dirty="0">
                          <a:effectLst/>
                          <a:latin typeface="Arial" panose="020B0604020202020204" pitchFamily="34" charset="0"/>
                          <a:cs typeface="Arial" panose="020B0604020202020204" pitchFamily="34" charset="0"/>
                        </a:rPr>
                        <a:t>9</a:t>
                      </a:r>
                      <a:r>
                        <a:rPr lang="en-US" sz="1600" b="0" dirty="0">
                          <a:effectLst/>
                          <a:latin typeface="Arial" panose="020B0604020202020204" pitchFamily="34" charset="0"/>
                          <a:cs typeface="Arial" panose="020B0604020202020204" pitchFamily="34" charset="0"/>
                        </a:rPr>
                        <a:t>0 </a:t>
                      </a:r>
                      <a:endParaRPr lang="zh-CN" sz="1600" b="0" dirty="0">
                        <a:effectLst/>
                        <a:latin typeface="Arial" panose="020B0604020202020204" pitchFamily="34" charset="0"/>
                        <a:ea typeface="宋体"/>
                        <a:cs typeface="Arial" panose="020B0604020202020204" pitchFamily="34" charset="0"/>
                      </a:endParaRPr>
                    </a:p>
                  </a:txBody>
                  <a:tcPr marL="0" marR="0" marT="0" marB="0" anchor="ctr">
                    <a:lnL w="38100" cap="flat" cmpd="sng" algn="ctr">
                      <a:solidFill>
                        <a:srgbClr val="FF0000"/>
                      </a:solidFill>
                      <a:prstDash val="solid"/>
                      <a:round/>
                      <a:headEnd type="none" w="med" len="med"/>
                      <a:tailEnd type="none" w="med" len="med"/>
                    </a:lnL>
                    <a:solidFill>
                      <a:schemeClr val="accent3">
                        <a:lumMod val="20000"/>
                        <a:lumOff val="80000"/>
                      </a:schemeClr>
                    </a:solidFill>
                  </a:tcPr>
                </a:tc>
                <a:tc>
                  <a:txBody>
                    <a:bodyPr/>
                    <a:lstStyle/>
                    <a:p>
                      <a:pPr marL="64770" lvl="0" algn="ctr">
                        <a:lnSpc>
                          <a:spcPct val="115000"/>
                        </a:lnSpc>
                        <a:spcBef>
                          <a:spcPts val="440"/>
                        </a:spcBef>
                        <a:spcAft>
                          <a:spcPts val="0"/>
                        </a:spcAft>
                      </a:pPr>
                      <a:r>
                        <a:rPr lang="en-US" sz="1600" b="0" spc="5" dirty="0" smtClean="0">
                          <a:effectLst/>
                          <a:latin typeface="Arial" panose="020B0604020202020204" pitchFamily="34" charset="0"/>
                          <a:cs typeface="Arial" panose="020B0604020202020204" pitchFamily="34" charset="0"/>
                        </a:rPr>
                        <a:t>12</a:t>
                      </a:r>
                      <a:r>
                        <a:rPr lang="en-US" sz="1600" b="0" dirty="0" smtClean="0">
                          <a:effectLst/>
                          <a:latin typeface="Arial" panose="020B0604020202020204" pitchFamily="34" charset="0"/>
                          <a:cs typeface="Arial" panose="020B0604020202020204" pitchFamily="34" charset="0"/>
                        </a:rPr>
                        <a:t>0</a:t>
                      </a:r>
                      <a:endParaRPr lang="zh-CN" sz="1600" b="0" dirty="0">
                        <a:effectLst/>
                        <a:latin typeface="Arial" panose="020B0604020202020204" pitchFamily="34" charset="0"/>
                        <a:ea typeface="宋体"/>
                        <a:cs typeface="Arial" panose="020B0604020202020204" pitchFamily="34" charset="0"/>
                      </a:endParaRPr>
                    </a:p>
                  </a:txBody>
                  <a:tcPr marL="0" marR="0" marT="0" marB="0" anchor="ctr">
                    <a:solidFill>
                      <a:schemeClr val="accent3">
                        <a:lumMod val="20000"/>
                        <a:lumOff val="80000"/>
                      </a:schemeClr>
                    </a:solidFill>
                  </a:tcPr>
                </a:tc>
              </a:tr>
            </a:tbl>
          </a:graphicData>
        </a:graphic>
      </p:graphicFrame>
    </p:spTree>
    <p:extLst>
      <p:ext uri="{BB962C8B-B14F-4D97-AF65-F5344CB8AC3E}">
        <p14:creationId xmlns:p14="http://schemas.microsoft.com/office/powerpoint/2010/main" val="922255574"/>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latin typeface="黑体" panose="02010609060101010101" pitchFamily="49" charset="-122"/>
                <a:ea typeface="黑体" panose="02010609060101010101" pitchFamily="49" charset="-122"/>
              </a:rPr>
              <a:t>计量</a:t>
            </a:r>
            <a:r>
              <a:rPr lang="zh-CN" altLang="en-US" dirty="0">
                <a:latin typeface="黑体" panose="02010609060101010101" pitchFamily="49" charset="-122"/>
                <a:ea typeface="黑体" panose="02010609060101010101" pitchFamily="49" charset="-122"/>
              </a:rPr>
              <a:t>要求</a:t>
            </a:r>
            <a:endParaRPr lang="zh-CN" altLang="en-US" dirty="0"/>
          </a:p>
        </p:txBody>
      </p:sp>
      <p:sp>
        <p:nvSpPr>
          <p:cNvPr id="4" name="内容占位符 3"/>
          <p:cNvSpPr>
            <a:spLocks noGrp="1"/>
          </p:cNvSpPr>
          <p:nvPr>
            <p:ph idx="1"/>
          </p:nvPr>
        </p:nvSpPr>
        <p:spPr>
          <a:xfrm>
            <a:off x="395288" y="1228716"/>
            <a:ext cx="8532000" cy="5328000"/>
          </a:xfrm>
        </p:spPr>
        <p:txBody>
          <a:bodyPr/>
          <a:lstStyle/>
          <a:p>
            <a:r>
              <a:rPr lang="en-US" altLang="zh-CN" b="1" dirty="0"/>
              <a:t>Loading/unloading </a:t>
            </a:r>
            <a:r>
              <a:rPr lang="en-US" altLang="zh-CN" b="1" dirty="0" smtClean="0"/>
              <a:t>times</a:t>
            </a:r>
          </a:p>
          <a:p>
            <a:pPr marL="179387" lvl="1" indent="0">
              <a:buNone/>
            </a:pPr>
            <a:endParaRPr lang="en-US" altLang="zh-CN" dirty="0" smtClean="0">
              <a:latin typeface="Arial" panose="020B0604020202020204" pitchFamily="34" charset="0"/>
              <a:ea typeface="黑体" panose="02010609060101010101" pitchFamily="49" charset="-122"/>
              <a:cs typeface="Arial" panose="020B0604020202020204" pitchFamily="34" charset="0"/>
            </a:endParaRPr>
          </a:p>
          <a:p>
            <a:pPr marL="179387" lvl="1" indent="0">
              <a:buNone/>
            </a:pPr>
            <a:r>
              <a:rPr lang="en-US" altLang="zh-CN" dirty="0" smtClean="0">
                <a:latin typeface="Arial" panose="020B0604020202020204" pitchFamily="34" charset="0"/>
                <a:ea typeface="黑体" panose="02010609060101010101" pitchFamily="49" charset="-122"/>
                <a:cs typeface="Arial" panose="020B0604020202020204" pitchFamily="34" charset="0"/>
              </a:rPr>
              <a:t>The </a:t>
            </a:r>
            <a:r>
              <a:rPr lang="en-US" altLang="zh-CN" dirty="0">
                <a:latin typeface="Arial" panose="020B0604020202020204" pitchFamily="34" charset="0"/>
                <a:ea typeface="黑体" panose="02010609060101010101" pitchFamily="49" charset="-122"/>
                <a:cs typeface="Arial" panose="020B0604020202020204" pitchFamily="34" charset="0"/>
              </a:rPr>
              <a:t>loading or unloading times shall be approximately half the time specified in Table 1. The</a:t>
            </a:r>
          </a:p>
          <a:p>
            <a:pPr marL="179387" lvl="1" indent="0">
              <a:buNone/>
            </a:pPr>
            <a:r>
              <a:rPr lang="en-US" altLang="zh-CN" dirty="0">
                <a:latin typeface="Arial" panose="020B0604020202020204" pitchFamily="34" charset="0"/>
                <a:ea typeface="黑体" panose="02010609060101010101" pitchFamily="49" charset="-122"/>
                <a:cs typeface="Arial" panose="020B0604020202020204" pitchFamily="34" charset="0"/>
              </a:rPr>
              <a:t>remaining time shall be utilized for stabilization. The tests shall be conducted under constant</a:t>
            </a:r>
          </a:p>
          <a:p>
            <a:pPr marL="179387" lvl="1" indent="0">
              <a:buNone/>
            </a:pPr>
            <a:r>
              <a:rPr lang="en-US" altLang="zh-CN" dirty="0">
                <a:latin typeface="Arial" panose="020B0604020202020204" pitchFamily="34" charset="0"/>
                <a:ea typeface="黑体" panose="02010609060101010101" pitchFamily="49" charset="-122"/>
                <a:cs typeface="Arial" panose="020B0604020202020204" pitchFamily="34" charset="0"/>
              </a:rPr>
              <a:t>conditions. The loading or unloading time and the stabilizing time shall be recorded in the test </a:t>
            </a:r>
            <a:r>
              <a:rPr lang="en-US" altLang="zh-CN" dirty="0" smtClean="0">
                <a:latin typeface="Arial" panose="020B0604020202020204" pitchFamily="34" charset="0"/>
                <a:ea typeface="黑体" panose="02010609060101010101" pitchFamily="49" charset="-122"/>
                <a:cs typeface="Arial" panose="020B0604020202020204" pitchFamily="34" charset="0"/>
              </a:rPr>
              <a:t>report in </a:t>
            </a:r>
            <a:r>
              <a:rPr lang="en-US" altLang="zh-CN" dirty="0">
                <a:latin typeface="Arial" panose="020B0604020202020204" pitchFamily="34" charset="0"/>
                <a:ea typeface="黑体" panose="02010609060101010101" pitchFamily="49" charset="-122"/>
                <a:cs typeface="Arial" panose="020B0604020202020204" pitchFamily="34" charset="0"/>
              </a:rPr>
              <a:t>absolute, not relative values</a:t>
            </a:r>
            <a:r>
              <a:rPr lang="en-US" altLang="zh-CN" dirty="0" smtClean="0">
                <a:latin typeface="Arial" panose="020B0604020202020204" pitchFamily="34" charset="0"/>
                <a:ea typeface="黑体" panose="02010609060101010101" pitchFamily="49" charset="-122"/>
                <a:cs typeface="Arial" panose="020B0604020202020204" pitchFamily="34" charset="0"/>
              </a:rPr>
              <a:t>.</a:t>
            </a:r>
          </a:p>
          <a:p>
            <a:pPr marL="179387" lvl="1" indent="0">
              <a:buNone/>
            </a:pPr>
            <a:endParaRPr lang="en-US" altLang="zh-CN" dirty="0" smtClean="0">
              <a:latin typeface="Arial" panose="020B0604020202020204" pitchFamily="34" charset="0"/>
              <a:ea typeface="黑体" panose="02010609060101010101" pitchFamily="49" charset="-122"/>
              <a:cs typeface="Arial" panose="020B0604020202020204" pitchFamily="34" charset="0"/>
            </a:endParaRPr>
          </a:p>
          <a:p>
            <a:pPr marL="179387" lvl="1" indent="457200">
              <a:buNone/>
            </a:pPr>
            <a:r>
              <a:rPr lang="zh-CN" altLang="en-US" dirty="0" smtClean="0">
                <a:latin typeface="Arial" panose="020B0604020202020204" pitchFamily="34" charset="0"/>
                <a:ea typeface="黑体" panose="02010609060101010101" pitchFamily="49" charset="-122"/>
                <a:cs typeface="Arial" panose="020B0604020202020204" pitchFamily="34" charset="0"/>
              </a:rPr>
              <a:t>加</a:t>
            </a:r>
            <a:r>
              <a:rPr lang="en-US" altLang="zh-CN" dirty="0" smtClean="0">
                <a:latin typeface="Arial" panose="020B0604020202020204" pitchFamily="34" charset="0"/>
                <a:ea typeface="黑体" panose="02010609060101010101" pitchFamily="49" charset="-122"/>
                <a:cs typeface="Arial" panose="020B0604020202020204" pitchFamily="34" charset="0"/>
              </a:rPr>
              <a:t>/</a:t>
            </a:r>
            <a:r>
              <a:rPr lang="zh-CN" altLang="en-US" dirty="0" smtClean="0">
                <a:latin typeface="Arial" panose="020B0604020202020204" pitchFamily="34" charset="0"/>
                <a:ea typeface="黑体" panose="02010609060101010101" pitchFamily="49" charset="-122"/>
                <a:cs typeface="Arial" panose="020B0604020202020204" pitchFamily="34" charset="0"/>
              </a:rPr>
              <a:t>卸载时间约为</a:t>
            </a:r>
            <a:r>
              <a:rPr lang="zh-CN" altLang="en-US" dirty="0">
                <a:latin typeface="Arial" panose="020B0604020202020204" pitchFamily="34" charset="0"/>
                <a:ea typeface="黑体" panose="02010609060101010101" pitchFamily="49" charset="-122"/>
                <a:cs typeface="Arial" panose="020B0604020202020204" pitchFamily="34" charset="0"/>
              </a:rPr>
              <a:t>表中</a:t>
            </a:r>
            <a:r>
              <a:rPr lang="zh-CN" altLang="en-US" dirty="0" smtClean="0">
                <a:latin typeface="Arial" panose="020B0604020202020204" pitchFamily="34" charset="0"/>
                <a:ea typeface="黑体" panose="02010609060101010101" pitchFamily="49" charset="-122"/>
                <a:cs typeface="Arial" panose="020B0604020202020204" pitchFamily="34" charset="0"/>
              </a:rPr>
              <a:t>规定值的一半</a:t>
            </a:r>
            <a:r>
              <a:rPr lang="zh-CN" altLang="en-US" dirty="0">
                <a:latin typeface="Arial" panose="020B0604020202020204" pitchFamily="34" charset="0"/>
                <a:ea typeface="黑体" panose="02010609060101010101" pitchFamily="49" charset="-122"/>
                <a:cs typeface="Arial" panose="020B0604020202020204" pitchFamily="34" charset="0"/>
              </a:rPr>
              <a:t>，其余时间用于</a:t>
            </a:r>
            <a:r>
              <a:rPr lang="zh-CN" altLang="en-US" dirty="0" smtClean="0">
                <a:latin typeface="Arial" panose="020B0604020202020204" pitchFamily="34" charset="0"/>
                <a:ea typeface="黑体" panose="02010609060101010101" pitchFamily="49" charset="-122"/>
                <a:cs typeface="Arial" panose="020B0604020202020204" pitchFamily="34" charset="0"/>
              </a:rPr>
              <a:t>稳定。测试记录的时间是绝对时间或时刻，不是时间间隔。</a:t>
            </a:r>
            <a:endParaRPr lang="en-US" altLang="zh-CN" dirty="0" smtClean="0">
              <a:latin typeface="Arial" panose="020B0604020202020204" pitchFamily="34" charset="0"/>
              <a:ea typeface="黑体" panose="02010609060101010101" pitchFamily="49" charset="-122"/>
              <a:cs typeface="Arial" panose="020B0604020202020204" pitchFamily="34" charset="0"/>
            </a:endParaRPr>
          </a:p>
          <a:p>
            <a:pPr marL="361950" lvl="2" indent="0">
              <a:buNone/>
            </a:pPr>
            <a:endParaRPr lang="en-US" altLang="zh-CN" dirty="0">
              <a:latin typeface="Arial" panose="020B0604020202020204" pitchFamily="34" charset="0"/>
              <a:ea typeface="黑体" panose="02010609060101010101" pitchFamily="49" charset="-122"/>
              <a:cs typeface="Arial" panose="020B0604020202020204" pitchFamily="34" charset="0"/>
            </a:endParaRPr>
          </a:p>
          <a:p>
            <a:pPr marL="361950" lvl="2" indent="0">
              <a:buNone/>
            </a:pPr>
            <a:endParaRPr lang="zh-CN" altLang="en-US" dirty="0">
              <a:latin typeface="Arial" panose="020B0604020202020204" pitchFamily="34" charset="0"/>
              <a:ea typeface="黑体" panose="02010609060101010101" pitchFamily="49" charset="-122"/>
              <a:cs typeface="Arial" panose="020B0604020202020204" pitchFamily="34" charset="0"/>
            </a:endParaRPr>
          </a:p>
        </p:txBody>
      </p:sp>
      <p:sp>
        <p:nvSpPr>
          <p:cNvPr id="5" name="灯片编号占位符 4"/>
          <p:cNvSpPr>
            <a:spLocks noGrp="1"/>
          </p:cNvSpPr>
          <p:nvPr>
            <p:ph type="sldNum" sz="quarter" idx="100"/>
          </p:nvPr>
        </p:nvSpPr>
        <p:spPr/>
        <p:txBody>
          <a:bodyPr/>
          <a:lstStyle/>
          <a:p>
            <a:fld id="{2B2B68EE-DD1E-4368-AFCE-24A50EC7BF18}" type="slidenum">
              <a:rPr lang="en-US" smtClean="0"/>
              <a:pPr/>
              <a:t>37</a:t>
            </a:fld>
            <a:endParaRPr lang="en-US" dirty="0"/>
          </a:p>
        </p:txBody>
      </p:sp>
      <p:sp>
        <p:nvSpPr>
          <p:cNvPr id="6" name="页脚占位符 5"/>
          <p:cNvSpPr>
            <a:spLocks noGrp="1"/>
          </p:cNvSpPr>
          <p:nvPr>
            <p:ph type="ftr" sz="quarter" idx="101"/>
          </p:nvPr>
        </p:nvSpPr>
        <p:spPr/>
        <p:txBody>
          <a:bodyPr/>
          <a:lstStyle/>
          <a:p>
            <a:r>
              <a:rPr lang="en-US" smtClean="0"/>
              <a:t>For internal use - Confidential</a:t>
            </a:r>
            <a:endParaRPr lang="en-US" dirty="0"/>
          </a:p>
        </p:txBody>
      </p:sp>
    </p:spTree>
    <p:extLst>
      <p:ext uri="{BB962C8B-B14F-4D97-AF65-F5344CB8AC3E}">
        <p14:creationId xmlns:p14="http://schemas.microsoft.com/office/powerpoint/2010/main" val="1713681110"/>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latin typeface="黑体" panose="02010609060101010101" pitchFamily="49" charset="-122"/>
                <a:ea typeface="黑体" panose="02010609060101010101" pitchFamily="49" charset="-122"/>
              </a:rPr>
              <a:t>计量</a:t>
            </a:r>
            <a:r>
              <a:rPr lang="zh-CN" altLang="en-US" dirty="0">
                <a:latin typeface="黑体" panose="02010609060101010101" pitchFamily="49" charset="-122"/>
                <a:ea typeface="黑体" panose="02010609060101010101" pitchFamily="49" charset="-122"/>
              </a:rPr>
              <a:t>要求</a:t>
            </a:r>
            <a:endParaRPr lang="zh-CN" altLang="en-US" dirty="0"/>
          </a:p>
        </p:txBody>
      </p:sp>
      <p:sp>
        <p:nvSpPr>
          <p:cNvPr id="4" name="内容占位符 3"/>
          <p:cNvSpPr>
            <a:spLocks noGrp="1"/>
          </p:cNvSpPr>
          <p:nvPr>
            <p:ph idx="1"/>
          </p:nvPr>
        </p:nvSpPr>
        <p:spPr>
          <a:xfrm>
            <a:off x="395288" y="1228716"/>
            <a:ext cx="8424000" cy="5328000"/>
          </a:xfrm>
        </p:spPr>
        <p:txBody>
          <a:bodyPr/>
          <a:lstStyle/>
          <a:p>
            <a:pPr>
              <a:spcAft>
                <a:spcPts val="1200"/>
              </a:spcAft>
            </a:pPr>
            <a:r>
              <a:rPr lang="en-US" altLang="zh-CN" b="1" dirty="0" smtClean="0">
                <a:latin typeface="Arial" panose="020B0604020202020204" pitchFamily="34" charset="0"/>
                <a:ea typeface="黑体" panose="02010609060101010101" pitchFamily="49" charset="-122"/>
                <a:cs typeface="Arial" panose="020B0604020202020204" pitchFamily="34" charset="0"/>
              </a:rPr>
              <a:t>Adherence </a:t>
            </a:r>
            <a:r>
              <a:rPr lang="en-US" altLang="zh-CN" b="1" dirty="0">
                <a:latin typeface="Arial" panose="020B0604020202020204" pitchFamily="34" charset="0"/>
                <a:ea typeface="黑体" panose="02010609060101010101" pitchFamily="49" charset="-122"/>
                <a:cs typeface="Arial" panose="020B0604020202020204" pitchFamily="34" charset="0"/>
              </a:rPr>
              <a:t>to loading/unloading times</a:t>
            </a:r>
          </a:p>
          <a:p>
            <a:pPr marL="179387" lvl="1" indent="0">
              <a:spcAft>
                <a:spcPts val="1200"/>
              </a:spcAft>
              <a:buNone/>
            </a:pPr>
            <a:r>
              <a:rPr lang="en-US" altLang="zh-CN" dirty="0">
                <a:latin typeface="Arial" panose="020B0604020202020204" pitchFamily="34" charset="0"/>
                <a:ea typeface="黑体" panose="02010609060101010101" pitchFamily="49" charset="-122"/>
                <a:cs typeface="Arial" panose="020B0604020202020204" pitchFamily="34" charset="0"/>
              </a:rPr>
              <a:t>When the specified loading or unloading times cannot be achieved, the applicant for evaluation should be consulted and the following shall apply:</a:t>
            </a:r>
          </a:p>
          <a:p>
            <a:pPr marL="179387" lvl="1" indent="0">
              <a:spcAft>
                <a:spcPts val="1200"/>
              </a:spcAft>
              <a:buNone/>
            </a:pPr>
            <a:r>
              <a:rPr lang="zh-CN" altLang="en-US" dirty="0">
                <a:latin typeface="Arial" panose="020B0604020202020204" pitchFamily="34" charset="0"/>
                <a:ea typeface="黑体" panose="02010609060101010101" pitchFamily="49" charset="-122"/>
                <a:cs typeface="Arial" panose="020B0604020202020204" pitchFamily="34" charset="0"/>
              </a:rPr>
              <a:t>加载和示值稳定时间不满足要求时：</a:t>
            </a:r>
            <a:endParaRPr lang="en-US" altLang="zh-CN" dirty="0">
              <a:latin typeface="Arial" panose="020B0604020202020204" pitchFamily="34" charset="0"/>
              <a:ea typeface="黑体" panose="02010609060101010101" pitchFamily="49" charset="-122"/>
              <a:cs typeface="Arial" panose="020B0604020202020204" pitchFamily="34" charset="0"/>
            </a:endParaRPr>
          </a:p>
          <a:p>
            <a:pPr marL="522287" lvl="1" indent="-342900">
              <a:spcAft>
                <a:spcPts val="1200"/>
              </a:spcAft>
              <a:buFont typeface="+mj-lt"/>
              <a:buAutoNum type="alphaLcParenR"/>
            </a:pPr>
            <a:r>
              <a:rPr lang="en-US" altLang="zh-CN" dirty="0">
                <a:latin typeface="Arial" panose="020B0604020202020204" pitchFamily="34" charset="0"/>
                <a:ea typeface="黑体" panose="02010609060101010101" pitchFamily="49" charset="-122"/>
                <a:cs typeface="Arial" panose="020B0604020202020204" pitchFamily="34" charset="0"/>
              </a:rPr>
              <a:t>In the case of the minimum dead load output return test, the time may be increased from 100 % to a limit of 150 % of the specified time provided that the permissible variation of the result is proportionally reduced from 100 % to 50 % of the allowable difference between the initial reading of the minimum load output upon unloading and the reading before loading.</a:t>
            </a:r>
            <a:br>
              <a:rPr lang="en-US" altLang="zh-CN" dirty="0">
                <a:latin typeface="Arial" panose="020B0604020202020204" pitchFamily="34" charset="0"/>
                <a:ea typeface="黑体" panose="02010609060101010101" pitchFamily="49" charset="-122"/>
                <a:cs typeface="Arial" panose="020B0604020202020204" pitchFamily="34" charset="0"/>
              </a:rPr>
            </a:br>
            <a:r>
              <a:rPr lang="zh-CN" altLang="en-US" dirty="0">
                <a:latin typeface="Arial" panose="020B0604020202020204" pitchFamily="34" charset="0"/>
                <a:ea typeface="黑体" panose="02010609060101010101" pitchFamily="49" charset="-122"/>
                <a:cs typeface="Arial" panose="020B0604020202020204" pitchFamily="34" charset="0"/>
              </a:rPr>
              <a:t>对</a:t>
            </a:r>
            <a:r>
              <a:rPr lang="en-US" altLang="zh-CN" dirty="0">
                <a:latin typeface="Arial" panose="020B0604020202020204" pitchFamily="34" charset="0"/>
                <a:ea typeface="黑体" panose="02010609060101010101" pitchFamily="49" charset="-122"/>
                <a:cs typeface="Arial" panose="020B0604020202020204" pitchFamily="34" charset="0"/>
              </a:rPr>
              <a:t>DR</a:t>
            </a:r>
            <a:r>
              <a:rPr lang="zh-CN" altLang="en-US" dirty="0">
                <a:latin typeface="Arial" panose="020B0604020202020204" pitchFamily="34" charset="0"/>
                <a:ea typeface="黑体" panose="02010609060101010101" pitchFamily="49" charset="-122"/>
                <a:cs typeface="Arial" panose="020B0604020202020204" pitchFamily="34" charset="0"/>
              </a:rPr>
              <a:t>测试，如果时间间隔在规定的</a:t>
            </a:r>
            <a:r>
              <a:rPr lang="en-US" altLang="zh-CN" dirty="0">
                <a:latin typeface="Arial" panose="020B0604020202020204" pitchFamily="34" charset="0"/>
                <a:ea typeface="黑体" panose="02010609060101010101" pitchFamily="49" charset="-122"/>
                <a:cs typeface="Arial" panose="020B0604020202020204" pitchFamily="34" charset="0"/>
              </a:rPr>
              <a:t>100~150%</a:t>
            </a:r>
            <a:r>
              <a:rPr lang="zh-CN" altLang="en-US" dirty="0">
                <a:latin typeface="Arial" panose="020B0604020202020204" pitchFamily="34" charset="0"/>
                <a:ea typeface="黑体" panose="02010609060101010101" pitchFamily="49" charset="-122"/>
                <a:cs typeface="Arial" panose="020B0604020202020204" pitchFamily="34" charset="0"/>
              </a:rPr>
              <a:t>范围内，可相对计算结果应满足</a:t>
            </a:r>
            <a:r>
              <a:rPr lang="en-US" altLang="zh-CN" dirty="0">
                <a:latin typeface="Arial" panose="020B0604020202020204" pitchFamily="34" charset="0"/>
                <a:ea typeface="黑体" panose="02010609060101010101" pitchFamily="49" charset="-122"/>
                <a:cs typeface="Arial" panose="020B0604020202020204" pitchFamily="34" charset="0"/>
              </a:rPr>
              <a:t>DR</a:t>
            </a:r>
            <a:r>
              <a:rPr lang="zh-CN" altLang="en-US" dirty="0">
                <a:latin typeface="Arial" panose="020B0604020202020204" pitchFamily="34" charset="0"/>
                <a:ea typeface="黑体" panose="02010609060101010101" pitchFamily="49" charset="-122"/>
                <a:cs typeface="Arial" panose="020B0604020202020204" pitchFamily="34" charset="0"/>
              </a:rPr>
              <a:t>是规定值的</a:t>
            </a:r>
            <a:r>
              <a:rPr lang="en-US" altLang="zh-CN" dirty="0">
                <a:latin typeface="Arial" panose="020B0604020202020204" pitchFamily="34" charset="0"/>
                <a:ea typeface="黑体" panose="02010609060101010101" pitchFamily="49" charset="-122"/>
                <a:cs typeface="Arial" panose="020B0604020202020204" pitchFamily="34" charset="0"/>
              </a:rPr>
              <a:t>100% ~ 50%</a:t>
            </a:r>
            <a:r>
              <a:rPr lang="zh-CN" altLang="en-US" dirty="0">
                <a:latin typeface="Arial" panose="020B0604020202020204" pitchFamily="34" charset="0"/>
                <a:ea typeface="黑体" panose="02010609060101010101" pitchFamily="49" charset="-122"/>
                <a:cs typeface="Arial" panose="020B0604020202020204" pitchFamily="34" charset="0"/>
              </a:rPr>
              <a:t>，即时间增大</a:t>
            </a:r>
            <a:r>
              <a:rPr lang="en-US" altLang="zh-CN" dirty="0">
                <a:latin typeface="Arial" panose="020B0604020202020204" pitchFamily="34" charset="0"/>
                <a:ea typeface="黑体" panose="02010609060101010101" pitchFamily="49" charset="-122"/>
                <a:cs typeface="Arial" panose="020B0604020202020204" pitchFamily="34" charset="0"/>
              </a:rPr>
              <a:t>50%</a:t>
            </a:r>
            <a:r>
              <a:rPr lang="zh-CN" altLang="en-US" dirty="0">
                <a:latin typeface="Arial" panose="020B0604020202020204" pitchFamily="34" charset="0"/>
                <a:ea typeface="黑体" panose="02010609060101010101" pitchFamily="49" charset="-122"/>
                <a:cs typeface="Arial" panose="020B0604020202020204" pitchFamily="34" charset="0"/>
              </a:rPr>
              <a:t>，</a:t>
            </a:r>
            <a:r>
              <a:rPr lang="en-US" altLang="zh-CN" dirty="0">
                <a:latin typeface="Arial" panose="020B0604020202020204" pitchFamily="34" charset="0"/>
                <a:ea typeface="黑体" panose="02010609060101010101" pitchFamily="49" charset="-122"/>
                <a:cs typeface="Arial" panose="020B0604020202020204" pitchFamily="34" charset="0"/>
              </a:rPr>
              <a:t>DR</a:t>
            </a:r>
            <a:r>
              <a:rPr lang="zh-CN" altLang="en-US" dirty="0">
                <a:latin typeface="Arial" panose="020B0604020202020204" pitchFamily="34" charset="0"/>
                <a:ea typeface="黑体" panose="02010609060101010101" pitchFamily="49" charset="-122"/>
                <a:cs typeface="Arial" panose="020B0604020202020204" pitchFamily="34" charset="0"/>
              </a:rPr>
              <a:t>减小</a:t>
            </a:r>
            <a:r>
              <a:rPr lang="en-US" altLang="zh-CN" dirty="0">
                <a:latin typeface="Arial" panose="020B0604020202020204" pitchFamily="34" charset="0"/>
                <a:ea typeface="黑体" panose="02010609060101010101" pitchFamily="49" charset="-122"/>
                <a:cs typeface="Arial" panose="020B0604020202020204" pitchFamily="34" charset="0"/>
              </a:rPr>
              <a:t>50%</a:t>
            </a:r>
            <a:r>
              <a:rPr lang="zh-CN" altLang="en-US" dirty="0" smtClean="0">
                <a:latin typeface="Arial" panose="020B0604020202020204" pitchFamily="34" charset="0"/>
                <a:ea typeface="黑体" panose="02010609060101010101" pitchFamily="49" charset="-122"/>
                <a:cs typeface="Arial" panose="020B0604020202020204" pitchFamily="34" charset="0"/>
              </a:rPr>
              <a:t>。</a:t>
            </a:r>
            <a:endParaRPr lang="en-US" altLang="zh-CN" dirty="0" smtClean="0">
              <a:latin typeface="Arial" panose="020B0604020202020204" pitchFamily="34" charset="0"/>
              <a:ea typeface="黑体" panose="02010609060101010101" pitchFamily="49" charset="-122"/>
              <a:cs typeface="Arial" panose="020B0604020202020204" pitchFamily="34" charset="0"/>
            </a:endParaRPr>
          </a:p>
          <a:p>
            <a:pPr marL="536575" lvl="3" indent="0">
              <a:spcAft>
                <a:spcPts val="1200"/>
              </a:spcAft>
              <a:buNone/>
            </a:pPr>
            <a:r>
              <a:rPr lang="zh-CN" altLang="en-US" dirty="0" smtClean="0">
                <a:latin typeface="Arial" panose="020B0604020202020204" pitchFamily="34" charset="0"/>
                <a:ea typeface="黑体" panose="02010609060101010101" pitchFamily="49" charset="-122"/>
                <a:cs typeface="Arial" panose="020B0604020202020204" pitchFamily="34" charset="0"/>
              </a:rPr>
              <a:t>卸载回零是否满足</a:t>
            </a:r>
            <a:r>
              <a:rPr lang="en-US" altLang="zh-CN" dirty="0" smtClean="0">
                <a:latin typeface="Arial" panose="020B0604020202020204" pitchFamily="34" charset="0"/>
                <a:ea typeface="黑体" panose="02010609060101010101" pitchFamily="49" charset="-122"/>
                <a:cs typeface="Arial" panose="020B0604020202020204" pitchFamily="34" charset="0"/>
              </a:rPr>
              <a:t>0.5v</a:t>
            </a:r>
            <a:r>
              <a:rPr lang="zh-CN" altLang="en-US" dirty="0" smtClean="0">
                <a:latin typeface="Arial" panose="020B0604020202020204" pitchFamily="34" charset="0"/>
                <a:ea typeface="黑体" panose="02010609060101010101" pitchFamily="49" charset="-122"/>
                <a:cs typeface="Arial" panose="020B0604020202020204" pitchFamily="34" charset="0"/>
              </a:rPr>
              <a:t>的要求很重要，因此在不满足加</a:t>
            </a:r>
            <a:r>
              <a:rPr lang="en-US" altLang="zh-CN" dirty="0" smtClean="0">
                <a:latin typeface="Arial" panose="020B0604020202020204" pitchFamily="34" charset="0"/>
                <a:ea typeface="黑体" panose="02010609060101010101" pitchFamily="49" charset="-122"/>
                <a:cs typeface="Arial" panose="020B0604020202020204" pitchFamily="34" charset="0"/>
              </a:rPr>
              <a:t>/</a:t>
            </a:r>
            <a:r>
              <a:rPr lang="zh-CN" altLang="en-US" dirty="0" smtClean="0">
                <a:latin typeface="Arial" panose="020B0604020202020204" pitchFamily="34" charset="0"/>
                <a:ea typeface="黑体" panose="02010609060101010101" pitchFamily="49" charset="-122"/>
                <a:cs typeface="Arial" panose="020B0604020202020204" pitchFamily="34" charset="0"/>
              </a:rPr>
              <a:t>卸载时间要求时仍证明在一定的范围内符合要求，需要在规定范围内根据实际时间修正</a:t>
            </a:r>
            <a:r>
              <a:rPr lang="en-US" altLang="zh-CN" dirty="0" smtClean="0">
                <a:latin typeface="Arial" panose="020B0604020202020204" pitchFamily="34" charset="0"/>
                <a:ea typeface="黑体" panose="02010609060101010101" pitchFamily="49" charset="-122"/>
                <a:cs typeface="Arial" panose="020B0604020202020204" pitchFamily="34" charset="0"/>
              </a:rPr>
              <a:t>DR</a:t>
            </a:r>
            <a:r>
              <a:rPr lang="zh-CN" altLang="en-US" dirty="0" smtClean="0">
                <a:latin typeface="Arial" panose="020B0604020202020204" pitchFamily="34" charset="0"/>
                <a:ea typeface="黑体" panose="02010609060101010101" pitchFamily="49" charset="-122"/>
                <a:cs typeface="Arial" panose="020B0604020202020204" pitchFamily="34" charset="0"/>
              </a:rPr>
              <a:t>的允许值。</a:t>
            </a:r>
            <a:endParaRPr lang="en-US" altLang="zh-CN" dirty="0" smtClean="0">
              <a:latin typeface="Arial" panose="020B0604020202020204" pitchFamily="34" charset="0"/>
              <a:ea typeface="黑体" panose="02010609060101010101" pitchFamily="49" charset="-122"/>
              <a:cs typeface="Arial" panose="020B0604020202020204" pitchFamily="34" charset="0"/>
            </a:endParaRPr>
          </a:p>
          <a:p>
            <a:pPr marL="522287" lvl="1" indent="-342900">
              <a:spcAft>
                <a:spcPts val="1200"/>
              </a:spcAft>
              <a:buFont typeface="+mj-lt"/>
              <a:buAutoNum type="alphaLcParenR"/>
            </a:pPr>
            <a:r>
              <a:rPr lang="en-US" altLang="zh-CN" dirty="0" smtClean="0">
                <a:latin typeface="Arial" panose="020B0604020202020204" pitchFamily="34" charset="0"/>
                <a:ea typeface="黑体" panose="02010609060101010101" pitchFamily="49" charset="-122"/>
                <a:cs typeface="Arial" panose="020B0604020202020204" pitchFamily="34" charset="0"/>
              </a:rPr>
              <a:t>In all cases, the actual times shall be recorded in the Test report</a:t>
            </a:r>
            <a:br>
              <a:rPr lang="en-US" altLang="zh-CN" dirty="0" smtClean="0">
                <a:latin typeface="Arial" panose="020B0604020202020204" pitchFamily="34" charset="0"/>
                <a:ea typeface="黑体" panose="02010609060101010101" pitchFamily="49" charset="-122"/>
                <a:cs typeface="Arial" panose="020B0604020202020204" pitchFamily="34" charset="0"/>
              </a:rPr>
            </a:br>
            <a:r>
              <a:rPr lang="zh-CN" altLang="en-US" dirty="0" smtClean="0">
                <a:latin typeface="Arial" panose="020B0604020202020204" pitchFamily="34" charset="0"/>
                <a:ea typeface="黑体" panose="02010609060101010101" pitchFamily="49" charset="-122"/>
                <a:cs typeface="Arial" panose="020B0604020202020204" pitchFamily="34" charset="0"/>
              </a:rPr>
              <a:t>如果不满足在规定值的</a:t>
            </a:r>
            <a:r>
              <a:rPr lang="en-US" altLang="zh-CN" dirty="0" smtClean="0">
                <a:latin typeface="Arial" panose="020B0604020202020204" pitchFamily="34" charset="0"/>
                <a:ea typeface="黑体" panose="02010609060101010101" pitchFamily="49" charset="-122"/>
                <a:cs typeface="Arial" panose="020B0604020202020204" pitchFamily="34" charset="0"/>
              </a:rPr>
              <a:t>150%</a:t>
            </a:r>
            <a:r>
              <a:rPr lang="zh-CN" altLang="en-US" dirty="0" smtClean="0">
                <a:latin typeface="Arial" panose="020B0604020202020204" pitchFamily="34" charset="0"/>
                <a:ea typeface="黑体" panose="02010609060101010101" pitchFamily="49" charset="-122"/>
                <a:cs typeface="Arial" panose="020B0604020202020204" pitchFamily="34" charset="0"/>
              </a:rPr>
              <a:t>以内，记录实际时间。</a:t>
            </a:r>
            <a:endParaRPr lang="en-US" altLang="zh-CN" dirty="0" smtClean="0">
              <a:latin typeface="Arial" panose="020B0604020202020204" pitchFamily="34" charset="0"/>
              <a:ea typeface="黑体" panose="02010609060101010101" pitchFamily="49" charset="-122"/>
              <a:cs typeface="Arial" panose="020B0604020202020204" pitchFamily="34" charset="0"/>
            </a:endParaRPr>
          </a:p>
          <a:p>
            <a:pPr marL="361950" lvl="2" indent="457200">
              <a:spcAft>
                <a:spcPts val="1200"/>
              </a:spcAft>
              <a:buNone/>
            </a:pPr>
            <a:r>
              <a:rPr lang="zh-CN" altLang="en-US" dirty="0" smtClean="0">
                <a:latin typeface="Arial" panose="020B0604020202020204" pitchFamily="34" charset="0"/>
                <a:ea typeface="黑体" panose="02010609060101010101" pitchFamily="49" charset="-122"/>
                <a:cs typeface="Arial" panose="020B0604020202020204" pitchFamily="34" charset="0"/>
              </a:rPr>
              <a:t>无论记录的实际时间如何，计算的结果必须在规定的范围内。</a:t>
            </a:r>
            <a:endParaRPr lang="en-US" altLang="zh-CN" dirty="0" smtClean="0">
              <a:latin typeface="Arial" panose="020B0604020202020204" pitchFamily="34" charset="0"/>
              <a:ea typeface="黑体" panose="02010609060101010101" pitchFamily="49" charset="-122"/>
              <a:cs typeface="Arial" panose="020B0604020202020204" pitchFamily="34" charset="0"/>
            </a:endParaRPr>
          </a:p>
          <a:p>
            <a:pPr marL="179387" lvl="1" indent="0">
              <a:spcAft>
                <a:spcPts val="1200"/>
              </a:spcAft>
              <a:buNone/>
            </a:pPr>
            <a:endParaRPr lang="en-US" altLang="zh-CN" dirty="0" smtClean="0">
              <a:latin typeface="Arial" panose="020B0604020202020204" pitchFamily="34" charset="0"/>
              <a:ea typeface="黑体" panose="02010609060101010101" pitchFamily="49" charset="-122"/>
              <a:cs typeface="Arial" panose="020B0604020202020204" pitchFamily="34" charset="0"/>
            </a:endParaRPr>
          </a:p>
          <a:p>
            <a:pPr marL="361950" lvl="2" indent="0">
              <a:spcAft>
                <a:spcPts val="1200"/>
              </a:spcAft>
              <a:buNone/>
            </a:pPr>
            <a:endParaRPr lang="en-US" altLang="zh-CN" dirty="0">
              <a:latin typeface="Arial" panose="020B0604020202020204" pitchFamily="34" charset="0"/>
              <a:ea typeface="黑体" panose="02010609060101010101" pitchFamily="49" charset="-122"/>
              <a:cs typeface="Arial" panose="020B0604020202020204" pitchFamily="34" charset="0"/>
            </a:endParaRPr>
          </a:p>
          <a:p>
            <a:pPr marL="361950" lvl="2" indent="0">
              <a:spcAft>
                <a:spcPts val="1200"/>
              </a:spcAft>
              <a:buNone/>
            </a:pPr>
            <a:endParaRPr lang="zh-CN" altLang="en-US" dirty="0">
              <a:latin typeface="Arial" panose="020B0604020202020204" pitchFamily="34" charset="0"/>
              <a:ea typeface="黑体" panose="02010609060101010101" pitchFamily="49" charset="-122"/>
              <a:cs typeface="Arial" panose="020B0604020202020204" pitchFamily="34" charset="0"/>
            </a:endParaRPr>
          </a:p>
        </p:txBody>
      </p:sp>
      <p:sp>
        <p:nvSpPr>
          <p:cNvPr id="5" name="灯片编号占位符 4"/>
          <p:cNvSpPr>
            <a:spLocks noGrp="1"/>
          </p:cNvSpPr>
          <p:nvPr>
            <p:ph type="sldNum" sz="quarter" idx="100"/>
          </p:nvPr>
        </p:nvSpPr>
        <p:spPr/>
        <p:txBody>
          <a:bodyPr/>
          <a:lstStyle/>
          <a:p>
            <a:fld id="{2B2B68EE-DD1E-4368-AFCE-24A50EC7BF18}" type="slidenum">
              <a:rPr lang="en-US" smtClean="0"/>
              <a:pPr/>
              <a:t>38</a:t>
            </a:fld>
            <a:endParaRPr lang="en-US" dirty="0"/>
          </a:p>
        </p:txBody>
      </p:sp>
      <p:sp>
        <p:nvSpPr>
          <p:cNvPr id="6" name="页脚占位符 5"/>
          <p:cNvSpPr>
            <a:spLocks noGrp="1"/>
          </p:cNvSpPr>
          <p:nvPr>
            <p:ph type="ftr" sz="quarter" idx="101"/>
          </p:nvPr>
        </p:nvSpPr>
        <p:spPr/>
        <p:txBody>
          <a:bodyPr/>
          <a:lstStyle/>
          <a:p>
            <a:r>
              <a:rPr lang="en-US" smtClean="0"/>
              <a:t>For internal use - Confidential</a:t>
            </a:r>
            <a:endParaRPr lang="en-US" dirty="0"/>
          </a:p>
        </p:txBody>
      </p:sp>
    </p:spTree>
    <p:extLst>
      <p:ext uri="{BB962C8B-B14F-4D97-AF65-F5344CB8AC3E}">
        <p14:creationId xmlns:p14="http://schemas.microsoft.com/office/powerpoint/2010/main" val="3257521640"/>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黑体" panose="02010609060101010101" pitchFamily="49" charset="-122"/>
                <a:ea typeface="黑体" panose="02010609060101010101" pitchFamily="49" charset="-122"/>
              </a:rPr>
              <a:t>计量要求</a:t>
            </a:r>
            <a:endParaRPr lang="zh-CN" altLang="en-US" dirty="0"/>
          </a:p>
        </p:txBody>
      </p:sp>
      <p:sp>
        <p:nvSpPr>
          <p:cNvPr id="3" name="标题 2"/>
          <p:cNvSpPr>
            <a:spLocks noGrp="1"/>
          </p:cNvSpPr>
          <p:nvPr>
            <p:ph type="title" idx="99"/>
          </p:nvPr>
        </p:nvSpPr>
        <p:spPr/>
        <p:txBody>
          <a:bodyPr/>
          <a:lstStyle/>
          <a:p>
            <a:r>
              <a:rPr lang="zh-CN" altLang="en-US" dirty="0" smtClean="0">
                <a:latin typeface="黑体" panose="02010609060101010101" pitchFamily="49" charset="-122"/>
                <a:ea typeface="黑体" panose="02010609060101010101" pitchFamily="49" charset="-122"/>
              </a:rPr>
              <a:t>传感器性能参数与</a:t>
            </a:r>
            <a:r>
              <a:rPr lang="zh-CN" altLang="en-US" dirty="0" smtClean="0">
                <a:latin typeface="黑体" panose="02010609060101010101" pitchFamily="49" charset="-122"/>
                <a:ea typeface="黑体" panose="02010609060101010101" pitchFamily="49" charset="-122"/>
              </a:rPr>
              <a:t>衡器相关应用要求的关系</a:t>
            </a:r>
            <a:endParaRPr lang="zh-CN" altLang="en-US" dirty="0">
              <a:latin typeface="黑体" panose="02010609060101010101" pitchFamily="49" charset="-122"/>
              <a:ea typeface="黑体" panose="02010609060101010101" pitchFamily="49" charset="-122"/>
            </a:endParaRPr>
          </a:p>
        </p:txBody>
      </p:sp>
      <p:sp>
        <p:nvSpPr>
          <p:cNvPr id="5" name="灯片编号占位符 4"/>
          <p:cNvSpPr>
            <a:spLocks noGrp="1"/>
          </p:cNvSpPr>
          <p:nvPr>
            <p:ph type="sldNum" sz="quarter" idx="100"/>
          </p:nvPr>
        </p:nvSpPr>
        <p:spPr/>
        <p:txBody>
          <a:bodyPr/>
          <a:lstStyle/>
          <a:p>
            <a:fld id="{2B2B68EE-DD1E-4368-AFCE-24A50EC7BF18}" type="slidenum">
              <a:rPr lang="en-US" smtClean="0"/>
              <a:pPr/>
              <a:t>39</a:t>
            </a:fld>
            <a:endParaRPr lang="en-US" dirty="0"/>
          </a:p>
        </p:txBody>
      </p:sp>
      <p:sp>
        <p:nvSpPr>
          <p:cNvPr id="6" name="页脚占位符 5"/>
          <p:cNvSpPr>
            <a:spLocks noGrp="1"/>
          </p:cNvSpPr>
          <p:nvPr>
            <p:ph type="ftr" sz="quarter" idx="101"/>
          </p:nvPr>
        </p:nvSpPr>
        <p:spPr/>
        <p:txBody>
          <a:bodyPr/>
          <a:lstStyle/>
          <a:p>
            <a:r>
              <a:rPr lang="en-US" smtClean="0"/>
              <a:t>For internal use - Confidential</a:t>
            </a:r>
            <a:endParaRPr lang="en-US" dirty="0"/>
          </a:p>
        </p:txBody>
      </p:sp>
      <p:graphicFrame>
        <p:nvGraphicFramePr>
          <p:cNvPr id="11" name="内容占位符 10"/>
          <p:cNvGraphicFramePr>
            <a:graphicFrameLocks noGrp="1"/>
          </p:cNvGraphicFramePr>
          <p:nvPr>
            <p:ph idx="1"/>
            <p:extLst>
              <p:ext uri="{D42A27DB-BD31-4B8C-83A1-F6EECF244321}">
                <p14:modId xmlns:p14="http://schemas.microsoft.com/office/powerpoint/2010/main" val="1702452481"/>
              </p:ext>
            </p:extLst>
          </p:nvPr>
        </p:nvGraphicFramePr>
        <p:xfrm>
          <a:off x="395288" y="1485900"/>
          <a:ext cx="8353426" cy="489585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595839194"/>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latin typeface="黑体" panose="02010609060101010101" pitchFamily="49" charset="-122"/>
                <a:ea typeface="黑体" panose="02010609060101010101" pitchFamily="49" charset="-122"/>
              </a:rPr>
              <a:t>计量要求</a:t>
            </a:r>
            <a:endParaRPr lang="zh-CN" altLang="en-US" dirty="0"/>
          </a:p>
        </p:txBody>
      </p:sp>
      <p:sp>
        <p:nvSpPr>
          <p:cNvPr id="3" name="标题 2"/>
          <p:cNvSpPr>
            <a:spLocks noGrp="1"/>
          </p:cNvSpPr>
          <p:nvPr>
            <p:ph type="title" idx="99"/>
          </p:nvPr>
        </p:nvSpPr>
        <p:spPr/>
        <p:txBody>
          <a:bodyPr/>
          <a:lstStyle/>
          <a:p>
            <a:r>
              <a:rPr lang="en-US" altLang="zh-CN" dirty="0"/>
              <a:t>Influence quantities (Rated operating conditions)</a:t>
            </a:r>
            <a:br>
              <a:rPr lang="en-US" altLang="zh-CN" dirty="0"/>
            </a:br>
            <a:endParaRPr lang="zh-CN" altLang="en-US" dirty="0"/>
          </a:p>
        </p:txBody>
      </p:sp>
      <p:sp>
        <p:nvSpPr>
          <p:cNvPr id="4" name="内容占位符 3"/>
          <p:cNvSpPr>
            <a:spLocks noGrp="1"/>
          </p:cNvSpPr>
          <p:nvPr>
            <p:ph idx="1"/>
          </p:nvPr>
        </p:nvSpPr>
        <p:spPr>
          <a:xfrm>
            <a:off x="321548" y="1485900"/>
            <a:ext cx="8568000" cy="4895850"/>
          </a:xfrm>
        </p:spPr>
        <p:txBody>
          <a:bodyPr/>
          <a:lstStyle/>
          <a:p>
            <a:pPr marL="179387" lvl="1" indent="0">
              <a:buNone/>
            </a:pPr>
            <a:r>
              <a:rPr lang="zh-CN" altLang="en-US" dirty="0" smtClean="0">
                <a:latin typeface="黑体" panose="02010609060101010101" pitchFamily="49" charset="-122"/>
                <a:ea typeface="黑体" panose="02010609060101010101" pitchFamily="49" charset="-122"/>
                <a:cs typeface="Arial" panose="020B0604020202020204" pitchFamily="34" charset="0"/>
              </a:rPr>
              <a:t>下面的几个影响因子属于额定工作条件适用于各种型式的传感器，无论是无源的或是有源的。</a:t>
            </a:r>
            <a:endParaRPr lang="en-US" altLang="zh-CN" dirty="0" smtClean="0">
              <a:latin typeface="黑体" panose="02010609060101010101" pitchFamily="49" charset="-122"/>
              <a:ea typeface="黑体" panose="02010609060101010101" pitchFamily="49" charset="-122"/>
              <a:cs typeface="Arial" panose="020B0604020202020204" pitchFamily="34" charset="0"/>
            </a:endParaRPr>
          </a:p>
          <a:p>
            <a:r>
              <a:rPr lang="en-US" altLang="zh-CN" b="1" dirty="0" smtClean="0">
                <a:latin typeface="Arial" panose="020B0604020202020204" pitchFamily="34" charset="0"/>
                <a:ea typeface="黑体" panose="02010609060101010101" pitchFamily="49" charset="-122"/>
                <a:cs typeface="Arial" panose="020B0604020202020204" pitchFamily="34" charset="0"/>
              </a:rPr>
              <a:t>Temperature</a:t>
            </a:r>
          </a:p>
          <a:p>
            <a:pPr marL="357188" lvl="2" indent="0">
              <a:buNone/>
            </a:pPr>
            <a:r>
              <a:rPr lang="zh-CN" altLang="en-US" dirty="0" smtClean="0">
                <a:latin typeface="Arial" panose="020B0604020202020204" pitchFamily="34" charset="0"/>
                <a:ea typeface="黑体" panose="02010609060101010101" pitchFamily="49" charset="-122"/>
                <a:cs typeface="Arial" panose="020B0604020202020204" pitchFamily="34" charset="0"/>
              </a:rPr>
              <a:t>温度范围和温度特性</a:t>
            </a:r>
            <a:endParaRPr lang="en-US" altLang="zh-CN" dirty="0" smtClean="0">
              <a:latin typeface="Arial" panose="020B0604020202020204" pitchFamily="34" charset="0"/>
              <a:ea typeface="黑体" panose="02010609060101010101" pitchFamily="49" charset="-122"/>
              <a:cs typeface="Arial" panose="020B0604020202020204" pitchFamily="34" charset="0"/>
            </a:endParaRPr>
          </a:p>
          <a:p>
            <a:pPr marL="357188" lvl="2" indent="0">
              <a:buNone/>
            </a:pPr>
            <a:r>
              <a:rPr lang="en-US" altLang="zh-CN" dirty="0" smtClean="0">
                <a:latin typeface="Arial" panose="020B0604020202020204" pitchFamily="34" charset="0"/>
                <a:ea typeface="黑体" panose="02010609060101010101" pitchFamily="49" charset="-122"/>
                <a:cs typeface="Arial" panose="020B0604020202020204" pitchFamily="34" charset="0"/>
              </a:rPr>
              <a:t>Excluding </a:t>
            </a:r>
            <a:r>
              <a:rPr lang="en-US" altLang="zh-CN" dirty="0">
                <a:latin typeface="Arial" panose="020B0604020202020204" pitchFamily="34" charset="0"/>
                <a:ea typeface="黑体" panose="02010609060101010101" pitchFamily="49" charset="-122"/>
                <a:cs typeface="Arial" panose="020B0604020202020204" pitchFamily="34" charset="0"/>
              </a:rPr>
              <a:t>temperature effects on minimum dead load output, the load cell shall perform within the limits of error </a:t>
            </a:r>
            <a:r>
              <a:rPr lang="en-US" altLang="zh-CN" dirty="0" smtClean="0">
                <a:latin typeface="Arial" panose="020B0604020202020204" pitchFamily="34" charset="0"/>
                <a:ea typeface="黑体" panose="02010609060101010101" pitchFamily="49" charset="-122"/>
                <a:cs typeface="Arial" panose="020B0604020202020204" pitchFamily="34" charset="0"/>
              </a:rPr>
              <a:t>over </a:t>
            </a:r>
            <a:r>
              <a:rPr lang="en-US" altLang="zh-CN" dirty="0">
                <a:latin typeface="Arial" panose="020B0604020202020204" pitchFamily="34" charset="0"/>
                <a:ea typeface="黑体" panose="02010609060101010101" pitchFamily="49" charset="-122"/>
                <a:cs typeface="Arial" panose="020B0604020202020204" pitchFamily="34" charset="0"/>
              </a:rPr>
              <a:t>the temperature range of – 10 </a:t>
            </a:r>
            <a:r>
              <a:rPr lang="en-US" altLang="zh-CN" dirty="0" smtClean="0">
                <a:latin typeface="Arial"/>
                <a:ea typeface="黑体" panose="02010609060101010101" pitchFamily="49" charset="-122"/>
                <a:cs typeface="Arial"/>
              </a:rPr>
              <a:t>º</a:t>
            </a:r>
            <a:r>
              <a:rPr lang="en-US" altLang="zh-CN" dirty="0" smtClean="0">
                <a:latin typeface="Arial" panose="020B0604020202020204" pitchFamily="34" charset="0"/>
                <a:ea typeface="黑体" panose="02010609060101010101" pitchFamily="49" charset="-122"/>
                <a:cs typeface="Arial" panose="020B0604020202020204" pitchFamily="34" charset="0"/>
              </a:rPr>
              <a:t>C </a:t>
            </a:r>
            <a:r>
              <a:rPr lang="en-US" altLang="zh-CN" dirty="0">
                <a:latin typeface="Arial" panose="020B0604020202020204" pitchFamily="34" charset="0"/>
                <a:ea typeface="黑体" panose="02010609060101010101" pitchFamily="49" charset="-122"/>
                <a:cs typeface="Arial" panose="020B0604020202020204" pitchFamily="34" charset="0"/>
              </a:rPr>
              <a:t>to + 40 </a:t>
            </a:r>
            <a:r>
              <a:rPr lang="en-US" altLang="zh-CN" dirty="0" smtClean="0">
                <a:latin typeface="Arial"/>
                <a:ea typeface="黑体" panose="02010609060101010101" pitchFamily="49" charset="-122"/>
                <a:cs typeface="Arial"/>
              </a:rPr>
              <a:t>º</a:t>
            </a:r>
            <a:r>
              <a:rPr lang="en-US" altLang="zh-CN" dirty="0" smtClean="0">
                <a:latin typeface="Arial" panose="020B0604020202020204" pitchFamily="34" charset="0"/>
                <a:ea typeface="黑体" panose="02010609060101010101" pitchFamily="49" charset="-122"/>
                <a:cs typeface="Arial" panose="020B0604020202020204" pitchFamily="34" charset="0"/>
              </a:rPr>
              <a:t>C</a:t>
            </a:r>
            <a:r>
              <a:rPr lang="en-US" altLang="zh-CN" dirty="0">
                <a:latin typeface="Arial" panose="020B0604020202020204" pitchFamily="34" charset="0"/>
                <a:ea typeface="黑体" panose="02010609060101010101" pitchFamily="49" charset="-122"/>
                <a:cs typeface="Arial" panose="020B0604020202020204" pitchFamily="34" charset="0"/>
              </a:rPr>
              <a:t>, unless otherwise </a:t>
            </a:r>
            <a:r>
              <a:rPr lang="en-US" altLang="zh-CN" dirty="0" smtClean="0">
                <a:latin typeface="Arial" panose="020B0604020202020204" pitchFamily="34" charset="0"/>
                <a:ea typeface="黑体" panose="02010609060101010101" pitchFamily="49" charset="-122"/>
                <a:cs typeface="Arial" panose="020B0604020202020204" pitchFamily="34" charset="0"/>
              </a:rPr>
              <a:t>specified.</a:t>
            </a:r>
            <a:endParaRPr lang="en-US" altLang="zh-CN" dirty="0">
              <a:latin typeface="Arial" panose="020B0604020202020204" pitchFamily="34" charset="0"/>
              <a:ea typeface="黑体" panose="02010609060101010101" pitchFamily="49" charset="-122"/>
              <a:cs typeface="Arial" panose="020B0604020202020204" pitchFamily="34" charset="0"/>
            </a:endParaRPr>
          </a:p>
          <a:p>
            <a:pPr marL="1257300" lvl="3" indent="-725488">
              <a:buNone/>
            </a:pPr>
            <a:r>
              <a:rPr lang="en-US" altLang="zh-CN" dirty="0">
                <a:latin typeface="Arial" panose="020B0604020202020204" pitchFamily="34" charset="0"/>
                <a:ea typeface="黑体" panose="02010609060101010101" pitchFamily="49" charset="-122"/>
                <a:cs typeface="Arial" panose="020B0604020202020204" pitchFamily="34" charset="0"/>
              </a:rPr>
              <a:t>Note:    National  legislation  may  prescribe  alternative  temperature  limits  </a:t>
            </a:r>
            <a:r>
              <a:rPr lang="en-US" altLang="zh-CN" b="1" dirty="0">
                <a:latin typeface="Arial" panose="020B0604020202020204" pitchFamily="34" charset="0"/>
                <a:ea typeface="黑体" panose="02010609060101010101" pitchFamily="49" charset="-122"/>
                <a:cs typeface="Arial" panose="020B0604020202020204" pitchFamily="34" charset="0"/>
              </a:rPr>
              <a:t>outside  of  the  range specified above </a:t>
            </a:r>
            <a:r>
              <a:rPr lang="en-US" altLang="zh-CN" dirty="0">
                <a:latin typeface="Arial" panose="020B0604020202020204" pitchFamily="34" charset="0"/>
                <a:ea typeface="黑体" panose="02010609060101010101" pitchFamily="49" charset="-122"/>
                <a:cs typeface="Arial" panose="020B0604020202020204" pitchFamily="34" charset="0"/>
              </a:rPr>
              <a:t>as appropriate for local climatic conditions and the environmental conditions that can be anticipated</a:t>
            </a:r>
          </a:p>
          <a:p>
            <a:pPr marL="531813" lvl="3" indent="0">
              <a:buNone/>
            </a:pPr>
            <a:r>
              <a:rPr lang="en-US" altLang="zh-CN" dirty="0">
                <a:latin typeface="Arial" panose="020B0604020202020204" pitchFamily="34" charset="0"/>
                <a:ea typeface="黑体" panose="02010609060101010101" pitchFamily="49" charset="-122"/>
                <a:cs typeface="Arial" panose="020B0604020202020204" pitchFamily="34" charset="0"/>
              </a:rPr>
              <a:t>Load cells for which particular limits of working temperature are specified shall satisfy, within those ranges, the conditions defined in 5.3.2. The span of these ranges shall be at least</a:t>
            </a:r>
            <a:r>
              <a:rPr lang="en-US" altLang="zh-CN" dirty="0" smtClean="0">
                <a:latin typeface="Arial" panose="020B0604020202020204" pitchFamily="34" charset="0"/>
                <a:ea typeface="黑体" panose="02010609060101010101" pitchFamily="49" charset="-122"/>
                <a:cs typeface="Arial" panose="020B0604020202020204" pitchFamily="34" charset="0"/>
              </a:rPr>
              <a:t>:</a:t>
            </a:r>
            <a:endParaRPr lang="en-US" altLang="zh-CN" dirty="0">
              <a:latin typeface="Arial" panose="020B0604020202020204" pitchFamily="34" charset="0"/>
              <a:ea typeface="黑体" panose="02010609060101010101" pitchFamily="49" charset="-122"/>
              <a:cs typeface="Arial" panose="020B0604020202020204" pitchFamily="34" charset="0"/>
            </a:endParaRPr>
          </a:p>
          <a:p>
            <a:pPr lvl="4"/>
            <a:r>
              <a:rPr lang="en-US" altLang="zh-CN" dirty="0">
                <a:latin typeface="Arial" panose="020B0604020202020204" pitchFamily="34" charset="0"/>
                <a:ea typeface="黑体" panose="02010609060101010101" pitchFamily="49" charset="-122"/>
                <a:cs typeface="Arial" panose="020B0604020202020204" pitchFamily="34" charset="0"/>
              </a:rPr>
              <a:t>5 </a:t>
            </a:r>
            <a:r>
              <a:rPr lang="en-US" altLang="zh-CN" dirty="0" smtClean="0">
                <a:latin typeface="Arial" panose="020B0604020202020204" pitchFamily="34" charset="0"/>
                <a:ea typeface="黑体" panose="02010609060101010101" pitchFamily="49" charset="-122"/>
                <a:cs typeface="Arial" panose="020B0604020202020204" pitchFamily="34" charset="0"/>
              </a:rPr>
              <a:t>°  C </a:t>
            </a:r>
            <a:r>
              <a:rPr lang="en-US" altLang="zh-CN" dirty="0">
                <a:latin typeface="Arial" panose="020B0604020202020204" pitchFamily="34" charset="0"/>
                <a:ea typeface="黑体" panose="02010609060101010101" pitchFamily="49" charset="-122"/>
                <a:cs typeface="Arial" panose="020B0604020202020204" pitchFamily="34" charset="0"/>
              </a:rPr>
              <a:t>for load cells of class A;</a:t>
            </a:r>
          </a:p>
          <a:p>
            <a:pPr lvl="4"/>
            <a:r>
              <a:rPr lang="en-US" altLang="zh-CN" dirty="0">
                <a:latin typeface="Arial" panose="020B0604020202020204" pitchFamily="34" charset="0"/>
                <a:ea typeface="黑体" panose="02010609060101010101" pitchFamily="49" charset="-122"/>
                <a:cs typeface="Arial" panose="020B0604020202020204" pitchFamily="34" charset="0"/>
              </a:rPr>
              <a:t>15 °C for load cells of class B;</a:t>
            </a:r>
          </a:p>
          <a:p>
            <a:pPr lvl="4">
              <a:spcAft>
                <a:spcPts val="1200"/>
              </a:spcAft>
            </a:pPr>
            <a:r>
              <a:rPr lang="en-US" altLang="zh-CN" dirty="0">
                <a:latin typeface="Arial" panose="020B0604020202020204" pitchFamily="34" charset="0"/>
                <a:ea typeface="黑体" panose="02010609060101010101" pitchFamily="49" charset="-122"/>
                <a:cs typeface="Arial" panose="020B0604020202020204" pitchFamily="34" charset="0"/>
              </a:rPr>
              <a:t>30 °C for load cells of classes C and D</a:t>
            </a:r>
          </a:p>
          <a:p>
            <a:pPr marL="357188" lvl="2" indent="457200">
              <a:buNone/>
            </a:pPr>
            <a:r>
              <a:rPr lang="zh-CN" altLang="en-US" dirty="0" smtClean="0">
                <a:latin typeface="Arial" panose="020B0604020202020204" pitchFamily="34" charset="0"/>
                <a:ea typeface="黑体" panose="02010609060101010101" pitchFamily="49" charset="-122"/>
                <a:cs typeface="Arial" panose="020B0604020202020204" pitchFamily="34" charset="0"/>
              </a:rPr>
              <a:t>关于国家标准规定温度范围，如果不是 </a:t>
            </a:r>
            <a:r>
              <a:rPr lang="en-US" altLang="zh-CN" dirty="0" smtClean="0">
                <a:latin typeface="Arial" panose="020B0604020202020204" pitchFamily="34" charset="0"/>
                <a:ea typeface="黑体" panose="02010609060101010101" pitchFamily="49" charset="-122"/>
                <a:cs typeface="Arial" panose="020B0604020202020204" pitchFamily="34" charset="0"/>
              </a:rPr>
              <a:t>-10 ~ 40ºC</a:t>
            </a:r>
            <a:r>
              <a:rPr lang="zh-CN" altLang="en-US" dirty="0" smtClean="0">
                <a:latin typeface="Arial" panose="020B0604020202020204" pitchFamily="34" charset="0"/>
                <a:ea typeface="黑体" panose="02010609060101010101" pitchFamily="49" charset="-122"/>
                <a:cs typeface="Arial" panose="020B0604020202020204" pitchFamily="34" charset="0"/>
              </a:rPr>
              <a:t>，范围</a:t>
            </a:r>
            <a:r>
              <a:rPr lang="zh-CN" altLang="en-US" dirty="0">
                <a:latin typeface="Arial" panose="020B0604020202020204" pitchFamily="34" charset="0"/>
                <a:ea typeface="黑体" panose="02010609060101010101" pitchFamily="49" charset="-122"/>
                <a:cs typeface="Arial" panose="020B0604020202020204" pitchFamily="34" charset="0"/>
              </a:rPr>
              <a:t>更</a:t>
            </a:r>
            <a:r>
              <a:rPr lang="zh-CN" altLang="en-US" dirty="0" smtClean="0">
                <a:latin typeface="Arial" panose="020B0604020202020204" pitchFamily="34" charset="0"/>
                <a:ea typeface="黑体" panose="02010609060101010101" pitchFamily="49" charset="-122"/>
                <a:cs typeface="Arial" panose="020B0604020202020204" pitchFamily="34" charset="0"/>
              </a:rPr>
              <a:t>大不限定，范围变小必须符合上述不同等级的最小值限定。</a:t>
            </a:r>
            <a:endParaRPr lang="zh-CN" altLang="en-US" dirty="0">
              <a:latin typeface="Arial" panose="020B0604020202020204" pitchFamily="34" charset="0"/>
              <a:ea typeface="黑体" panose="02010609060101010101" pitchFamily="49" charset="-122"/>
              <a:cs typeface="Arial" panose="020B0604020202020204" pitchFamily="34" charset="0"/>
            </a:endParaRPr>
          </a:p>
        </p:txBody>
      </p:sp>
      <p:sp>
        <p:nvSpPr>
          <p:cNvPr id="5" name="灯片编号占位符 4"/>
          <p:cNvSpPr>
            <a:spLocks noGrp="1"/>
          </p:cNvSpPr>
          <p:nvPr>
            <p:ph type="sldNum" sz="quarter" idx="100"/>
          </p:nvPr>
        </p:nvSpPr>
        <p:spPr/>
        <p:txBody>
          <a:bodyPr/>
          <a:lstStyle/>
          <a:p>
            <a:fld id="{2B2B68EE-DD1E-4368-AFCE-24A50EC7BF18}" type="slidenum">
              <a:rPr lang="en-US" smtClean="0"/>
              <a:pPr/>
              <a:t>40</a:t>
            </a:fld>
            <a:endParaRPr lang="en-US" dirty="0"/>
          </a:p>
        </p:txBody>
      </p:sp>
      <p:sp>
        <p:nvSpPr>
          <p:cNvPr id="6" name="页脚占位符 5"/>
          <p:cNvSpPr>
            <a:spLocks noGrp="1"/>
          </p:cNvSpPr>
          <p:nvPr>
            <p:ph type="ftr" sz="quarter" idx="101"/>
          </p:nvPr>
        </p:nvSpPr>
        <p:spPr/>
        <p:txBody>
          <a:bodyPr/>
          <a:lstStyle/>
          <a:p>
            <a:r>
              <a:rPr lang="en-US" smtClean="0"/>
              <a:t>For internal use - Confidential</a:t>
            </a:r>
            <a:endParaRPr lang="en-US" dirty="0"/>
          </a:p>
        </p:txBody>
      </p:sp>
    </p:spTree>
    <p:extLst>
      <p:ext uri="{BB962C8B-B14F-4D97-AF65-F5344CB8AC3E}">
        <p14:creationId xmlns:p14="http://schemas.microsoft.com/office/powerpoint/2010/main" val="3032647682"/>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latin typeface="黑体" panose="02010609060101010101" pitchFamily="49" charset="-122"/>
                <a:ea typeface="黑体" panose="02010609060101010101" pitchFamily="49" charset="-122"/>
              </a:rPr>
              <a:t>计量要求</a:t>
            </a:r>
            <a:endParaRPr lang="zh-CN" altLang="en-US" dirty="0"/>
          </a:p>
        </p:txBody>
      </p:sp>
      <mc:AlternateContent xmlns:mc="http://schemas.openxmlformats.org/markup-compatibility/2006" xmlns:a14="http://schemas.microsoft.com/office/drawing/2010/main">
        <mc:Choice Requires="a14">
          <p:sp>
            <p:nvSpPr>
              <p:cNvPr id="4" name="内容占位符 3"/>
              <p:cNvSpPr>
                <a:spLocks noGrp="1"/>
              </p:cNvSpPr>
              <p:nvPr>
                <p:ph idx="1"/>
              </p:nvPr>
            </p:nvSpPr>
            <p:spPr/>
            <p:txBody>
              <a:bodyPr/>
              <a:lstStyle/>
              <a:p>
                <a:pPr marL="265113" indent="-265113">
                  <a:spcAft>
                    <a:spcPts val="1200"/>
                  </a:spcAft>
                </a:pPr>
                <a:r>
                  <a:rPr lang="en-US" altLang="zh-CN" b="1" dirty="0" smtClean="0">
                    <a:latin typeface="Arial" panose="020B0604020202020204" pitchFamily="34" charset="0"/>
                    <a:ea typeface="黑体" panose="02010609060101010101" pitchFamily="49" charset="-122"/>
                    <a:cs typeface="Arial" panose="020B0604020202020204" pitchFamily="34" charset="0"/>
                  </a:rPr>
                  <a:t>Temperature effect on minimum dead load output</a:t>
                </a:r>
                <a:br>
                  <a:rPr lang="en-US" altLang="zh-CN" b="1" dirty="0" smtClean="0">
                    <a:latin typeface="Arial" panose="020B0604020202020204" pitchFamily="34" charset="0"/>
                    <a:ea typeface="黑体" panose="02010609060101010101" pitchFamily="49" charset="-122"/>
                    <a:cs typeface="Arial" panose="020B0604020202020204" pitchFamily="34" charset="0"/>
                  </a:rPr>
                </a:br>
                <a:r>
                  <a:rPr lang="zh-CN" altLang="en-US" dirty="0" smtClean="0">
                    <a:latin typeface="Arial" panose="020B0604020202020204" pitchFamily="34" charset="0"/>
                    <a:ea typeface="黑体" panose="02010609060101010101" pitchFamily="49" charset="-122"/>
                    <a:cs typeface="Arial" panose="020B0604020202020204" pitchFamily="34" charset="0"/>
                  </a:rPr>
                  <a:t>温度对最小静载荷输出的影响</a:t>
                </a:r>
                <a:endParaRPr lang="en-US" altLang="zh-CN" dirty="0" smtClean="0">
                  <a:latin typeface="Arial" panose="020B0604020202020204" pitchFamily="34" charset="0"/>
                  <a:ea typeface="黑体" panose="02010609060101010101" pitchFamily="49" charset="-122"/>
                  <a:cs typeface="Arial" panose="020B0604020202020204" pitchFamily="34" charset="0"/>
                </a:endParaRPr>
              </a:p>
              <a:p>
                <a:pPr marL="361950" lvl="2" indent="0">
                  <a:spcAft>
                    <a:spcPts val="1200"/>
                  </a:spcAft>
                  <a:buNone/>
                </a:pPr>
                <a:r>
                  <a:rPr lang="en-US" altLang="zh-CN" dirty="0">
                    <a:latin typeface="Arial" panose="020B0604020202020204" pitchFamily="34" charset="0"/>
                    <a:ea typeface="黑体" panose="02010609060101010101" pitchFamily="49" charset="-122"/>
                    <a:cs typeface="Arial" panose="020B0604020202020204" pitchFamily="34" charset="0"/>
                  </a:rPr>
                  <a:t>The minimum dead load output of the load cell over the temperature range, </a:t>
                </a:r>
                <a:r>
                  <a:rPr lang="en-US" altLang="zh-CN" dirty="0" smtClean="0">
                    <a:latin typeface="Arial" panose="020B0604020202020204" pitchFamily="34" charset="0"/>
                    <a:ea typeface="黑体" panose="02010609060101010101" pitchFamily="49" charset="-122"/>
                    <a:cs typeface="Arial" panose="020B0604020202020204" pitchFamily="34" charset="0"/>
                  </a:rPr>
                  <a:t>shall </a:t>
                </a:r>
                <a:r>
                  <a:rPr lang="en-US" altLang="zh-CN" dirty="0">
                    <a:latin typeface="Arial" panose="020B0604020202020204" pitchFamily="34" charset="0"/>
                    <a:ea typeface="黑体" panose="02010609060101010101" pitchFamily="49" charset="-122"/>
                    <a:cs typeface="Arial" panose="020B0604020202020204" pitchFamily="34" charset="0"/>
                  </a:rPr>
                  <a:t>not vary by an amount greater than the apportioning factor, </a:t>
                </a:r>
                <a14:m>
                  <m:oMath xmlns:m="http://schemas.openxmlformats.org/officeDocument/2006/math">
                    <m:sSub>
                      <m:sSubPr>
                        <m:ctrlPr>
                          <a:rPr lang="en-US" altLang="zh-CN" i="1" dirty="0" smtClean="0">
                            <a:latin typeface="Cambria Math"/>
                          </a:rPr>
                        </m:ctrlPr>
                      </m:sSubPr>
                      <m:e>
                        <m:r>
                          <a:rPr lang="en-US" altLang="zh-CN" b="0" i="1" dirty="0" smtClean="0">
                            <a:latin typeface="Cambria Math"/>
                          </a:rPr>
                          <m:t>𝑝</m:t>
                        </m:r>
                      </m:e>
                      <m:sub>
                        <m:r>
                          <a:rPr lang="en-US" altLang="zh-CN" b="0" i="1" dirty="0" smtClean="0">
                            <a:latin typeface="Cambria Math"/>
                          </a:rPr>
                          <m:t>𝐿𝐶</m:t>
                        </m:r>
                      </m:sub>
                    </m:sSub>
                  </m:oMath>
                </a14:m>
                <a:r>
                  <a:rPr lang="en-US" altLang="zh-CN" dirty="0">
                    <a:latin typeface="Arial" panose="020B0604020202020204" pitchFamily="34" charset="0"/>
                    <a:ea typeface="黑体" panose="02010609060101010101" pitchFamily="49" charset="-122"/>
                    <a:cs typeface="Arial" panose="020B0604020202020204" pitchFamily="34" charset="0"/>
                  </a:rPr>
                  <a:t>, times the minimum load cell verification interval, </a:t>
                </a:r>
                <a14:m>
                  <m:oMath xmlns:m="http://schemas.openxmlformats.org/officeDocument/2006/math">
                    <m:sSub>
                      <m:sSubPr>
                        <m:ctrlPr>
                          <a:rPr lang="en-US" altLang="zh-CN" i="1" dirty="0" smtClean="0">
                            <a:latin typeface="Cambria Math"/>
                          </a:rPr>
                        </m:ctrlPr>
                      </m:sSubPr>
                      <m:e>
                        <m:r>
                          <a:rPr lang="en-US" altLang="zh-CN" b="0" i="1" dirty="0" smtClean="0">
                            <a:latin typeface="Cambria Math"/>
                          </a:rPr>
                          <m:t>𝑣</m:t>
                        </m:r>
                      </m:e>
                      <m:sub>
                        <m:r>
                          <a:rPr lang="en-US" altLang="zh-CN" b="0" i="1" dirty="0" smtClean="0">
                            <a:latin typeface="Cambria Math"/>
                          </a:rPr>
                          <m:t>𝑚𝑖𝑛</m:t>
                        </m:r>
                      </m:sub>
                    </m:sSub>
                  </m:oMath>
                </a14:m>
                <a:r>
                  <a:rPr lang="en-US" altLang="zh-CN" dirty="0">
                    <a:latin typeface="Arial" panose="020B0604020202020204" pitchFamily="34" charset="0"/>
                    <a:ea typeface="黑体" panose="02010609060101010101" pitchFamily="49" charset="-122"/>
                    <a:cs typeface="Arial" panose="020B0604020202020204" pitchFamily="34" charset="0"/>
                  </a:rPr>
                  <a:t>, for any change in ambient temperature of</a:t>
                </a:r>
                <a:r>
                  <a:rPr lang="en-US" altLang="zh-CN" dirty="0" smtClean="0">
                    <a:latin typeface="Arial" panose="020B0604020202020204" pitchFamily="34" charset="0"/>
                    <a:ea typeface="黑体" panose="02010609060101010101" pitchFamily="49" charset="-122"/>
                    <a:cs typeface="Arial" panose="020B0604020202020204" pitchFamily="34" charset="0"/>
                  </a:rPr>
                  <a:t>:</a:t>
                </a:r>
                <a:endParaRPr lang="en-US" altLang="zh-CN" dirty="0">
                  <a:latin typeface="Arial" panose="020B0604020202020204" pitchFamily="34" charset="0"/>
                  <a:ea typeface="黑体" panose="02010609060101010101" pitchFamily="49" charset="-122"/>
                  <a:cs typeface="Arial" panose="020B0604020202020204" pitchFamily="34" charset="0"/>
                </a:endParaRPr>
              </a:p>
              <a:p>
                <a:pPr marL="361950" lvl="2" indent="0">
                  <a:buNone/>
                </a:pPr>
                <a:r>
                  <a:rPr lang="en-US" altLang="zh-CN" dirty="0">
                    <a:latin typeface="Arial" panose="020B0604020202020204" pitchFamily="34" charset="0"/>
                    <a:ea typeface="黑体" panose="02010609060101010101" pitchFamily="49" charset="-122"/>
                    <a:cs typeface="Arial" panose="020B0604020202020204" pitchFamily="34" charset="0"/>
                  </a:rPr>
                  <a:t>2 °C for load cells of class A;</a:t>
                </a:r>
              </a:p>
              <a:p>
                <a:pPr marL="361950" lvl="2" indent="0">
                  <a:spcAft>
                    <a:spcPts val="1200"/>
                  </a:spcAft>
                  <a:buNone/>
                </a:pPr>
                <a:r>
                  <a:rPr lang="en-US" altLang="zh-CN" dirty="0">
                    <a:latin typeface="Arial" panose="020B0604020202020204" pitchFamily="34" charset="0"/>
                    <a:ea typeface="黑体" panose="02010609060101010101" pitchFamily="49" charset="-122"/>
                    <a:cs typeface="Arial" panose="020B0604020202020204" pitchFamily="34" charset="0"/>
                  </a:rPr>
                  <a:t>5 °C for load cells of class B, C and </a:t>
                </a:r>
                <a:r>
                  <a:rPr lang="en-US" altLang="zh-CN" dirty="0" smtClean="0">
                    <a:latin typeface="Arial" panose="020B0604020202020204" pitchFamily="34" charset="0"/>
                    <a:ea typeface="黑体" panose="02010609060101010101" pitchFamily="49" charset="-122"/>
                    <a:cs typeface="Arial" panose="020B0604020202020204" pitchFamily="34" charset="0"/>
                  </a:rPr>
                  <a:t>D</a:t>
                </a:r>
              </a:p>
              <a:p>
                <a:pPr marL="361950" lvl="2" indent="457200">
                  <a:spcAft>
                    <a:spcPts val="1200"/>
                  </a:spcAft>
                  <a:buNone/>
                </a:pPr>
                <a:r>
                  <a:rPr lang="zh-CN" altLang="en-US" dirty="0" smtClean="0">
                    <a:latin typeface="Arial" panose="020B0604020202020204" pitchFamily="34" charset="0"/>
                    <a:ea typeface="黑体" panose="02010609060101010101" pitchFamily="49" charset="-122"/>
                    <a:cs typeface="Arial" panose="020B0604020202020204" pitchFamily="34" charset="0"/>
                  </a:rPr>
                  <a:t>温度对最小静载荷输出影响的评价是相邻两个温度之间的，并不</a:t>
                </a:r>
                <a:r>
                  <a:rPr lang="zh-CN" altLang="en-US" dirty="0">
                    <a:latin typeface="Arial" panose="020B0604020202020204" pitchFamily="34" charset="0"/>
                    <a:ea typeface="黑体" panose="02010609060101010101" pitchFamily="49" charset="-122"/>
                    <a:cs typeface="Arial" panose="020B0604020202020204" pitchFamily="34" charset="0"/>
                  </a:rPr>
                  <a:t>考虑</a:t>
                </a:r>
                <a:r>
                  <a:rPr lang="zh-CN" altLang="en-US" dirty="0" smtClean="0">
                    <a:latin typeface="Arial" panose="020B0604020202020204" pitchFamily="34" charset="0"/>
                    <a:ea typeface="黑体" panose="02010609060101010101" pitchFamily="49" charset="-122"/>
                    <a:cs typeface="Arial" panose="020B0604020202020204" pitchFamily="34" charset="0"/>
                  </a:rPr>
                  <a:t>温度变化的顺序，如果温度变化顺序对传感器空载输出的影响有明显差异且可再现，这不是设计特性而是产品因制造、安装或测试引起，应通过试验分析消除该现象。</a:t>
                </a:r>
                <a:endParaRPr lang="en-US" altLang="zh-CN" dirty="0" smtClean="0">
                  <a:latin typeface="Arial" panose="020B0604020202020204" pitchFamily="34" charset="0"/>
                  <a:ea typeface="黑体" panose="02010609060101010101" pitchFamily="49" charset="-122"/>
                  <a:cs typeface="Arial" panose="020B0604020202020204" pitchFamily="34" charset="0"/>
                </a:endParaRPr>
              </a:p>
              <a:p>
                <a:pPr marL="361950" lvl="2" indent="457200">
                  <a:spcAft>
                    <a:spcPts val="1200"/>
                  </a:spcAft>
                  <a:buNone/>
                </a:pPr>
                <a:r>
                  <a:rPr lang="zh-CN" altLang="en-US" dirty="0" smtClean="0">
                    <a:latin typeface="Arial" panose="020B0604020202020204" pitchFamily="34" charset="0"/>
                    <a:ea typeface="黑体" panose="02010609060101010101" pitchFamily="49" charset="-122"/>
                    <a:cs typeface="Arial" panose="020B0604020202020204" pitchFamily="34" charset="0"/>
                  </a:rPr>
                  <a:t>评价温度对最小静载荷输出的影响应在规定整个范围内，不是</a:t>
                </a:r>
                <a:r>
                  <a:rPr lang="en-US" altLang="zh-CN" dirty="0" smtClean="0">
                    <a:latin typeface="Arial" panose="020B0604020202020204" pitchFamily="34" charset="0"/>
                    <a:ea typeface="黑体" panose="02010609060101010101" pitchFamily="49" charset="-122"/>
                    <a:cs typeface="Arial" panose="020B0604020202020204" pitchFamily="34" charset="0"/>
                  </a:rPr>
                  <a:t>5</a:t>
                </a:r>
                <a:r>
                  <a:rPr lang="en-US" altLang="zh-CN" dirty="0" smtClean="0">
                    <a:latin typeface="Arial"/>
                    <a:ea typeface="黑体" panose="02010609060101010101" pitchFamily="49" charset="-122"/>
                    <a:cs typeface="Arial"/>
                  </a:rPr>
                  <a:t>ºC</a:t>
                </a:r>
                <a:r>
                  <a:rPr lang="zh-CN" altLang="en-US" dirty="0" smtClean="0">
                    <a:latin typeface="Arial"/>
                    <a:ea typeface="黑体" panose="02010609060101010101" pitchFamily="49" charset="-122"/>
                    <a:cs typeface="Arial"/>
                  </a:rPr>
                  <a:t>范围。</a:t>
                </a:r>
                <a:endParaRPr lang="en-US" altLang="zh-CN" dirty="0" smtClean="0">
                  <a:latin typeface="Arial" panose="020B0604020202020204" pitchFamily="34" charset="0"/>
                  <a:ea typeface="黑体" panose="02010609060101010101" pitchFamily="49" charset="-122"/>
                  <a:cs typeface="Arial" panose="020B0604020202020204" pitchFamily="34" charset="0"/>
                </a:endParaRPr>
              </a:p>
              <a:p>
                <a:pPr marL="361950" lvl="2" indent="457200">
                  <a:buNone/>
                </a:pPr>
                <a:r>
                  <a:rPr lang="en-US" altLang="zh-CN" dirty="0" smtClean="0">
                    <a:latin typeface="Arial" panose="020B0604020202020204" pitchFamily="34" charset="0"/>
                    <a:ea typeface="黑体" panose="02010609060101010101" pitchFamily="49" charset="-122"/>
                    <a:cs typeface="Arial" panose="020B0604020202020204" pitchFamily="34" charset="0"/>
                  </a:rPr>
                  <a:t>A</a:t>
                </a:r>
                <a:r>
                  <a:rPr lang="zh-CN" altLang="en-US" dirty="0" smtClean="0">
                    <a:latin typeface="Arial" panose="020B0604020202020204" pitchFamily="34" charset="0"/>
                    <a:ea typeface="黑体" panose="02010609060101010101" pitchFamily="49" charset="-122"/>
                    <a:cs typeface="Arial" panose="020B0604020202020204" pitchFamily="34" charset="0"/>
                  </a:rPr>
                  <a:t>级传感器温度对最小静载荷输出的影响是每</a:t>
                </a:r>
                <a:r>
                  <a:rPr lang="en-US" altLang="zh-CN" dirty="0" smtClean="0">
                    <a:latin typeface="Arial" panose="020B0604020202020204" pitchFamily="34" charset="0"/>
                    <a:ea typeface="黑体" panose="02010609060101010101" pitchFamily="49" charset="-122"/>
                    <a:cs typeface="Arial" panose="020B0604020202020204" pitchFamily="34" charset="0"/>
                  </a:rPr>
                  <a:t>2</a:t>
                </a:r>
                <a:r>
                  <a:rPr lang="en-US" altLang="zh-CN" dirty="0" smtClean="0">
                    <a:latin typeface="Arial"/>
                    <a:ea typeface="黑体" panose="02010609060101010101" pitchFamily="49" charset="-122"/>
                    <a:cs typeface="Arial"/>
                  </a:rPr>
                  <a:t>ºC</a:t>
                </a:r>
                <a:r>
                  <a:rPr lang="zh-CN" altLang="en-US" dirty="0" smtClean="0">
                    <a:latin typeface="Arial"/>
                    <a:ea typeface="黑体" panose="02010609060101010101" pitchFamily="49" charset="-122"/>
                    <a:cs typeface="Arial"/>
                  </a:rPr>
                  <a:t>一个最小检定分度值 </a:t>
                </a:r>
                <a14:m>
                  <m:oMath xmlns:m="http://schemas.openxmlformats.org/officeDocument/2006/math">
                    <m:sSub>
                      <m:sSubPr>
                        <m:ctrlPr>
                          <a:rPr lang="en-US" altLang="zh-CN" i="1" smtClean="0">
                            <a:latin typeface="Cambria Math"/>
                            <a:ea typeface="黑体" panose="02010609060101010101" pitchFamily="49" charset="-122"/>
                            <a:cs typeface="Arial"/>
                          </a:rPr>
                        </m:ctrlPr>
                      </m:sSubPr>
                      <m:e>
                        <m:r>
                          <a:rPr lang="en-US" altLang="zh-CN" b="0" i="1" smtClean="0">
                            <a:latin typeface="Cambria Math"/>
                            <a:ea typeface="黑体" panose="02010609060101010101" pitchFamily="49" charset="-122"/>
                            <a:cs typeface="Arial"/>
                          </a:rPr>
                          <m:t>𝑣</m:t>
                        </m:r>
                      </m:e>
                      <m:sub>
                        <m:r>
                          <a:rPr lang="en-US" altLang="zh-CN" b="0" i="1" smtClean="0">
                            <a:latin typeface="Cambria Math"/>
                            <a:ea typeface="黑体" panose="02010609060101010101" pitchFamily="49" charset="-122"/>
                            <a:cs typeface="Arial"/>
                          </a:rPr>
                          <m:t>𝑚𝑖𝑛</m:t>
                        </m:r>
                      </m:sub>
                    </m:sSub>
                  </m:oMath>
                </a14:m>
                <a:r>
                  <a:rPr lang="zh-CN" altLang="en-US" dirty="0" smtClean="0">
                    <a:latin typeface="Arial" panose="020B0604020202020204" pitchFamily="34" charset="0"/>
                    <a:ea typeface="黑体" panose="02010609060101010101" pitchFamily="49" charset="-122"/>
                    <a:cs typeface="Arial" panose="020B0604020202020204" pitchFamily="34" charset="0"/>
                  </a:rPr>
                  <a:t>，对应的 </a:t>
                </a:r>
                <a:r>
                  <a:rPr lang="en-US" altLang="zh-CN" dirty="0" smtClean="0">
                    <a:latin typeface="Arial" panose="020B0604020202020204" pitchFamily="34" charset="0"/>
                    <a:ea typeface="黑体" panose="02010609060101010101" pitchFamily="49" charset="-122"/>
                    <a:cs typeface="Arial" panose="020B0604020202020204" pitchFamily="34" charset="0"/>
                  </a:rPr>
                  <a:t>I </a:t>
                </a:r>
                <a:r>
                  <a:rPr lang="zh-CN" altLang="en-US" dirty="0" smtClean="0">
                    <a:latin typeface="Arial" panose="020B0604020202020204" pitchFamily="34" charset="0"/>
                    <a:ea typeface="黑体" panose="02010609060101010101" pitchFamily="49" charset="-122"/>
                    <a:cs typeface="Arial" panose="020B0604020202020204" pitchFamily="34" charset="0"/>
                  </a:rPr>
                  <a:t>级衡器温度对空载示值的影响规定为每度一个检定分度值，传感器要求更高。</a:t>
                </a:r>
                <a:endParaRPr lang="en-US" altLang="zh-CN" dirty="0">
                  <a:latin typeface="Arial" panose="020B0604020202020204" pitchFamily="34" charset="0"/>
                  <a:ea typeface="黑体" panose="02010609060101010101" pitchFamily="49" charset="-122"/>
                  <a:cs typeface="Arial" panose="020B0604020202020204" pitchFamily="34" charset="0"/>
                </a:endParaRPr>
              </a:p>
              <a:p>
                <a:pPr marL="361950" lvl="2" indent="0">
                  <a:buNone/>
                </a:pPr>
                <a:endParaRPr lang="zh-CN" altLang="en-US" dirty="0">
                  <a:latin typeface="Arial" panose="020B0604020202020204" pitchFamily="34" charset="0"/>
                  <a:ea typeface="黑体" panose="02010609060101010101" pitchFamily="49" charset="-122"/>
                  <a:cs typeface="Arial" panose="020B0604020202020204" pitchFamily="34" charset="0"/>
                </a:endParaRPr>
              </a:p>
            </p:txBody>
          </p:sp>
        </mc:Choice>
        <mc:Fallback xmlns="">
          <p:sp>
            <p:nvSpPr>
              <p:cNvPr id="4" name="内容占位符 3"/>
              <p:cNvSpPr>
                <a:spLocks noGrp="1" noRot="1" noChangeAspect="1" noMove="1" noResize="1" noEditPoints="1" noAdjustHandles="1" noChangeArrowheads="1" noChangeShapeType="1" noTextEdit="1"/>
              </p:cNvSpPr>
              <p:nvPr>
                <p:ph idx="1"/>
              </p:nvPr>
            </p:nvSpPr>
            <p:spPr>
              <a:blipFill rotWithShape="1">
                <a:blip r:embed="rId2"/>
                <a:stretch>
                  <a:fillRect l="-1387" t="-1370" r="-3723"/>
                </a:stretch>
              </a:blipFill>
            </p:spPr>
            <p:txBody>
              <a:bodyPr/>
              <a:lstStyle/>
              <a:p>
                <a:r>
                  <a:rPr lang="zh-CN" altLang="en-US">
                    <a:noFill/>
                  </a:rPr>
                  <a:t> </a:t>
                </a:r>
              </a:p>
            </p:txBody>
          </p:sp>
        </mc:Fallback>
      </mc:AlternateContent>
      <p:sp>
        <p:nvSpPr>
          <p:cNvPr id="5" name="灯片编号占位符 4"/>
          <p:cNvSpPr>
            <a:spLocks noGrp="1"/>
          </p:cNvSpPr>
          <p:nvPr>
            <p:ph type="sldNum" sz="quarter" idx="100"/>
          </p:nvPr>
        </p:nvSpPr>
        <p:spPr/>
        <p:txBody>
          <a:bodyPr/>
          <a:lstStyle/>
          <a:p>
            <a:fld id="{2B2B68EE-DD1E-4368-AFCE-24A50EC7BF18}" type="slidenum">
              <a:rPr lang="en-US" smtClean="0"/>
              <a:pPr/>
              <a:t>41</a:t>
            </a:fld>
            <a:endParaRPr lang="en-US" dirty="0"/>
          </a:p>
        </p:txBody>
      </p:sp>
      <p:sp>
        <p:nvSpPr>
          <p:cNvPr id="6" name="页脚占位符 5"/>
          <p:cNvSpPr>
            <a:spLocks noGrp="1"/>
          </p:cNvSpPr>
          <p:nvPr>
            <p:ph type="ftr" sz="quarter" idx="101"/>
          </p:nvPr>
        </p:nvSpPr>
        <p:spPr/>
        <p:txBody>
          <a:bodyPr/>
          <a:lstStyle/>
          <a:p>
            <a:r>
              <a:rPr lang="en-US" smtClean="0"/>
              <a:t>For internal use - Confidential</a:t>
            </a:r>
            <a:endParaRPr lang="en-US" dirty="0"/>
          </a:p>
        </p:txBody>
      </p:sp>
    </p:spTree>
    <p:extLst>
      <p:ext uri="{BB962C8B-B14F-4D97-AF65-F5344CB8AC3E}">
        <p14:creationId xmlns:p14="http://schemas.microsoft.com/office/powerpoint/2010/main" val="1803617230"/>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latin typeface="Arial" panose="020B0604020202020204" pitchFamily="34" charset="0"/>
                <a:ea typeface="黑体" panose="02010609060101010101" pitchFamily="49" charset="-122"/>
                <a:cs typeface="Arial" panose="020B0604020202020204" pitchFamily="34" charset="0"/>
              </a:rPr>
              <a:t>DL </a:t>
            </a:r>
            <a:r>
              <a:rPr lang="zh-CN" altLang="en-US" dirty="0">
                <a:latin typeface="Arial" panose="020B0604020202020204" pitchFamily="34" charset="0"/>
                <a:ea typeface="黑体" panose="02010609060101010101" pitchFamily="49" charset="-122"/>
                <a:cs typeface="Arial" panose="020B0604020202020204" pitchFamily="34" charset="0"/>
              </a:rPr>
              <a:t>对零点温度特性的影响</a:t>
            </a:r>
            <a:endParaRPr lang="zh-CN" altLang="en-US" dirty="0"/>
          </a:p>
        </p:txBody>
      </p:sp>
      <p:sp>
        <p:nvSpPr>
          <p:cNvPr id="3" name="标题 2"/>
          <p:cNvSpPr>
            <a:spLocks noGrp="1"/>
          </p:cNvSpPr>
          <p:nvPr>
            <p:ph type="title" idx="99"/>
          </p:nvPr>
        </p:nvSpPr>
        <p:spPr/>
        <p:txBody>
          <a:bodyPr/>
          <a:lstStyle/>
          <a:p>
            <a:endParaRPr lang="zh-CN" altLang="en-US"/>
          </a:p>
        </p:txBody>
      </p:sp>
      <mc:AlternateContent xmlns:mc="http://schemas.openxmlformats.org/markup-compatibility/2006" xmlns:a14="http://schemas.microsoft.com/office/drawing/2010/main">
        <mc:Choice Requires="a14">
          <p:sp>
            <p:nvSpPr>
              <p:cNvPr id="4" name="内容占位符 3"/>
              <p:cNvSpPr>
                <a:spLocks noGrp="1"/>
              </p:cNvSpPr>
              <p:nvPr>
                <p:ph idx="1"/>
              </p:nvPr>
            </p:nvSpPr>
            <p:spPr/>
            <p:txBody>
              <a:bodyPr/>
              <a:lstStyle/>
              <a:p>
                <a:pPr marL="361950" lvl="2" indent="457200">
                  <a:buNone/>
                </a:pPr>
                <a:r>
                  <a:rPr lang="zh-CN" altLang="en-US" dirty="0" smtClean="0">
                    <a:latin typeface="Arial" panose="020B0604020202020204" pitchFamily="34" charset="0"/>
                    <a:ea typeface="黑体" panose="02010609060101010101" pitchFamily="49" charset="-122"/>
                    <a:cs typeface="Arial" panose="020B0604020202020204" pitchFamily="34" charset="0"/>
                  </a:rPr>
                  <a:t>在实际使用中，特别是小容量衡器，要求</a:t>
                </a:r>
                <a14:m>
                  <m:oMath xmlns:m="http://schemas.openxmlformats.org/officeDocument/2006/math">
                    <m:sSub>
                      <m:sSubPr>
                        <m:ctrlPr>
                          <a:rPr lang="en-US" altLang="zh-CN" i="1" smtClean="0">
                            <a:latin typeface="Cambria Math"/>
                            <a:ea typeface="黑体" panose="02010609060101010101" pitchFamily="49" charset="-122"/>
                            <a:cs typeface="Arial" panose="020B0604020202020204" pitchFamily="34" charset="0"/>
                          </a:rPr>
                        </m:ctrlPr>
                      </m:sSubPr>
                      <m:e>
                        <m:r>
                          <a:rPr lang="en-US" altLang="zh-CN" b="0" i="1" smtClean="0">
                            <a:latin typeface="Cambria Math"/>
                            <a:ea typeface="黑体" panose="02010609060101010101" pitchFamily="49" charset="-122"/>
                            <a:cs typeface="Arial" panose="020B0604020202020204" pitchFamily="34" charset="0"/>
                          </a:rPr>
                          <m:t>𝑣</m:t>
                        </m:r>
                      </m:e>
                      <m:sub>
                        <m:r>
                          <a:rPr lang="en-US" altLang="zh-CN" b="0" i="1" smtClean="0">
                            <a:latin typeface="Cambria Math"/>
                            <a:ea typeface="黑体" panose="02010609060101010101" pitchFamily="49" charset="-122"/>
                            <a:cs typeface="Arial" panose="020B0604020202020204" pitchFamily="34" charset="0"/>
                          </a:rPr>
                          <m:t>𝑚𝑖𝑛</m:t>
                        </m:r>
                      </m:sub>
                    </m:sSub>
                  </m:oMath>
                </a14:m>
                <a:r>
                  <a:rPr lang="zh-CN" altLang="en-US" dirty="0" smtClean="0">
                    <a:latin typeface="Arial" panose="020B0604020202020204" pitchFamily="34" charset="0"/>
                    <a:ea typeface="黑体" panose="02010609060101010101" pitchFamily="49" charset="-122"/>
                    <a:cs typeface="Arial" panose="020B0604020202020204" pitchFamily="34" charset="0"/>
                  </a:rPr>
                  <a:t>较小，而</a:t>
                </a:r>
                <a:r>
                  <a:rPr lang="en-US" altLang="zh-CN" dirty="0" smtClean="0">
                    <a:latin typeface="Arial" panose="020B0604020202020204" pitchFamily="34" charset="0"/>
                    <a:ea typeface="黑体" panose="02010609060101010101" pitchFamily="49" charset="-122"/>
                    <a:cs typeface="Arial" panose="020B0604020202020204" pitchFamily="34" charset="0"/>
                  </a:rPr>
                  <a:t>DL</a:t>
                </a:r>
                <a:r>
                  <a:rPr lang="zh-CN" altLang="en-US" dirty="0" smtClean="0">
                    <a:latin typeface="Arial" panose="020B0604020202020204" pitchFamily="34" charset="0"/>
                    <a:ea typeface="黑体" panose="02010609060101010101" pitchFamily="49" charset="-122"/>
                    <a:cs typeface="Arial" panose="020B0604020202020204" pitchFamily="34" charset="0"/>
                  </a:rPr>
                  <a:t>较大，其</a:t>
                </a:r>
                <a14:m>
                  <m:oMath xmlns:m="http://schemas.openxmlformats.org/officeDocument/2006/math">
                    <m:r>
                      <a:rPr lang="en-US" altLang="zh-CN" i="1" dirty="0" smtClean="0">
                        <a:latin typeface="Cambria Math"/>
                        <a:ea typeface="黑体" panose="02010609060101010101" pitchFamily="49" charset="-122"/>
                        <a:cs typeface="Arial" panose="020B0604020202020204" pitchFamily="34" charset="0"/>
                      </a:rPr>
                      <m:t>𝐷𝐿</m:t>
                    </m:r>
                    <m:r>
                      <a:rPr lang="en-US" altLang="zh-CN" b="0" i="1" dirty="0" smtClean="0">
                        <a:latin typeface="Cambria Math"/>
                        <a:ea typeface="黑体" panose="02010609060101010101" pitchFamily="49" charset="-122"/>
                        <a:cs typeface="Arial" panose="020B0604020202020204" pitchFamily="34" charset="0"/>
                      </a:rPr>
                      <m:t>/</m:t>
                    </m:r>
                    <m:sSub>
                      <m:sSubPr>
                        <m:ctrlPr>
                          <a:rPr lang="en-US" altLang="zh-CN" i="1" smtClean="0">
                            <a:latin typeface="Cambria Math"/>
                            <a:ea typeface="黑体" panose="02010609060101010101" pitchFamily="49" charset="-122"/>
                            <a:cs typeface="Arial" panose="020B0604020202020204" pitchFamily="34" charset="0"/>
                          </a:rPr>
                        </m:ctrlPr>
                      </m:sSubPr>
                      <m:e>
                        <m:r>
                          <a:rPr lang="en-US" altLang="zh-CN" b="0" i="1" smtClean="0">
                            <a:latin typeface="Cambria Math"/>
                            <a:ea typeface="黑体" panose="02010609060101010101" pitchFamily="49" charset="-122"/>
                            <a:cs typeface="Arial" panose="020B0604020202020204" pitchFamily="34" charset="0"/>
                          </a:rPr>
                          <m:t>𝐸</m:t>
                        </m:r>
                      </m:e>
                      <m:sub>
                        <m:r>
                          <m:rPr>
                            <m:sty m:val="p"/>
                          </m:rPr>
                          <a:rPr lang="en-US" altLang="zh-CN" i="1">
                            <a:latin typeface="Cambria Math"/>
                            <a:ea typeface="黑体" panose="02010609060101010101" pitchFamily="49" charset="-122"/>
                            <a:cs typeface="Arial" panose="020B0604020202020204" pitchFamily="34" charset="0"/>
                          </a:rPr>
                          <m:t>max</m:t>
                        </m:r>
                      </m:sub>
                    </m:sSub>
                  </m:oMath>
                </a14:m>
                <a:r>
                  <a:rPr lang="en-US" altLang="zh-CN" dirty="0" smtClean="0">
                    <a:latin typeface="Arial" panose="020B0604020202020204" pitchFamily="34" charset="0"/>
                    <a:ea typeface="黑体" panose="02010609060101010101" pitchFamily="49" charset="-122"/>
                    <a:cs typeface="Arial" panose="020B0604020202020204" pitchFamily="34" charset="0"/>
                  </a:rPr>
                  <a:t> </a:t>
                </a:r>
                <a:r>
                  <a:rPr lang="zh-CN" altLang="en-US" dirty="0" smtClean="0">
                    <a:latin typeface="Arial" panose="020B0604020202020204" pitchFamily="34" charset="0"/>
                    <a:ea typeface="黑体" panose="02010609060101010101" pitchFamily="49" charset="-122"/>
                    <a:cs typeface="Arial" panose="020B0604020202020204" pitchFamily="34" charset="0"/>
                  </a:rPr>
                  <a:t>在</a:t>
                </a:r>
                <a:r>
                  <a:rPr lang="en-US" altLang="zh-CN" dirty="0" smtClean="0">
                    <a:latin typeface="Arial" panose="020B0604020202020204" pitchFamily="34" charset="0"/>
                    <a:ea typeface="黑体" panose="02010609060101010101" pitchFamily="49" charset="-122"/>
                    <a:cs typeface="Arial" panose="020B0604020202020204" pitchFamily="34" charset="0"/>
                  </a:rPr>
                  <a:t>0.3~0.5</a:t>
                </a:r>
                <a:r>
                  <a:rPr lang="zh-CN" altLang="en-US" dirty="0" smtClean="0">
                    <a:latin typeface="Arial" panose="020B0604020202020204" pitchFamily="34" charset="0"/>
                    <a:ea typeface="黑体" panose="02010609060101010101" pitchFamily="49" charset="-122"/>
                    <a:cs typeface="Arial" panose="020B0604020202020204" pitchFamily="34" charset="0"/>
                  </a:rPr>
                  <a:t>或更大，传感器在有较大静载荷下因灵敏度温度影响产生附加温度对最小静载荷输出变化。</a:t>
                </a:r>
                <a:endParaRPr lang="en-US" altLang="zh-CN" dirty="0" smtClean="0">
                  <a:latin typeface="Arial" panose="020B0604020202020204" pitchFamily="34" charset="0"/>
                  <a:ea typeface="黑体" panose="02010609060101010101" pitchFamily="49" charset="-122"/>
                  <a:cs typeface="Arial" panose="020B0604020202020204" pitchFamily="34" charset="0"/>
                </a:endParaRPr>
              </a:p>
              <a:p>
                <a:pPr marL="361950" lvl="2" indent="457200">
                  <a:buNone/>
                </a:pPr>
                <a:r>
                  <a:rPr lang="zh-CN" altLang="en-US" dirty="0" smtClean="0">
                    <a:latin typeface="Arial" panose="020B0604020202020204" pitchFamily="34" charset="0"/>
                    <a:ea typeface="黑体" panose="02010609060101010101" pitchFamily="49" charset="-122"/>
                    <a:cs typeface="Arial" panose="020B0604020202020204" pitchFamily="34" charset="0"/>
                  </a:rPr>
                  <a:t>例如最大称量为</a:t>
                </a:r>
                <a:r>
                  <a:rPr lang="en-US" altLang="zh-CN" dirty="0" smtClean="0">
                    <a:latin typeface="Arial" panose="020B0604020202020204" pitchFamily="34" charset="0"/>
                    <a:ea typeface="黑体" panose="02010609060101010101" pitchFamily="49" charset="-122"/>
                    <a:cs typeface="Arial" panose="020B0604020202020204" pitchFamily="34" charset="0"/>
                  </a:rPr>
                  <a:t>3kg</a:t>
                </a:r>
                <a:r>
                  <a:rPr lang="zh-CN" altLang="en-US" dirty="0" smtClean="0">
                    <a:latin typeface="Arial" panose="020B0604020202020204" pitchFamily="34" charset="0"/>
                    <a:ea typeface="黑体" panose="02010609060101010101" pitchFamily="49" charset="-122"/>
                    <a:cs typeface="Arial" panose="020B0604020202020204" pitchFamily="34" charset="0"/>
                  </a:rPr>
                  <a:t>（</a:t>
                </a:r>
                <a:r>
                  <a:rPr lang="en-US" altLang="zh-CN" dirty="0" smtClean="0">
                    <a:latin typeface="Arial" panose="020B0604020202020204" pitchFamily="34" charset="0"/>
                    <a:ea typeface="黑体" panose="02010609060101010101" pitchFamily="49" charset="-122"/>
                    <a:cs typeface="Arial" panose="020B0604020202020204" pitchFamily="34" charset="0"/>
                  </a:rPr>
                  <a:t>e=0.5g)</a:t>
                </a:r>
                <a:r>
                  <a:rPr lang="zh-CN" altLang="en-US" dirty="0" smtClean="0">
                    <a:latin typeface="Arial" panose="020B0604020202020204" pitchFamily="34" charset="0"/>
                    <a:ea typeface="黑体" panose="02010609060101010101" pitchFamily="49" charset="-122"/>
                    <a:cs typeface="Arial" panose="020B0604020202020204" pitchFamily="34" charset="0"/>
                  </a:rPr>
                  <a:t>的台秤，选择容量为</a:t>
                </a:r>
                <a:r>
                  <a:rPr lang="en-US" altLang="zh-CN" dirty="0" smtClean="0">
                    <a:latin typeface="Arial" panose="020B0604020202020204" pitchFamily="34" charset="0"/>
                    <a:ea typeface="黑体" panose="02010609060101010101" pitchFamily="49" charset="-122"/>
                    <a:cs typeface="Arial" panose="020B0604020202020204" pitchFamily="34" charset="0"/>
                  </a:rPr>
                  <a:t>6kg(C6)</a:t>
                </a:r>
                <a:r>
                  <a:rPr lang="zh-CN" altLang="en-US" dirty="0" smtClean="0">
                    <a:latin typeface="Arial" panose="020B0604020202020204" pitchFamily="34" charset="0"/>
                    <a:ea typeface="黑体" panose="02010609060101010101" pitchFamily="49" charset="-122"/>
                    <a:cs typeface="Arial" panose="020B0604020202020204" pitchFamily="34" charset="0"/>
                  </a:rPr>
                  <a:t>传感器，设计秤架静重</a:t>
                </a:r>
                <a:r>
                  <a:rPr lang="en-US" altLang="zh-CN" dirty="0" smtClean="0">
                    <a:latin typeface="Arial" panose="020B0604020202020204" pitchFamily="34" charset="0"/>
                    <a:ea typeface="黑体" panose="02010609060101010101" pitchFamily="49" charset="-122"/>
                    <a:cs typeface="Arial" panose="020B0604020202020204" pitchFamily="34" charset="0"/>
                  </a:rPr>
                  <a:t>2kg</a:t>
                </a:r>
                <a:r>
                  <a:rPr lang="zh-CN" altLang="en-US" dirty="0" smtClean="0">
                    <a:latin typeface="Arial" panose="020B0604020202020204" pitchFamily="34" charset="0"/>
                    <a:ea typeface="黑体" panose="02010609060101010101" pitchFamily="49" charset="-122"/>
                    <a:cs typeface="Arial" panose="020B0604020202020204" pitchFamily="34" charset="0"/>
                  </a:rPr>
                  <a:t>。</a:t>
                </a:r>
                <a:endParaRPr lang="en-US" altLang="zh-CN" dirty="0" smtClean="0">
                  <a:latin typeface="Arial" panose="020B0604020202020204" pitchFamily="34" charset="0"/>
                  <a:ea typeface="黑体" panose="02010609060101010101" pitchFamily="49" charset="-122"/>
                  <a:cs typeface="Arial" panose="020B0604020202020204" pitchFamily="34" charset="0"/>
                </a:endParaRPr>
              </a:p>
              <a:p>
                <a:r>
                  <a:rPr lang="zh-CN" altLang="en-US" dirty="0" smtClean="0">
                    <a:latin typeface="Arial" panose="020B0604020202020204" pitchFamily="34" charset="0"/>
                    <a:ea typeface="黑体" panose="02010609060101010101" pitchFamily="49" charset="-122"/>
                    <a:cs typeface="Arial" panose="020B0604020202020204" pitchFamily="34" charset="0"/>
                  </a:rPr>
                  <a:t>假设</a:t>
                </a:r>
                <a:endParaRPr lang="en-US" altLang="zh-CN" dirty="0" smtClean="0">
                  <a:latin typeface="Arial" panose="020B0604020202020204" pitchFamily="34" charset="0"/>
                  <a:ea typeface="黑体" panose="02010609060101010101" pitchFamily="49" charset="-122"/>
                  <a:cs typeface="Arial" panose="020B0604020202020204" pitchFamily="34" charset="0"/>
                </a:endParaRPr>
              </a:p>
              <a:p>
                <a:pPr lvl="2"/>
                <a:r>
                  <a:rPr lang="zh-CN" altLang="en-US" dirty="0" smtClean="0">
                    <a:latin typeface="Arial" panose="020B0604020202020204" pitchFamily="34" charset="0"/>
                    <a:ea typeface="黑体" panose="02010609060101010101" pitchFamily="49" charset="-122"/>
                    <a:cs typeface="Arial" panose="020B0604020202020204" pitchFamily="34" charset="0"/>
                  </a:rPr>
                  <a:t>传感器零点温度补偿时的</a:t>
                </a:r>
                <a14:m>
                  <m:oMath xmlns:m="http://schemas.openxmlformats.org/officeDocument/2006/math">
                    <m:r>
                      <a:rPr lang="en-US" altLang="zh-CN" i="1" dirty="0" smtClean="0">
                        <a:latin typeface="Cambria Math"/>
                        <a:ea typeface="黑体" panose="02010609060101010101" pitchFamily="49" charset="-122"/>
                        <a:cs typeface="Arial" panose="020B0604020202020204" pitchFamily="34" charset="0"/>
                      </a:rPr>
                      <m:t>𝐷𝐿</m:t>
                    </m:r>
                    <m:r>
                      <a:rPr lang="en-US" altLang="zh-CN" i="1" dirty="0" smtClean="0">
                        <a:latin typeface="Cambria Math"/>
                        <a:ea typeface="黑体" panose="02010609060101010101" pitchFamily="49" charset="-122"/>
                        <a:cs typeface="Arial" panose="020B0604020202020204" pitchFamily="34" charset="0"/>
                      </a:rPr>
                      <m:t>=0</m:t>
                    </m:r>
                    <m:r>
                      <a:rPr lang="en-US" altLang="zh-CN" i="1" dirty="0" smtClean="0">
                        <a:latin typeface="Cambria Math"/>
                        <a:ea typeface="黑体" panose="02010609060101010101" pitchFamily="49" charset="-122"/>
                        <a:cs typeface="Arial" panose="020B0604020202020204" pitchFamily="34" charset="0"/>
                      </a:rPr>
                      <m:t>𝑘𝑔</m:t>
                    </m:r>
                  </m:oMath>
                </a14:m>
                <a:r>
                  <a:rPr lang="zh-CN" altLang="en-US" dirty="0" smtClean="0">
                    <a:latin typeface="Arial" panose="020B0604020202020204" pitchFamily="34" charset="0"/>
                    <a:ea typeface="黑体" panose="02010609060101010101" pitchFamily="49" charset="-122"/>
                    <a:cs typeface="Arial" panose="020B0604020202020204" pitchFamily="34" charset="0"/>
                  </a:rPr>
                  <a:t>；</a:t>
                </a:r>
                <a:endParaRPr lang="en-US" altLang="zh-CN" dirty="0" smtClean="0">
                  <a:latin typeface="Arial" panose="020B0604020202020204" pitchFamily="34" charset="0"/>
                  <a:ea typeface="黑体" panose="02010609060101010101" pitchFamily="49" charset="-122"/>
                  <a:cs typeface="Arial" panose="020B0604020202020204" pitchFamily="34" charset="0"/>
                </a:endParaRPr>
              </a:p>
              <a:p>
                <a:pPr lvl="2"/>
                <a:r>
                  <a:rPr lang="zh-CN" altLang="en-US" dirty="0" smtClean="0">
                    <a:latin typeface="Arial" panose="020B0604020202020204" pitchFamily="34" charset="0"/>
                    <a:ea typeface="黑体" panose="02010609060101010101" pitchFamily="49" charset="-122"/>
                    <a:cs typeface="Arial" panose="020B0604020202020204" pitchFamily="34" charset="0"/>
                  </a:rPr>
                  <a:t>经过零点温度补偿后，温度对最小静载荷输出指示值的影响为“</a:t>
                </a:r>
                <a:r>
                  <a:rPr lang="en-US" altLang="zh-CN" dirty="0" smtClean="0">
                    <a:latin typeface="Arial" panose="020B0604020202020204" pitchFamily="34" charset="0"/>
                    <a:ea typeface="黑体" panose="02010609060101010101" pitchFamily="49" charset="-122"/>
                    <a:cs typeface="Arial" panose="020B0604020202020204" pitchFamily="34" charset="0"/>
                  </a:rPr>
                  <a:t>0</a:t>
                </a:r>
                <a:r>
                  <a:rPr lang="zh-CN" altLang="en-US" dirty="0" smtClean="0">
                    <a:latin typeface="Arial" panose="020B0604020202020204" pitchFamily="34" charset="0"/>
                    <a:ea typeface="黑体" panose="02010609060101010101" pitchFamily="49" charset="-122"/>
                    <a:cs typeface="Arial" panose="020B0604020202020204" pitchFamily="34" charset="0"/>
                  </a:rPr>
                  <a:t>”；</a:t>
                </a:r>
                <a:endParaRPr lang="en-US" altLang="zh-CN" dirty="0" smtClean="0">
                  <a:latin typeface="Arial" panose="020B0604020202020204" pitchFamily="34" charset="0"/>
                  <a:ea typeface="黑体" panose="02010609060101010101" pitchFamily="49" charset="-122"/>
                  <a:cs typeface="Arial" panose="020B0604020202020204" pitchFamily="34" charset="0"/>
                </a:endParaRPr>
              </a:p>
              <a:p>
                <a:pPr lvl="2"/>
                <a:r>
                  <a:rPr lang="zh-CN" altLang="en-US" dirty="0" smtClean="0">
                    <a:latin typeface="Arial" panose="020B0604020202020204" pitchFamily="34" charset="0"/>
                    <a:ea typeface="黑体" panose="02010609060101010101" pitchFamily="49" charset="-122"/>
                    <a:cs typeface="Arial" panose="020B0604020202020204" pitchFamily="34" charset="0"/>
                  </a:rPr>
                  <a:t>举例传感器的</a:t>
                </a:r>
                <a14:m>
                  <m:oMath xmlns:m="http://schemas.openxmlformats.org/officeDocument/2006/math">
                    <m:r>
                      <a:rPr lang="en-US" altLang="zh-CN" b="0" i="1" smtClean="0">
                        <a:latin typeface="Cambria Math"/>
                      </a:rPr>
                      <m:t>𝐷𝐿</m:t>
                    </m:r>
                    <m:r>
                      <a:rPr lang="en-US" altLang="zh-CN" b="0" i="1" smtClean="0">
                        <a:latin typeface="Cambria Math"/>
                      </a:rPr>
                      <m:t>=1/3</m:t>
                    </m:r>
                    <m:sSub>
                      <m:sSubPr>
                        <m:ctrlPr>
                          <a:rPr lang="en-US" altLang="zh-CN" b="0" i="1" smtClean="0">
                            <a:latin typeface="Cambria Math"/>
                          </a:rPr>
                        </m:ctrlPr>
                      </m:sSubPr>
                      <m:e>
                        <m:r>
                          <a:rPr lang="en-US" altLang="zh-CN" b="0" i="1" smtClean="0">
                            <a:latin typeface="Cambria Math"/>
                          </a:rPr>
                          <m:t>𝐸</m:t>
                        </m:r>
                      </m:e>
                      <m:sub>
                        <m:r>
                          <a:rPr lang="en-US" altLang="zh-CN" b="0" i="1" smtClean="0">
                            <a:latin typeface="Cambria Math"/>
                          </a:rPr>
                          <m:t>𝑚𝑎𝑥</m:t>
                        </m:r>
                      </m:sub>
                    </m:sSub>
                  </m:oMath>
                </a14:m>
                <a:endParaRPr lang="en-US" altLang="zh-CN" dirty="0" smtClean="0">
                  <a:latin typeface="Arial" panose="020B0604020202020204" pitchFamily="34" charset="0"/>
                  <a:ea typeface="黑体" panose="02010609060101010101" pitchFamily="49" charset="-122"/>
                  <a:cs typeface="Arial" panose="020B0604020202020204" pitchFamily="34" charset="0"/>
                </a:endParaRPr>
              </a:p>
              <a:p>
                <a:pPr lvl="2"/>
                <a:r>
                  <a:rPr lang="zh-CN" altLang="en-US" dirty="0" smtClean="0">
                    <a:latin typeface="Arial" panose="020B0604020202020204" pitchFamily="34" charset="0"/>
                    <a:ea typeface="黑体" panose="02010609060101010101" pitchFamily="49" charset="-122"/>
                    <a:cs typeface="Arial" panose="020B0604020202020204" pitchFamily="34" charset="0"/>
                  </a:rPr>
                  <a:t>举例准确度等级为</a:t>
                </a:r>
                <a:r>
                  <a:rPr lang="en-US" altLang="zh-CN" dirty="0" smtClean="0">
                    <a:latin typeface="Arial" panose="020B0604020202020204" pitchFamily="34" charset="0"/>
                    <a:ea typeface="黑体" panose="02010609060101010101" pitchFamily="49" charset="-122"/>
                    <a:cs typeface="Arial" panose="020B0604020202020204" pitchFamily="34" charset="0"/>
                  </a:rPr>
                  <a:t>C6</a:t>
                </a:r>
              </a:p>
              <a:p>
                <a:pPr lvl="2"/>
                <a:r>
                  <a:rPr lang="zh-CN" altLang="en-US" dirty="0" smtClean="0">
                    <a:latin typeface="Arial" panose="020B0604020202020204" pitchFamily="34" charset="0"/>
                    <a:ea typeface="黑体" panose="02010609060101010101" pitchFamily="49" charset="-122"/>
                    <a:cs typeface="Arial" panose="020B0604020202020204" pitchFamily="34" charset="0"/>
                  </a:rPr>
                  <a:t>温度范围 </a:t>
                </a:r>
                <a:r>
                  <a:rPr lang="en-US" altLang="zh-CN" dirty="0" smtClean="0">
                    <a:latin typeface="Arial" panose="020B0604020202020204" pitchFamily="34" charset="0"/>
                    <a:ea typeface="黑体" panose="02010609060101010101" pitchFamily="49" charset="-122"/>
                    <a:cs typeface="Arial" panose="020B0604020202020204" pitchFamily="34" charset="0"/>
                  </a:rPr>
                  <a:t>-10 ~ 40</a:t>
                </a:r>
                <a:r>
                  <a:rPr lang="en-US" altLang="zh-CN" dirty="0" smtClean="0">
                    <a:latin typeface="Arial"/>
                    <a:ea typeface="黑体" panose="02010609060101010101" pitchFamily="49" charset="-122"/>
                    <a:cs typeface="Arial"/>
                  </a:rPr>
                  <a:t>ºC</a:t>
                </a:r>
              </a:p>
              <a:p>
                <a:pPr lvl="2"/>
                <a:r>
                  <a:rPr lang="zh-CN" altLang="en-US" dirty="0" smtClean="0">
                    <a:latin typeface="Arial"/>
                    <a:ea typeface="黑体" panose="02010609060101010101" pitchFamily="49" charset="-122"/>
                    <a:cs typeface="Arial"/>
                  </a:rPr>
                  <a:t>称量误差接近 </a:t>
                </a:r>
                <a14:m>
                  <m:oMath xmlns:m="http://schemas.openxmlformats.org/officeDocument/2006/math">
                    <m:r>
                      <a:rPr lang="en-US" altLang="zh-CN" i="1" dirty="0" smtClean="0">
                        <a:latin typeface="Cambria Math"/>
                        <a:ea typeface="黑体" panose="02010609060101010101" pitchFamily="49" charset="-122"/>
                        <a:cs typeface="Arial"/>
                      </a:rPr>
                      <m:t>𝑚𝑝𝑒</m:t>
                    </m:r>
                  </m:oMath>
                </a14:m>
                <a:endParaRPr lang="en-US" altLang="zh-CN" dirty="0" smtClean="0">
                  <a:latin typeface="Arial"/>
                  <a:ea typeface="黑体" panose="02010609060101010101" pitchFamily="49" charset="-122"/>
                  <a:cs typeface="Arial"/>
                </a:endParaRPr>
              </a:p>
              <a:p>
                <a:pPr lvl="2"/>
                <a:r>
                  <a:rPr lang="zh-CN" altLang="en-US" dirty="0" smtClean="0">
                    <a:latin typeface="Arial"/>
                    <a:ea typeface="黑体" panose="02010609060101010101" pitchFamily="49" charset="-122"/>
                    <a:cs typeface="Arial"/>
                  </a:rPr>
                  <a:t>举例</a:t>
                </a:r>
                <a:r>
                  <a:rPr lang="zh-CN" altLang="en-US" dirty="0">
                    <a:latin typeface="Arial"/>
                    <a:ea typeface="黑体" panose="02010609060101010101" pitchFamily="49" charset="-122"/>
                    <a:cs typeface="Arial"/>
                  </a:rPr>
                  <a:t>传感器</a:t>
                </a:r>
                <a:r>
                  <a:rPr lang="zh-CN" altLang="en-US" dirty="0" smtClean="0">
                    <a:latin typeface="Arial"/>
                    <a:ea typeface="黑体" panose="02010609060101010101" pitchFamily="49" charset="-122"/>
                    <a:cs typeface="Arial"/>
                  </a:rPr>
                  <a:t>参数：</a:t>
                </a:r>
                <a14:m>
                  <m:oMath xmlns:m="http://schemas.openxmlformats.org/officeDocument/2006/math">
                    <m:sSub>
                      <m:sSubPr>
                        <m:ctrlPr>
                          <a:rPr lang="en-US" altLang="zh-CN" i="1" smtClean="0">
                            <a:latin typeface="Cambria Math"/>
                            <a:ea typeface="黑体" panose="02010609060101010101" pitchFamily="49" charset="-122"/>
                            <a:cs typeface="Arial"/>
                          </a:rPr>
                        </m:ctrlPr>
                      </m:sSubPr>
                      <m:e>
                        <m:r>
                          <a:rPr lang="en-US" altLang="zh-CN" b="0" i="1" smtClean="0">
                            <a:latin typeface="Cambria Math"/>
                            <a:ea typeface="黑体" panose="02010609060101010101" pitchFamily="49" charset="-122"/>
                            <a:cs typeface="Arial"/>
                          </a:rPr>
                          <m:t>𝐸</m:t>
                        </m:r>
                      </m:e>
                      <m:sub>
                        <m:r>
                          <a:rPr lang="en-US" altLang="zh-CN" b="0" i="1" smtClean="0">
                            <a:latin typeface="Cambria Math"/>
                            <a:ea typeface="黑体" panose="02010609060101010101" pitchFamily="49" charset="-122"/>
                            <a:cs typeface="Arial"/>
                          </a:rPr>
                          <m:t>𝑚𝑎𝑥</m:t>
                        </m:r>
                      </m:sub>
                    </m:sSub>
                    <m:r>
                      <a:rPr lang="en-US" altLang="zh-CN" b="0" i="1" smtClean="0">
                        <a:latin typeface="Cambria Math"/>
                        <a:ea typeface="黑体" panose="02010609060101010101" pitchFamily="49" charset="-122"/>
                        <a:cs typeface="Arial"/>
                      </a:rPr>
                      <m:t>=6</m:t>
                    </m:r>
                    <m:r>
                      <a:rPr lang="en-US" altLang="zh-CN" b="0" i="1" smtClean="0">
                        <a:latin typeface="Cambria Math"/>
                        <a:ea typeface="黑体" panose="02010609060101010101" pitchFamily="49" charset="-122"/>
                        <a:cs typeface="Arial"/>
                      </a:rPr>
                      <m:t>𝑘𝑔</m:t>
                    </m:r>
                    <m:r>
                      <a:rPr lang="en-US" altLang="zh-CN" b="0" i="1" smtClean="0">
                        <a:latin typeface="Cambria Math"/>
                        <a:ea typeface="黑体" panose="02010609060101010101" pitchFamily="49" charset="-122"/>
                        <a:cs typeface="Arial"/>
                      </a:rPr>
                      <m:t>,  </m:t>
                    </m:r>
                    <m:sSub>
                      <m:sSubPr>
                        <m:ctrlPr>
                          <a:rPr lang="en-US" altLang="zh-CN" b="0" i="1" smtClean="0">
                            <a:latin typeface="Cambria Math"/>
                            <a:ea typeface="黑体" panose="02010609060101010101" pitchFamily="49" charset="-122"/>
                            <a:cs typeface="Arial"/>
                          </a:rPr>
                        </m:ctrlPr>
                      </m:sSubPr>
                      <m:e>
                        <m:r>
                          <a:rPr lang="en-US" altLang="zh-CN" b="0" i="1" smtClean="0">
                            <a:latin typeface="Cambria Math"/>
                            <a:ea typeface="黑体" panose="02010609060101010101" pitchFamily="49" charset="-122"/>
                            <a:cs typeface="Arial"/>
                          </a:rPr>
                          <m:t>𝐸</m:t>
                        </m:r>
                      </m:e>
                      <m:sub>
                        <m:r>
                          <a:rPr lang="en-US" altLang="zh-CN" b="0" i="1" smtClean="0">
                            <a:latin typeface="Cambria Math"/>
                            <a:ea typeface="黑体" panose="02010609060101010101" pitchFamily="49" charset="-122"/>
                            <a:cs typeface="Arial"/>
                          </a:rPr>
                          <m:t>𝑚𝑖𝑛</m:t>
                        </m:r>
                      </m:sub>
                    </m:sSub>
                    <m:r>
                      <a:rPr lang="en-US" altLang="zh-CN" b="0" i="1" smtClean="0">
                        <a:latin typeface="Cambria Math"/>
                        <a:ea typeface="黑体" panose="02010609060101010101" pitchFamily="49" charset="-122"/>
                        <a:cs typeface="Arial"/>
                      </a:rPr>
                      <m:t>=0</m:t>
                    </m:r>
                    <m:r>
                      <a:rPr lang="en-US" altLang="zh-CN" b="0" i="1" smtClean="0">
                        <a:latin typeface="Cambria Math"/>
                        <a:ea typeface="黑体" panose="02010609060101010101" pitchFamily="49" charset="-122"/>
                        <a:cs typeface="Arial"/>
                      </a:rPr>
                      <m:t>𝑘𝑔</m:t>
                    </m:r>
                    <m:r>
                      <a:rPr lang="en-US" altLang="zh-CN" b="0" i="1" smtClean="0">
                        <a:latin typeface="Cambria Math"/>
                        <a:ea typeface="黑体" panose="02010609060101010101" pitchFamily="49" charset="-122"/>
                        <a:cs typeface="Arial"/>
                      </a:rPr>
                      <m:t>,  </m:t>
                    </m:r>
                    <m:sSub>
                      <m:sSubPr>
                        <m:ctrlPr>
                          <a:rPr lang="en-US" altLang="zh-CN" b="0" i="1" smtClean="0">
                            <a:latin typeface="Cambria Math"/>
                            <a:ea typeface="黑体" panose="02010609060101010101" pitchFamily="49" charset="-122"/>
                            <a:cs typeface="Arial"/>
                          </a:rPr>
                        </m:ctrlPr>
                      </m:sSubPr>
                      <m:e>
                        <m:r>
                          <a:rPr lang="en-US" altLang="zh-CN" b="0" i="1" smtClean="0">
                            <a:latin typeface="Cambria Math"/>
                            <a:ea typeface="黑体" panose="02010609060101010101" pitchFamily="49" charset="-122"/>
                            <a:cs typeface="Arial"/>
                          </a:rPr>
                          <m:t>𝑛</m:t>
                        </m:r>
                      </m:e>
                      <m:sub>
                        <m:r>
                          <a:rPr lang="en-US" altLang="zh-CN" b="0" i="1" smtClean="0">
                            <a:latin typeface="Cambria Math"/>
                            <a:ea typeface="黑体" panose="02010609060101010101" pitchFamily="49" charset="-122"/>
                            <a:cs typeface="Arial"/>
                          </a:rPr>
                          <m:t>𝐿𝐶</m:t>
                        </m:r>
                      </m:sub>
                    </m:sSub>
                    <m:r>
                      <a:rPr lang="en-US" altLang="zh-CN" b="0" i="1" smtClean="0">
                        <a:latin typeface="Cambria Math"/>
                        <a:ea typeface="黑体" panose="02010609060101010101" pitchFamily="49" charset="-122"/>
                        <a:cs typeface="Arial"/>
                      </a:rPr>
                      <m:t>6000,  </m:t>
                    </m:r>
                    <m:r>
                      <a:rPr lang="en-US" altLang="zh-CN" b="0" i="1" smtClean="0">
                        <a:latin typeface="Cambria Math"/>
                        <a:ea typeface="黑体" panose="02010609060101010101" pitchFamily="49" charset="-122"/>
                        <a:cs typeface="Arial"/>
                      </a:rPr>
                      <m:t>𝑣</m:t>
                    </m:r>
                    <m:r>
                      <a:rPr lang="en-US" altLang="zh-CN" b="0" i="1" smtClean="0">
                        <a:latin typeface="Cambria Math"/>
                        <a:ea typeface="黑体" panose="02010609060101010101" pitchFamily="49" charset="-122"/>
                        <a:cs typeface="Arial"/>
                      </a:rPr>
                      <m:t>=1</m:t>
                    </m:r>
                    <m:r>
                      <a:rPr lang="en-US" altLang="zh-CN" b="0" i="1" smtClean="0">
                        <a:latin typeface="Cambria Math"/>
                        <a:ea typeface="黑体" panose="02010609060101010101" pitchFamily="49" charset="-122"/>
                        <a:cs typeface="Arial"/>
                      </a:rPr>
                      <m:t>𝑔</m:t>
                    </m:r>
                    <m:r>
                      <a:rPr lang="en-US" altLang="zh-CN" b="0" i="1" smtClean="0">
                        <a:latin typeface="Cambria Math"/>
                        <a:ea typeface="黑体" panose="02010609060101010101" pitchFamily="49" charset="-122"/>
                        <a:cs typeface="Arial"/>
                      </a:rPr>
                      <m:t>,  </m:t>
                    </m:r>
                    <m:sSub>
                      <m:sSubPr>
                        <m:ctrlPr>
                          <a:rPr lang="en-US" altLang="zh-CN" b="0" i="1" smtClean="0">
                            <a:latin typeface="Cambria Math"/>
                            <a:ea typeface="黑体" panose="02010609060101010101" pitchFamily="49" charset="-122"/>
                            <a:cs typeface="Arial"/>
                          </a:rPr>
                        </m:ctrlPr>
                      </m:sSubPr>
                      <m:e>
                        <m:r>
                          <a:rPr lang="en-US" altLang="zh-CN" b="0" i="1" smtClean="0">
                            <a:latin typeface="Cambria Math"/>
                            <a:ea typeface="黑体" panose="02010609060101010101" pitchFamily="49" charset="-122"/>
                            <a:cs typeface="Arial"/>
                          </a:rPr>
                          <m:t>𝑣</m:t>
                        </m:r>
                      </m:e>
                      <m:sub>
                        <m:r>
                          <a:rPr lang="en-US" altLang="zh-CN" b="0" i="1" smtClean="0">
                            <a:latin typeface="Cambria Math"/>
                            <a:ea typeface="黑体" panose="02010609060101010101" pitchFamily="49" charset="-122"/>
                            <a:cs typeface="Arial"/>
                          </a:rPr>
                          <m:t>𝑚𝑖𝑛</m:t>
                        </m:r>
                      </m:sub>
                    </m:sSub>
                    <m:r>
                      <a:rPr lang="en-US" altLang="zh-CN" b="0" i="1" smtClean="0">
                        <a:latin typeface="Cambria Math"/>
                        <a:ea typeface="黑体" panose="02010609060101010101" pitchFamily="49" charset="-122"/>
                        <a:cs typeface="Arial"/>
                      </a:rPr>
                      <m:t>=0.25</m:t>
                    </m:r>
                    <m:r>
                      <a:rPr lang="en-US" altLang="zh-CN" b="0" i="1" smtClean="0">
                        <a:latin typeface="Cambria Math"/>
                        <a:ea typeface="黑体" panose="02010609060101010101" pitchFamily="49" charset="-122"/>
                        <a:cs typeface="Arial"/>
                      </a:rPr>
                      <m:t>𝑔</m:t>
                    </m:r>
                  </m:oMath>
                </a14:m>
                <a:endParaRPr lang="en-US" altLang="zh-CN" dirty="0" smtClean="0">
                  <a:latin typeface="Arial"/>
                  <a:ea typeface="黑体" panose="02010609060101010101" pitchFamily="49" charset="-122"/>
                  <a:cs typeface="Arial"/>
                </a:endParaRPr>
              </a:p>
              <a:p>
                <a:pPr lvl="2"/>
                <a:endParaRPr lang="en-US" altLang="zh-CN" dirty="0" smtClean="0">
                  <a:latin typeface="Arial" panose="020B0604020202020204" pitchFamily="34" charset="0"/>
                  <a:ea typeface="黑体" panose="02010609060101010101" pitchFamily="49" charset="-122"/>
                  <a:cs typeface="Arial" panose="020B0604020202020204" pitchFamily="34" charset="0"/>
                </a:endParaRPr>
              </a:p>
              <a:p>
                <a:endParaRPr lang="zh-CN" altLang="en-US" dirty="0">
                  <a:latin typeface="Arial" panose="020B0604020202020204" pitchFamily="34" charset="0"/>
                  <a:ea typeface="黑体" panose="02010609060101010101" pitchFamily="49" charset="-122"/>
                  <a:cs typeface="Arial" panose="020B0604020202020204" pitchFamily="34" charset="0"/>
                </a:endParaRPr>
              </a:p>
            </p:txBody>
          </p:sp>
        </mc:Choice>
        <mc:Fallback xmlns="">
          <p:sp>
            <p:nvSpPr>
              <p:cNvPr id="4" name="内容占位符 3"/>
              <p:cNvSpPr>
                <a:spLocks noGrp="1" noRot="1" noChangeAspect="1" noMove="1" noResize="1" noEditPoints="1" noAdjustHandles="1" noChangeArrowheads="1" noChangeShapeType="1" noTextEdit="1"/>
              </p:cNvSpPr>
              <p:nvPr>
                <p:ph idx="1"/>
              </p:nvPr>
            </p:nvSpPr>
            <p:spPr>
              <a:blipFill rotWithShape="1">
                <a:blip r:embed="rId2"/>
                <a:stretch>
                  <a:fillRect l="-1387" t="-1494"/>
                </a:stretch>
              </a:blipFill>
            </p:spPr>
            <p:txBody>
              <a:bodyPr/>
              <a:lstStyle/>
              <a:p>
                <a:r>
                  <a:rPr lang="zh-CN" altLang="en-US">
                    <a:noFill/>
                  </a:rPr>
                  <a:t> </a:t>
                </a:r>
              </a:p>
            </p:txBody>
          </p:sp>
        </mc:Fallback>
      </mc:AlternateContent>
      <p:sp>
        <p:nvSpPr>
          <p:cNvPr id="5" name="灯片编号占位符 4"/>
          <p:cNvSpPr>
            <a:spLocks noGrp="1"/>
          </p:cNvSpPr>
          <p:nvPr>
            <p:ph type="sldNum" sz="quarter" idx="100"/>
          </p:nvPr>
        </p:nvSpPr>
        <p:spPr/>
        <p:txBody>
          <a:bodyPr/>
          <a:lstStyle/>
          <a:p>
            <a:fld id="{2B2B68EE-DD1E-4368-AFCE-24A50EC7BF18}" type="slidenum">
              <a:rPr lang="en-US" smtClean="0"/>
              <a:pPr/>
              <a:t>42</a:t>
            </a:fld>
            <a:endParaRPr lang="en-US" dirty="0"/>
          </a:p>
        </p:txBody>
      </p:sp>
      <p:sp>
        <p:nvSpPr>
          <p:cNvPr id="6" name="页脚占位符 5"/>
          <p:cNvSpPr>
            <a:spLocks noGrp="1"/>
          </p:cNvSpPr>
          <p:nvPr>
            <p:ph type="ftr" sz="quarter" idx="101"/>
          </p:nvPr>
        </p:nvSpPr>
        <p:spPr/>
        <p:txBody>
          <a:bodyPr/>
          <a:lstStyle/>
          <a:p>
            <a:r>
              <a:rPr lang="en-US" smtClean="0"/>
              <a:t>For internal use - Confidential</a:t>
            </a:r>
            <a:endParaRPr lang="en-US" dirty="0"/>
          </a:p>
        </p:txBody>
      </p:sp>
    </p:spTree>
    <p:extLst>
      <p:ext uri="{BB962C8B-B14F-4D97-AF65-F5344CB8AC3E}">
        <p14:creationId xmlns:p14="http://schemas.microsoft.com/office/powerpoint/2010/main" val="2565444199"/>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latin typeface="Arial" panose="020B0604020202020204" pitchFamily="34" charset="0"/>
                <a:ea typeface="黑体" panose="02010609060101010101" pitchFamily="49" charset="-122"/>
                <a:cs typeface="Arial" panose="020B0604020202020204" pitchFamily="34" charset="0"/>
              </a:rPr>
              <a:t>DL </a:t>
            </a:r>
            <a:r>
              <a:rPr lang="zh-CN" altLang="en-US" dirty="0">
                <a:latin typeface="Arial" panose="020B0604020202020204" pitchFamily="34" charset="0"/>
                <a:ea typeface="黑体" panose="02010609060101010101" pitchFamily="49" charset="-122"/>
                <a:cs typeface="Arial" panose="020B0604020202020204" pitchFamily="34" charset="0"/>
              </a:rPr>
              <a:t>对零点温度特性的影响</a:t>
            </a:r>
            <a:endParaRPr lang="zh-CN" altLang="en-US" dirty="0"/>
          </a:p>
        </p:txBody>
      </p:sp>
      <p:sp>
        <p:nvSpPr>
          <p:cNvPr id="3" name="标题 2"/>
          <p:cNvSpPr>
            <a:spLocks noGrp="1"/>
          </p:cNvSpPr>
          <p:nvPr>
            <p:ph type="title" idx="99"/>
          </p:nvPr>
        </p:nvSpPr>
        <p:spPr/>
        <p:txBody>
          <a:bodyPr/>
          <a:lstStyle/>
          <a:p>
            <a:r>
              <a:rPr lang="zh-CN" altLang="en-US" dirty="0">
                <a:latin typeface="Arial" panose="020B0604020202020204" pitchFamily="34" charset="0"/>
                <a:ea typeface="黑体" panose="02010609060101010101" pitchFamily="49" charset="-122"/>
                <a:cs typeface="Arial" panose="020B0604020202020204" pitchFamily="34" charset="0"/>
              </a:rPr>
              <a:t>假设：𝐸</a:t>
            </a:r>
            <a:r>
              <a:rPr lang="en-US" altLang="zh-CN" dirty="0">
                <a:latin typeface="Arial" panose="020B0604020202020204" pitchFamily="34" charset="0"/>
                <a:ea typeface="黑体" panose="02010609060101010101" pitchFamily="49" charset="-122"/>
                <a:cs typeface="Arial" panose="020B0604020202020204" pitchFamily="34" charset="0"/>
              </a:rPr>
              <a:t>_</a:t>
            </a:r>
            <a:r>
              <a:rPr lang="zh-CN" altLang="en-US" dirty="0">
                <a:latin typeface="Arial" panose="020B0604020202020204" pitchFamily="34" charset="0"/>
                <a:ea typeface="黑体" panose="02010609060101010101" pitchFamily="49" charset="-122"/>
                <a:cs typeface="Arial" panose="020B0604020202020204" pitchFamily="34" charset="0"/>
              </a:rPr>
              <a:t>𝑚𝑎𝑥</a:t>
            </a:r>
            <a:r>
              <a:rPr lang="en-US" altLang="zh-CN" dirty="0">
                <a:latin typeface="Arial" panose="020B0604020202020204" pitchFamily="34" charset="0"/>
                <a:ea typeface="黑体" panose="02010609060101010101" pitchFamily="49" charset="-122"/>
                <a:cs typeface="Arial" panose="020B0604020202020204" pitchFamily="34" charset="0"/>
              </a:rPr>
              <a:t>=6</a:t>
            </a:r>
            <a:r>
              <a:rPr lang="zh-CN" altLang="en-US" dirty="0">
                <a:latin typeface="Arial" panose="020B0604020202020204" pitchFamily="34" charset="0"/>
                <a:ea typeface="黑体" panose="02010609060101010101" pitchFamily="49" charset="-122"/>
                <a:cs typeface="Arial" panose="020B0604020202020204" pitchFamily="34" charset="0"/>
              </a:rPr>
              <a:t>𝑘𝑔</a:t>
            </a:r>
            <a:r>
              <a:rPr lang="en-US" altLang="zh-CN" dirty="0">
                <a:latin typeface="Arial" panose="020B0604020202020204" pitchFamily="34" charset="0"/>
                <a:ea typeface="黑体" panose="02010609060101010101" pitchFamily="49" charset="-122"/>
                <a:cs typeface="Arial" panose="020B0604020202020204" pitchFamily="34" charset="0"/>
              </a:rPr>
              <a:t>,</a:t>
            </a:r>
            <a:r>
              <a:rPr lang="zh-CN" altLang="en-US" dirty="0">
                <a:latin typeface="Arial" panose="020B0604020202020204" pitchFamily="34" charset="0"/>
                <a:ea typeface="黑体" panose="02010609060101010101" pitchFamily="49" charset="-122"/>
                <a:cs typeface="Arial" panose="020B0604020202020204" pitchFamily="34" charset="0"/>
              </a:rPr>
              <a:t>𝑛</a:t>
            </a:r>
            <a:r>
              <a:rPr lang="en-US" altLang="zh-CN" dirty="0">
                <a:latin typeface="Arial" panose="020B0604020202020204" pitchFamily="34" charset="0"/>
                <a:ea typeface="黑体" panose="02010609060101010101" pitchFamily="49" charset="-122"/>
                <a:cs typeface="Arial" panose="020B0604020202020204" pitchFamily="34" charset="0"/>
              </a:rPr>
              <a:t>_</a:t>
            </a:r>
            <a:r>
              <a:rPr lang="zh-CN" altLang="en-US" dirty="0">
                <a:latin typeface="Arial" panose="020B0604020202020204" pitchFamily="34" charset="0"/>
                <a:ea typeface="黑体" panose="02010609060101010101" pitchFamily="49" charset="-122"/>
                <a:cs typeface="Arial" panose="020B0604020202020204" pitchFamily="34" charset="0"/>
              </a:rPr>
              <a:t>𝐿𝐶</a:t>
            </a:r>
            <a:r>
              <a:rPr lang="en-US" altLang="zh-CN" dirty="0">
                <a:latin typeface="Arial" panose="020B0604020202020204" pitchFamily="34" charset="0"/>
                <a:ea typeface="黑体" panose="02010609060101010101" pitchFamily="49" charset="-122"/>
                <a:cs typeface="Arial" panose="020B0604020202020204" pitchFamily="34" charset="0"/>
              </a:rPr>
              <a:t>=6000, DL=0</a:t>
            </a:r>
            <a:r>
              <a:rPr lang="zh-CN" altLang="en-US" dirty="0">
                <a:latin typeface="Arial" panose="020B0604020202020204" pitchFamily="34" charset="0"/>
                <a:ea typeface="黑体" panose="02010609060101010101" pitchFamily="49" charset="-122"/>
                <a:cs typeface="Arial" panose="020B0604020202020204" pitchFamily="34" charset="0"/>
              </a:rPr>
              <a:t>时，</a:t>
            </a:r>
            <a:r>
              <a:rPr lang="en-US" altLang="zh-CN" dirty="0" smtClean="0">
                <a:latin typeface="Arial" panose="020B0604020202020204" pitchFamily="34" charset="0"/>
                <a:ea typeface="黑体" panose="02010609060101010101" pitchFamily="49" charset="-122"/>
                <a:cs typeface="Arial" panose="020B0604020202020204" pitchFamily="34" charset="0"/>
              </a:rPr>
              <a:t>MDLO=0 </a:t>
            </a:r>
            <a:r>
              <a:rPr lang="en-US" altLang="zh-CN" dirty="0">
                <a:latin typeface="Arial" panose="020B0604020202020204" pitchFamily="34" charset="0"/>
                <a:ea typeface="黑体" panose="02010609060101010101" pitchFamily="49" charset="-122"/>
                <a:cs typeface="Arial" panose="020B0604020202020204" pitchFamily="34" charset="0"/>
              </a:rPr>
              <a:t/>
            </a:r>
            <a:br>
              <a:rPr lang="en-US" altLang="zh-CN" dirty="0">
                <a:latin typeface="Arial" panose="020B0604020202020204" pitchFamily="34" charset="0"/>
                <a:ea typeface="黑体" panose="02010609060101010101" pitchFamily="49" charset="-122"/>
                <a:cs typeface="Arial" panose="020B0604020202020204" pitchFamily="34" charset="0"/>
              </a:rPr>
            </a:br>
            <a:endParaRPr lang="zh-CN" altLang="en-US" dirty="0">
              <a:latin typeface="Arial" panose="020B0604020202020204" pitchFamily="34" charset="0"/>
              <a:ea typeface="黑体" panose="02010609060101010101" pitchFamily="49" charset="-122"/>
              <a:cs typeface="Arial" panose="020B0604020202020204" pitchFamily="34" charset="0"/>
            </a:endParaRPr>
          </a:p>
        </p:txBody>
      </p:sp>
      <mc:AlternateContent xmlns:mc="http://schemas.openxmlformats.org/markup-compatibility/2006" xmlns:a14="http://schemas.microsoft.com/office/drawing/2010/main">
        <mc:Choice Requires="a14">
          <p:graphicFrame>
            <p:nvGraphicFramePr>
              <p:cNvPr id="7" name="内容占位符 6"/>
              <p:cNvGraphicFramePr>
                <a:graphicFrameLocks noGrp="1"/>
              </p:cNvGraphicFramePr>
              <p:nvPr>
                <p:ph idx="1"/>
                <p:extLst>
                  <p:ext uri="{D42A27DB-BD31-4B8C-83A1-F6EECF244321}">
                    <p14:modId xmlns:p14="http://schemas.microsoft.com/office/powerpoint/2010/main" val="11423807"/>
                  </p:ext>
                </p:extLst>
              </p:nvPr>
            </p:nvGraphicFramePr>
            <p:xfrm>
              <a:off x="750130" y="1966860"/>
              <a:ext cx="7575005" cy="3546832"/>
            </p:xfrm>
            <a:graphic>
              <a:graphicData uri="http://schemas.openxmlformats.org/drawingml/2006/table">
                <a:tbl>
                  <a:tblPr firstRow="1" bandRow="1">
                    <a:tableStyleId>{5C22544A-7EE6-4342-B048-85BDC9FD1C3A}</a:tableStyleId>
                  </a:tblPr>
                  <a:tblGrid>
                    <a:gridCol w="1515001"/>
                    <a:gridCol w="1515001"/>
                    <a:gridCol w="1515001"/>
                    <a:gridCol w="1515001"/>
                    <a:gridCol w="1515001"/>
                  </a:tblGrid>
                  <a:tr h="443354">
                    <a:tc>
                      <a:txBody>
                        <a:bodyPr/>
                        <a:lstStyle/>
                        <a:p>
                          <a:r>
                            <a:rPr lang="en-US" altLang="zh-CN" dirty="0" smtClean="0"/>
                            <a:t>Load (g)</a:t>
                          </a:r>
                          <a:endParaRPr lang="zh-CN" altLang="en-US" dirty="0"/>
                        </a:p>
                      </a:txBody>
                      <a:tcPr/>
                    </a:tc>
                    <a:tc>
                      <a:txBody>
                        <a:bodyPr/>
                        <a:lstStyle/>
                        <a:p>
                          <a:r>
                            <a:rPr lang="en-US" altLang="zh-CN" dirty="0" smtClean="0"/>
                            <a:t>mpe@6kg</a:t>
                          </a:r>
                          <a:endParaRPr lang="zh-CN" altLang="en-US" dirty="0"/>
                        </a:p>
                      </a:txBody>
                      <a:tcPr/>
                    </a:tc>
                    <a:tc>
                      <a:txBody>
                        <a:bodyPr/>
                        <a:lstStyle/>
                        <a:p>
                          <a14:m>
                            <m:oMath xmlns:m="http://schemas.openxmlformats.org/officeDocument/2006/math">
                              <m:sSub>
                                <m:sSubPr>
                                  <m:ctrlPr>
                                    <a:rPr lang="en-US" altLang="zh-CN" i="1" smtClean="0">
                                      <a:latin typeface="Cambria Math"/>
                                    </a:rPr>
                                  </m:ctrlPr>
                                </m:sSubPr>
                                <m:e>
                                  <m:r>
                                    <a:rPr lang="en-US" altLang="zh-CN" b="1" i="1" smtClean="0">
                                      <a:latin typeface="Cambria Math"/>
                                    </a:rPr>
                                    <m:t>𝒗</m:t>
                                  </m:r>
                                </m:e>
                                <m:sub>
                                  <m:r>
                                    <a:rPr lang="en-US" altLang="zh-CN" b="1" i="1" smtClean="0">
                                      <a:latin typeface="Cambria Math"/>
                                    </a:rPr>
                                    <m:t>𝟏</m:t>
                                  </m:r>
                                </m:sub>
                              </m:sSub>
                            </m:oMath>
                          </a14:m>
                          <a:r>
                            <a:rPr lang="en-US" altLang="zh-CN" dirty="0" smtClean="0"/>
                            <a:t>(g)</a:t>
                          </a:r>
                          <a:endParaRPr lang="zh-CN" altLang="en-US" dirty="0"/>
                        </a:p>
                      </a:txBody>
                      <a:tcPr/>
                    </a:tc>
                    <a:tc>
                      <a:txBody>
                        <a:bodyPr/>
                        <a:lstStyle/>
                        <a:p>
                          <a:r>
                            <a:rPr lang="en-US" altLang="zh-CN" dirty="0" smtClean="0"/>
                            <a:t>WE1(g)</a:t>
                          </a:r>
                          <a:endParaRPr lang="zh-CN" altLang="en-US" dirty="0"/>
                        </a:p>
                      </a:txBody>
                      <a:tcPr/>
                    </a:tc>
                    <a:tc>
                      <a:txBody>
                        <a:bodyPr/>
                        <a:lstStyle/>
                        <a:p>
                          <a:r>
                            <a:rPr lang="en-US" altLang="zh-CN" dirty="0" smtClean="0"/>
                            <a:t>indication</a:t>
                          </a:r>
                          <a:endParaRPr lang="zh-CN" altLang="en-US" dirty="0"/>
                        </a:p>
                      </a:txBody>
                      <a:tcPr/>
                    </a:tc>
                  </a:tr>
                  <a:tr h="443354">
                    <a:tc>
                      <a:txBody>
                        <a:bodyPr/>
                        <a:lstStyle/>
                        <a:p>
                          <a:r>
                            <a:rPr lang="en-US" altLang="zh-CN" dirty="0" smtClean="0"/>
                            <a:t>0</a:t>
                          </a:r>
                          <a:endParaRPr lang="zh-CN" altLang="en-US" dirty="0"/>
                        </a:p>
                      </a:txBody>
                      <a:tcPr/>
                    </a:tc>
                    <a:tc>
                      <a:txBody>
                        <a:bodyPr/>
                        <a:lstStyle/>
                        <a:p>
                          <a:r>
                            <a:rPr lang="en-US" altLang="zh-CN" dirty="0" smtClean="0"/>
                            <a:t>±0.35</a:t>
                          </a:r>
                          <a:endParaRPr lang="zh-CN" altLang="en-US" dirty="0"/>
                        </a:p>
                      </a:txBody>
                      <a:tcPr/>
                    </a:tc>
                    <a:tc>
                      <a:txBody>
                        <a:bodyPr/>
                        <a:lstStyle/>
                        <a:p>
                          <a:r>
                            <a:rPr lang="en-US" altLang="zh-CN" dirty="0" smtClean="0"/>
                            <a:t>1</a:t>
                          </a:r>
                          <a:endParaRPr lang="zh-CN" altLang="en-US" dirty="0"/>
                        </a:p>
                      </a:txBody>
                      <a:tcPr/>
                    </a:tc>
                    <a:tc>
                      <a:txBody>
                        <a:bodyPr/>
                        <a:lstStyle/>
                        <a:p>
                          <a:r>
                            <a:rPr lang="en-US" altLang="zh-CN" dirty="0" smtClean="0"/>
                            <a:t>±0</a:t>
                          </a:r>
                          <a:endParaRPr lang="zh-CN" altLang="en-US" dirty="0"/>
                        </a:p>
                      </a:txBody>
                      <a:tcPr/>
                    </a:tc>
                    <a:tc>
                      <a:txBody>
                        <a:bodyPr/>
                        <a:lstStyle/>
                        <a:p>
                          <a:r>
                            <a:rPr lang="en-US" altLang="zh-CN" dirty="0" smtClean="0"/>
                            <a:t>0.00</a:t>
                          </a:r>
                          <a:endParaRPr lang="zh-CN" altLang="en-US" dirty="0"/>
                        </a:p>
                      </a:txBody>
                      <a:tcPr/>
                    </a:tc>
                  </a:tr>
                  <a:tr h="443354">
                    <a:tc>
                      <a:txBody>
                        <a:bodyPr/>
                        <a:lstStyle/>
                        <a:p>
                          <a:r>
                            <a:rPr lang="en-US" altLang="zh-CN" dirty="0" smtClean="0"/>
                            <a:t>500</a:t>
                          </a:r>
                          <a:endParaRPr lang="zh-CN" altLang="en-US" dirty="0"/>
                        </a:p>
                      </a:txBody>
                      <a:tcPr/>
                    </a:tc>
                    <a:tc>
                      <a:txBody>
                        <a:bodyPr/>
                        <a:lstStyle/>
                        <a:p>
                          <a:r>
                            <a:rPr lang="en-US" altLang="zh-CN" dirty="0" smtClean="0"/>
                            <a:t>±0.35</a:t>
                          </a:r>
                          <a:endParaRPr lang="zh-CN" altLang="en-US" dirty="0"/>
                        </a:p>
                      </a:txBody>
                      <a:tcPr/>
                    </a:tc>
                    <a:tc>
                      <a:txBody>
                        <a:bodyPr/>
                        <a:lstStyle/>
                        <a:p>
                          <a:r>
                            <a:rPr lang="en-US" altLang="zh-CN" dirty="0" smtClean="0"/>
                            <a:t>1</a:t>
                          </a:r>
                          <a:endParaRPr lang="zh-CN" altLang="en-US" dirty="0"/>
                        </a:p>
                      </a:txBody>
                      <a:tcPr/>
                    </a:tc>
                    <a:tc>
                      <a:txBody>
                        <a:bodyPr/>
                        <a:lstStyle/>
                        <a:p>
                          <a:r>
                            <a:rPr lang="en-US" altLang="zh-CN" dirty="0" smtClean="0"/>
                            <a:t>±0.083</a:t>
                          </a:r>
                          <a:endParaRPr lang="zh-CN" altLang="en-US" dirty="0"/>
                        </a:p>
                      </a:txBody>
                      <a:tcPr/>
                    </a:tc>
                    <a:tc>
                      <a:txBody>
                        <a:bodyPr/>
                        <a:lstStyle/>
                        <a:p>
                          <a:r>
                            <a:rPr lang="en-US" altLang="zh-CN" dirty="0" smtClean="0"/>
                            <a:t>500±0.08</a:t>
                          </a:r>
                          <a:endParaRPr lang="zh-CN" altLang="en-US" dirty="0"/>
                        </a:p>
                      </a:txBody>
                      <a:tcPr/>
                    </a:tc>
                  </a:tr>
                  <a:tr h="443354">
                    <a:tc>
                      <a:txBody>
                        <a:bodyPr/>
                        <a:lstStyle/>
                        <a:p>
                          <a:r>
                            <a:rPr lang="en-US" altLang="zh-CN" dirty="0" smtClean="0"/>
                            <a:t>2000</a:t>
                          </a:r>
                          <a:endParaRPr lang="zh-CN" altLang="en-US" dirty="0"/>
                        </a:p>
                      </a:txBody>
                      <a:tcPr/>
                    </a:tc>
                    <a:tc>
                      <a:txBody>
                        <a:bodyPr/>
                        <a:lstStyle/>
                        <a:p>
                          <a:r>
                            <a:rPr lang="en-US" altLang="zh-CN" dirty="0" smtClean="0"/>
                            <a:t>±0.7</a:t>
                          </a:r>
                          <a:endParaRPr lang="zh-CN" altLang="en-US" dirty="0"/>
                        </a:p>
                      </a:txBody>
                      <a:tcPr/>
                    </a:tc>
                    <a:tc>
                      <a:txBody>
                        <a:bodyPr/>
                        <a:lstStyle/>
                        <a:p>
                          <a:r>
                            <a:rPr lang="en-US" altLang="zh-CN" dirty="0" smtClean="0"/>
                            <a:t>1</a:t>
                          </a:r>
                          <a:endParaRPr lang="zh-CN" altLang="en-US" dirty="0"/>
                        </a:p>
                      </a:txBody>
                      <a:tcPr/>
                    </a:tc>
                    <a:tc>
                      <a:txBody>
                        <a:bodyPr/>
                        <a:lstStyle/>
                        <a:p>
                          <a:r>
                            <a:rPr lang="en-US" altLang="zh-CN" dirty="0" smtClean="0"/>
                            <a:t>±0.333</a:t>
                          </a:r>
                          <a:endParaRPr lang="zh-CN" altLang="en-US" dirty="0"/>
                        </a:p>
                      </a:txBody>
                      <a:tcPr/>
                    </a:tc>
                    <a:tc>
                      <a:txBody>
                        <a:bodyPr/>
                        <a:lstStyle/>
                        <a:p>
                          <a:r>
                            <a:rPr lang="en-US" altLang="zh-CN" dirty="0" smtClean="0"/>
                            <a:t>2000±0.33</a:t>
                          </a:r>
                          <a:endParaRPr lang="zh-CN" altLang="en-US" dirty="0"/>
                        </a:p>
                      </a:txBody>
                      <a:tcPr/>
                    </a:tc>
                  </a:tr>
                  <a:tr h="443354">
                    <a:tc>
                      <a:txBody>
                        <a:bodyPr/>
                        <a:lstStyle/>
                        <a:p>
                          <a:r>
                            <a:rPr lang="en-US" altLang="zh-CN" dirty="0" smtClean="0"/>
                            <a:t>2250</a:t>
                          </a:r>
                          <a:endParaRPr lang="zh-CN" altLang="en-US" dirty="0"/>
                        </a:p>
                      </a:txBody>
                      <a:tcPr/>
                    </a:tc>
                    <a:tc>
                      <a:txBody>
                        <a:bodyPr/>
                        <a:lstStyle/>
                        <a:p>
                          <a:r>
                            <a:rPr lang="en-US" altLang="zh-CN" dirty="0" smtClean="0"/>
                            <a:t>±1.05</a:t>
                          </a:r>
                          <a:endParaRPr lang="zh-CN" altLang="en-US" dirty="0"/>
                        </a:p>
                      </a:txBody>
                      <a:tcPr/>
                    </a:tc>
                    <a:tc>
                      <a:txBody>
                        <a:bodyPr/>
                        <a:lstStyle/>
                        <a:p>
                          <a:r>
                            <a:rPr lang="en-US" altLang="zh-CN" dirty="0" smtClean="0"/>
                            <a:t>1</a:t>
                          </a:r>
                          <a:endParaRPr lang="zh-CN" altLang="en-US" dirty="0"/>
                        </a:p>
                      </a:txBody>
                      <a:tcPr/>
                    </a:tc>
                    <a:tc>
                      <a:txBody>
                        <a:bodyPr/>
                        <a:lstStyle/>
                        <a:p>
                          <a:r>
                            <a:rPr lang="en-US" altLang="zh-CN" dirty="0" smtClean="0"/>
                            <a:t>±0.372</a:t>
                          </a:r>
                          <a:endParaRPr lang="zh-CN" altLang="en-US" dirty="0"/>
                        </a:p>
                      </a:txBody>
                      <a:tcPr/>
                    </a:tc>
                    <a:tc>
                      <a:txBody>
                        <a:bodyPr/>
                        <a:lstStyle/>
                        <a:p>
                          <a:r>
                            <a:rPr lang="en-US" altLang="zh-CN" dirty="0" smtClean="0"/>
                            <a:t>2250±0.37</a:t>
                          </a:r>
                          <a:endParaRPr lang="zh-CN" altLang="en-US" dirty="0"/>
                        </a:p>
                      </a:txBody>
                      <a:tcPr/>
                    </a:tc>
                  </a:tr>
                  <a:tr h="443354">
                    <a:tc>
                      <a:txBody>
                        <a:bodyPr/>
                        <a:lstStyle/>
                        <a:p>
                          <a:r>
                            <a:rPr lang="en-US" altLang="zh-CN" dirty="0" smtClean="0"/>
                            <a:t>3000</a:t>
                          </a:r>
                          <a:endParaRPr lang="zh-CN" altLang="en-US" dirty="0"/>
                        </a:p>
                      </a:txBody>
                      <a:tcPr/>
                    </a:tc>
                    <a:tc>
                      <a:txBody>
                        <a:bodyPr/>
                        <a:lstStyle/>
                        <a:p>
                          <a:r>
                            <a:rPr lang="en-US" altLang="zh-CN" dirty="0" smtClean="0"/>
                            <a:t>±1.05</a:t>
                          </a:r>
                          <a:endParaRPr lang="zh-CN" altLang="en-US" dirty="0"/>
                        </a:p>
                      </a:txBody>
                      <a:tcPr/>
                    </a:tc>
                    <a:tc>
                      <a:txBody>
                        <a:bodyPr/>
                        <a:lstStyle/>
                        <a:p>
                          <a:r>
                            <a:rPr lang="en-US" altLang="zh-CN" dirty="0" smtClean="0"/>
                            <a:t>1</a:t>
                          </a:r>
                          <a:endParaRPr lang="zh-CN" altLang="en-US" dirty="0"/>
                        </a:p>
                      </a:txBody>
                      <a:tcPr/>
                    </a:tc>
                    <a:tc>
                      <a:txBody>
                        <a:bodyPr/>
                        <a:lstStyle/>
                        <a:p>
                          <a:r>
                            <a:rPr lang="en-US" altLang="zh-CN" dirty="0" smtClean="0"/>
                            <a:t>±0.5</a:t>
                          </a:r>
                          <a:endParaRPr lang="zh-CN" altLang="en-US" dirty="0"/>
                        </a:p>
                      </a:txBody>
                      <a:tcPr/>
                    </a:tc>
                    <a:tc>
                      <a:txBody>
                        <a:bodyPr/>
                        <a:lstStyle/>
                        <a:p>
                          <a:r>
                            <a:rPr lang="en-US" altLang="zh-CN" dirty="0" smtClean="0"/>
                            <a:t>3000±0.50</a:t>
                          </a:r>
                          <a:endParaRPr lang="zh-CN" altLang="en-US" dirty="0"/>
                        </a:p>
                      </a:txBody>
                      <a:tcPr/>
                    </a:tc>
                  </a:tr>
                  <a:tr h="443354">
                    <a:tc>
                      <a:txBody>
                        <a:bodyPr/>
                        <a:lstStyle/>
                        <a:p>
                          <a:r>
                            <a:rPr lang="en-US" altLang="zh-CN" dirty="0" smtClean="0"/>
                            <a:t>5000</a:t>
                          </a:r>
                          <a:endParaRPr lang="zh-CN" altLang="en-US" dirty="0"/>
                        </a:p>
                      </a:txBody>
                      <a:tcPr/>
                    </a:tc>
                    <a:tc>
                      <a:txBody>
                        <a:bodyPr/>
                        <a:lstStyle/>
                        <a:p>
                          <a:r>
                            <a:rPr lang="en-US" altLang="zh-CN" dirty="0" smtClean="0"/>
                            <a:t>±1.05</a:t>
                          </a:r>
                          <a:endParaRPr lang="zh-CN" altLang="en-US" dirty="0"/>
                        </a:p>
                      </a:txBody>
                      <a:tcPr/>
                    </a:tc>
                    <a:tc>
                      <a:txBody>
                        <a:bodyPr/>
                        <a:lstStyle/>
                        <a:p>
                          <a:r>
                            <a:rPr lang="en-US" altLang="zh-CN" dirty="0" smtClean="0"/>
                            <a:t>1</a:t>
                          </a:r>
                          <a:endParaRPr lang="zh-CN" altLang="en-US" dirty="0"/>
                        </a:p>
                      </a:txBody>
                      <a:tcPr/>
                    </a:tc>
                    <a:tc>
                      <a:txBody>
                        <a:bodyPr/>
                        <a:lstStyle/>
                        <a:p>
                          <a:r>
                            <a:rPr lang="en-US" altLang="zh-CN" dirty="0" smtClean="0"/>
                            <a:t>±0.833</a:t>
                          </a:r>
                          <a:endParaRPr lang="zh-CN" altLang="en-US" dirty="0"/>
                        </a:p>
                      </a:txBody>
                      <a:tcPr/>
                    </a:tc>
                    <a:tc>
                      <a:txBody>
                        <a:bodyPr/>
                        <a:lstStyle/>
                        <a:p>
                          <a:r>
                            <a:rPr lang="en-US" altLang="zh-CN" dirty="0" smtClean="0"/>
                            <a:t>5000±0.83</a:t>
                          </a:r>
                          <a:endParaRPr lang="zh-CN" altLang="en-US" dirty="0"/>
                        </a:p>
                      </a:txBody>
                      <a:tcPr/>
                    </a:tc>
                  </a:tr>
                  <a:tr h="443354">
                    <a:tc>
                      <a:txBody>
                        <a:bodyPr/>
                        <a:lstStyle/>
                        <a:p>
                          <a:r>
                            <a:rPr lang="en-US" altLang="zh-CN" dirty="0" smtClean="0"/>
                            <a:t>6000</a:t>
                          </a:r>
                          <a:endParaRPr lang="zh-CN" altLang="en-US" dirty="0"/>
                        </a:p>
                      </a:txBody>
                      <a:tcPr/>
                    </a:tc>
                    <a:tc>
                      <a:txBody>
                        <a:bodyPr/>
                        <a:lstStyle/>
                        <a:p>
                          <a:r>
                            <a:rPr lang="en-US" altLang="zh-CN" dirty="0" smtClean="0"/>
                            <a:t>±1.05</a:t>
                          </a:r>
                          <a:endParaRPr lang="zh-CN" altLang="en-US" dirty="0"/>
                        </a:p>
                      </a:txBody>
                      <a:tcPr/>
                    </a:tc>
                    <a:tc>
                      <a:txBody>
                        <a:bodyPr/>
                        <a:lstStyle/>
                        <a:p>
                          <a:r>
                            <a:rPr lang="en-US" altLang="zh-CN" dirty="0" smtClean="0"/>
                            <a:t>1</a:t>
                          </a:r>
                          <a:endParaRPr lang="zh-CN" altLang="en-US" dirty="0"/>
                        </a:p>
                      </a:txBody>
                      <a:tcPr/>
                    </a:tc>
                    <a:tc>
                      <a:txBody>
                        <a:bodyPr/>
                        <a:lstStyle/>
                        <a:p>
                          <a:r>
                            <a:rPr lang="en-US" altLang="zh-CN" dirty="0" smtClean="0"/>
                            <a:t>±1</a:t>
                          </a:r>
                          <a:endParaRPr lang="zh-CN" altLang="en-US" dirty="0"/>
                        </a:p>
                      </a:txBody>
                      <a:tcPr/>
                    </a:tc>
                    <a:tc>
                      <a:txBody>
                        <a:bodyPr/>
                        <a:lstStyle/>
                        <a:p>
                          <a:r>
                            <a:rPr lang="en-US" altLang="zh-CN" dirty="0" smtClean="0"/>
                            <a:t>6000±1.00</a:t>
                          </a:r>
                          <a:endParaRPr lang="zh-CN" altLang="en-US" dirty="0"/>
                        </a:p>
                      </a:txBody>
                      <a:tcPr/>
                    </a:tc>
                  </a:tr>
                </a:tbl>
              </a:graphicData>
            </a:graphic>
          </p:graphicFrame>
        </mc:Choice>
        <mc:Fallback xmlns="">
          <p:graphicFrame>
            <p:nvGraphicFramePr>
              <p:cNvPr id="7" name="内容占位符 6"/>
              <p:cNvGraphicFramePr>
                <a:graphicFrameLocks noGrp="1"/>
              </p:cNvGraphicFramePr>
              <p:nvPr>
                <p:ph idx="1"/>
                <p:extLst>
                  <p:ext uri="{D42A27DB-BD31-4B8C-83A1-F6EECF244321}">
                    <p14:modId xmlns:p14="http://schemas.microsoft.com/office/powerpoint/2010/main" val="11423807"/>
                  </p:ext>
                </p:extLst>
              </p:nvPr>
            </p:nvGraphicFramePr>
            <p:xfrm>
              <a:off x="750130" y="1966860"/>
              <a:ext cx="7575005" cy="3546832"/>
            </p:xfrm>
            <a:graphic>
              <a:graphicData uri="http://schemas.openxmlformats.org/drawingml/2006/table">
                <a:tbl>
                  <a:tblPr firstRow="1" bandRow="1">
                    <a:tableStyleId>{5C22544A-7EE6-4342-B048-85BDC9FD1C3A}</a:tableStyleId>
                  </a:tblPr>
                  <a:tblGrid>
                    <a:gridCol w="1515001"/>
                    <a:gridCol w="1515001"/>
                    <a:gridCol w="1515001"/>
                    <a:gridCol w="1515001"/>
                    <a:gridCol w="1515001"/>
                  </a:tblGrid>
                  <a:tr h="443354">
                    <a:tc>
                      <a:txBody>
                        <a:bodyPr/>
                        <a:lstStyle/>
                        <a:p>
                          <a:r>
                            <a:rPr lang="en-US" altLang="zh-CN" dirty="0" smtClean="0"/>
                            <a:t>Load (g)</a:t>
                          </a:r>
                          <a:endParaRPr lang="zh-CN" altLang="en-US" dirty="0"/>
                        </a:p>
                      </a:txBody>
                      <a:tcPr/>
                    </a:tc>
                    <a:tc>
                      <a:txBody>
                        <a:bodyPr/>
                        <a:lstStyle/>
                        <a:p>
                          <a:r>
                            <a:rPr lang="en-US" altLang="zh-CN" dirty="0" smtClean="0"/>
                            <a:t>mpe@6kg</a:t>
                          </a:r>
                          <a:endParaRPr lang="zh-CN" altLang="en-US" dirty="0"/>
                        </a:p>
                      </a:txBody>
                      <a:tcPr/>
                    </a:tc>
                    <a:tc>
                      <a:txBody>
                        <a:bodyPr/>
                        <a:lstStyle/>
                        <a:p>
                          <a:endParaRPr lang="zh-CN"/>
                        </a:p>
                      </a:txBody>
                      <a:tcPr>
                        <a:blipFill rotWithShape="1">
                          <a:blip r:embed="rId2"/>
                          <a:stretch>
                            <a:fillRect l="-199598" t="-4110" r="-199598" b="-697260"/>
                          </a:stretch>
                        </a:blipFill>
                      </a:tcPr>
                    </a:tc>
                    <a:tc>
                      <a:txBody>
                        <a:bodyPr/>
                        <a:lstStyle/>
                        <a:p>
                          <a:r>
                            <a:rPr lang="en-US" altLang="zh-CN" dirty="0" smtClean="0"/>
                            <a:t>WE1(g)</a:t>
                          </a:r>
                          <a:endParaRPr lang="zh-CN" altLang="en-US" dirty="0"/>
                        </a:p>
                      </a:txBody>
                      <a:tcPr/>
                    </a:tc>
                    <a:tc>
                      <a:txBody>
                        <a:bodyPr/>
                        <a:lstStyle/>
                        <a:p>
                          <a:r>
                            <a:rPr lang="en-US" altLang="zh-CN" dirty="0" smtClean="0"/>
                            <a:t>indication</a:t>
                          </a:r>
                          <a:endParaRPr lang="zh-CN" altLang="en-US" dirty="0"/>
                        </a:p>
                      </a:txBody>
                      <a:tcPr/>
                    </a:tc>
                  </a:tr>
                  <a:tr h="443354">
                    <a:tc>
                      <a:txBody>
                        <a:bodyPr/>
                        <a:lstStyle/>
                        <a:p>
                          <a:r>
                            <a:rPr lang="en-US" altLang="zh-CN" dirty="0" smtClean="0"/>
                            <a:t>0</a:t>
                          </a:r>
                          <a:endParaRPr lang="zh-CN" altLang="en-US" dirty="0"/>
                        </a:p>
                      </a:txBody>
                      <a:tcPr/>
                    </a:tc>
                    <a:tc>
                      <a:txBody>
                        <a:bodyPr/>
                        <a:lstStyle/>
                        <a:p>
                          <a:r>
                            <a:rPr lang="en-US" altLang="zh-CN" dirty="0" smtClean="0"/>
                            <a:t>±0.35</a:t>
                          </a:r>
                          <a:endParaRPr lang="zh-CN" altLang="en-US" dirty="0"/>
                        </a:p>
                      </a:txBody>
                      <a:tcPr/>
                    </a:tc>
                    <a:tc>
                      <a:txBody>
                        <a:bodyPr/>
                        <a:lstStyle/>
                        <a:p>
                          <a:r>
                            <a:rPr lang="en-US" altLang="zh-CN" dirty="0" smtClean="0"/>
                            <a:t>1</a:t>
                          </a:r>
                          <a:endParaRPr lang="zh-CN" altLang="en-US" dirty="0"/>
                        </a:p>
                      </a:txBody>
                      <a:tcPr/>
                    </a:tc>
                    <a:tc>
                      <a:txBody>
                        <a:bodyPr/>
                        <a:lstStyle/>
                        <a:p>
                          <a:r>
                            <a:rPr lang="en-US" altLang="zh-CN" dirty="0" smtClean="0"/>
                            <a:t>±0</a:t>
                          </a:r>
                          <a:endParaRPr lang="zh-CN" altLang="en-US" dirty="0"/>
                        </a:p>
                      </a:txBody>
                      <a:tcPr/>
                    </a:tc>
                    <a:tc>
                      <a:txBody>
                        <a:bodyPr/>
                        <a:lstStyle/>
                        <a:p>
                          <a:r>
                            <a:rPr lang="en-US" altLang="zh-CN" dirty="0" smtClean="0"/>
                            <a:t>0.00</a:t>
                          </a:r>
                          <a:endParaRPr lang="zh-CN" altLang="en-US" dirty="0"/>
                        </a:p>
                      </a:txBody>
                      <a:tcPr/>
                    </a:tc>
                  </a:tr>
                  <a:tr h="443354">
                    <a:tc>
                      <a:txBody>
                        <a:bodyPr/>
                        <a:lstStyle/>
                        <a:p>
                          <a:r>
                            <a:rPr lang="en-US" altLang="zh-CN" dirty="0" smtClean="0"/>
                            <a:t>500</a:t>
                          </a:r>
                          <a:endParaRPr lang="zh-CN" altLang="en-US" dirty="0"/>
                        </a:p>
                      </a:txBody>
                      <a:tcPr/>
                    </a:tc>
                    <a:tc>
                      <a:txBody>
                        <a:bodyPr/>
                        <a:lstStyle/>
                        <a:p>
                          <a:r>
                            <a:rPr lang="en-US" altLang="zh-CN" dirty="0" smtClean="0"/>
                            <a:t>±0.35</a:t>
                          </a:r>
                          <a:endParaRPr lang="zh-CN" altLang="en-US" dirty="0"/>
                        </a:p>
                      </a:txBody>
                      <a:tcPr/>
                    </a:tc>
                    <a:tc>
                      <a:txBody>
                        <a:bodyPr/>
                        <a:lstStyle/>
                        <a:p>
                          <a:r>
                            <a:rPr lang="en-US" altLang="zh-CN" dirty="0" smtClean="0"/>
                            <a:t>1</a:t>
                          </a:r>
                          <a:endParaRPr lang="zh-CN" altLang="en-US" dirty="0"/>
                        </a:p>
                      </a:txBody>
                      <a:tcPr/>
                    </a:tc>
                    <a:tc>
                      <a:txBody>
                        <a:bodyPr/>
                        <a:lstStyle/>
                        <a:p>
                          <a:r>
                            <a:rPr lang="en-US" altLang="zh-CN" dirty="0" smtClean="0"/>
                            <a:t>±0.083</a:t>
                          </a:r>
                          <a:endParaRPr lang="zh-CN" altLang="en-US" dirty="0"/>
                        </a:p>
                      </a:txBody>
                      <a:tcPr/>
                    </a:tc>
                    <a:tc>
                      <a:txBody>
                        <a:bodyPr/>
                        <a:lstStyle/>
                        <a:p>
                          <a:r>
                            <a:rPr lang="en-US" altLang="zh-CN" dirty="0" smtClean="0"/>
                            <a:t>500±0.08</a:t>
                          </a:r>
                          <a:endParaRPr lang="zh-CN" altLang="en-US" dirty="0"/>
                        </a:p>
                      </a:txBody>
                      <a:tcPr/>
                    </a:tc>
                  </a:tr>
                  <a:tr h="443354">
                    <a:tc>
                      <a:txBody>
                        <a:bodyPr/>
                        <a:lstStyle/>
                        <a:p>
                          <a:r>
                            <a:rPr lang="en-US" altLang="zh-CN" dirty="0" smtClean="0"/>
                            <a:t>2000</a:t>
                          </a:r>
                          <a:endParaRPr lang="zh-CN" altLang="en-US" dirty="0"/>
                        </a:p>
                      </a:txBody>
                      <a:tcPr/>
                    </a:tc>
                    <a:tc>
                      <a:txBody>
                        <a:bodyPr/>
                        <a:lstStyle/>
                        <a:p>
                          <a:r>
                            <a:rPr lang="en-US" altLang="zh-CN" dirty="0" smtClean="0"/>
                            <a:t>±0.7</a:t>
                          </a:r>
                          <a:endParaRPr lang="zh-CN" altLang="en-US" dirty="0"/>
                        </a:p>
                      </a:txBody>
                      <a:tcPr/>
                    </a:tc>
                    <a:tc>
                      <a:txBody>
                        <a:bodyPr/>
                        <a:lstStyle/>
                        <a:p>
                          <a:r>
                            <a:rPr lang="en-US" altLang="zh-CN" dirty="0" smtClean="0"/>
                            <a:t>1</a:t>
                          </a:r>
                          <a:endParaRPr lang="zh-CN" altLang="en-US" dirty="0"/>
                        </a:p>
                      </a:txBody>
                      <a:tcPr/>
                    </a:tc>
                    <a:tc>
                      <a:txBody>
                        <a:bodyPr/>
                        <a:lstStyle/>
                        <a:p>
                          <a:r>
                            <a:rPr lang="en-US" altLang="zh-CN" dirty="0" smtClean="0"/>
                            <a:t>±0.333</a:t>
                          </a:r>
                          <a:endParaRPr lang="zh-CN" altLang="en-US" dirty="0"/>
                        </a:p>
                      </a:txBody>
                      <a:tcPr/>
                    </a:tc>
                    <a:tc>
                      <a:txBody>
                        <a:bodyPr/>
                        <a:lstStyle/>
                        <a:p>
                          <a:r>
                            <a:rPr lang="en-US" altLang="zh-CN" dirty="0" smtClean="0"/>
                            <a:t>2000±0.33</a:t>
                          </a:r>
                          <a:endParaRPr lang="zh-CN" altLang="en-US" dirty="0"/>
                        </a:p>
                      </a:txBody>
                      <a:tcPr/>
                    </a:tc>
                  </a:tr>
                  <a:tr h="443354">
                    <a:tc>
                      <a:txBody>
                        <a:bodyPr/>
                        <a:lstStyle/>
                        <a:p>
                          <a:r>
                            <a:rPr lang="en-US" altLang="zh-CN" dirty="0" smtClean="0"/>
                            <a:t>2250</a:t>
                          </a:r>
                          <a:endParaRPr lang="zh-CN" altLang="en-US" dirty="0"/>
                        </a:p>
                      </a:txBody>
                      <a:tcPr/>
                    </a:tc>
                    <a:tc>
                      <a:txBody>
                        <a:bodyPr/>
                        <a:lstStyle/>
                        <a:p>
                          <a:r>
                            <a:rPr lang="en-US" altLang="zh-CN" dirty="0" smtClean="0"/>
                            <a:t>±1.05</a:t>
                          </a:r>
                          <a:endParaRPr lang="zh-CN" altLang="en-US" dirty="0"/>
                        </a:p>
                      </a:txBody>
                      <a:tcPr/>
                    </a:tc>
                    <a:tc>
                      <a:txBody>
                        <a:bodyPr/>
                        <a:lstStyle/>
                        <a:p>
                          <a:r>
                            <a:rPr lang="en-US" altLang="zh-CN" dirty="0" smtClean="0"/>
                            <a:t>1</a:t>
                          </a:r>
                          <a:endParaRPr lang="zh-CN" altLang="en-US" dirty="0"/>
                        </a:p>
                      </a:txBody>
                      <a:tcPr/>
                    </a:tc>
                    <a:tc>
                      <a:txBody>
                        <a:bodyPr/>
                        <a:lstStyle/>
                        <a:p>
                          <a:r>
                            <a:rPr lang="en-US" altLang="zh-CN" dirty="0" smtClean="0"/>
                            <a:t>±0.372</a:t>
                          </a:r>
                          <a:endParaRPr lang="zh-CN" altLang="en-US" dirty="0"/>
                        </a:p>
                      </a:txBody>
                      <a:tcPr/>
                    </a:tc>
                    <a:tc>
                      <a:txBody>
                        <a:bodyPr/>
                        <a:lstStyle/>
                        <a:p>
                          <a:r>
                            <a:rPr lang="en-US" altLang="zh-CN" dirty="0" smtClean="0"/>
                            <a:t>2250±0.37</a:t>
                          </a:r>
                          <a:endParaRPr lang="zh-CN" altLang="en-US" dirty="0"/>
                        </a:p>
                      </a:txBody>
                      <a:tcPr/>
                    </a:tc>
                  </a:tr>
                  <a:tr h="443354">
                    <a:tc>
                      <a:txBody>
                        <a:bodyPr/>
                        <a:lstStyle/>
                        <a:p>
                          <a:r>
                            <a:rPr lang="en-US" altLang="zh-CN" dirty="0" smtClean="0"/>
                            <a:t>3000</a:t>
                          </a:r>
                          <a:endParaRPr lang="zh-CN" altLang="en-US" dirty="0"/>
                        </a:p>
                      </a:txBody>
                      <a:tcPr/>
                    </a:tc>
                    <a:tc>
                      <a:txBody>
                        <a:bodyPr/>
                        <a:lstStyle/>
                        <a:p>
                          <a:r>
                            <a:rPr lang="en-US" altLang="zh-CN" dirty="0" smtClean="0"/>
                            <a:t>±1.05</a:t>
                          </a:r>
                          <a:endParaRPr lang="zh-CN" altLang="en-US" dirty="0"/>
                        </a:p>
                      </a:txBody>
                      <a:tcPr/>
                    </a:tc>
                    <a:tc>
                      <a:txBody>
                        <a:bodyPr/>
                        <a:lstStyle/>
                        <a:p>
                          <a:r>
                            <a:rPr lang="en-US" altLang="zh-CN" dirty="0" smtClean="0"/>
                            <a:t>1</a:t>
                          </a:r>
                          <a:endParaRPr lang="zh-CN" altLang="en-US" dirty="0"/>
                        </a:p>
                      </a:txBody>
                      <a:tcPr/>
                    </a:tc>
                    <a:tc>
                      <a:txBody>
                        <a:bodyPr/>
                        <a:lstStyle/>
                        <a:p>
                          <a:r>
                            <a:rPr lang="en-US" altLang="zh-CN" dirty="0" smtClean="0"/>
                            <a:t>±0.5</a:t>
                          </a:r>
                          <a:endParaRPr lang="zh-CN" altLang="en-US" dirty="0"/>
                        </a:p>
                      </a:txBody>
                      <a:tcPr/>
                    </a:tc>
                    <a:tc>
                      <a:txBody>
                        <a:bodyPr/>
                        <a:lstStyle/>
                        <a:p>
                          <a:r>
                            <a:rPr lang="en-US" altLang="zh-CN" dirty="0" smtClean="0"/>
                            <a:t>3000±0.50</a:t>
                          </a:r>
                          <a:endParaRPr lang="zh-CN" altLang="en-US" dirty="0"/>
                        </a:p>
                      </a:txBody>
                      <a:tcPr/>
                    </a:tc>
                  </a:tr>
                  <a:tr h="443354">
                    <a:tc>
                      <a:txBody>
                        <a:bodyPr/>
                        <a:lstStyle/>
                        <a:p>
                          <a:r>
                            <a:rPr lang="en-US" altLang="zh-CN" dirty="0" smtClean="0"/>
                            <a:t>5000</a:t>
                          </a:r>
                          <a:endParaRPr lang="zh-CN" altLang="en-US" dirty="0"/>
                        </a:p>
                      </a:txBody>
                      <a:tcPr/>
                    </a:tc>
                    <a:tc>
                      <a:txBody>
                        <a:bodyPr/>
                        <a:lstStyle/>
                        <a:p>
                          <a:r>
                            <a:rPr lang="en-US" altLang="zh-CN" dirty="0" smtClean="0"/>
                            <a:t>±1.05</a:t>
                          </a:r>
                          <a:endParaRPr lang="zh-CN" altLang="en-US" dirty="0"/>
                        </a:p>
                      </a:txBody>
                      <a:tcPr/>
                    </a:tc>
                    <a:tc>
                      <a:txBody>
                        <a:bodyPr/>
                        <a:lstStyle/>
                        <a:p>
                          <a:r>
                            <a:rPr lang="en-US" altLang="zh-CN" dirty="0" smtClean="0"/>
                            <a:t>1</a:t>
                          </a:r>
                          <a:endParaRPr lang="zh-CN" altLang="en-US" dirty="0"/>
                        </a:p>
                      </a:txBody>
                      <a:tcPr/>
                    </a:tc>
                    <a:tc>
                      <a:txBody>
                        <a:bodyPr/>
                        <a:lstStyle/>
                        <a:p>
                          <a:r>
                            <a:rPr lang="en-US" altLang="zh-CN" dirty="0" smtClean="0"/>
                            <a:t>±0.833</a:t>
                          </a:r>
                          <a:endParaRPr lang="zh-CN" altLang="en-US" dirty="0"/>
                        </a:p>
                      </a:txBody>
                      <a:tcPr/>
                    </a:tc>
                    <a:tc>
                      <a:txBody>
                        <a:bodyPr/>
                        <a:lstStyle/>
                        <a:p>
                          <a:r>
                            <a:rPr lang="en-US" altLang="zh-CN" dirty="0" smtClean="0"/>
                            <a:t>5000±0.83</a:t>
                          </a:r>
                          <a:endParaRPr lang="zh-CN" altLang="en-US" dirty="0"/>
                        </a:p>
                      </a:txBody>
                      <a:tcPr/>
                    </a:tc>
                  </a:tr>
                  <a:tr h="443354">
                    <a:tc>
                      <a:txBody>
                        <a:bodyPr/>
                        <a:lstStyle/>
                        <a:p>
                          <a:r>
                            <a:rPr lang="en-US" altLang="zh-CN" dirty="0" smtClean="0"/>
                            <a:t>6000</a:t>
                          </a:r>
                          <a:endParaRPr lang="zh-CN" altLang="en-US" dirty="0"/>
                        </a:p>
                      </a:txBody>
                      <a:tcPr/>
                    </a:tc>
                    <a:tc>
                      <a:txBody>
                        <a:bodyPr/>
                        <a:lstStyle/>
                        <a:p>
                          <a:r>
                            <a:rPr lang="en-US" altLang="zh-CN" dirty="0" smtClean="0"/>
                            <a:t>±1.05</a:t>
                          </a:r>
                          <a:endParaRPr lang="zh-CN" altLang="en-US" dirty="0"/>
                        </a:p>
                      </a:txBody>
                      <a:tcPr/>
                    </a:tc>
                    <a:tc>
                      <a:txBody>
                        <a:bodyPr/>
                        <a:lstStyle/>
                        <a:p>
                          <a:r>
                            <a:rPr lang="en-US" altLang="zh-CN" dirty="0" smtClean="0"/>
                            <a:t>1</a:t>
                          </a:r>
                          <a:endParaRPr lang="zh-CN" altLang="en-US" dirty="0"/>
                        </a:p>
                      </a:txBody>
                      <a:tcPr/>
                    </a:tc>
                    <a:tc>
                      <a:txBody>
                        <a:bodyPr/>
                        <a:lstStyle/>
                        <a:p>
                          <a:r>
                            <a:rPr lang="en-US" altLang="zh-CN" dirty="0" smtClean="0"/>
                            <a:t>±1</a:t>
                          </a:r>
                          <a:endParaRPr lang="zh-CN" altLang="en-US" dirty="0"/>
                        </a:p>
                      </a:txBody>
                      <a:tcPr/>
                    </a:tc>
                    <a:tc>
                      <a:txBody>
                        <a:bodyPr/>
                        <a:lstStyle/>
                        <a:p>
                          <a:r>
                            <a:rPr lang="en-US" altLang="zh-CN" dirty="0" smtClean="0"/>
                            <a:t>6000±1.00</a:t>
                          </a:r>
                          <a:endParaRPr lang="zh-CN" altLang="en-US" dirty="0"/>
                        </a:p>
                      </a:txBody>
                      <a:tcPr/>
                    </a:tc>
                  </a:tr>
                </a:tbl>
              </a:graphicData>
            </a:graphic>
          </p:graphicFrame>
        </mc:Fallback>
      </mc:AlternateContent>
      <p:sp>
        <p:nvSpPr>
          <p:cNvPr id="5" name="灯片编号占位符 4"/>
          <p:cNvSpPr>
            <a:spLocks noGrp="1"/>
          </p:cNvSpPr>
          <p:nvPr>
            <p:ph type="sldNum" sz="quarter" idx="100"/>
          </p:nvPr>
        </p:nvSpPr>
        <p:spPr/>
        <p:txBody>
          <a:bodyPr/>
          <a:lstStyle/>
          <a:p>
            <a:fld id="{2B2B68EE-DD1E-4368-AFCE-24A50EC7BF18}" type="slidenum">
              <a:rPr lang="en-US" smtClean="0"/>
              <a:pPr/>
              <a:t>43</a:t>
            </a:fld>
            <a:endParaRPr lang="en-US" dirty="0"/>
          </a:p>
        </p:txBody>
      </p:sp>
      <p:sp>
        <p:nvSpPr>
          <p:cNvPr id="6" name="页脚占位符 5"/>
          <p:cNvSpPr>
            <a:spLocks noGrp="1"/>
          </p:cNvSpPr>
          <p:nvPr>
            <p:ph type="ftr" sz="quarter" idx="101"/>
          </p:nvPr>
        </p:nvSpPr>
        <p:spPr/>
        <p:txBody>
          <a:bodyPr/>
          <a:lstStyle/>
          <a:p>
            <a:r>
              <a:rPr lang="en-US" smtClean="0"/>
              <a:t>For internal use - Confidential</a:t>
            </a:r>
            <a:endParaRPr lang="en-US" dirty="0"/>
          </a:p>
        </p:txBody>
      </p:sp>
    </p:spTree>
    <p:extLst>
      <p:ext uri="{BB962C8B-B14F-4D97-AF65-F5344CB8AC3E}">
        <p14:creationId xmlns:p14="http://schemas.microsoft.com/office/powerpoint/2010/main" val="969606764"/>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latin typeface="Arial" panose="020B0604020202020204" pitchFamily="34" charset="0"/>
                <a:ea typeface="黑体" panose="02010609060101010101" pitchFamily="49" charset="-122"/>
                <a:cs typeface="Arial" panose="020B0604020202020204" pitchFamily="34" charset="0"/>
              </a:rPr>
              <a:t>DL </a:t>
            </a:r>
            <a:r>
              <a:rPr lang="zh-CN" altLang="en-US" dirty="0">
                <a:latin typeface="Arial" panose="020B0604020202020204" pitchFamily="34" charset="0"/>
                <a:ea typeface="黑体" panose="02010609060101010101" pitchFamily="49" charset="-122"/>
                <a:cs typeface="Arial" panose="020B0604020202020204" pitchFamily="34" charset="0"/>
              </a:rPr>
              <a:t>对零点温度特性的</a:t>
            </a:r>
            <a:r>
              <a:rPr lang="zh-CN" altLang="en-US" dirty="0" smtClean="0">
                <a:latin typeface="Arial" panose="020B0604020202020204" pitchFamily="34" charset="0"/>
                <a:ea typeface="黑体" panose="02010609060101010101" pitchFamily="49" charset="-122"/>
                <a:cs typeface="Arial" panose="020B0604020202020204" pitchFamily="34" charset="0"/>
              </a:rPr>
              <a:t>影响</a:t>
            </a:r>
            <a:endParaRPr lang="zh-CN" altLang="en-US" dirty="0">
              <a:latin typeface="Arial" panose="020B0604020202020204" pitchFamily="34" charset="0"/>
              <a:ea typeface="黑体" panose="02010609060101010101" pitchFamily="49" charset="-122"/>
              <a:cs typeface="Arial" panose="020B0604020202020204" pitchFamily="34" charset="0"/>
            </a:endParaRPr>
          </a:p>
        </p:txBody>
      </p:sp>
      <p:graphicFrame>
        <p:nvGraphicFramePr>
          <p:cNvPr id="7" name="内容占位符 6"/>
          <p:cNvGraphicFramePr>
            <a:graphicFrameLocks noGrp="1"/>
          </p:cNvGraphicFramePr>
          <p:nvPr>
            <p:ph idx="1"/>
            <p:extLst>
              <p:ext uri="{D42A27DB-BD31-4B8C-83A1-F6EECF244321}">
                <p14:modId xmlns:p14="http://schemas.microsoft.com/office/powerpoint/2010/main" val="1755266798"/>
              </p:ext>
            </p:extLst>
          </p:nvPr>
        </p:nvGraphicFramePr>
        <p:xfrm>
          <a:off x="572709" y="1499549"/>
          <a:ext cx="8353425" cy="4895850"/>
        </p:xfrm>
        <a:graphic>
          <a:graphicData uri="http://schemas.openxmlformats.org/drawingml/2006/chart">
            <c:chart xmlns:c="http://schemas.openxmlformats.org/drawingml/2006/chart" xmlns:r="http://schemas.openxmlformats.org/officeDocument/2006/relationships" r:id="rId2"/>
          </a:graphicData>
        </a:graphic>
      </p:graphicFrame>
      <p:sp>
        <p:nvSpPr>
          <p:cNvPr id="5" name="灯片编号占位符 4"/>
          <p:cNvSpPr>
            <a:spLocks noGrp="1"/>
          </p:cNvSpPr>
          <p:nvPr>
            <p:ph type="sldNum" sz="quarter" idx="100"/>
          </p:nvPr>
        </p:nvSpPr>
        <p:spPr/>
        <p:txBody>
          <a:bodyPr/>
          <a:lstStyle/>
          <a:p>
            <a:fld id="{2B2B68EE-DD1E-4368-AFCE-24A50EC7BF18}" type="slidenum">
              <a:rPr lang="en-US" smtClean="0"/>
              <a:pPr/>
              <a:t>44</a:t>
            </a:fld>
            <a:endParaRPr lang="en-US" dirty="0"/>
          </a:p>
        </p:txBody>
      </p:sp>
      <p:sp>
        <p:nvSpPr>
          <p:cNvPr id="6" name="页脚占位符 5"/>
          <p:cNvSpPr>
            <a:spLocks noGrp="1"/>
          </p:cNvSpPr>
          <p:nvPr>
            <p:ph type="ftr" sz="quarter" idx="101"/>
          </p:nvPr>
        </p:nvSpPr>
        <p:spPr/>
        <p:txBody>
          <a:bodyPr/>
          <a:lstStyle/>
          <a:p>
            <a:r>
              <a:rPr lang="en-US" smtClean="0"/>
              <a:t>For internal use - Confidential</a:t>
            </a:r>
            <a:endParaRPr lang="en-US" dirty="0"/>
          </a:p>
        </p:txBody>
      </p:sp>
      <mc:AlternateContent xmlns:mc="http://schemas.openxmlformats.org/markup-compatibility/2006" xmlns:a14="http://schemas.microsoft.com/office/drawing/2010/main">
        <mc:Choice Requires="a14">
          <p:sp>
            <p:nvSpPr>
              <p:cNvPr id="8" name="TextBox 7"/>
              <p:cNvSpPr txBox="1"/>
              <p:nvPr/>
            </p:nvSpPr>
            <p:spPr>
              <a:xfrm>
                <a:off x="805204" y="941623"/>
                <a:ext cx="4613635" cy="246221"/>
              </a:xfrm>
              <a:prstGeom prst="rect">
                <a:avLst/>
              </a:prstGeom>
              <a:noFill/>
            </p:spPr>
            <p:txBody>
              <a:bodyPr wrap="none" lIns="0" tIns="0" rIns="0" bIns="0" rtlCol="0">
                <a:spAutoFit/>
              </a:bodyPr>
              <a:lstStyle/>
              <a:p>
                <a:pPr>
                  <a:spcBef>
                    <a:spcPts val="400"/>
                  </a:spcBef>
                  <a:spcAft>
                    <a:spcPts val="600"/>
                  </a:spcAft>
                  <a:buClr>
                    <a:schemeClr val="accent1"/>
                  </a:buClr>
                </a:pPr>
                <a:r>
                  <a:rPr lang="zh-CN" altLang="en-US" sz="1600" dirty="0" smtClean="0">
                    <a:latin typeface="Arial" panose="020B0604020202020204" pitchFamily="34" charset="0"/>
                    <a:ea typeface="黑体" panose="02010609060101010101" pitchFamily="49" charset="-122"/>
                    <a:cs typeface="Arial" panose="020B0604020202020204" pitchFamily="34" charset="0"/>
                  </a:rPr>
                  <a:t>假设：</a:t>
                </a:r>
                <a14:m>
                  <m:oMath xmlns:m="http://schemas.openxmlformats.org/officeDocument/2006/math">
                    <m:sSub>
                      <m:sSubPr>
                        <m:ctrlPr>
                          <a:rPr lang="en-US" altLang="zh-CN" sz="1600" i="1" smtClean="0">
                            <a:latin typeface="Cambria Math"/>
                          </a:rPr>
                        </m:ctrlPr>
                      </m:sSubPr>
                      <m:e>
                        <m:r>
                          <a:rPr lang="en-US" altLang="zh-CN" sz="1600" b="0" i="1" smtClean="0">
                            <a:latin typeface="Cambria Math"/>
                          </a:rPr>
                          <m:t>𝐸</m:t>
                        </m:r>
                      </m:e>
                      <m:sub>
                        <m:r>
                          <a:rPr lang="en-US" altLang="zh-CN" sz="1600" b="0" i="1" smtClean="0">
                            <a:latin typeface="Cambria Math"/>
                          </a:rPr>
                          <m:t>𝑚𝑎𝑥</m:t>
                        </m:r>
                      </m:sub>
                    </m:sSub>
                    <m:r>
                      <a:rPr lang="en-US" altLang="zh-CN" sz="1600" b="0" i="1" smtClean="0">
                        <a:latin typeface="Cambria Math"/>
                      </a:rPr>
                      <m:t>=6</m:t>
                    </m:r>
                    <m:r>
                      <a:rPr lang="en-US" altLang="zh-CN" sz="1600" b="0" i="1" smtClean="0">
                        <a:latin typeface="Cambria Math"/>
                      </a:rPr>
                      <m:t>𝑘𝑔</m:t>
                    </m:r>
                    <m:r>
                      <a:rPr lang="en-US" altLang="zh-CN" sz="1600" b="0" i="1" smtClean="0">
                        <a:latin typeface="Cambria Math"/>
                      </a:rPr>
                      <m:t>,</m:t>
                    </m:r>
                    <m:sSub>
                      <m:sSubPr>
                        <m:ctrlPr>
                          <a:rPr lang="en-US" altLang="zh-CN" sz="1600" b="0" i="1" smtClean="0">
                            <a:latin typeface="Cambria Math"/>
                          </a:rPr>
                        </m:ctrlPr>
                      </m:sSubPr>
                      <m:e>
                        <m:r>
                          <a:rPr lang="en-US" altLang="zh-CN" sz="1600" b="0" i="1" smtClean="0">
                            <a:latin typeface="Cambria Math"/>
                          </a:rPr>
                          <m:t>𝑛</m:t>
                        </m:r>
                      </m:e>
                      <m:sub>
                        <m:r>
                          <a:rPr lang="en-US" altLang="zh-CN" sz="1600" b="0" i="1" smtClean="0">
                            <a:latin typeface="Cambria Math"/>
                          </a:rPr>
                          <m:t>𝐿𝐶</m:t>
                        </m:r>
                      </m:sub>
                    </m:sSub>
                    <m:r>
                      <a:rPr lang="en-US" altLang="zh-CN" sz="1600" b="0" i="1" smtClean="0">
                        <a:latin typeface="Cambria Math"/>
                      </a:rPr>
                      <m:t>=6000, </m:t>
                    </m:r>
                  </m:oMath>
                </a14:m>
                <a:r>
                  <a:rPr lang="en-US" altLang="zh-CN" sz="1600" i="1" dirty="0" smtClean="0">
                    <a:latin typeface="Arial" panose="020B0604020202020204" pitchFamily="34" charset="0"/>
                    <a:ea typeface="黑体" panose="02010609060101010101" pitchFamily="49" charset="-122"/>
                    <a:cs typeface="Arial" panose="020B0604020202020204" pitchFamily="34" charset="0"/>
                  </a:rPr>
                  <a:t>DL=0</a:t>
                </a:r>
                <a:r>
                  <a:rPr lang="zh-CN" altLang="en-US" sz="1600" dirty="0" smtClean="0">
                    <a:latin typeface="Arial" panose="020B0604020202020204" pitchFamily="34" charset="0"/>
                    <a:ea typeface="黑体" panose="02010609060101010101" pitchFamily="49" charset="-122"/>
                    <a:cs typeface="Arial" panose="020B0604020202020204" pitchFamily="34" charset="0"/>
                  </a:rPr>
                  <a:t>时</a:t>
                </a:r>
                <a:r>
                  <a:rPr lang="zh-CN" altLang="en-US" sz="1600" i="1" dirty="0" smtClean="0">
                    <a:latin typeface="Arial" panose="020B0604020202020204" pitchFamily="34" charset="0"/>
                    <a:ea typeface="黑体" panose="02010609060101010101" pitchFamily="49" charset="-122"/>
                    <a:cs typeface="Arial" panose="020B0604020202020204" pitchFamily="34" charset="0"/>
                  </a:rPr>
                  <a:t>，</a:t>
                </a:r>
                <a:r>
                  <a:rPr lang="en-US" altLang="zh-CN" sz="1600" i="1" dirty="0" smtClean="0">
                    <a:latin typeface="Arial" panose="020B0604020202020204" pitchFamily="34" charset="0"/>
                    <a:ea typeface="黑体" panose="02010609060101010101" pitchFamily="49" charset="-122"/>
                    <a:cs typeface="Arial" panose="020B0604020202020204" pitchFamily="34" charset="0"/>
                  </a:rPr>
                  <a:t>MDLO=0</a:t>
                </a:r>
                <a:endParaRPr lang="zh-CN" altLang="en-US" sz="1600" i="1" dirty="0" err="1" smtClean="0">
                  <a:latin typeface="Arial" panose="020B0604020202020204" pitchFamily="34" charset="0"/>
                  <a:ea typeface="黑体" panose="02010609060101010101" pitchFamily="49" charset="-122"/>
                  <a:cs typeface="Arial" panose="020B0604020202020204" pitchFamily="34" charset="0"/>
                </a:endParaRPr>
              </a:p>
            </p:txBody>
          </p:sp>
        </mc:Choice>
        <mc:Fallback xmlns="">
          <p:sp>
            <p:nvSpPr>
              <p:cNvPr id="8" name="TextBox 7"/>
              <p:cNvSpPr txBox="1">
                <a:spLocks noRot="1" noChangeAspect="1" noMove="1" noResize="1" noEditPoints="1" noAdjustHandles="1" noChangeArrowheads="1" noChangeShapeType="1" noTextEdit="1"/>
              </p:cNvSpPr>
              <p:nvPr/>
            </p:nvSpPr>
            <p:spPr>
              <a:xfrm>
                <a:off x="805204" y="941623"/>
                <a:ext cx="4613635" cy="246221"/>
              </a:xfrm>
              <a:prstGeom prst="rect">
                <a:avLst/>
              </a:prstGeom>
              <a:blipFill rotWithShape="1">
                <a:blip r:embed="rId3"/>
                <a:stretch>
                  <a:fillRect l="-2642" t="-26829" r="-1849" b="-51220"/>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316327054"/>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latin typeface="Arial" panose="020B0604020202020204" pitchFamily="34" charset="0"/>
                <a:ea typeface="黑体" panose="02010609060101010101" pitchFamily="49" charset="-122"/>
                <a:cs typeface="Arial" panose="020B0604020202020204" pitchFamily="34" charset="0"/>
              </a:rPr>
              <a:t>DL </a:t>
            </a:r>
            <a:r>
              <a:rPr lang="zh-CN" altLang="en-US" dirty="0">
                <a:latin typeface="Arial" panose="020B0604020202020204" pitchFamily="34" charset="0"/>
                <a:ea typeface="黑体" panose="02010609060101010101" pitchFamily="49" charset="-122"/>
                <a:cs typeface="Arial" panose="020B0604020202020204" pitchFamily="34" charset="0"/>
              </a:rPr>
              <a:t>对零点温度特性的影响</a:t>
            </a:r>
            <a:endParaRPr lang="zh-CN" altLang="en-US" dirty="0"/>
          </a:p>
        </p:txBody>
      </p:sp>
      <p:sp>
        <p:nvSpPr>
          <p:cNvPr id="3" name="标题 2"/>
          <p:cNvSpPr>
            <a:spLocks noGrp="1"/>
          </p:cNvSpPr>
          <p:nvPr>
            <p:ph type="title" idx="99"/>
          </p:nvPr>
        </p:nvSpPr>
        <p:spPr>
          <a:xfrm>
            <a:off x="395536" y="1178384"/>
            <a:ext cx="8353176" cy="324768"/>
          </a:xfrm>
        </p:spPr>
        <p:txBody>
          <a:bodyPr/>
          <a:lstStyle/>
          <a:p>
            <a:r>
              <a:rPr lang="zh-CN" altLang="en-US" dirty="0">
                <a:latin typeface="Arial" panose="020B0604020202020204" pitchFamily="34" charset="0"/>
                <a:ea typeface="黑体" panose="02010609060101010101" pitchFamily="49" charset="-122"/>
                <a:cs typeface="Arial" panose="020B0604020202020204" pitchFamily="34" charset="0"/>
              </a:rPr>
              <a:t>假设：𝐸</a:t>
            </a:r>
            <a:r>
              <a:rPr lang="en-US" altLang="zh-CN" dirty="0">
                <a:latin typeface="Arial" panose="020B0604020202020204" pitchFamily="34" charset="0"/>
                <a:ea typeface="黑体" panose="02010609060101010101" pitchFamily="49" charset="-122"/>
                <a:cs typeface="Arial" panose="020B0604020202020204" pitchFamily="34" charset="0"/>
              </a:rPr>
              <a:t>_</a:t>
            </a:r>
            <a:r>
              <a:rPr lang="zh-CN" altLang="en-US" dirty="0">
                <a:latin typeface="Arial" panose="020B0604020202020204" pitchFamily="34" charset="0"/>
                <a:ea typeface="黑体" panose="02010609060101010101" pitchFamily="49" charset="-122"/>
                <a:cs typeface="Arial" panose="020B0604020202020204" pitchFamily="34" charset="0"/>
              </a:rPr>
              <a:t>𝑚𝑎𝑥</a:t>
            </a:r>
            <a:r>
              <a:rPr lang="en-US" altLang="zh-CN" dirty="0">
                <a:latin typeface="Arial" panose="020B0604020202020204" pitchFamily="34" charset="0"/>
                <a:ea typeface="黑体" panose="02010609060101010101" pitchFamily="49" charset="-122"/>
                <a:cs typeface="Arial" panose="020B0604020202020204" pitchFamily="34" charset="0"/>
              </a:rPr>
              <a:t>=6</a:t>
            </a:r>
            <a:r>
              <a:rPr lang="zh-CN" altLang="en-US" dirty="0">
                <a:latin typeface="Arial" panose="020B0604020202020204" pitchFamily="34" charset="0"/>
                <a:ea typeface="黑体" panose="02010609060101010101" pitchFamily="49" charset="-122"/>
                <a:cs typeface="Arial" panose="020B0604020202020204" pitchFamily="34" charset="0"/>
              </a:rPr>
              <a:t>𝑘𝑔</a:t>
            </a:r>
            <a:r>
              <a:rPr lang="en-US" altLang="zh-CN" dirty="0">
                <a:latin typeface="Arial" panose="020B0604020202020204" pitchFamily="34" charset="0"/>
                <a:ea typeface="黑体" panose="02010609060101010101" pitchFamily="49" charset="-122"/>
                <a:cs typeface="Arial" panose="020B0604020202020204" pitchFamily="34" charset="0"/>
              </a:rPr>
              <a:t>,</a:t>
            </a:r>
            <a:r>
              <a:rPr lang="zh-CN" altLang="en-US" dirty="0">
                <a:latin typeface="Arial" panose="020B0604020202020204" pitchFamily="34" charset="0"/>
                <a:ea typeface="黑体" panose="02010609060101010101" pitchFamily="49" charset="-122"/>
                <a:cs typeface="Arial" panose="020B0604020202020204" pitchFamily="34" charset="0"/>
              </a:rPr>
              <a:t>𝑛</a:t>
            </a:r>
            <a:r>
              <a:rPr lang="en-US" altLang="zh-CN" dirty="0">
                <a:latin typeface="Arial" panose="020B0604020202020204" pitchFamily="34" charset="0"/>
                <a:ea typeface="黑体" panose="02010609060101010101" pitchFamily="49" charset="-122"/>
                <a:cs typeface="Arial" panose="020B0604020202020204" pitchFamily="34" charset="0"/>
              </a:rPr>
              <a:t>_</a:t>
            </a:r>
            <a:r>
              <a:rPr lang="zh-CN" altLang="en-US" dirty="0">
                <a:latin typeface="Arial" panose="020B0604020202020204" pitchFamily="34" charset="0"/>
                <a:ea typeface="黑体" panose="02010609060101010101" pitchFamily="49" charset="-122"/>
                <a:cs typeface="Arial" panose="020B0604020202020204" pitchFamily="34" charset="0"/>
              </a:rPr>
              <a:t>𝐿𝐶</a:t>
            </a:r>
            <a:r>
              <a:rPr lang="en-US" altLang="zh-CN" dirty="0">
                <a:latin typeface="Arial" panose="020B0604020202020204" pitchFamily="34" charset="0"/>
                <a:ea typeface="黑体" panose="02010609060101010101" pitchFamily="49" charset="-122"/>
                <a:cs typeface="Arial" panose="020B0604020202020204" pitchFamily="34" charset="0"/>
              </a:rPr>
              <a:t>=6000, DL=2</a:t>
            </a:r>
            <a:r>
              <a:rPr lang="zh-CN" altLang="en-US" dirty="0">
                <a:latin typeface="Arial" panose="020B0604020202020204" pitchFamily="34" charset="0"/>
                <a:ea typeface="黑体" panose="02010609060101010101" pitchFamily="49" charset="-122"/>
                <a:cs typeface="Arial" panose="020B0604020202020204" pitchFamily="34" charset="0"/>
              </a:rPr>
              <a:t>时，𝑀𝑎𝑥</a:t>
            </a:r>
            <a:r>
              <a:rPr lang="en-US" altLang="zh-CN" dirty="0">
                <a:latin typeface="Arial" panose="020B0604020202020204" pitchFamily="34" charset="0"/>
                <a:ea typeface="黑体" panose="02010609060101010101" pitchFamily="49" charset="-122"/>
                <a:cs typeface="Arial" panose="020B0604020202020204" pitchFamily="34" charset="0"/>
              </a:rPr>
              <a:t>=3</a:t>
            </a:r>
            <a:r>
              <a:rPr lang="zh-CN" altLang="en-US" dirty="0">
                <a:latin typeface="Arial" panose="020B0604020202020204" pitchFamily="34" charset="0"/>
                <a:ea typeface="黑体" panose="02010609060101010101" pitchFamily="49" charset="-122"/>
                <a:cs typeface="Arial" panose="020B0604020202020204" pitchFamily="34" charset="0"/>
              </a:rPr>
              <a:t>𝑘𝑔</a:t>
            </a:r>
            <a:r>
              <a:rPr lang="en-US" altLang="zh-CN" dirty="0">
                <a:latin typeface="Arial" panose="020B0604020202020204" pitchFamily="34" charset="0"/>
                <a:ea typeface="黑体" panose="02010609060101010101" pitchFamily="49" charset="-122"/>
                <a:cs typeface="Arial" panose="020B0604020202020204" pitchFamily="34" charset="0"/>
              </a:rPr>
              <a:t>, </a:t>
            </a:r>
            <a:r>
              <a:rPr lang="zh-CN" altLang="en-US" dirty="0" smtClean="0">
                <a:latin typeface="Arial" panose="020B0604020202020204" pitchFamily="34" charset="0"/>
                <a:ea typeface="黑体" panose="02010609060101010101" pitchFamily="49" charset="-122"/>
                <a:cs typeface="Arial" panose="020B0604020202020204" pitchFamily="34" charset="0"/>
              </a:rPr>
              <a:t>𝑣</a:t>
            </a:r>
            <a:r>
              <a:rPr lang="en-US" altLang="zh-CN" dirty="0" smtClean="0">
                <a:latin typeface="Arial" panose="020B0604020202020204" pitchFamily="34" charset="0"/>
                <a:ea typeface="黑体" panose="02010609060101010101" pitchFamily="49" charset="-122"/>
                <a:cs typeface="Arial" panose="020B0604020202020204" pitchFamily="34" charset="0"/>
              </a:rPr>
              <a:t>(e)=0.5</a:t>
            </a:r>
            <a:r>
              <a:rPr lang="zh-CN" altLang="en-US" dirty="0" smtClean="0">
                <a:latin typeface="Arial" panose="020B0604020202020204" pitchFamily="34" charset="0"/>
                <a:ea typeface="黑体" panose="02010609060101010101" pitchFamily="49" charset="-122"/>
                <a:cs typeface="Arial" panose="020B0604020202020204" pitchFamily="34" charset="0"/>
              </a:rPr>
              <a:t>𝑔</a:t>
            </a:r>
            <a:endParaRPr lang="zh-CN" altLang="en-US" dirty="0">
              <a:latin typeface="Arial" panose="020B0604020202020204" pitchFamily="34" charset="0"/>
              <a:ea typeface="黑体" panose="02010609060101010101" pitchFamily="49" charset="-122"/>
              <a:cs typeface="Arial" panose="020B0604020202020204" pitchFamily="34" charset="0"/>
            </a:endParaRPr>
          </a:p>
        </p:txBody>
      </p:sp>
      <mc:AlternateContent xmlns:mc="http://schemas.openxmlformats.org/markup-compatibility/2006" xmlns:a14="http://schemas.microsoft.com/office/drawing/2010/main">
        <mc:Choice Requires="a14">
          <p:graphicFrame>
            <p:nvGraphicFramePr>
              <p:cNvPr id="7" name="内容占位符 6"/>
              <p:cNvGraphicFramePr>
                <a:graphicFrameLocks noGrp="1"/>
              </p:cNvGraphicFramePr>
              <p:nvPr>
                <p:ph idx="1"/>
                <p:extLst>
                  <p:ext uri="{D42A27DB-BD31-4B8C-83A1-F6EECF244321}">
                    <p14:modId xmlns:p14="http://schemas.microsoft.com/office/powerpoint/2010/main" val="2015965635"/>
                  </p:ext>
                </p:extLst>
              </p:nvPr>
            </p:nvGraphicFramePr>
            <p:xfrm>
              <a:off x="395284" y="2250174"/>
              <a:ext cx="8025384" cy="2966720"/>
            </p:xfrm>
            <a:graphic>
              <a:graphicData uri="http://schemas.openxmlformats.org/drawingml/2006/table">
                <a:tbl>
                  <a:tblPr firstRow="1" bandRow="1">
                    <a:tableStyleId>{5C22544A-7EE6-4342-B048-85BDC9FD1C3A}</a:tableStyleId>
                  </a:tblPr>
                  <a:tblGrid>
                    <a:gridCol w="1337564"/>
                    <a:gridCol w="1337564"/>
                    <a:gridCol w="1337564"/>
                    <a:gridCol w="1337564"/>
                    <a:gridCol w="1337564"/>
                    <a:gridCol w="1337564"/>
                  </a:tblGrid>
                  <a:tr h="370840">
                    <a:tc>
                      <a:txBody>
                        <a:bodyPr/>
                        <a:lstStyle/>
                        <a:p>
                          <a:r>
                            <a:rPr lang="en-US" altLang="zh-CN" dirty="0" smtClean="0"/>
                            <a:t>Load (g)</a:t>
                          </a:r>
                          <a:endParaRPr lang="zh-CN" altLang="en-US" dirty="0"/>
                        </a:p>
                      </a:txBody>
                      <a:tcPr/>
                    </a:tc>
                    <a:tc>
                      <a:txBody>
                        <a:bodyPr/>
                        <a:lstStyle/>
                        <a:p>
                          <a:r>
                            <a:rPr lang="en-US" altLang="zh-CN" dirty="0" smtClean="0"/>
                            <a:t>Load(3kg)</a:t>
                          </a:r>
                          <a:endParaRPr lang="zh-CN" altLang="en-US" dirty="0"/>
                        </a:p>
                      </a:txBody>
                      <a:tcPr/>
                    </a:tc>
                    <a:tc>
                      <a:txBody>
                        <a:bodyPr/>
                        <a:lstStyle/>
                        <a:p>
                          <a:r>
                            <a:rPr lang="en-US" altLang="zh-CN" dirty="0" smtClean="0"/>
                            <a:t>mpe@3kg</a:t>
                          </a:r>
                          <a:endParaRPr lang="zh-CN" altLang="en-US" dirty="0"/>
                        </a:p>
                      </a:txBody>
                      <a:tcPr/>
                    </a:tc>
                    <a:tc>
                      <a:txBody>
                        <a:bodyPr/>
                        <a:lstStyle/>
                        <a:p>
                          <a14:m>
                            <m:oMath xmlns:m="http://schemas.openxmlformats.org/officeDocument/2006/math">
                              <m:sSub>
                                <m:sSubPr>
                                  <m:ctrlPr>
                                    <a:rPr lang="en-US" altLang="zh-CN" i="1" smtClean="0">
                                      <a:latin typeface="Cambria Math"/>
                                    </a:rPr>
                                  </m:ctrlPr>
                                </m:sSubPr>
                                <m:e>
                                  <m:r>
                                    <a:rPr lang="en-US" altLang="zh-CN" b="1" i="1" smtClean="0">
                                      <a:latin typeface="Cambria Math"/>
                                    </a:rPr>
                                    <m:t>𝒗</m:t>
                                  </m:r>
                                </m:e>
                                <m:sub>
                                  <m:r>
                                    <a:rPr lang="en-US" altLang="zh-CN" b="1" i="1" smtClean="0">
                                      <a:latin typeface="Cambria Math"/>
                                    </a:rPr>
                                    <m:t>𝟐</m:t>
                                  </m:r>
                                </m:sub>
                              </m:sSub>
                            </m:oMath>
                          </a14:m>
                          <a:r>
                            <a:rPr lang="en-US" altLang="zh-CN" dirty="0" smtClean="0"/>
                            <a:t>(g)</a:t>
                          </a:r>
                          <a:endParaRPr lang="zh-CN" altLang="en-US" dirty="0"/>
                        </a:p>
                      </a:txBody>
                      <a:tcPr/>
                    </a:tc>
                    <a:tc>
                      <a:txBody>
                        <a:bodyPr/>
                        <a:lstStyle/>
                        <a:p>
                          <a:r>
                            <a:rPr lang="en-US" altLang="zh-CN" dirty="0" smtClean="0"/>
                            <a:t>WE2 (g)</a:t>
                          </a:r>
                          <a:endParaRPr lang="zh-CN" altLang="en-US" dirty="0"/>
                        </a:p>
                      </a:txBody>
                      <a:tcPr/>
                    </a:tc>
                    <a:tc>
                      <a:txBody>
                        <a:bodyPr/>
                        <a:lstStyle/>
                        <a:p>
                          <a:r>
                            <a:rPr lang="en-US" altLang="zh-CN" dirty="0" smtClean="0"/>
                            <a:t>Indication</a:t>
                          </a:r>
                          <a:endParaRPr lang="zh-CN" altLang="en-US" dirty="0"/>
                        </a:p>
                      </a:txBody>
                      <a:tcPr/>
                    </a:tc>
                  </a:tr>
                  <a:tr h="370840">
                    <a:tc>
                      <a:txBody>
                        <a:bodyPr/>
                        <a:lstStyle/>
                        <a:p>
                          <a:r>
                            <a:rPr lang="en-US" altLang="zh-CN" dirty="0" smtClean="0"/>
                            <a:t>0</a:t>
                          </a:r>
                          <a:endParaRPr lang="zh-CN" altLang="en-US" dirty="0"/>
                        </a:p>
                      </a:txBody>
                      <a:tcPr/>
                    </a:tc>
                    <a:tc>
                      <a:txBody>
                        <a:bodyPr/>
                        <a:lstStyle/>
                        <a:p>
                          <a:r>
                            <a:rPr lang="en-US" altLang="zh-CN" dirty="0" smtClean="0"/>
                            <a:t>-</a:t>
                          </a:r>
                          <a:endParaRPr lang="zh-CN" altLang="en-US" dirty="0"/>
                        </a:p>
                      </a:txBody>
                      <a:tcPr/>
                    </a:tc>
                    <a:tc>
                      <a:txBody>
                        <a:bodyPr/>
                        <a:lstStyle/>
                        <a:p>
                          <a:r>
                            <a:rPr lang="en-US" altLang="zh-CN" dirty="0" smtClean="0"/>
                            <a:t>-</a:t>
                          </a:r>
                          <a:endParaRPr lang="zh-CN" altLang="en-US" dirty="0"/>
                        </a:p>
                      </a:txBody>
                      <a:tcPr/>
                    </a:tc>
                    <a:tc>
                      <a:txBody>
                        <a:bodyPr/>
                        <a:lstStyle/>
                        <a:p>
                          <a:r>
                            <a:rPr lang="en-US" altLang="zh-CN" dirty="0" smtClean="0"/>
                            <a:t>-</a:t>
                          </a:r>
                          <a:endParaRPr lang="zh-CN" altLang="en-US" dirty="0"/>
                        </a:p>
                      </a:txBody>
                      <a:tcPr/>
                    </a:tc>
                    <a:tc>
                      <a:txBody>
                        <a:bodyPr/>
                        <a:lstStyle/>
                        <a:p>
                          <a:r>
                            <a:rPr lang="en-US" altLang="zh-CN" dirty="0" smtClean="0"/>
                            <a:t>-</a:t>
                          </a:r>
                          <a:endParaRPr lang="zh-CN" altLang="en-US" dirty="0"/>
                        </a:p>
                      </a:txBody>
                      <a:tcPr/>
                    </a:tc>
                    <a:tc>
                      <a:txBody>
                        <a:bodyPr/>
                        <a:lstStyle/>
                        <a:p>
                          <a:r>
                            <a:rPr lang="en-US" altLang="zh-CN" dirty="0" smtClean="0"/>
                            <a:t>0.00</a:t>
                          </a:r>
                          <a:endParaRPr lang="zh-CN" altLang="en-US" dirty="0"/>
                        </a:p>
                      </a:txBody>
                      <a:tcPr/>
                    </a:tc>
                  </a:tr>
                  <a:tr h="370840">
                    <a:tc>
                      <a:txBody>
                        <a:bodyPr/>
                        <a:lstStyle/>
                        <a:p>
                          <a:r>
                            <a:rPr lang="en-US" altLang="zh-CN" dirty="0" smtClean="0"/>
                            <a:t>500</a:t>
                          </a:r>
                          <a:endParaRPr lang="zh-CN" altLang="en-US" dirty="0"/>
                        </a:p>
                      </a:txBody>
                      <a:tcPr/>
                    </a:tc>
                    <a:tc>
                      <a:txBody>
                        <a:bodyPr/>
                        <a:lstStyle/>
                        <a:p>
                          <a:r>
                            <a:rPr lang="en-US" altLang="zh-CN" dirty="0" smtClean="0"/>
                            <a:t>-</a:t>
                          </a:r>
                          <a:endParaRPr lang="zh-CN" altLang="en-US" dirty="0"/>
                        </a:p>
                      </a:txBody>
                      <a:tcPr/>
                    </a:tc>
                    <a:tc>
                      <a:txBody>
                        <a:bodyPr/>
                        <a:lstStyle/>
                        <a:p>
                          <a:r>
                            <a:rPr lang="en-US" altLang="zh-CN" dirty="0" smtClean="0"/>
                            <a:t>-</a:t>
                          </a:r>
                          <a:endParaRPr lang="zh-CN" altLang="en-US" dirty="0"/>
                        </a:p>
                      </a:txBody>
                      <a:tcPr/>
                    </a:tc>
                    <a:tc>
                      <a:txBody>
                        <a:bodyPr/>
                        <a:lstStyle/>
                        <a:p>
                          <a:r>
                            <a:rPr lang="en-US" altLang="zh-CN" dirty="0" smtClean="0"/>
                            <a:t>-</a:t>
                          </a:r>
                          <a:endParaRPr lang="zh-CN" altLang="en-US" dirty="0"/>
                        </a:p>
                      </a:txBody>
                      <a:tcPr/>
                    </a:tc>
                    <a:tc>
                      <a:txBody>
                        <a:bodyPr/>
                        <a:lstStyle/>
                        <a:p>
                          <a:r>
                            <a:rPr lang="en-US" altLang="zh-CN" dirty="0" smtClean="0"/>
                            <a:t>-</a:t>
                          </a:r>
                          <a:endParaRPr lang="zh-CN" altLang="en-US" dirty="0"/>
                        </a:p>
                      </a:txBody>
                      <a:tcPr/>
                    </a:tc>
                    <a:tc>
                      <a:txBody>
                        <a:bodyPr/>
                        <a:lstStyle/>
                        <a:p>
                          <a:r>
                            <a:rPr lang="en-US" altLang="zh-CN" dirty="0" smtClean="0"/>
                            <a:t>500±0.08</a:t>
                          </a:r>
                          <a:endParaRPr lang="zh-CN" altLang="en-US" dirty="0"/>
                        </a:p>
                      </a:txBody>
                      <a:tcPr/>
                    </a:tc>
                  </a:tr>
                  <a:tr h="370840">
                    <a:tc>
                      <a:txBody>
                        <a:bodyPr/>
                        <a:lstStyle/>
                        <a:p>
                          <a:r>
                            <a:rPr lang="en-US" altLang="zh-CN" dirty="0" smtClean="0"/>
                            <a:t>2000</a:t>
                          </a:r>
                          <a:endParaRPr lang="zh-CN" altLang="en-US" dirty="0"/>
                        </a:p>
                      </a:txBody>
                      <a:tcPr/>
                    </a:tc>
                    <a:tc>
                      <a:txBody>
                        <a:bodyPr/>
                        <a:lstStyle/>
                        <a:p>
                          <a:r>
                            <a:rPr lang="en-US" altLang="zh-CN" dirty="0" smtClean="0"/>
                            <a:t>0</a:t>
                          </a:r>
                          <a:endParaRPr lang="zh-CN" altLang="en-US" dirty="0"/>
                        </a:p>
                      </a:txBody>
                      <a:tcPr/>
                    </a:tc>
                    <a:tc>
                      <a:txBody>
                        <a:bodyPr/>
                        <a:lstStyle/>
                        <a:p>
                          <a:r>
                            <a:rPr lang="en-US" altLang="zh-CN" dirty="0" smtClean="0"/>
                            <a:t>±0.175</a:t>
                          </a:r>
                          <a:endParaRPr lang="zh-CN" altLang="en-US" dirty="0"/>
                        </a:p>
                      </a:txBody>
                      <a:tcPr/>
                    </a:tc>
                    <a:tc>
                      <a:txBody>
                        <a:bodyPr/>
                        <a:lstStyle/>
                        <a:p>
                          <a:r>
                            <a:rPr lang="en-US" altLang="zh-CN" dirty="0" smtClean="0"/>
                            <a:t>0.5</a:t>
                          </a:r>
                          <a:endParaRPr lang="zh-CN" altLang="en-US" dirty="0"/>
                        </a:p>
                      </a:txBody>
                      <a:tcPr/>
                    </a:tc>
                    <a:tc>
                      <a:txBody>
                        <a:bodyPr/>
                        <a:lstStyle/>
                        <a:p>
                          <a:r>
                            <a:rPr lang="en-US" altLang="zh-CN" dirty="0" smtClean="0"/>
                            <a:t>0</a:t>
                          </a:r>
                          <a:endParaRPr lang="zh-CN" altLang="en-US" dirty="0"/>
                        </a:p>
                      </a:txBody>
                      <a:tcPr/>
                    </a:tc>
                    <a:tc>
                      <a:txBody>
                        <a:bodyPr/>
                        <a:lstStyle/>
                        <a:p>
                          <a:r>
                            <a:rPr lang="en-US" altLang="zh-CN" dirty="0" smtClean="0"/>
                            <a:t>2000±0.33</a:t>
                          </a:r>
                          <a:endParaRPr lang="zh-CN" altLang="en-US" dirty="0"/>
                        </a:p>
                      </a:txBody>
                      <a:tcPr/>
                    </a:tc>
                  </a:tr>
                  <a:tr h="370840">
                    <a:tc>
                      <a:txBody>
                        <a:bodyPr/>
                        <a:lstStyle/>
                        <a:p>
                          <a:r>
                            <a:rPr lang="en-US" altLang="zh-CN" dirty="0" smtClean="0"/>
                            <a:t>2250</a:t>
                          </a:r>
                          <a:endParaRPr lang="zh-CN" altLang="en-US" dirty="0"/>
                        </a:p>
                      </a:txBody>
                      <a:tcPr/>
                    </a:tc>
                    <a:tc>
                      <a:txBody>
                        <a:bodyPr/>
                        <a:lstStyle/>
                        <a:p>
                          <a:r>
                            <a:rPr lang="en-US" altLang="zh-CN" dirty="0" smtClean="0"/>
                            <a:t>250</a:t>
                          </a:r>
                          <a:endParaRPr lang="zh-CN" altLang="en-US" dirty="0"/>
                        </a:p>
                      </a:txBody>
                      <a:tcPr/>
                    </a:tc>
                    <a:tc>
                      <a:txBody>
                        <a:bodyPr/>
                        <a:lstStyle/>
                        <a:p>
                          <a:r>
                            <a:rPr lang="en-US" altLang="zh-CN" dirty="0" smtClean="0"/>
                            <a:t>±0.175</a:t>
                          </a:r>
                          <a:endParaRPr lang="zh-CN" altLang="en-US" dirty="0"/>
                        </a:p>
                      </a:txBody>
                      <a:tcPr/>
                    </a:tc>
                    <a:tc>
                      <a:txBody>
                        <a:bodyPr/>
                        <a:lstStyle/>
                        <a:p>
                          <a:r>
                            <a:rPr lang="en-US" altLang="zh-CN" dirty="0" smtClean="0"/>
                            <a:t>0.5</a:t>
                          </a:r>
                          <a:endParaRPr lang="zh-CN" altLang="en-US" dirty="0"/>
                        </a:p>
                      </a:txBody>
                      <a:tcPr/>
                    </a:tc>
                    <a:tc>
                      <a:txBody>
                        <a:bodyPr/>
                        <a:lstStyle/>
                        <a:p>
                          <a:r>
                            <a:rPr lang="en-US" altLang="zh-CN" dirty="0" smtClean="0"/>
                            <a:t>±0.0417</a:t>
                          </a:r>
                          <a:endParaRPr lang="zh-CN" altLang="en-US" dirty="0"/>
                        </a:p>
                      </a:txBody>
                      <a:tcPr/>
                    </a:tc>
                    <a:tc>
                      <a:txBody>
                        <a:bodyPr/>
                        <a:lstStyle/>
                        <a:p>
                          <a:r>
                            <a:rPr lang="en-US" altLang="zh-CN" dirty="0" smtClean="0"/>
                            <a:t>2250±0.37</a:t>
                          </a:r>
                          <a:endParaRPr lang="zh-CN" altLang="en-US" dirty="0"/>
                        </a:p>
                      </a:txBody>
                      <a:tcPr/>
                    </a:tc>
                  </a:tr>
                  <a:tr h="370840">
                    <a:tc>
                      <a:txBody>
                        <a:bodyPr/>
                        <a:lstStyle/>
                        <a:p>
                          <a:r>
                            <a:rPr lang="en-US" altLang="zh-CN" dirty="0" smtClean="0"/>
                            <a:t>3000</a:t>
                          </a:r>
                          <a:endParaRPr lang="zh-CN" altLang="en-US" dirty="0"/>
                        </a:p>
                      </a:txBody>
                      <a:tcPr/>
                    </a:tc>
                    <a:tc>
                      <a:txBody>
                        <a:bodyPr/>
                        <a:lstStyle/>
                        <a:p>
                          <a:r>
                            <a:rPr lang="en-US" altLang="zh-CN" dirty="0" smtClean="0"/>
                            <a:t>1000</a:t>
                          </a:r>
                          <a:endParaRPr lang="zh-CN" altLang="en-US" dirty="0"/>
                        </a:p>
                      </a:txBody>
                      <a:tcPr/>
                    </a:tc>
                    <a:tc>
                      <a:txBody>
                        <a:bodyPr/>
                        <a:lstStyle/>
                        <a:p>
                          <a:r>
                            <a:rPr lang="en-US" altLang="zh-CN" dirty="0" smtClean="0"/>
                            <a:t>±0.35</a:t>
                          </a:r>
                          <a:endParaRPr lang="zh-CN" altLang="en-US" dirty="0"/>
                        </a:p>
                      </a:txBody>
                      <a:tcPr/>
                    </a:tc>
                    <a:tc>
                      <a:txBody>
                        <a:bodyPr/>
                        <a:lstStyle/>
                        <a:p>
                          <a:r>
                            <a:rPr lang="en-US" altLang="zh-CN" dirty="0" smtClean="0"/>
                            <a:t>0.5</a:t>
                          </a:r>
                          <a:endParaRPr lang="zh-CN" altLang="en-US" dirty="0"/>
                        </a:p>
                      </a:txBody>
                      <a:tcPr/>
                    </a:tc>
                    <a:tc>
                      <a:txBody>
                        <a:bodyPr/>
                        <a:lstStyle/>
                        <a:p>
                          <a:r>
                            <a:rPr lang="en-US" altLang="zh-CN" dirty="0" smtClean="0"/>
                            <a:t>±0.35</a:t>
                          </a:r>
                          <a:endParaRPr lang="zh-CN" altLang="en-US" dirty="0"/>
                        </a:p>
                      </a:txBody>
                      <a:tcPr/>
                    </a:tc>
                    <a:tc>
                      <a:txBody>
                        <a:bodyPr/>
                        <a:lstStyle/>
                        <a:p>
                          <a:r>
                            <a:rPr lang="en-US" altLang="zh-CN" dirty="0" smtClean="0"/>
                            <a:t>3000±0.50</a:t>
                          </a:r>
                          <a:endParaRPr lang="zh-CN" altLang="en-US" dirty="0"/>
                        </a:p>
                      </a:txBody>
                      <a:tcPr/>
                    </a:tc>
                  </a:tr>
                  <a:tr h="370840">
                    <a:tc>
                      <a:txBody>
                        <a:bodyPr/>
                        <a:lstStyle/>
                        <a:p>
                          <a:r>
                            <a:rPr lang="en-US" altLang="zh-CN" dirty="0" smtClean="0"/>
                            <a:t>5000</a:t>
                          </a:r>
                          <a:endParaRPr lang="zh-CN" altLang="en-US" dirty="0"/>
                        </a:p>
                      </a:txBody>
                      <a:tcPr/>
                    </a:tc>
                    <a:tc>
                      <a:txBody>
                        <a:bodyPr/>
                        <a:lstStyle/>
                        <a:p>
                          <a:r>
                            <a:rPr lang="en-US" altLang="zh-CN" dirty="0" smtClean="0"/>
                            <a:t>3000</a:t>
                          </a:r>
                          <a:endParaRPr lang="zh-CN" altLang="en-US" dirty="0"/>
                        </a:p>
                      </a:txBody>
                      <a:tcPr/>
                    </a:tc>
                    <a:tc>
                      <a:txBody>
                        <a:bodyPr/>
                        <a:lstStyle/>
                        <a:p>
                          <a:r>
                            <a:rPr lang="en-US" altLang="zh-CN" dirty="0" smtClean="0"/>
                            <a:t>±0.525</a:t>
                          </a:r>
                          <a:endParaRPr lang="zh-CN" altLang="en-US" dirty="0"/>
                        </a:p>
                      </a:txBody>
                      <a:tcPr/>
                    </a:tc>
                    <a:tc>
                      <a:txBody>
                        <a:bodyPr/>
                        <a:lstStyle/>
                        <a:p>
                          <a:r>
                            <a:rPr lang="en-US" altLang="zh-CN" dirty="0" smtClean="0"/>
                            <a:t>0.5</a:t>
                          </a:r>
                          <a:endParaRPr lang="zh-CN" altLang="en-US" dirty="0"/>
                        </a:p>
                      </a:txBody>
                      <a:tcPr/>
                    </a:tc>
                    <a:tc>
                      <a:txBody>
                        <a:bodyPr/>
                        <a:lstStyle/>
                        <a:p>
                          <a:r>
                            <a:rPr lang="en-US" altLang="zh-CN" dirty="0" smtClean="0"/>
                            <a:t>±0.5</a:t>
                          </a:r>
                          <a:endParaRPr lang="zh-CN" altLang="en-US" dirty="0"/>
                        </a:p>
                      </a:txBody>
                      <a:tcPr/>
                    </a:tc>
                    <a:tc>
                      <a:txBody>
                        <a:bodyPr/>
                        <a:lstStyle/>
                        <a:p>
                          <a:r>
                            <a:rPr lang="en-US" altLang="zh-CN" dirty="0" smtClean="0"/>
                            <a:t>5000±0.83</a:t>
                          </a:r>
                          <a:endParaRPr lang="zh-CN" altLang="en-US" dirty="0"/>
                        </a:p>
                      </a:txBody>
                      <a:tcPr/>
                    </a:tc>
                  </a:tr>
                  <a:tr h="370840">
                    <a:tc>
                      <a:txBody>
                        <a:bodyPr/>
                        <a:lstStyle/>
                        <a:p>
                          <a:r>
                            <a:rPr lang="en-US" altLang="zh-CN" dirty="0" smtClean="0"/>
                            <a:t>6000</a:t>
                          </a:r>
                          <a:endParaRPr lang="zh-CN" altLang="en-US" dirty="0"/>
                        </a:p>
                      </a:txBody>
                      <a:tcPr/>
                    </a:tc>
                    <a:tc>
                      <a:txBody>
                        <a:bodyPr/>
                        <a:lstStyle/>
                        <a:p>
                          <a:r>
                            <a:rPr lang="en-US" altLang="zh-CN" dirty="0" smtClean="0"/>
                            <a:t>-</a:t>
                          </a:r>
                          <a:endParaRPr lang="zh-CN" altLang="en-US" dirty="0"/>
                        </a:p>
                      </a:txBody>
                      <a:tcPr/>
                    </a:tc>
                    <a:tc>
                      <a:txBody>
                        <a:bodyPr/>
                        <a:lstStyle/>
                        <a:p>
                          <a:r>
                            <a:rPr lang="en-US" altLang="zh-CN" dirty="0" smtClean="0"/>
                            <a:t>-</a:t>
                          </a:r>
                          <a:endParaRPr lang="zh-CN" altLang="en-US" dirty="0"/>
                        </a:p>
                      </a:txBody>
                      <a:tcPr/>
                    </a:tc>
                    <a:tc>
                      <a:txBody>
                        <a:bodyPr/>
                        <a:lstStyle/>
                        <a:p>
                          <a:r>
                            <a:rPr lang="en-US" altLang="zh-CN" dirty="0" smtClean="0"/>
                            <a:t>-</a:t>
                          </a:r>
                          <a:endParaRPr lang="zh-CN" altLang="en-US" dirty="0"/>
                        </a:p>
                      </a:txBody>
                      <a:tcPr/>
                    </a:tc>
                    <a:tc>
                      <a:txBody>
                        <a:bodyPr/>
                        <a:lstStyle/>
                        <a:p>
                          <a:r>
                            <a:rPr lang="en-US" altLang="zh-CN" dirty="0" smtClean="0"/>
                            <a:t>-</a:t>
                          </a:r>
                          <a:endParaRPr lang="zh-CN" altLang="en-US" dirty="0"/>
                        </a:p>
                      </a:txBody>
                      <a:tcPr/>
                    </a:tc>
                    <a:tc>
                      <a:txBody>
                        <a:bodyPr/>
                        <a:lstStyle/>
                        <a:p>
                          <a:r>
                            <a:rPr lang="en-US" altLang="zh-CN" dirty="0" smtClean="0"/>
                            <a:t>6000±1.00</a:t>
                          </a:r>
                          <a:endParaRPr lang="zh-CN" altLang="en-US" dirty="0"/>
                        </a:p>
                      </a:txBody>
                      <a:tcPr/>
                    </a:tc>
                  </a:tr>
                </a:tbl>
              </a:graphicData>
            </a:graphic>
          </p:graphicFrame>
        </mc:Choice>
        <mc:Fallback xmlns="">
          <p:graphicFrame>
            <p:nvGraphicFramePr>
              <p:cNvPr id="7" name="内容占位符 6"/>
              <p:cNvGraphicFramePr>
                <a:graphicFrameLocks noGrp="1"/>
              </p:cNvGraphicFramePr>
              <p:nvPr>
                <p:ph idx="1"/>
                <p:extLst>
                  <p:ext uri="{D42A27DB-BD31-4B8C-83A1-F6EECF244321}">
                    <p14:modId xmlns:p14="http://schemas.microsoft.com/office/powerpoint/2010/main" val="2015965635"/>
                  </p:ext>
                </p:extLst>
              </p:nvPr>
            </p:nvGraphicFramePr>
            <p:xfrm>
              <a:off x="395284" y="2250174"/>
              <a:ext cx="8025384" cy="2966720"/>
            </p:xfrm>
            <a:graphic>
              <a:graphicData uri="http://schemas.openxmlformats.org/drawingml/2006/table">
                <a:tbl>
                  <a:tblPr firstRow="1" bandRow="1">
                    <a:tableStyleId>{5C22544A-7EE6-4342-B048-85BDC9FD1C3A}</a:tableStyleId>
                  </a:tblPr>
                  <a:tblGrid>
                    <a:gridCol w="1337564"/>
                    <a:gridCol w="1337564"/>
                    <a:gridCol w="1337564"/>
                    <a:gridCol w="1337564"/>
                    <a:gridCol w="1337564"/>
                    <a:gridCol w="1337564"/>
                  </a:tblGrid>
                  <a:tr h="370840">
                    <a:tc>
                      <a:txBody>
                        <a:bodyPr/>
                        <a:lstStyle/>
                        <a:p>
                          <a:r>
                            <a:rPr lang="en-US" altLang="zh-CN" dirty="0" smtClean="0"/>
                            <a:t>Load (g)</a:t>
                          </a:r>
                          <a:endParaRPr lang="zh-CN" altLang="en-US" dirty="0"/>
                        </a:p>
                      </a:txBody>
                      <a:tcPr/>
                    </a:tc>
                    <a:tc>
                      <a:txBody>
                        <a:bodyPr/>
                        <a:lstStyle/>
                        <a:p>
                          <a:r>
                            <a:rPr lang="en-US" altLang="zh-CN" dirty="0" smtClean="0"/>
                            <a:t>Load(3kg)</a:t>
                          </a:r>
                          <a:endParaRPr lang="zh-CN" altLang="en-US" dirty="0"/>
                        </a:p>
                      </a:txBody>
                      <a:tcPr/>
                    </a:tc>
                    <a:tc>
                      <a:txBody>
                        <a:bodyPr/>
                        <a:lstStyle/>
                        <a:p>
                          <a:r>
                            <a:rPr lang="en-US" altLang="zh-CN" dirty="0" smtClean="0"/>
                            <a:t>mpe@3kg</a:t>
                          </a:r>
                          <a:endParaRPr lang="zh-CN" altLang="en-US" dirty="0"/>
                        </a:p>
                      </a:txBody>
                      <a:tcPr/>
                    </a:tc>
                    <a:tc>
                      <a:txBody>
                        <a:bodyPr/>
                        <a:lstStyle/>
                        <a:p>
                          <a:endParaRPr lang="zh-CN"/>
                        </a:p>
                      </a:txBody>
                      <a:tcPr>
                        <a:blipFill rotWithShape="1">
                          <a:blip r:embed="rId2"/>
                          <a:stretch>
                            <a:fillRect l="-300913" t="-4918" r="-200913" b="-709836"/>
                          </a:stretch>
                        </a:blipFill>
                      </a:tcPr>
                    </a:tc>
                    <a:tc>
                      <a:txBody>
                        <a:bodyPr/>
                        <a:lstStyle/>
                        <a:p>
                          <a:r>
                            <a:rPr lang="en-US" altLang="zh-CN" dirty="0" smtClean="0"/>
                            <a:t>WE2 (g)</a:t>
                          </a:r>
                          <a:endParaRPr lang="zh-CN" altLang="en-US" dirty="0"/>
                        </a:p>
                      </a:txBody>
                      <a:tcPr/>
                    </a:tc>
                    <a:tc>
                      <a:txBody>
                        <a:bodyPr/>
                        <a:lstStyle/>
                        <a:p>
                          <a:r>
                            <a:rPr lang="en-US" altLang="zh-CN" dirty="0" smtClean="0"/>
                            <a:t>Indication</a:t>
                          </a:r>
                          <a:endParaRPr lang="zh-CN" altLang="en-US" dirty="0"/>
                        </a:p>
                      </a:txBody>
                      <a:tcPr/>
                    </a:tc>
                  </a:tr>
                  <a:tr h="370840">
                    <a:tc>
                      <a:txBody>
                        <a:bodyPr/>
                        <a:lstStyle/>
                        <a:p>
                          <a:r>
                            <a:rPr lang="en-US" altLang="zh-CN" dirty="0" smtClean="0"/>
                            <a:t>0</a:t>
                          </a:r>
                          <a:endParaRPr lang="zh-CN" altLang="en-US" dirty="0"/>
                        </a:p>
                      </a:txBody>
                      <a:tcPr/>
                    </a:tc>
                    <a:tc>
                      <a:txBody>
                        <a:bodyPr/>
                        <a:lstStyle/>
                        <a:p>
                          <a:r>
                            <a:rPr lang="en-US" altLang="zh-CN" dirty="0" smtClean="0"/>
                            <a:t>-</a:t>
                          </a:r>
                          <a:endParaRPr lang="zh-CN" altLang="en-US" dirty="0"/>
                        </a:p>
                      </a:txBody>
                      <a:tcPr/>
                    </a:tc>
                    <a:tc>
                      <a:txBody>
                        <a:bodyPr/>
                        <a:lstStyle/>
                        <a:p>
                          <a:r>
                            <a:rPr lang="en-US" altLang="zh-CN" dirty="0" smtClean="0"/>
                            <a:t>-</a:t>
                          </a:r>
                          <a:endParaRPr lang="zh-CN" altLang="en-US" dirty="0"/>
                        </a:p>
                      </a:txBody>
                      <a:tcPr/>
                    </a:tc>
                    <a:tc>
                      <a:txBody>
                        <a:bodyPr/>
                        <a:lstStyle/>
                        <a:p>
                          <a:r>
                            <a:rPr lang="en-US" altLang="zh-CN" dirty="0" smtClean="0"/>
                            <a:t>-</a:t>
                          </a:r>
                          <a:endParaRPr lang="zh-CN" altLang="en-US" dirty="0"/>
                        </a:p>
                      </a:txBody>
                      <a:tcPr/>
                    </a:tc>
                    <a:tc>
                      <a:txBody>
                        <a:bodyPr/>
                        <a:lstStyle/>
                        <a:p>
                          <a:r>
                            <a:rPr lang="en-US" altLang="zh-CN" dirty="0" smtClean="0"/>
                            <a:t>-</a:t>
                          </a:r>
                          <a:endParaRPr lang="zh-CN" altLang="en-US" dirty="0"/>
                        </a:p>
                      </a:txBody>
                      <a:tcPr/>
                    </a:tc>
                    <a:tc>
                      <a:txBody>
                        <a:bodyPr/>
                        <a:lstStyle/>
                        <a:p>
                          <a:r>
                            <a:rPr lang="en-US" altLang="zh-CN" dirty="0" smtClean="0"/>
                            <a:t>0.00</a:t>
                          </a:r>
                          <a:endParaRPr lang="zh-CN" altLang="en-US" dirty="0"/>
                        </a:p>
                      </a:txBody>
                      <a:tcPr/>
                    </a:tc>
                  </a:tr>
                  <a:tr h="370840">
                    <a:tc>
                      <a:txBody>
                        <a:bodyPr/>
                        <a:lstStyle/>
                        <a:p>
                          <a:r>
                            <a:rPr lang="en-US" altLang="zh-CN" dirty="0" smtClean="0"/>
                            <a:t>500</a:t>
                          </a:r>
                          <a:endParaRPr lang="zh-CN" altLang="en-US" dirty="0"/>
                        </a:p>
                      </a:txBody>
                      <a:tcPr/>
                    </a:tc>
                    <a:tc>
                      <a:txBody>
                        <a:bodyPr/>
                        <a:lstStyle/>
                        <a:p>
                          <a:r>
                            <a:rPr lang="en-US" altLang="zh-CN" dirty="0" smtClean="0"/>
                            <a:t>-</a:t>
                          </a:r>
                          <a:endParaRPr lang="zh-CN" altLang="en-US" dirty="0"/>
                        </a:p>
                      </a:txBody>
                      <a:tcPr/>
                    </a:tc>
                    <a:tc>
                      <a:txBody>
                        <a:bodyPr/>
                        <a:lstStyle/>
                        <a:p>
                          <a:r>
                            <a:rPr lang="en-US" altLang="zh-CN" dirty="0" smtClean="0"/>
                            <a:t>-</a:t>
                          </a:r>
                          <a:endParaRPr lang="zh-CN" altLang="en-US" dirty="0"/>
                        </a:p>
                      </a:txBody>
                      <a:tcPr/>
                    </a:tc>
                    <a:tc>
                      <a:txBody>
                        <a:bodyPr/>
                        <a:lstStyle/>
                        <a:p>
                          <a:r>
                            <a:rPr lang="en-US" altLang="zh-CN" dirty="0" smtClean="0"/>
                            <a:t>-</a:t>
                          </a:r>
                          <a:endParaRPr lang="zh-CN" altLang="en-US" dirty="0"/>
                        </a:p>
                      </a:txBody>
                      <a:tcPr/>
                    </a:tc>
                    <a:tc>
                      <a:txBody>
                        <a:bodyPr/>
                        <a:lstStyle/>
                        <a:p>
                          <a:r>
                            <a:rPr lang="en-US" altLang="zh-CN" dirty="0" smtClean="0"/>
                            <a:t>-</a:t>
                          </a:r>
                          <a:endParaRPr lang="zh-CN" altLang="en-US" dirty="0"/>
                        </a:p>
                      </a:txBody>
                      <a:tcPr/>
                    </a:tc>
                    <a:tc>
                      <a:txBody>
                        <a:bodyPr/>
                        <a:lstStyle/>
                        <a:p>
                          <a:r>
                            <a:rPr lang="en-US" altLang="zh-CN" dirty="0" smtClean="0"/>
                            <a:t>500±0.08</a:t>
                          </a:r>
                          <a:endParaRPr lang="zh-CN" altLang="en-US" dirty="0"/>
                        </a:p>
                      </a:txBody>
                      <a:tcPr/>
                    </a:tc>
                  </a:tr>
                  <a:tr h="370840">
                    <a:tc>
                      <a:txBody>
                        <a:bodyPr/>
                        <a:lstStyle/>
                        <a:p>
                          <a:r>
                            <a:rPr lang="en-US" altLang="zh-CN" dirty="0" smtClean="0"/>
                            <a:t>2000</a:t>
                          </a:r>
                          <a:endParaRPr lang="zh-CN" altLang="en-US" dirty="0"/>
                        </a:p>
                      </a:txBody>
                      <a:tcPr/>
                    </a:tc>
                    <a:tc>
                      <a:txBody>
                        <a:bodyPr/>
                        <a:lstStyle/>
                        <a:p>
                          <a:r>
                            <a:rPr lang="en-US" altLang="zh-CN" dirty="0" smtClean="0"/>
                            <a:t>0</a:t>
                          </a:r>
                          <a:endParaRPr lang="zh-CN" altLang="en-US" dirty="0"/>
                        </a:p>
                      </a:txBody>
                      <a:tcPr/>
                    </a:tc>
                    <a:tc>
                      <a:txBody>
                        <a:bodyPr/>
                        <a:lstStyle/>
                        <a:p>
                          <a:r>
                            <a:rPr lang="en-US" altLang="zh-CN" dirty="0" smtClean="0"/>
                            <a:t>±0.175</a:t>
                          </a:r>
                          <a:endParaRPr lang="zh-CN" altLang="en-US" dirty="0"/>
                        </a:p>
                      </a:txBody>
                      <a:tcPr/>
                    </a:tc>
                    <a:tc>
                      <a:txBody>
                        <a:bodyPr/>
                        <a:lstStyle/>
                        <a:p>
                          <a:r>
                            <a:rPr lang="en-US" altLang="zh-CN" dirty="0" smtClean="0"/>
                            <a:t>0.5</a:t>
                          </a:r>
                          <a:endParaRPr lang="zh-CN" altLang="en-US" dirty="0"/>
                        </a:p>
                      </a:txBody>
                      <a:tcPr/>
                    </a:tc>
                    <a:tc>
                      <a:txBody>
                        <a:bodyPr/>
                        <a:lstStyle/>
                        <a:p>
                          <a:r>
                            <a:rPr lang="en-US" altLang="zh-CN" dirty="0" smtClean="0"/>
                            <a:t>0</a:t>
                          </a:r>
                          <a:endParaRPr lang="zh-CN" altLang="en-US" dirty="0"/>
                        </a:p>
                      </a:txBody>
                      <a:tcPr/>
                    </a:tc>
                    <a:tc>
                      <a:txBody>
                        <a:bodyPr/>
                        <a:lstStyle/>
                        <a:p>
                          <a:r>
                            <a:rPr lang="en-US" altLang="zh-CN" dirty="0" smtClean="0"/>
                            <a:t>2000±0.33</a:t>
                          </a:r>
                          <a:endParaRPr lang="zh-CN" altLang="en-US" dirty="0"/>
                        </a:p>
                      </a:txBody>
                      <a:tcPr/>
                    </a:tc>
                  </a:tr>
                  <a:tr h="370840">
                    <a:tc>
                      <a:txBody>
                        <a:bodyPr/>
                        <a:lstStyle/>
                        <a:p>
                          <a:r>
                            <a:rPr lang="en-US" altLang="zh-CN" dirty="0" smtClean="0"/>
                            <a:t>2250</a:t>
                          </a:r>
                          <a:endParaRPr lang="zh-CN" altLang="en-US" dirty="0"/>
                        </a:p>
                      </a:txBody>
                      <a:tcPr/>
                    </a:tc>
                    <a:tc>
                      <a:txBody>
                        <a:bodyPr/>
                        <a:lstStyle/>
                        <a:p>
                          <a:r>
                            <a:rPr lang="en-US" altLang="zh-CN" dirty="0" smtClean="0"/>
                            <a:t>250</a:t>
                          </a:r>
                          <a:endParaRPr lang="zh-CN" altLang="en-US" dirty="0"/>
                        </a:p>
                      </a:txBody>
                      <a:tcPr/>
                    </a:tc>
                    <a:tc>
                      <a:txBody>
                        <a:bodyPr/>
                        <a:lstStyle/>
                        <a:p>
                          <a:r>
                            <a:rPr lang="en-US" altLang="zh-CN" dirty="0" smtClean="0"/>
                            <a:t>±0.175</a:t>
                          </a:r>
                          <a:endParaRPr lang="zh-CN" altLang="en-US" dirty="0"/>
                        </a:p>
                      </a:txBody>
                      <a:tcPr/>
                    </a:tc>
                    <a:tc>
                      <a:txBody>
                        <a:bodyPr/>
                        <a:lstStyle/>
                        <a:p>
                          <a:r>
                            <a:rPr lang="en-US" altLang="zh-CN" dirty="0" smtClean="0"/>
                            <a:t>0.5</a:t>
                          </a:r>
                          <a:endParaRPr lang="zh-CN" altLang="en-US" dirty="0"/>
                        </a:p>
                      </a:txBody>
                      <a:tcPr/>
                    </a:tc>
                    <a:tc>
                      <a:txBody>
                        <a:bodyPr/>
                        <a:lstStyle/>
                        <a:p>
                          <a:r>
                            <a:rPr lang="en-US" altLang="zh-CN" dirty="0" smtClean="0"/>
                            <a:t>±0.0417</a:t>
                          </a:r>
                          <a:endParaRPr lang="zh-CN" altLang="en-US" dirty="0"/>
                        </a:p>
                      </a:txBody>
                      <a:tcPr/>
                    </a:tc>
                    <a:tc>
                      <a:txBody>
                        <a:bodyPr/>
                        <a:lstStyle/>
                        <a:p>
                          <a:r>
                            <a:rPr lang="en-US" altLang="zh-CN" dirty="0" smtClean="0"/>
                            <a:t>2250±0.37</a:t>
                          </a:r>
                          <a:endParaRPr lang="zh-CN" altLang="en-US" dirty="0"/>
                        </a:p>
                      </a:txBody>
                      <a:tcPr/>
                    </a:tc>
                  </a:tr>
                  <a:tr h="370840">
                    <a:tc>
                      <a:txBody>
                        <a:bodyPr/>
                        <a:lstStyle/>
                        <a:p>
                          <a:r>
                            <a:rPr lang="en-US" altLang="zh-CN" dirty="0" smtClean="0"/>
                            <a:t>3000</a:t>
                          </a:r>
                          <a:endParaRPr lang="zh-CN" altLang="en-US" dirty="0"/>
                        </a:p>
                      </a:txBody>
                      <a:tcPr/>
                    </a:tc>
                    <a:tc>
                      <a:txBody>
                        <a:bodyPr/>
                        <a:lstStyle/>
                        <a:p>
                          <a:r>
                            <a:rPr lang="en-US" altLang="zh-CN" dirty="0" smtClean="0"/>
                            <a:t>1000</a:t>
                          </a:r>
                          <a:endParaRPr lang="zh-CN" altLang="en-US" dirty="0"/>
                        </a:p>
                      </a:txBody>
                      <a:tcPr/>
                    </a:tc>
                    <a:tc>
                      <a:txBody>
                        <a:bodyPr/>
                        <a:lstStyle/>
                        <a:p>
                          <a:r>
                            <a:rPr lang="en-US" altLang="zh-CN" dirty="0" smtClean="0"/>
                            <a:t>±0.35</a:t>
                          </a:r>
                          <a:endParaRPr lang="zh-CN" altLang="en-US" dirty="0"/>
                        </a:p>
                      </a:txBody>
                      <a:tcPr/>
                    </a:tc>
                    <a:tc>
                      <a:txBody>
                        <a:bodyPr/>
                        <a:lstStyle/>
                        <a:p>
                          <a:r>
                            <a:rPr lang="en-US" altLang="zh-CN" dirty="0" smtClean="0"/>
                            <a:t>0.5</a:t>
                          </a:r>
                          <a:endParaRPr lang="zh-CN" altLang="en-US" dirty="0"/>
                        </a:p>
                      </a:txBody>
                      <a:tcPr/>
                    </a:tc>
                    <a:tc>
                      <a:txBody>
                        <a:bodyPr/>
                        <a:lstStyle/>
                        <a:p>
                          <a:r>
                            <a:rPr lang="en-US" altLang="zh-CN" dirty="0" smtClean="0"/>
                            <a:t>±0.35</a:t>
                          </a:r>
                          <a:endParaRPr lang="zh-CN" altLang="en-US" dirty="0"/>
                        </a:p>
                      </a:txBody>
                      <a:tcPr/>
                    </a:tc>
                    <a:tc>
                      <a:txBody>
                        <a:bodyPr/>
                        <a:lstStyle/>
                        <a:p>
                          <a:r>
                            <a:rPr lang="en-US" altLang="zh-CN" dirty="0" smtClean="0"/>
                            <a:t>3000±0.50</a:t>
                          </a:r>
                          <a:endParaRPr lang="zh-CN" altLang="en-US" dirty="0"/>
                        </a:p>
                      </a:txBody>
                      <a:tcPr/>
                    </a:tc>
                  </a:tr>
                  <a:tr h="370840">
                    <a:tc>
                      <a:txBody>
                        <a:bodyPr/>
                        <a:lstStyle/>
                        <a:p>
                          <a:r>
                            <a:rPr lang="en-US" altLang="zh-CN" dirty="0" smtClean="0"/>
                            <a:t>5000</a:t>
                          </a:r>
                          <a:endParaRPr lang="zh-CN" altLang="en-US" dirty="0"/>
                        </a:p>
                      </a:txBody>
                      <a:tcPr/>
                    </a:tc>
                    <a:tc>
                      <a:txBody>
                        <a:bodyPr/>
                        <a:lstStyle/>
                        <a:p>
                          <a:r>
                            <a:rPr lang="en-US" altLang="zh-CN" dirty="0" smtClean="0"/>
                            <a:t>3000</a:t>
                          </a:r>
                          <a:endParaRPr lang="zh-CN" altLang="en-US" dirty="0"/>
                        </a:p>
                      </a:txBody>
                      <a:tcPr/>
                    </a:tc>
                    <a:tc>
                      <a:txBody>
                        <a:bodyPr/>
                        <a:lstStyle/>
                        <a:p>
                          <a:r>
                            <a:rPr lang="en-US" altLang="zh-CN" dirty="0" smtClean="0"/>
                            <a:t>±0.525</a:t>
                          </a:r>
                          <a:endParaRPr lang="zh-CN" altLang="en-US" dirty="0"/>
                        </a:p>
                      </a:txBody>
                      <a:tcPr/>
                    </a:tc>
                    <a:tc>
                      <a:txBody>
                        <a:bodyPr/>
                        <a:lstStyle/>
                        <a:p>
                          <a:r>
                            <a:rPr lang="en-US" altLang="zh-CN" dirty="0" smtClean="0"/>
                            <a:t>0.5</a:t>
                          </a:r>
                          <a:endParaRPr lang="zh-CN" altLang="en-US" dirty="0"/>
                        </a:p>
                      </a:txBody>
                      <a:tcPr/>
                    </a:tc>
                    <a:tc>
                      <a:txBody>
                        <a:bodyPr/>
                        <a:lstStyle/>
                        <a:p>
                          <a:r>
                            <a:rPr lang="en-US" altLang="zh-CN" dirty="0" smtClean="0"/>
                            <a:t>±0.5</a:t>
                          </a:r>
                          <a:endParaRPr lang="zh-CN" altLang="en-US" dirty="0"/>
                        </a:p>
                      </a:txBody>
                      <a:tcPr/>
                    </a:tc>
                    <a:tc>
                      <a:txBody>
                        <a:bodyPr/>
                        <a:lstStyle/>
                        <a:p>
                          <a:r>
                            <a:rPr lang="en-US" altLang="zh-CN" dirty="0" smtClean="0"/>
                            <a:t>5000±0.83</a:t>
                          </a:r>
                          <a:endParaRPr lang="zh-CN" altLang="en-US" dirty="0"/>
                        </a:p>
                      </a:txBody>
                      <a:tcPr/>
                    </a:tc>
                  </a:tr>
                  <a:tr h="370840">
                    <a:tc>
                      <a:txBody>
                        <a:bodyPr/>
                        <a:lstStyle/>
                        <a:p>
                          <a:r>
                            <a:rPr lang="en-US" altLang="zh-CN" dirty="0" smtClean="0"/>
                            <a:t>6000</a:t>
                          </a:r>
                          <a:endParaRPr lang="zh-CN" altLang="en-US" dirty="0"/>
                        </a:p>
                      </a:txBody>
                      <a:tcPr/>
                    </a:tc>
                    <a:tc>
                      <a:txBody>
                        <a:bodyPr/>
                        <a:lstStyle/>
                        <a:p>
                          <a:r>
                            <a:rPr lang="en-US" altLang="zh-CN" dirty="0" smtClean="0"/>
                            <a:t>-</a:t>
                          </a:r>
                          <a:endParaRPr lang="zh-CN" altLang="en-US" dirty="0"/>
                        </a:p>
                      </a:txBody>
                      <a:tcPr/>
                    </a:tc>
                    <a:tc>
                      <a:txBody>
                        <a:bodyPr/>
                        <a:lstStyle/>
                        <a:p>
                          <a:r>
                            <a:rPr lang="en-US" altLang="zh-CN" dirty="0" smtClean="0"/>
                            <a:t>-</a:t>
                          </a:r>
                          <a:endParaRPr lang="zh-CN" altLang="en-US" dirty="0"/>
                        </a:p>
                      </a:txBody>
                      <a:tcPr/>
                    </a:tc>
                    <a:tc>
                      <a:txBody>
                        <a:bodyPr/>
                        <a:lstStyle/>
                        <a:p>
                          <a:r>
                            <a:rPr lang="en-US" altLang="zh-CN" dirty="0" smtClean="0"/>
                            <a:t>-</a:t>
                          </a:r>
                          <a:endParaRPr lang="zh-CN" altLang="en-US" dirty="0"/>
                        </a:p>
                      </a:txBody>
                      <a:tcPr/>
                    </a:tc>
                    <a:tc>
                      <a:txBody>
                        <a:bodyPr/>
                        <a:lstStyle/>
                        <a:p>
                          <a:r>
                            <a:rPr lang="en-US" altLang="zh-CN" dirty="0" smtClean="0"/>
                            <a:t>-</a:t>
                          </a:r>
                          <a:endParaRPr lang="zh-CN" altLang="en-US" dirty="0"/>
                        </a:p>
                      </a:txBody>
                      <a:tcPr/>
                    </a:tc>
                    <a:tc>
                      <a:txBody>
                        <a:bodyPr/>
                        <a:lstStyle/>
                        <a:p>
                          <a:r>
                            <a:rPr lang="en-US" altLang="zh-CN" dirty="0" smtClean="0"/>
                            <a:t>6000±1.00</a:t>
                          </a:r>
                          <a:endParaRPr lang="zh-CN" altLang="en-US" dirty="0"/>
                        </a:p>
                      </a:txBody>
                      <a:tcPr/>
                    </a:tc>
                  </a:tr>
                </a:tbl>
              </a:graphicData>
            </a:graphic>
          </p:graphicFrame>
        </mc:Fallback>
      </mc:AlternateContent>
      <p:sp>
        <p:nvSpPr>
          <p:cNvPr id="5" name="灯片编号占位符 4"/>
          <p:cNvSpPr>
            <a:spLocks noGrp="1"/>
          </p:cNvSpPr>
          <p:nvPr>
            <p:ph type="sldNum" sz="quarter" idx="100"/>
          </p:nvPr>
        </p:nvSpPr>
        <p:spPr/>
        <p:txBody>
          <a:bodyPr/>
          <a:lstStyle/>
          <a:p>
            <a:fld id="{2B2B68EE-DD1E-4368-AFCE-24A50EC7BF18}" type="slidenum">
              <a:rPr lang="en-US" smtClean="0"/>
              <a:pPr/>
              <a:t>45</a:t>
            </a:fld>
            <a:endParaRPr lang="en-US" dirty="0"/>
          </a:p>
        </p:txBody>
      </p:sp>
      <p:sp>
        <p:nvSpPr>
          <p:cNvPr id="6" name="页脚占位符 5"/>
          <p:cNvSpPr>
            <a:spLocks noGrp="1"/>
          </p:cNvSpPr>
          <p:nvPr>
            <p:ph type="ftr" sz="quarter" idx="101"/>
          </p:nvPr>
        </p:nvSpPr>
        <p:spPr/>
        <p:txBody>
          <a:bodyPr/>
          <a:lstStyle/>
          <a:p>
            <a:r>
              <a:rPr lang="en-US" smtClean="0"/>
              <a:t>For internal use - Confidential</a:t>
            </a:r>
            <a:endParaRPr lang="en-US" dirty="0"/>
          </a:p>
        </p:txBody>
      </p:sp>
    </p:spTree>
    <p:extLst>
      <p:ext uri="{BB962C8B-B14F-4D97-AF65-F5344CB8AC3E}">
        <p14:creationId xmlns:p14="http://schemas.microsoft.com/office/powerpoint/2010/main" val="4251033693"/>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latin typeface="Arial" panose="020B0604020202020204" pitchFamily="34" charset="0"/>
                <a:ea typeface="黑体" panose="02010609060101010101" pitchFamily="49" charset="-122"/>
                <a:cs typeface="Arial" panose="020B0604020202020204" pitchFamily="34" charset="0"/>
              </a:rPr>
              <a:t>DL </a:t>
            </a:r>
            <a:r>
              <a:rPr lang="zh-CN" altLang="en-US" dirty="0">
                <a:latin typeface="Arial" panose="020B0604020202020204" pitchFamily="34" charset="0"/>
                <a:ea typeface="黑体" panose="02010609060101010101" pitchFamily="49" charset="-122"/>
                <a:cs typeface="Arial" panose="020B0604020202020204" pitchFamily="34" charset="0"/>
              </a:rPr>
              <a:t>对零点温度特性的</a:t>
            </a:r>
            <a:r>
              <a:rPr lang="zh-CN" altLang="en-US" dirty="0" smtClean="0">
                <a:latin typeface="Arial" panose="020B0604020202020204" pitchFamily="34" charset="0"/>
                <a:ea typeface="黑体" panose="02010609060101010101" pitchFamily="49" charset="-122"/>
                <a:cs typeface="Arial" panose="020B0604020202020204" pitchFamily="34" charset="0"/>
              </a:rPr>
              <a:t>影响</a:t>
            </a:r>
            <a:endParaRPr lang="zh-CN" altLang="en-US" dirty="0">
              <a:latin typeface="Arial" panose="020B0604020202020204" pitchFamily="34" charset="0"/>
              <a:ea typeface="黑体" panose="02010609060101010101" pitchFamily="49" charset="-122"/>
              <a:cs typeface="Arial" panose="020B0604020202020204" pitchFamily="34" charset="0"/>
            </a:endParaRPr>
          </a:p>
        </p:txBody>
      </p:sp>
      <p:graphicFrame>
        <p:nvGraphicFramePr>
          <p:cNvPr id="7" name="内容占位符 6"/>
          <p:cNvGraphicFramePr>
            <a:graphicFrameLocks noGrp="1"/>
          </p:cNvGraphicFramePr>
          <p:nvPr>
            <p:ph idx="1"/>
            <p:extLst>
              <p:ext uri="{D42A27DB-BD31-4B8C-83A1-F6EECF244321}">
                <p14:modId xmlns:p14="http://schemas.microsoft.com/office/powerpoint/2010/main" val="4210742509"/>
              </p:ext>
            </p:extLst>
          </p:nvPr>
        </p:nvGraphicFramePr>
        <p:xfrm>
          <a:off x="395536" y="1749750"/>
          <a:ext cx="8353425" cy="4895850"/>
        </p:xfrm>
        <a:graphic>
          <a:graphicData uri="http://schemas.openxmlformats.org/drawingml/2006/chart">
            <c:chart xmlns:c="http://schemas.openxmlformats.org/drawingml/2006/chart" xmlns:r="http://schemas.openxmlformats.org/officeDocument/2006/relationships" r:id="rId2"/>
          </a:graphicData>
        </a:graphic>
      </p:graphicFrame>
      <p:sp>
        <p:nvSpPr>
          <p:cNvPr id="5" name="灯片编号占位符 4"/>
          <p:cNvSpPr>
            <a:spLocks noGrp="1"/>
          </p:cNvSpPr>
          <p:nvPr>
            <p:ph type="sldNum" sz="quarter" idx="100"/>
          </p:nvPr>
        </p:nvSpPr>
        <p:spPr/>
        <p:txBody>
          <a:bodyPr/>
          <a:lstStyle/>
          <a:p>
            <a:fld id="{2B2B68EE-DD1E-4368-AFCE-24A50EC7BF18}" type="slidenum">
              <a:rPr lang="en-US" smtClean="0"/>
              <a:pPr/>
              <a:t>46</a:t>
            </a:fld>
            <a:endParaRPr lang="en-US" dirty="0"/>
          </a:p>
        </p:txBody>
      </p:sp>
      <p:sp>
        <p:nvSpPr>
          <p:cNvPr id="6" name="页脚占位符 5"/>
          <p:cNvSpPr>
            <a:spLocks noGrp="1"/>
          </p:cNvSpPr>
          <p:nvPr>
            <p:ph type="ftr" sz="quarter" idx="101"/>
          </p:nvPr>
        </p:nvSpPr>
        <p:spPr/>
        <p:txBody>
          <a:bodyPr/>
          <a:lstStyle/>
          <a:p>
            <a:r>
              <a:rPr lang="en-US" smtClean="0"/>
              <a:t>For internal use - Confidential</a:t>
            </a:r>
            <a:endParaRPr lang="en-US" dirty="0"/>
          </a:p>
        </p:txBody>
      </p:sp>
      <mc:AlternateContent xmlns:mc="http://schemas.openxmlformats.org/markup-compatibility/2006" xmlns:a14="http://schemas.microsoft.com/office/drawing/2010/main">
        <mc:Choice Requires="a14">
          <p:sp>
            <p:nvSpPr>
              <p:cNvPr id="8" name="TextBox 7"/>
              <p:cNvSpPr txBox="1"/>
              <p:nvPr/>
            </p:nvSpPr>
            <p:spPr>
              <a:xfrm>
                <a:off x="805204" y="941623"/>
                <a:ext cx="5674182" cy="246221"/>
              </a:xfrm>
              <a:prstGeom prst="rect">
                <a:avLst/>
              </a:prstGeom>
              <a:noFill/>
            </p:spPr>
            <p:txBody>
              <a:bodyPr wrap="none" lIns="0" tIns="0" rIns="0" bIns="0" rtlCol="0">
                <a:spAutoFit/>
              </a:bodyPr>
              <a:lstStyle/>
              <a:p>
                <a:pPr>
                  <a:spcBef>
                    <a:spcPts val="400"/>
                  </a:spcBef>
                  <a:spcAft>
                    <a:spcPts val="600"/>
                  </a:spcAft>
                  <a:buClr>
                    <a:schemeClr val="accent1"/>
                  </a:buClr>
                </a:pPr>
                <a:r>
                  <a:rPr lang="zh-CN" altLang="en-US" sz="1600" dirty="0" smtClean="0">
                    <a:latin typeface="Arial" panose="020B0604020202020204" pitchFamily="34" charset="0"/>
                    <a:ea typeface="黑体" panose="02010609060101010101" pitchFamily="49" charset="-122"/>
                    <a:cs typeface="Arial" panose="020B0604020202020204" pitchFamily="34" charset="0"/>
                  </a:rPr>
                  <a:t>假设：</a:t>
                </a:r>
                <a14:m>
                  <m:oMath xmlns:m="http://schemas.openxmlformats.org/officeDocument/2006/math">
                    <m:sSub>
                      <m:sSubPr>
                        <m:ctrlPr>
                          <a:rPr lang="en-US" altLang="zh-CN" sz="1600" i="1" smtClean="0">
                            <a:latin typeface="Cambria Math"/>
                          </a:rPr>
                        </m:ctrlPr>
                      </m:sSubPr>
                      <m:e>
                        <m:r>
                          <a:rPr lang="en-US" altLang="zh-CN" sz="1600" b="0" i="1" smtClean="0">
                            <a:latin typeface="Cambria Math"/>
                          </a:rPr>
                          <m:t>𝐸</m:t>
                        </m:r>
                      </m:e>
                      <m:sub>
                        <m:r>
                          <a:rPr lang="en-US" altLang="zh-CN" sz="1600" b="0" i="1" smtClean="0">
                            <a:latin typeface="Cambria Math"/>
                          </a:rPr>
                          <m:t>𝑚𝑎𝑥</m:t>
                        </m:r>
                      </m:sub>
                    </m:sSub>
                    <m:r>
                      <a:rPr lang="en-US" altLang="zh-CN" sz="1600" b="0" i="1" smtClean="0">
                        <a:latin typeface="Cambria Math"/>
                      </a:rPr>
                      <m:t>=6</m:t>
                    </m:r>
                    <m:r>
                      <a:rPr lang="en-US" altLang="zh-CN" sz="1600" b="0" i="1" smtClean="0">
                        <a:latin typeface="Cambria Math"/>
                      </a:rPr>
                      <m:t>𝑘𝑔</m:t>
                    </m:r>
                    <m:r>
                      <a:rPr lang="en-US" altLang="zh-CN" sz="1600" b="0" i="1" smtClean="0">
                        <a:latin typeface="Cambria Math"/>
                      </a:rPr>
                      <m:t>,</m:t>
                    </m:r>
                    <m:sSub>
                      <m:sSubPr>
                        <m:ctrlPr>
                          <a:rPr lang="en-US" altLang="zh-CN" sz="1600" b="0" i="1" smtClean="0">
                            <a:latin typeface="Cambria Math"/>
                          </a:rPr>
                        </m:ctrlPr>
                      </m:sSubPr>
                      <m:e>
                        <m:r>
                          <a:rPr lang="en-US" altLang="zh-CN" sz="1600" b="0" i="1" smtClean="0">
                            <a:latin typeface="Cambria Math"/>
                          </a:rPr>
                          <m:t>𝑛</m:t>
                        </m:r>
                      </m:e>
                      <m:sub>
                        <m:r>
                          <a:rPr lang="en-US" altLang="zh-CN" sz="1600" b="0" i="1" smtClean="0">
                            <a:latin typeface="Cambria Math"/>
                          </a:rPr>
                          <m:t>𝐿𝐶</m:t>
                        </m:r>
                      </m:sub>
                    </m:sSub>
                    <m:r>
                      <a:rPr lang="en-US" altLang="zh-CN" sz="1600" b="0" i="1" smtClean="0">
                        <a:latin typeface="Cambria Math"/>
                      </a:rPr>
                      <m:t>=6000, </m:t>
                    </m:r>
                  </m:oMath>
                </a14:m>
                <a:r>
                  <a:rPr lang="en-US" altLang="zh-CN" sz="1600" dirty="0" smtClean="0">
                    <a:latin typeface="Arial" panose="020B0604020202020204" pitchFamily="34" charset="0"/>
                    <a:ea typeface="黑体" panose="02010609060101010101" pitchFamily="49" charset="-122"/>
                    <a:cs typeface="Arial" panose="020B0604020202020204" pitchFamily="34" charset="0"/>
                  </a:rPr>
                  <a:t>DL=2</a:t>
                </a:r>
                <a:r>
                  <a:rPr lang="zh-CN" altLang="en-US" sz="1600" dirty="0" smtClean="0">
                    <a:latin typeface="Arial" panose="020B0604020202020204" pitchFamily="34" charset="0"/>
                    <a:ea typeface="黑体" panose="02010609060101010101" pitchFamily="49" charset="-122"/>
                    <a:cs typeface="Arial" panose="020B0604020202020204" pitchFamily="34" charset="0"/>
                  </a:rPr>
                  <a:t>时，</a:t>
                </a:r>
                <a14:m>
                  <m:oMath xmlns:m="http://schemas.openxmlformats.org/officeDocument/2006/math">
                    <m:r>
                      <a:rPr lang="en-US" altLang="zh-CN" sz="1600" b="0" i="1" smtClean="0">
                        <a:latin typeface="Cambria Math"/>
                        <a:ea typeface="黑体" panose="02010609060101010101" pitchFamily="49" charset="-122"/>
                        <a:cs typeface="Arial" panose="020B0604020202020204" pitchFamily="34" charset="0"/>
                      </a:rPr>
                      <m:t>𝑀𝑎𝑥</m:t>
                    </m:r>
                    <m:r>
                      <a:rPr lang="en-US" altLang="zh-CN" sz="1600" b="0" i="1" smtClean="0">
                        <a:latin typeface="Cambria Math"/>
                        <a:ea typeface="黑体" panose="02010609060101010101" pitchFamily="49" charset="-122"/>
                        <a:cs typeface="Arial" panose="020B0604020202020204" pitchFamily="34" charset="0"/>
                      </a:rPr>
                      <m:t>=3</m:t>
                    </m:r>
                    <m:r>
                      <a:rPr lang="en-US" altLang="zh-CN" sz="1600" b="0" i="1" smtClean="0">
                        <a:latin typeface="Cambria Math"/>
                        <a:ea typeface="黑体" panose="02010609060101010101" pitchFamily="49" charset="-122"/>
                        <a:cs typeface="Arial" panose="020B0604020202020204" pitchFamily="34" charset="0"/>
                      </a:rPr>
                      <m:t>𝑘𝑔</m:t>
                    </m:r>
                    <m:r>
                      <a:rPr lang="en-US" altLang="zh-CN" sz="1600" b="0" i="1" smtClean="0">
                        <a:latin typeface="Cambria Math"/>
                        <a:ea typeface="黑体" panose="02010609060101010101" pitchFamily="49" charset="-122"/>
                        <a:cs typeface="Arial" panose="020B0604020202020204" pitchFamily="34" charset="0"/>
                      </a:rPr>
                      <m:t>, </m:t>
                    </m:r>
                    <m:r>
                      <a:rPr lang="en-US" altLang="zh-CN" sz="1600" b="0" i="1" smtClean="0">
                        <a:latin typeface="Cambria Math"/>
                        <a:ea typeface="黑体" panose="02010609060101010101" pitchFamily="49" charset="-122"/>
                        <a:cs typeface="Arial" panose="020B0604020202020204" pitchFamily="34" charset="0"/>
                      </a:rPr>
                      <m:t>𝑣</m:t>
                    </m:r>
                    <m:r>
                      <a:rPr lang="en-US" altLang="zh-CN" sz="1600" b="0" i="1" smtClean="0">
                        <a:latin typeface="Cambria Math"/>
                        <a:ea typeface="黑体" panose="02010609060101010101" pitchFamily="49" charset="-122"/>
                        <a:cs typeface="Arial" panose="020B0604020202020204" pitchFamily="34" charset="0"/>
                      </a:rPr>
                      <m:t>=0.5</m:t>
                    </m:r>
                    <m:r>
                      <a:rPr lang="en-US" altLang="zh-CN" sz="1600" b="0" i="1" smtClean="0">
                        <a:latin typeface="Cambria Math"/>
                        <a:ea typeface="黑体" panose="02010609060101010101" pitchFamily="49" charset="-122"/>
                        <a:cs typeface="Arial" panose="020B0604020202020204" pitchFamily="34" charset="0"/>
                      </a:rPr>
                      <m:t>𝑔</m:t>
                    </m:r>
                  </m:oMath>
                </a14:m>
                <a:endParaRPr lang="zh-CN" altLang="en-US" sz="1600" dirty="0" err="1" smtClean="0">
                  <a:latin typeface="Arial" panose="020B0604020202020204" pitchFamily="34" charset="0"/>
                  <a:ea typeface="黑体" panose="02010609060101010101" pitchFamily="49" charset="-122"/>
                  <a:cs typeface="Arial" panose="020B0604020202020204" pitchFamily="34" charset="0"/>
                </a:endParaRPr>
              </a:p>
            </p:txBody>
          </p:sp>
        </mc:Choice>
        <mc:Fallback xmlns="">
          <p:sp>
            <p:nvSpPr>
              <p:cNvPr id="8" name="TextBox 7"/>
              <p:cNvSpPr txBox="1">
                <a:spLocks noRot="1" noChangeAspect="1" noMove="1" noResize="1" noEditPoints="1" noAdjustHandles="1" noChangeArrowheads="1" noChangeShapeType="1" noTextEdit="1"/>
              </p:cNvSpPr>
              <p:nvPr/>
            </p:nvSpPr>
            <p:spPr>
              <a:xfrm>
                <a:off x="805204" y="941623"/>
                <a:ext cx="5674182" cy="246221"/>
              </a:xfrm>
              <a:prstGeom prst="rect">
                <a:avLst/>
              </a:prstGeom>
              <a:blipFill rotWithShape="1">
                <a:blip r:embed="rId3"/>
                <a:stretch>
                  <a:fillRect l="-2148" t="-26829" r="-859" b="-51220"/>
                </a:stretch>
              </a:blipFill>
            </p:spPr>
            <p:txBody>
              <a:bodyPr/>
              <a:lstStyle/>
              <a:p>
                <a:r>
                  <a:rPr lang="zh-CN" altLang="en-US">
                    <a:noFill/>
                  </a:rPr>
                  <a:t> </a:t>
                </a:r>
              </a:p>
            </p:txBody>
          </p:sp>
        </mc:Fallback>
      </mc:AlternateContent>
      <p:sp>
        <p:nvSpPr>
          <p:cNvPr id="3" name="矩形 2"/>
          <p:cNvSpPr/>
          <p:nvPr/>
        </p:nvSpPr>
        <p:spPr>
          <a:xfrm>
            <a:off x="1610433" y="3603018"/>
            <a:ext cx="936000" cy="409433"/>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1600" dirty="0" smtClean="0">
                <a:solidFill>
                  <a:schemeClr val="tx1"/>
                </a:solidFill>
              </a:rPr>
              <a:t>Added zero change</a:t>
            </a:r>
            <a:endParaRPr lang="zh-CN" altLang="en-US" sz="1600" dirty="0" err="1" smtClean="0">
              <a:solidFill>
                <a:schemeClr val="tx1"/>
              </a:solidFill>
            </a:endParaRPr>
          </a:p>
        </p:txBody>
      </p:sp>
      <p:cxnSp>
        <p:nvCxnSpPr>
          <p:cNvPr id="9" name="直接箭头连接符 8"/>
          <p:cNvCxnSpPr/>
          <p:nvPr/>
        </p:nvCxnSpPr>
        <p:spPr>
          <a:xfrm>
            <a:off x="3070746" y="5445457"/>
            <a:ext cx="2715905" cy="0"/>
          </a:xfrm>
          <a:prstGeom prst="straightConnector1">
            <a:avLst/>
          </a:prstGeom>
          <a:ln>
            <a:headEnd type="arrow"/>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74936761"/>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latin typeface="Arial" panose="020B0604020202020204" pitchFamily="34" charset="0"/>
                <a:ea typeface="黑体" panose="02010609060101010101" pitchFamily="49" charset="-122"/>
                <a:cs typeface="Arial" panose="020B0604020202020204" pitchFamily="34" charset="0"/>
              </a:rPr>
              <a:t>DL </a:t>
            </a:r>
            <a:r>
              <a:rPr lang="zh-CN" altLang="en-US" dirty="0">
                <a:latin typeface="Arial" panose="020B0604020202020204" pitchFamily="34" charset="0"/>
                <a:ea typeface="黑体" panose="02010609060101010101" pitchFamily="49" charset="-122"/>
                <a:cs typeface="Arial" panose="020B0604020202020204" pitchFamily="34" charset="0"/>
              </a:rPr>
              <a:t>对零点温度特性的影响</a:t>
            </a:r>
            <a:endParaRPr lang="zh-CN" altLang="en-US" dirty="0"/>
          </a:p>
        </p:txBody>
      </p:sp>
      <p:sp>
        <p:nvSpPr>
          <p:cNvPr id="3" name="标题 2"/>
          <p:cNvSpPr>
            <a:spLocks noGrp="1"/>
          </p:cNvSpPr>
          <p:nvPr>
            <p:ph type="title" idx="99"/>
          </p:nvPr>
        </p:nvSpPr>
        <p:spPr/>
        <p:txBody>
          <a:bodyPr/>
          <a:lstStyle/>
          <a:p>
            <a:endParaRPr lang="zh-CN" altLang="en-US"/>
          </a:p>
        </p:txBody>
      </p:sp>
      <mc:AlternateContent xmlns:mc="http://schemas.openxmlformats.org/markup-compatibility/2006" xmlns:a14="http://schemas.microsoft.com/office/drawing/2010/main">
        <mc:Choice Requires="a14">
          <p:sp>
            <p:nvSpPr>
              <p:cNvPr id="4" name="内容占位符 3"/>
              <p:cNvSpPr>
                <a:spLocks noGrp="1"/>
              </p:cNvSpPr>
              <p:nvPr>
                <p:ph idx="1"/>
              </p:nvPr>
            </p:nvSpPr>
            <p:spPr/>
            <p:txBody>
              <a:bodyPr/>
              <a:lstStyle/>
              <a:p>
                <a:r>
                  <a:rPr lang="zh-CN" altLang="en-US" dirty="0" smtClean="0">
                    <a:latin typeface="Arial" panose="020B0604020202020204" pitchFamily="34" charset="0"/>
                    <a:ea typeface="黑体" panose="02010609060101010101" pitchFamily="49" charset="-122"/>
                    <a:cs typeface="Arial" panose="020B0604020202020204" pitchFamily="34" charset="0"/>
                  </a:rPr>
                  <a:t>因最小静载荷变化产生附加零点指示变化对</a:t>
                </a:r>
                <a:r>
                  <a:rPr lang="en-US" altLang="zh-CN" dirty="0" smtClean="0">
                    <a:latin typeface="Arial" panose="020B0604020202020204" pitchFamily="34" charset="0"/>
                    <a:ea typeface="黑体" panose="02010609060101010101" pitchFamily="49" charset="-122"/>
                    <a:cs typeface="Arial" panose="020B0604020202020204" pitchFamily="34" charset="0"/>
                  </a:rPr>
                  <a:t>Y</a:t>
                </a:r>
                <a:r>
                  <a:rPr lang="zh-CN" altLang="en-US" dirty="0" smtClean="0">
                    <a:latin typeface="Arial" panose="020B0604020202020204" pitchFamily="34" charset="0"/>
                    <a:ea typeface="黑体" panose="02010609060101010101" pitchFamily="49" charset="-122"/>
                    <a:cs typeface="Arial" panose="020B0604020202020204" pitchFamily="34" charset="0"/>
                  </a:rPr>
                  <a:t>值的影响</a:t>
                </a:r>
                <a:endParaRPr lang="en-US" altLang="zh-CN" dirty="0" smtClean="0">
                  <a:latin typeface="Arial" panose="020B0604020202020204" pitchFamily="34" charset="0"/>
                  <a:ea typeface="黑体" panose="02010609060101010101" pitchFamily="49" charset="-122"/>
                  <a:cs typeface="Arial" panose="020B0604020202020204" pitchFamily="34" charset="0"/>
                </a:endParaRPr>
              </a:p>
              <a:p>
                <a:pPr marL="361950" lvl="2" indent="0">
                  <a:buNone/>
                </a:pPr>
                <a:r>
                  <a:rPr lang="zh-CN" altLang="en-US" dirty="0" smtClean="0">
                    <a:latin typeface="Arial" panose="020B0604020202020204" pitchFamily="34" charset="0"/>
                    <a:ea typeface="黑体" panose="02010609060101010101" pitchFamily="49" charset="-122"/>
                    <a:cs typeface="Arial" panose="020B0604020202020204" pitchFamily="34" charset="0"/>
                  </a:rPr>
                  <a:t>当</a:t>
                </a:r>
                <a14:m>
                  <m:oMath xmlns:m="http://schemas.openxmlformats.org/officeDocument/2006/math">
                    <m:r>
                      <a:rPr lang="en-US" altLang="zh-CN" i="1" dirty="0" smtClean="0">
                        <a:latin typeface="Cambria Math"/>
                        <a:ea typeface="黑体" panose="02010609060101010101" pitchFamily="49" charset="-122"/>
                        <a:cs typeface="Arial" panose="020B0604020202020204" pitchFamily="34" charset="0"/>
                      </a:rPr>
                      <m:t>𝐷𝐿</m:t>
                    </m:r>
                    <m:r>
                      <a:rPr lang="en-US" altLang="zh-CN" i="1" dirty="0" smtClean="0">
                        <a:latin typeface="Cambria Math"/>
                        <a:ea typeface="黑体" panose="02010609060101010101" pitchFamily="49" charset="-122"/>
                        <a:cs typeface="Arial" panose="020B0604020202020204" pitchFamily="34" charset="0"/>
                      </a:rPr>
                      <m:t>=1/3</m:t>
                    </m:r>
                    <m:sSub>
                      <m:sSubPr>
                        <m:ctrlPr>
                          <a:rPr lang="en-US" altLang="zh-CN" i="1" dirty="0" smtClean="0">
                            <a:latin typeface="Cambria Math"/>
                            <a:ea typeface="黑体" panose="02010609060101010101" pitchFamily="49" charset="-122"/>
                            <a:cs typeface="Arial" panose="020B0604020202020204" pitchFamily="34" charset="0"/>
                          </a:rPr>
                        </m:ctrlPr>
                      </m:sSubPr>
                      <m:e>
                        <m:r>
                          <a:rPr lang="en-US" altLang="zh-CN" b="0" i="1" dirty="0" smtClean="0">
                            <a:latin typeface="Cambria Math"/>
                            <a:ea typeface="黑体" panose="02010609060101010101" pitchFamily="49" charset="-122"/>
                            <a:cs typeface="Arial" panose="020B0604020202020204" pitchFamily="34" charset="0"/>
                          </a:rPr>
                          <m:t>𝐸</m:t>
                        </m:r>
                      </m:e>
                      <m:sub>
                        <m:r>
                          <a:rPr lang="en-US" altLang="zh-CN" b="0" i="1" dirty="0" smtClean="0">
                            <a:latin typeface="Cambria Math"/>
                            <a:ea typeface="黑体" panose="02010609060101010101" pitchFamily="49" charset="-122"/>
                            <a:cs typeface="Arial" panose="020B0604020202020204" pitchFamily="34" charset="0"/>
                          </a:rPr>
                          <m:t>𝑚𝑎𝑥</m:t>
                        </m:r>
                      </m:sub>
                    </m:sSub>
                  </m:oMath>
                </a14:m>
                <a:r>
                  <a:rPr lang="zh-CN" altLang="en-US" dirty="0" smtClean="0">
                    <a:latin typeface="Arial" panose="020B0604020202020204" pitchFamily="34" charset="0"/>
                    <a:ea typeface="黑体" panose="02010609060101010101" pitchFamily="49" charset="-122"/>
                    <a:cs typeface="Arial" panose="020B0604020202020204" pitchFamily="34" charset="0"/>
                  </a:rPr>
                  <a:t>时</a:t>
                </a:r>
                <a:endParaRPr lang="en-US" altLang="zh-CN" dirty="0" smtClean="0">
                  <a:latin typeface="Arial" panose="020B0604020202020204" pitchFamily="34" charset="0"/>
                  <a:ea typeface="黑体" panose="02010609060101010101" pitchFamily="49" charset="-122"/>
                  <a:cs typeface="Arial" panose="020B0604020202020204" pitchFamily="34" charset="0"/>
                </a:endParaRPr>
              </a:p>
              <a:p>
                <a:pPr marL="361950" lvl="2" indent="0">
                  <a:buNone/>
                </a:pPr>
                <a:r>
                  <a:rPr lang="zh-CN" altLang="en-US" dirty="0" smtClean="0">
                    <a:latin typeface="Arial" panose="020B0604020202020204" pitchFamily="34" charset="0"/>
                    <a:ea typeface="黑体" panose="02010609060101010101" pitchFamily="49" charset="-122"/>
                    <a:cs typeface="Arial" panose="020B0604020202020204" pitchFamily="34" charset="0"/>
                  </a:rPr>
                  <a:t>高温和低温引起附加读书指示最大变化</a:t>
                </a:r>
                <a:r>
                  <a:rPr lang="en-US" altLang="zh-CN" dirty="0" smtClean="0">
                    <a:latin typeface="Arial" panose="020B0604020202020204" pitchFamily="34" charset="0"/>
                    <a:ea typeface="黑体" panose="02010609060101010101" pitchFamily="49" charset="-122"/>
                    <a:cs typeface="Arial" panose="020B0604020202020204" pitchFamily="34" charset="0"/>
                  </a:rPr>
                  <a:t>(</a:t>
                </a:r>
                <a14:m>
                  <m:oMath xmlns:m="http://schemas.openxmlformats.org/officeDocument/2006/math">
                    <m:r>
                      <a:rPr lang="en-US" altLang="zh-CN" b="0" i="1" smtClean="0">
                        <a:latin typeface="Cambria Math"/>
                        <a:ea typeface="黑体" panose="02010609060101010101" pitchFamily="49" charset="-122"/>
                        <a:cs typeface="Arial" panose="020B0604020202020204" pitchFamily="34" charset="0"/>
                      </a:rPr>
                      <m:t>𝑚𝑝𝑒</m:t>
                    </m:r>
                    <m:r>
                      <a:rPr lang="en-US" altLang="zh-CN" b="0" i="1" smtClean="0">
                        <a:latin typeface="Cambria Math"/>
                        <a:ea typeface="黑体" panose="02010609060101010101" pitchFamily="49" charset="-122"/>
                        <a:cs typeface="Arial" panose="020B0604020202020204" pitchFamily="34" charset="0"/>
                      </a:rPr>
                      <m:t>=1</m:t>
                    </m:r>
                  </m:oMath>
                </a14:m>
                <a:r>
                  <a:rPr lang="en-US" altLang="zh-CN" dirty="0" smtClean="0">
                    <a:latin typeface="Arial" panose="020B0604020202020204" pitchFamily="34" charset="0"/>
                    <a:ea typeface="黑体" panose="02010609060101010101" pitchFamily="49" charset="-122"/>
                    <a:cs typeface="Arial" panose="020B0604020202020204" pitchFamily="34" charset="0"/>
                  </a:rPr>
                  <a:t>)</a:t>
                </a:r>
              </a:p>
              <a:p>
                <a:pPr marL="361950" lvl="2" indent="0">
                  <a:buNone/>
                </a:pPr>
                <a14:m>
                  <m:oMathPara xmlns:m="http://schemas.openxmlformats.org/officeDocument/2006/math">
                    <m:oMathParaPr>
                      <m:jc m:val="centerGroup"/>
                    </m:oMathParaPr>
                    <m:oMath xmlns:m="http://schemas.openxmlformats.org/officeDocument/2006/math">
                      <m:sSub>
                        <m:sSubPr>
                          <m:ctrlPr>
                            <a:rPr lang="en-US" altLang="zh-CN" i="1" dirty="0" smtClean="0">
                              <a:latin typeface="Cambria Math"/>
                              <a:ea typeface="黑体" panose="02010609060101010101" pitchFamily="49" charset="-122"/>
                              <a:cs typeface="Arial" panose="020B0604020202020204" pitchFamily="34" charset="0"/>
                            </a:rPr>
                          </m:ctrlPr>
                        </m:sSubPr>
                        <m:e>
                          <m:r>
                            <a:rPr lang="en-US" altLang="zh-CN" b="0" i="1" dirty="0" smtClean="0">
                              <a:latin typeface="Cambria Math"/>
                              <a:ea typeface="黑体" panose="02010609060101010101" pitchFamily="49" charset="-122"/>
                              <a:cs typeface="Arial" panose="020B0604020202020204" pitchFamily="34" charset="0"/>
                            </a:rPr>
                            <m:t>|</m:t>
                          </m:r>
                          <m:r>
                            <a:rPr lang="en-US" altLang="zh-CN" b="0" i="1" dirty="0" smtClean="0">
                              <a:latin typeface="Cambria Math"/>
                              <a:ea typeface="Cambria Math"/>
                              <a:cs typeface="Arial" panose="020B0604020202020204" pitchFamily="34" charset="0"/>
                            </a:rPr>
                            <m:t>∆</m:t>
                          </m:r>
                          <m:r>
                            <a:rPr lang="en-US" altLang="zh-CN" b="0" i="1" dirty="0" smtClean="0">
                              <a:latin typeface="Cambria Math"/>
                              <a:ea typeface="Cambria Math"/>
                              <a:cs typeface="Arial" panose="020B0604020202020204" pitchFamily="34" charset="0"/>
                            </a:rPr>
                            <m:t>𝑧𝑒𝑟𝑜</m:t>
                          </m:r>
                          <m:r>
                            <a:rPr lang="en-US" altLang="zh-CN" b="0" i="1" dirty="0" smtClean="0">
                              <a:latin typeface="Cambria Math"/>
                              <a:ea typeface="Cambria Math"/>
                              <a:cs typeface="Arial" panose="020B0604020202020204" pitchFamily="34" charset="0"/>
                            </a:rPr>
                            <m:t> </m:t>
                          </m:r>
                          <m:r>
                            <a:rPr lang="en-US" altLang="zh-CN" b="0" i="1" dirty="0" smtClean="0">
                              <a:latin typeface="Cambria Math"/>
                              <a:ea typeface="Cambria Math"/>
                              <a:cs typeface="Arial" panose="020B0604020202020204" pitchFamily="34" charset="0"/>
                            </a:rPr>
                            <m:t>𝑐h𝑎𝑛𝑔𝑒</m:t>
                          </m:r>
                          <m:r>
                            <a:rPr lang="en-US" altLang="zh-CN" b="0" i="1" dirty="0" smtClean="0">
                              <a:latin typeface="Cambria Math"/>
                              <a:ea typeface="Cambria Math"/>
                              <a:cs typeface="Arial" panose="020B0604020202020204" pitchFamily="34" charset="0"/>
                            </a:rPr>
                            <m:t>|</m:t>
                          </m:r>
                        </m:e>
                        <m:sub>
                          <m:r>
                            <a:rPr lang="en-US" altLang="zh-CN" b="0" i="1" dirty="0" smtClean="0">
                              <a:latin typeface="Cambria Math"/>
                              <a:ea typeface="黑体" panose="02010609060101010101" pitchFamily="49" charset="-122"/>
                              <a:cs typeface="Arial" panose="020B0604020202020204" pitchFamily="34" charset="0"/>
                            </a:rPr>
                            <m:t>𝑚𝑎𝑥</m:t>
                          </m:r>
                        </m:sub>
                      </m:sSub>
                      <m:r>
                        <a:rPr lang="en-US" altLang="zh-CN" b="0" i="1" dirty="0" smtClean="0">
                          <a:latin typeface="Cambria Math"/>
                          <a:ea typeface="黑体" panose="02010609060101010101" pitchFamily="49" charset="-122"/>
                          <a:cs typeface="Arial" panose="020B0604020202020204" pitchFamily="34" charset="0"/>
                        </a:rPr>
                        <m:t>=</m:t>
                      </m:r>
                      <m:r>
                        <a:rPr lang="en-US" altLang="zh-CN" dirty="0">
                          <a:latin typeface="Cambria Math"/>
                          <a:ea typeface="黑体" panose="02010609060101010101" pitchFamily="49" charset="-122"/>
                          <a:cs typeface="Arial" panose="020B0604020202020204" pitchFamily="34" charset="0"/>
                        </a:rPr>
                        <m:t>2</m:t>
                      </m:r>
                      <m:r>
                        <a:rPr lang="en-US" altLang="zh-CN" i="1" dirty="0" smtClean="0">
                          <a:latin typeface="Cambria Math"/>
                          <a:ea typeface="Cambria Math"/>
                          <a:cs typeface="Arial" panose="020B0604020202020204" pitchFamily="34" charset="0"/>
                        </a:rPr>
                        <m:t>×</m:t>
                      </m:r>
                      <m:r>
                        <a:rPr lang="en-US" altLang="zh-CN" b="0" i="1" dirty="0" smtClean="0">
                          <a:latin typeface="Cambria Math"/>
                          <a:ea typeface="Cambria Math"/>
                          <a:cs typeface="Arial" panose="020B0604020202020204" pitchFamily="34" charset="0"/>
                        </a:rPr>
                        <m:t>𝑚𝑝𝑒</m:t>
                      </m:r>
                      <m:r>
                        <a:rPr lang="en-US" altLang="zh-CN" i="1" dirty="0" smtClean="0">
                          <a:latin typeface="Cambria Math"/>
                          <a:ea typeface="Cambria Math"/>
                          <a:cs typeface="Arial" panose="020B0604020202020204" pitchFamily="34" charset="0"/>
                        </a:rPr>
                        <m:t>×</m:t>
                      </m:r>
                      <m:r>
                        <a:rPr lang="en-US" altLang="zh-CN" b="0" i="1" dirty="0" smtClean="0">
                          <a:latin typeface="Cambria Math"/>
                          <a:ea typeface="Cambria Math"/>
                          <a:cs typeface="Arial" panose="020B0604020202020204" pitchFamily="34" charset="0"/>
                        </a:rPr>
                        <m:t>𝐷𝐿</m:t>
                      </m:r>
                      <m:r>
                        <a:rPr lang="en-US" altLang="zh-CN" b="0" i="1" dirty="0" smtClean="0">
                          <a:latin typeface="Cambria Math"/>
                          <a:ea typeface="Cambria Math"/>
                          <a:cs typeface="Arial" panose="020B0604020202020204" pitchFamily="34" charset="0"/>
                        </a:rPr>
                        <m:t>/</m:t>
                      </m:r>
                      <m:sSub>
                        <m:sSubPr>
                          <m:ctrlPr>
                            <a:rPr lang="en-US" altLang="zh-CN" b="0" i="1" dirty="0" smtClean="0">
                              <a:latin typeface="Cambria Math"/>
                              <a:ea typeface="Cambria Math"/>
                              <a:cs typeface="Arial" panose="020B0604020202020204" pitchFamily="34" charset="0"/>
                            </a:rPr>
                          </m:ctrlPr>
                        </m:sSubPr>
                        <m:e>
                          <m:r>
                            <a:rPr lang="en-US" altLang="zh-CN" b="0" i="1" dirty="0" smtClean="0">
                              <a:latin typeface="Cambria Math"/>
                              <a:ea typeface="Cambria Math"/>
                              <a:cs typeface="Arial" panose="020B0604020202020204" pitchFamily="34" charset="0"/>
                            </a:rPr>
                            <m:t>𝐸</m:t>
                          </m:r>
                        </m:e>
                        <m:sub>
                          <m:r>
                            <a:rPr lang="en-US" altLang="zh-CN" b="0" i="1" dirty="0" smtClean="0">
                              <a:latin typeface="Cambria Math"/>
                              <a:ea typeface="Cambria Math"/>
                              <a:cs typeface="Arial" panose="020B0604020202020204" pitchFamily="34" charset="0"/>
                            </a:rPr>
                            <m:t>𝑚𝑎𝑥</m:t>
                          </m:r>
                        </m:sub>
                      </m:sSub>
                      <m:r>
                        <a:rPr lang="en-US" altLang="zh-CN" b="0" i="1" dirty="0" smtClean="0">
                          <a:latin typeface="Cambria Math"/>
                          <a:ea typeface="Cambria Math"/>
                          <a:cs typeface="Arial" panose="020B0604020202020204" pitchFamily="34" charset="0"/>
                        </a:rPr>
                        <m:t>=2×1×2/6=0.67</m:t>
                      </m:r>
                      <m:r>
                        <a:rPr lang="en-US" altLang="zh-CN" b="0" i="1" dirty="0" smtClean="0">
                          <a:latin typeface="Cambria Math"/>
                          <a:ea typeface="Cambria Math"/>
                          <a:cs typeface="Arial" panose="020B0604020202020204" pitchFamily="34" charset="0"/>
                        </a:rPr>
                        <m:t>𝑔</m:t>
                      </m:r>
                    </m:oMath>
                  </m:oMathPara>
                </a14:m>
                <a:endParaRPr lang="en-US" altLang="zh-CN" dirty="0" smtClean="0">
                  <a:latin typeface="Arial" panose="020B0604020202020204" pitchFamily="34" charset="0"/>
                  <a:ea typeface="黑体" panose="02010609060101010101" pitchFamily="49" charset="-122"/>
                  <a:cs typeface="Arial" panose="020B0604020202020204" pitchFamily="34" charset="0"/>
                </a:endParaRPr>
              </a:p>
              <a:p>
                <a:pPr marL="361950" lvl="2" indent="0">
                  <a:buNone/>
                </a:pPr>
                <a:r>
                  <a:rPr lang="zh-CN" altLang="en-US" dirty="0" smtClean="0">
                    <a:latin typeface="Arial" panose="020B0604020202020204" pitchFamily="34" charset="0"/>
                    <a:ea typeface="黑体" panose="02010609060101010101" pitchFamily="49" charset="-122"/>
                    <a:cs typeface="Arial" panose="020B0604020202020204" pitchFamily="34" charset="0"/>
                  </a:rPr>
                  <a:t>用</a:t>
                </a:r>
                <a14:m>
                  <m:oMath xmlns:m="http://schemas.openxmlformats.org/officeDocument/2006/math">
                    <m:sSub>
                      <m:sSubPr>
                        <m:ctrlPr>
                          <a:rPr lang="en-US" altLang="zh-CN" i="1" smtClean="0">
                            <a:latin typeface="Cambria Math"/>
                            <a:ea typeface="黑体" panose="02010609060101010101" pitchFamily="49" charset="-122"/>
                            <a:cs typeface="Arial" panose="020B0604020202020204" pitchFamily="34" charset="0"/>
                          </a:rPr>
                        </m:ctrlPr>
                      </m:sSubPr>
                      <m:e>
                        <m:r>
                          <a:rPr lang="en-US" altLang="zh-CN" b="0" i="1" smtClean="0">
                            <a:latin typeface="Cambria Math"/>
                            <a:ea typeface="黑体" panose="02010609060101010101" pitchFamily="49" charset="-122"/>
                            <a:cs typeface="Arial" panose="020B0604020202020204" pitchFamily="34" charset="0"/>
                          </a:rPr>
                          <m:t>𝑣</m:t>
                        </m:r>
                      </m:e>
                      <m:sub>
                        <m:r>
                          <a:rPr lang="en-US" altLang="zh-CN" b="0" i="1" smtClean="0">
                            <a:latin typeface="Cambria Math"/>
                            <a:ea typeface="黑体" panose="02010609060101010101" pitchFamily="49" charset="-122"/>
                            <a:cs typeface="Arial" panose="020B0604020202020204" pitchFamily="34" charset="0"/>
                          </a:rPr>
                          <m:t>𝑚𝑖𝑛</m:t>
                        </m:r>
                      </m:sub>
                    </m:sSub>
                    <m:r>
                      <a:rPr lang="zh-CN" altLang="en-US" i="1">
                        <a:latin typeface="Cambria Math"/>
                        <a:ea typeface="黑体" panose="02010609060101010101" pitchFamily="49" charset="-122"/>
                        <a:cs typeface="Arial" panose="020B0604020202020204" pitchFamily="34" charset="0"/>
                      </a:rPr>
                      <m:t>表示</m:t>
                    </m:r>
                  </m:oMath>
                </a14:m>
                <a:r>
                  <a:rPr lang="zh-CN" altLang="en-US" dirty="0" smtClean="0">
                    <a:latin typeface="Arial" panose="020B0604020202020204" pitchFamily="34" charset="0"/>
                    <a:ea typeface="黑体" panose="02010609060101010101" pitchFamily="49" charset="-122"/>
                    <a:cs typeface="Arial" panose="020B0604020202020204" pitchFamily="34" charset="0"/>
                  </a:rPr>
                  <a:t>的因最小静载荷附加温度对最小静载荷指示值影响的最大值为：</a:t>
                </a:r>
                <a:endParaRPr lang="en-US" altLang="zh-CN" dirty="0" smtClean="0">
                  <a:latin typeface="Arial" panose="020B0604020202020204" pitchFamily="34" charset="0"/>
                  <a:ea typeface="黑体" panose="02010609060101010101" pitchFamily="49" charset="-122"/>
                  <a:cs typeface="Arial" panose="020B0604020202020204" pitchFamily="34" charset="0"/>
                </a:endParaRPr>
              </a:p>
              <a:p>
                <a:pPr marL="361950" lvl="2" indent="0" algn="ctr">
                  <a:buNone/>
                </a:pPr>
                <a:endParaRPr lang="en-US" altLang="zh-CN" b="0" i="1" dirty="0" smtClean="0">
                  <a:latin typeface="Cambria Math"/>
                  <a:ea typeface="黑体" panose="02010609060101010101" pitchFamily="49" charset="-122"/>
                  <a:cs typeface="Arial" panose="020B0604020202020204" pitchFamily="34" charset="0"/>
                </a:endParaRPr>
              </a:p>
              <a:p>
                <a:pPr marL="361950" lvl="2" indent="0" algn="ctr">
                  <a:buNone/>
                </a:pPr>
                <a14:m>
                  <m:oMath xmlns:m="http://schemas.openxmlformats.org/officeDocument/2006/math">
                    <m:sSub>
                      <m:sSubPr>
                        <m:ctrlPr>
                          <a:rPr lang="en-US" altLang="zh-CN" b="0" i="1" dirty="0" smtClean="0">
                            <a:latin typeface="Cambria Math"/>
                            <a:ea typeface="黑体" panose="02010609060101010101" pitchFamily="49" charset="-122"/>
                            <a:cs typeface="Arial" panose="020B0604020202020204" pitchFamily="34" charset="0"/>
                          </a:rPr>
                        </m:ctrlPr>
                      </m:sSubPr>
                      <m:e>
                        <m:r>
                          <a:rPr lang="en-US" altLang="zh-CN" b="0" i="1" dirty="0" smtClean="0">
                            <a:latin typeface="Cambria Math"/>
                            <a:ea typeface="黑体" panose="02010609060101010101" pitchFamily="49" charset="-122"/>
                            <a:cs typeface="Arial" panose="020B0604020202020204" pitchFamily="34" charset="0"/>
                          </a:rPr>
                          <m:t>|</m:t>
                        </m:r>
                        <m:r>
                          <a:rPr lang="en-US" altLang="zh-CN" b="0" i="1" dirty="0" smtClean="0">
                            <a:latin typeface="Cambria Math"/>
                            <a:ea typeface="黑体" panose="02010609060101010101" pitchFamily="49" charset="-122"/>
                            <a:cs typeface="Arial" panose="020B0604020202020204" pitchFamily="34" charset="0"/>
                          </a:rPr>
                          <m:t>𝑍𝑒𝑟𝑜</m:t>
                        </m:r>
                        <m:r>
                          <a:rPr lang="en-US" altLang="zh-CN" b="0" i="1" dirty="0" smtClean="0">
                            <a:latin typeface="Cambria Math"/>
                            <a:ea typeface="黑体" panose="02010609060101010101" pitchFamily="49" charset="-122"/>
                            <a:cs typeface="Arial" panose="020B0604020202020204" pitchFamily="34" charset="0"/>
                          </a:rPr>
                          <m:t> </m:t>
                        </m:r>
                        <m:r>
                          <a:rPr lang="en-US" altLang="zh-CN" b="0" i="1" dirty="0" smtClean="0">
                            <a:latin typeface="Cambria Math"/>
                            <a:ea typeface="黑体" panose="02010609060101010101" pitchFamily="49" charset="-122"/>
                            <a:cs typeface="Arial" panose="020B0604020202020204" pitchFamily="34" charset="0"/>
                          </a:rPr>
                          <m:t>𝑐h𝑎𝑛𝑔𝑒</m:t>
                        </m:r>
                        <m:r>
                          <a:rPr lang="en-US" altLang="zh-CN" b="0" i="1" dirty="0" smtClean="0">
                            <a:latin typeface="Cambria Math"/>
                            <a:ea typeface="黑体" panose="02010609060101010101" pitchFamily="49" charset="-122"/>
                            <a:cs typeface="Arial" panose="020B0604020202020204" pitchFamily="34" charset="0"/>
                          </a:rPr>
                          <m:t>|</m:t>
                        </m:r>
                      </m:e>
                      <m:sub>
                        <m:r>
                          <a:rPr lang="en-US" altLang="zh-CN" b="0" i="1" dirty="0" smtClean="0">
                            <a:latin typeface="Cambria Math"/>
                            <a:ea typeface="黑体" panose="02010609060101010101" pitchFamily="49" charset="-122"/>
                            <a:cs typeface="Arial" panose="020B0604020202020204" pitchFamily="34" charset="0"/>
                          </a:rPr>
                          <m:t>𝑚𝑎𝑥</m:t>
                        </m:r>
                      </m:sub>
                    </m:sSub>
                    <m:r>
                      <a:rPr lang="en-US" altLang="zh-CN" b="0" i="1" dirty="0" smtClean="0">
                        <a:latin typeface="Cambria Math"/>
                        <a:ea typeface="黑体" panose="02010609060101010101" pitchFamily="49" charset="-122"/>
                        <a:cs typeface="Arial" panose="020B0604020202020204" pitchFamily="34" charset="0"/>
                      </a:rPr>
                      <m:t>/</m:t>
                    </m:r>
                    <m:sSub>
                      <m:sSubPr>
                        <m:ctrlPr>
                          <a:rPr lang="en-US" altLang="zh-CN" b="0" i="1" dirty="0" smtClean="0">
                            <a:latin typeface="Cambria Math"/>
                            <a:ea typeface="黑体" panose="02010609060101010101" pitchFamily="49" charset="-122"/>
                            <a:cs typeface="Arial" panose="020B0604020202020204" pitchFamily="34" charset="0"/>
                          </a:rPr>
                        </m:ctrlPr>
                      </m:sSubPr>
                      <m:e>
                        <m:r>
                          <a:rPr lang="en-US" altLang="zh-CN" b="0" i="1" dirty="0" smtClean="0">
                            <a:latin typeface="Cambria Math"/>
                            <a:ea typeface="黑体" panose="02010609060101010101" pitchFamily="49" charset="-122"/>
                            <a:cs typeface="Arial" panose="020B0604020202020204" pitchFamily="34" charset="0"/>
                          </a:rPr>
                          <m:t>𝑣</m:t>
                        </m:r>
                      </m:e>
                      <m:sub>
                        <m:r>
                          <a:rPr lang="en-US" altLang="zh-CN" b="0" i="1" dirty="0" smtClean="0">
                            <a:latin typeface="Cambria Math"/>
                            <a:ea typeface="黑体" panose="02010609060101010101" pitchFamily="49" charset="-122"/>
                            <a:cs typeface="Arial" panose="020B0604020202020204" pitchFamily="34" charset="0"/>
                          </a:rPr>
                          <m:t>𝑚𝑖𝑛</m:t>
                        </m:r>
                      </m:sub>
                    </m:sSub>
                    <m:r>
                      <a:rPr lang="en-US" altLang="zh-CN" b="0" i="1" dirty="0" smtClean="0">
                        <a:latin typeface="Cambria Math"/>
                        <a:ea typeface="黑体" panose="02010609060101010101" pitchFamily="49" charset="-122"/>
                        <a:cs typeface="Arial" panose="020B0604020202020204" pitchFamily="34" charset="0"/>
                      </a:rPr>
                      <m:t>=2</m:t>
                    </m:r>
                    <m:r>
                      <a:rPr lang="en-US" altLang="zh-CN" b="0" i="1" dirty="0" smtClean="0">
                        <a:latin typeface="Cambria Math"/>
                        <a:ea typeface="黑体" panose="02010609060101010101" pitchFamily="49" charset="-122"/>
                        <a:cs typeface="Arial" panose="020B0604020202020204" pitchFamily="34" charset="0"/>
                      </a:rPr>
                      <m:t>𝑚𝑝𝑒</m:t>
                    </m:r>
                    <m:r>
                      <a:rPr lang="en-US" altLang="zh-CN" b="0" i="1" dirty="0" smtClean="0">
                        <a:latin typeface="Cambria Math"/>
                        <a:ea typeface="Cambria Math"/>
                        <a:cs typeface="Arial" panose="020B0604020202020204" pitchFamily="34" charset="0"/>
                      </a:rPr>
                      <m:t>×</m:t>
                    </m:r>
                    <m:r>
                      <a:rPr lang="en-US" altLang="zh-CN" b="0" i="1" dirty="0" smtClean="0">
                        <a:latin typeface="Cambria Math"/>
                        <a:ea typeface="黑体" panose="02010609060101010101" pitchFamily="49" charset="-122"/>
                        <a:cs typeface="Arial" panose="020B0604020202020204" pitchFamily="34" charset="0"/>
                      </a:rPr>
                      <m:t>𝐷𝐿</m:t>
                    </m:r>
                    <m:r>
                      <a:rPr lang="en-US" altLang="zh-CN" b="0" i="1" dirty="0" smtClean="0">
                        <a:latin typeface="Cambria Math"/>
                        <a:ea typeface="黑体" panose="02010609060101010101" pitchFamily="49" charset="-122"/>
                        <a:cs typeface="Arial" panose="020B0604020202020204" pitchFamily="34" charset="0"/>
                      </a:rPr>
                      <m:t>/</m:t>
                    </m:r>
                    <m:sSub>
                      <m:sSubPr>
                        <m:ctrlPr>
                          <a:rPr lang="en-US" altLang="zh-CN" b="0" i="1" dirty="0" smtClean="0">
                            <a:latin typeface="Cambria Math"/>
                            <a:ea typeface="黑体" panose="02010609060101010101" pitchFamily="49" charset="-122"/>
                            <a:cs typeface="Arial" panose="020B0604020202020204" pitchFamily="34" charset="0"/>
                          </a:rPr>
                        </m:ctrlPr>
                      </m:sSubPr>
                      <m:e>
                        <m:r>
                          <a:rPr lang="en-US" altLang="zh-CN" b="0" i="1" dirty="0" smtClean="0">
                            <a:latin typeface="Cambria Math"/>
                            <a:ea typeface="黑体" panose="02010609060101010101" pitchFamily="49" charset="-122"/>
                            <a:cs typeface="Arial" panose="020B0604020202020204" pitchFamily="34" charset="0"/>
                          </a:rPr>
                          <m:t>𝐸</m:t>
                        </m:r>
                      </m:e>
                      <m:sub>
                        <m:r>
                          <a:rPr lang="en-US" altLang="zh-CN" b="0" i="1" dirty="0" smtClean="0">
                            <a:latin typeface="Cambria Math"/>
                            <a:ea typeface="黑体" panose="02010609060101010101" pitchFamily="49" charset="-122"/>
                            <a:cs typeface="Arial" panose="020B0604020202020204" pitchFamily="34" charset="0"/>
                          </a:rPr>
                          <m:t>𝑚𝑎𝑥</m:t>
                        </m:r>
                      </m:sub>
                    </m:sSub>
                    <m:r>
                      <a:rPr lang="en-US" altLang="zh-CN" b="0" i="1" dirty="0" smtClean="0">
                        <a:latin typeface="Cambria Math"/>
                        <a:ea typeface="Cambria Math"/>
                        <a:cs typeface="Arial" panose="020B0604020202020204" pitchFamily="34" charset="0"/>
                      </a:rPr>
                      <m:t>/(</m:t>
                    </m:r>
                    <m:sSub>
                      <m:sSubPr>
                        <m:ctrlPr>
                          <a:rPr lang="en-US" altLang="zh-CN" b="0" i="1" dirty="0" smtClean="0">
                            <a:latin typeface="Cambria Math"/>
                            <a:ea typeface="Cambria Math"/>
                            <a:cs typeface="Arial" panose="020B0604020202020204" pitchFamily="34" charset="0"/>
                          </a:rPr>
                        </m:ctrlPr>
                      </m:sSubPr>
                      <m:e>
                        <m:r>
                          <a:rPr lang="en-US" altLang="zh-CN" b="0" i="1" dirty="0" smtClean="0">
                            <a:latin typeface="Cambria Math"/>
                            <a:ea typeface="Cambria Math"/>
                            <a:cs typeface="Arial" panose="020B0604020202020204" pitchFamily="34" charset="0"/>
                          </a:rPr>
                          <m:t>𝑇</m:t>
                        </m:r>
                      </m:e>
                      <m:sub>
                        <m:r>
                          <a:rPr lang="en-US" altLang="zh-CN" b="0" i="1" dirty="0" smtClean="0">
                            <a:latin typeface="Cambria Math"/>
                            <a:ea typeface="Cambria Math"/>
                            <a:cs typeface="Arial" panose="020B0604020202020204" pitchFamily="34" charset="0"/>
                          </a:rPr>
                          <m:t>𝐻</m:t>
                        </m:r>
                      </m:sub>
                    </m:sSub>
                    <m:r>
                      <a:rPr lang="en-US" altLang="zh-CN" b="0" i="1" dirty="0" smtClean="0">
                        <a:latin typeface="Cambria Math"/>
                        <a:ea typeface="Cambria Math"/>
                        <a:cs typeface="Arial" panose="020B0604020202020204" pitchFamily="34" charset="0"/>
                      </a:rPr>
                      <m:t>−</m:t>
                    </m:r>
                    <m:sSub>
                      <m:sSubPr>
                        <m:ctrlPr>
                          <a:rPr lang="en-US" altLang="zh-CN" b="0" i="1" dirty="0" smtClean="0">
                            <a:latin typeface="Cambria Math"/>
                            <a:ea typeface="Cambria Math"/>
                            <a:cs typeface="Arial" panose="020B0604020202020204" pitchFamily="34" charset="0"/>
                          </a:rPr>
                        </m:ctrlPr>
                      </m:sSubPr>
                      <m:e>
                        <m:r>
                          <a:rPr lang="en-US" altLang="zh-CN" b="0" i="1" dirty="0" smtClean="0">
                            <a:latin typeface="Cambria Math"/>
                            <a:ea typeface="Cambria Math"/>
                            <a:cs typeface="Arial" panose="020B0604020202020204" pitchFamily="34" charset="0"/>
                          </a:rPr>
                          <m:t>𝑇</m:t>
                        </m:r>
                      </m:e>
                      <m:sub>
                        <m:r>
                          <a:rPr lang="en-US" altLang="zh-CN" b="0" i="1" dirty="0" smtClean="0">
                            <a:latin typeface="Cambria Math"/>
                            <a:ea typeface="Cambria Math"/>
                            <a:cs typeface="Arial" panose="020B0604020202020204" pitchFamily="34" charset="0"/>
                          </a:rPr>
                          <m:t>𝐿</m:t>
                        </m:r>
                      </m:sub>
                    </m:sSub>
                    <m:r>
                      <a:rPr lang="en-US" altLang="zh-CN" b="0" i="1" dirty="0" smtClean="0">
                        <a:latin typeface="Cambria Math"/>
                        <a:ea typeface="Cambria Math"/>
                        <a:cs typeface="Arial" panose="020B0604020202020204" pitchFamily="34" charset="0"/>
                      </a:rPr>
                      <m:t>)×5×</m:t>
                    </m:r>
                    <m:r>
                      <a:rPr lang="en-US" altLang="zh-CN" b="0" i="1" dirty="0" smtClean="0">
                        <a:latin typeface="Cambria Math"/>
                        <a:ea typeface="Cambria Math"/>
                        <a:cs typeface="Arial" panose="020B0604020202020204" pitchFamily="34" charset="0"/>
                      </a:rPr>
                      <m:t>𝑌</m:t>
                    </m:r>
                    <m:r>
                      <a:rPr lang="en-US" altLang="zh-CN" b="0" i="1" dirty="0" smtClean="0">
                        <a:latin typeface="Cambria Math"/>
                        <a:ea typeface="Cambria Math"/>
                        <a:cs typeface="Arial" panose="020B0604020202020204" pitchFamily="34" charset="0"/>
                      </a:rPr>
                      <m:t>/</m:t>
                    </m:r>
                    <m:sSub>
                      <m:sSubPr>
                        <m:ctrlPr>
                          <a:rPr lang="en-US" altLang="zh-CN" b="0" i="1" dirty="0" smtClean="0">
                            <a:latin typeface="Cambria Math"/>
                            <a:ea typeface="Cambria Math"/>
                            <a:cs typeface="Arial" panose="020B0604020202020204" pitchFamily="34" charset="0"/>
                          </a:rPr>
                        </m:ctrlPr>
                      </m:sSubPr>
                      <m:e>
                        <m:r>
                          <a:rPr lang="en-US" altLang="zh-CN" b="0" i="1" dirty="0" smtClean="0">
                            <a:latin typeface="Cambria Math"/>
                            <a:ea typeface="Cambria Math"/>
                            <a:cs typeface="Arial" panose="020B0604020202020204" pitchFamily="34" charset="0"/>
                          </a:rPr>
                          <m:t>𝑛</m:t>
                        </m:r>
                      </m:e>
                      <m:sub>
                        <m:r>
                          <a:rPr lang="en-US" altLang="zh-CN" b="0" i="1" dirty="0" smtClean="0">
                            <a:latin typeface="Cambria Math"/>
                            <a:ea typeface="Cambria Math"/>
                            <a:cs typeface="Arial" panose="020B0604020202020204" pitchFamily="34" charset="0"/>
                          </a:rPr>
                          <m:t>𝐿𝐶</m:t>
                        </m:r>
                      </m:sub>
                    </m:sSub>
                    <m:r>
                      <a:rPr lang="en-US" altLang="zh-CN" b="0" i="1" dirty="0" smtClean="0">
                        <a:latin typeface="Cambria Math"/>
                        <a:ea typeface="Cambria Math"/>
                        <a:cs typeface="Arial" panose="020B0604020202020204" pitchFamily="34" charset="0"/>
                      </a:rPr>
                      <m:t> (</m:t>
                    </m:r>
                    <m:sSub>
                      <m:sSubPr>
                        <m:ctrlPr>
                          <a:rPr lang="en-US" altLang="zh-CN" b="0" i="1" dirty="0" smtClean="0">
                            <a:latin typeface="Cambria Math"/>
                            <a:ea typeface="Cambria Math"/>
                            <a:cs typeface="Arial" panose="020B0604020202020204" pitchFamily="34" charset="0"/>
                          </a:rPr>
                        </m:ctrlPr>
                      </m:sSubPr>
                      <m:e>
                        <m:r>
                          <a:rPr lang="en-US" altLang="zh-CN" b="0" i="1" dirty="0" smtClean="0">
                            <a:latin typeface="Cambria Math"/>
                            <a:ea typeface="Cambria Math"/>
                            <a:cs typeface="Arial" panose="020B0604020202020204" pitchFamily="34" charset="0"/>
                          </a:rPr>
                          <m:t>𝑣</m:t>
                        </m:r>
                      </m:e>
                      <m:sub>
                        <m:r>
                          <a:rPr lang="en-US" altLang="zh-CN" b="0" i="1" dirty="0" smtClean="0">
                            <a:latin typeface="Cambria Math"/>
                            <a:ea typeface="Cambria Math"/>
                            <a:cs typeface="Arial" panose="020B0604020202020204" pitchFamily="34" charset="0"/>
                          </a:rPr>
                          <m:t>𝑚𝑖𝑛</m:t>
                        </m:r>
                      </m:sub>
                    </m:sSub>
                    <m:r>
                      <a:rPr lang="en-US" altLang="zh-CN" b="0" i="1" dirty="0" smtClean="0">
                        <a:latin typeface="Cambria Math"/>
                        <a:ea typeface="Cambria Math"/>
                        <a:cs typeface="Arial" panose="020B0604020202020204" pitchFamily="34" charset="0"/>
                      </a:rPr>
                      <m:t>)</m:t>
                    </m:r>
                  </m:oMath>
                </a14:m>
                <a:r>
                  <a:rPr lang="zh-CN" altLang="en-US" dirty="0" smtClean="0">
                    <a:latin typeface="Arial" panose="020B0604020202020204" pitchFamily="34" charset="0"/>
                    <a:ea typeface="黑体" panose="02010609060101010101" pitchFamily="49" charset="-122"/>
                    <a:cs typeface="Arial" panose="020B0604020202020204" pitchFamily="34" charset="0"/>
                  </a:rPr>
                  <a:t>  </a:t>
                </a:r>
                <a:endParaRPr lang="en-US" altLang="zh-CN" dirty="0" smtClean="0">
                  <a:latin typeface="Arial" panose="020B0604020202020204" pitchFamily="34" charset="0"/>
                  <a:ea typeface="黑体" panose="02010609060101010101" pitchFamily="49" charset="-122"/>
                  <a:cs typeface="Arial" panose="020B0604020202020204" pitchFamily="34" charset="0"/>
                </a:endParaRPr>
              </a:p>
              <a:p>
                <a:pPr marL="3240088" lvl="2" indent="0">
                  <a:buNone/>
                </a:pPr>
                <a14:m>
                  <m:oMathPara xmlns:m="http://schemas.openxmlformats.org/officeDocument/2006/math">
                    <m:oMathParaPr>
                      <m:jc m:val="centerGroup"/>
                    </m:oMathParaPr>
                    <m:oMath xmlns:m="http://schemas.openxmlformats.org/officeDocument/2006/math">
                      <m:r>
                        <a:rPr lang="en-US" altLang="zh-CN" b="0" i="1" smtClean="0">
                          <a:latin typeface="Cambria Math"/>
                          <a:ea typeface="黑体" panose="02010609060101010101" pitchFamily="49" charset="-122"/>
                          <a:cs typeface="Arial" panose="020B0604020202020204" pitchFamily="34" charset="0"/>
                        </a:rPr>
                        <m:t>=2</m:t>
                      </m:r>
                      <m:r>
                        <a:rPr lang="en-US" altLang="zh-CN" b="0" i="1" smtClean="0">
                          <a:latin typeface="Cambria Math"/>
                          <a:ea typeface="Cambria Math"/>
                          <a:cs typeface="Arial" panose="020B0604020202020204" pitchFamily="34" charset="0"/>
                        </a:rPr>
                        <m:t>×</m:t>
                      </m:r>
                      <m:r>
                        <a:rPr lang="en-US" altLang="zh-CN" b="0" i="1" smtClean="0">
                          <a:latin typeface="Cambria Math"/>
                          <a:ea typeface="黑体" panose="02010609060101010101" pitchFamily="49" charset="-122"/>
                          <a:cs typeface="Arial" panose="020B0604020202020204" pitchFamily="34" charset="0"/>
                        </a:rPr>
                        <m:t>2/6</m:t>
                      </m:r>
                      <m:r>
                        <a:rPr lang="en-US" altLang="zh-CN" b="0" i="1" smtClean="0">
                          <a:latin typeface="Cambria Math"/>
                          <a:ea typeface="Cambria Math"/>
                          <a:cs typeface="Arial" panose="020B0604020202020204" pitchFamily="34" charset="0"/>
                        </a:rPr>
                        <m:t>/(40−(−10))×5×24000/6000</m:t>
                      </m:r>
                    </m:oMath>
                  </m:oMathPara>
                </a14:m>
                <a:endParaRPr lang="en-US" altLang="zh-CN" dirty="0" smtClean="0">
                  <a:latin typeface="Arial" panose="020B0604020202020204" pitchFamily="34" charset="0"/>
                  <a:ea typeface="黑体" panose="02010609060101010101" pitchFamily="49" charset="-122"/>
                  <a:cs typeface="Arial" panose="020B0604020202020204" pitchFamily="34" charset="0"/>
                </a:endParaRPr>
              </a:p>
              <a:p>
                <a:pPr marL="3240088" lvl="2" indent="0">
                  <a:buNone/>
                </a:pPr>
                <a14:m>
                  <m:oMathPara xmlns:m="http://schemas.openxmlformats.org/officeDocument/2006/math">
                    <m:oMathParaPr>
                      <m:jc m:val="centerGroup"/>
                    </m:oMathParaPr>
                    <m:oMath xmlns:m="http://schemas.openxmlformats.org/officeDocument/2006/math">
                      <m:r>
                        <a:rPr lang="en-US" altLang="zh-CN" b="0" i="1" smtClean="0">
                          <a:latin typeface="Cambria Math"/>
                          <a:ea typeface="黑体" panose="02010609060101010101" pitchFamily="49" charset="-122"/>
                          <a:cs typeface="Arial" panose="020B0604020202020204" pitchFamily="34" charset="0"/>
                        </a:rPr>
                        <m:t>=0.267 (</m:t>
                      </m:r>
                      <m:sSub>
                        <m:sSubPr>
                          <m:ctrlPr>
                            <a:rPr lang="en-US" altLang="zh-CN" b="0" i="1" smtClean="0">
                              <a:latin typeface="Cambria Math"/>
                              <a:ea typeface="黑体" panose="02010609060101010101" pitchFamily="49" charset="-122"/>
                              <a:cs typeface="Arial" panose="020B0604020202020204" pitchFamily="34" charset="0"/>
                            </a:rPr>
                          </m:ctrlPr>
                        </m:sSubPr>
                        <m:e>
                          <m:r>
                            <a:rPr lang="en-US" altLang="zh-CN" b="0" i="1" smtClean="0">
                              <a:latin typeface="Cambria Math"/>
                              <a:ea typeface="黑体" panose="02010609060101010101" pitchFamily="49" charset="-122"/>
                              <a:cs typeface="Arial" panose="020B0604020202020204" pitchFamily="34" charset="0"/>
                            </a:rPr>
                            <m:t>𝑣</m:t>
                          </m:r>
                        </m:e>
                        <m:sub>
                          <m:r>
                            <a:rPr lang="en-US" altLang="zh-CN" b="0" i="1" smtClean="0">
                              <a:latin typeface="Cambria Math"/>
                              <a:ea typeface="黑体" panose="02010609060101010101" pitchFamily="49" charset="-122"/>
                              <a:cs typeface="Arial" panose="020B0604020202020204" pitchFamily="34" charset="0"/>
                            </a:rPr>
                            <m:t>𝑚𝑖𝑛</m:t>
                          </m:r>
                        </m:sub>
                      </m:sSub>
                      <m:r>
                        <a:rPr lang="en-US" altLang="zh-CN" b="0" i="1" smtClean="0">
                          <a:latin typeface="Cambria Math"/>
                          <a:ea typeface="黑体" panose="02010609060101010101" pitchFamily="49" charset="-122"/>
                          <a:cs typeface="Arial" panose="020B0604020202020204" pitchFamily="34" charset="0"/>
                        </a:rPr>
                        <m:t>)</m:t>
                      </m:r>
                    </m:oMath>
                  </m:oMathPara>
                </a14:m>
                <a:endParaRPr lang="en-US" altLang="zh-CN" dirty="0" smtClean="0">
                  <a:latin typeface="Arial" panose="020B0604020202020204" pitchFamily="34" charset="0"/>
                  <a:ea typeface="黑体" panose="02010609060101010101" pitchFamily="49" charset="-122"/>
                  <a:cs typeface="Arial" panose="020B0604020202020204" pitchFamily="34" charset="0"/>
                </a:endParaRPr>
              </a:p>
              <a:p>
                <a:pPr marL="349250" lvl="2" indent="457200">
                  <a:buNone/>
                </a:pPr>
                <a:endParaRPr lang="en-US" altLang="zh-CN" dirty="0" smtClean="0">
                  <a:latin typeface="Arial" panose="020B0604020202020204" pitchFamily="34" charset="0"/>
                  <a:ea typeface="黑体" panose="02010609060101010101" pitchFamily="49" charset="-122"/>
                  <a:cs typeface="Arial" panose="020B0604020202020204" pitchFamily="34" charset="0"/>
                </a:endParaRPr>
              </a:p>
              <a:p>
                <a:pPr marL="349250" lvl="2" indent="457200">
                  <a:buNone/>
                </a:pPr>
                <a14:m>
                  <m:oMath xmlns:m="http://schemas.openxmlformats.org/officeDocument/2006/math">
                    <m:r>
                      <a:rPr lang="en-US" altLang="zh-CN" b="0" i="1" smtClean="0">
                        <a:latin typeface="Cambria Math"/>
                        <a:ea typeface="黑体" panose="02010609060101010101" pitchFamily="49" charset="-122"/>
                        <a:cs typeface="Arial" panose="020B0604020202020204" pitchFamily="34" charset="0"/>
                      </a:rPr>
                      <m:t>𝑌</m:t>
                    </m:r>
                    <m:r>
                      <a:rPr lang="en-US" altLang="zh-CN" b="0" i="1" smtClean="0">
                        <a:latin typeface="Cambria Math"/>
                        <a:ea typeface="黑体" panose="02010609060101010101" pitchFamily="49" charset="-122"/>
                        <a:cs typeface="Arial" panose="020B0604020202020204" pitchFamily="34" charset="0"/>
                      </a:rPr>
                      <m:t>/</m:t>
                    </m:r>
                    <m:sSub>
                      <m:sSubPr>
                        <m:ctrlPr>
                          <a:rPr lang="en-US" altLang="zh-CN" b="0" i="1" smtClean="0">
                            <a:latin typeface="Cambria Math"/>
                            <a:ea typeface="黑体" panose="02010609060101010101" pitchFamily="49" charset="-122"/>
                            <a:cs typeface="Arial" panose="020B0604020202020204" pitchFamily="34" charset="0"/>
                          </a:rPr>
                        </m:ctrlPr>
                      </m:sSubPr>
                      <m:e>
                        <m:r>
                          <a:rPr lang="en-US" altLang="zh-CN" b="0" i="1" smtClean="0">
                            <a:latin typeface="Cambria Math"/>
                            <a:ea typeface="黑体" panose="02010609060101010101" pitchFamily="49" charset="-122"/>
                            <a:cs typeface="Arial" panose="020B0604020202020204" pitchFamily="34" charset="0"/>
                          </a:rPr>
                          <m:t>𝑛</m:t>
                        </m:r>
                      </m:e>
                      <m:sub>
                        <m:r>
                          <a:rPr lang="en-US" altLang="zh-CN" b="0" i="1" smtClean="0">
                            <a:latin typeface="Cambria Math"/>
                            <a:ea typeface="黑体" panose="02010609060101010101" pitchFamily="49" charset="-122"/>
                            <a:cs typeface="Arial" panose="020B0604020202020204" pitchFamily="34" charset="0"/>
                          </a:rPr>
                          <m:t>𝐿𝐶</m:t>
                        </m:r>
                      </m:sub>
                    </m:sSub>
                  </m:oMath>
                </a14:m>
                <a:r>
                  <a:rPr lang="zh-CN" altLang="en-US" dirty="0" smtClean="0">
                    <a:latin typeface="Arial" panose="020B0604020202020204" pitchFamily="34" charset="0"/>
                    <a:ea typeface="黑体" panose="02010609060101010101" pitchFamily="49" charset="-122"/>
                    <a:cs typeface="Arial" panose="020B0604020202020204" pitchFamily="34" charset="0"/>
                  </a:rPr>
                  <a:t>值越大，温度称量误差（</a:t>
                </a:r>
                <a:r>
                  <a:rPr lang="en-US" altLang="zh-CN" dirty="0" smtClean="0">
                    <a:latin typeface="Arial" panose="020B0604020202020204" pitchFamily="34" charset="0"/>
                    <a:ea typeface="黑体" panose="02010609060101010101" pitchFamily="49" charset="-122"/>
                    <a:cs typeface="Arial" panose="020B0604020202020204" pitchFamily="34" charset="0"/>
                  </a:rPr>
                  <a:t>weighing error)</a:t>
                </a:r>
                <a:r>
                  <a:rPr lang="zh-CN" altLang="en-US" dirty="0" smtClean="0">
                    <a:latin typeface="Arial" panose="020B0604020202020204" pitchFamily="34" charset="0"/>
                    <a:ea typeface="黑体" panose="02010609060101010101" pitchFamily="49" charset="-122"/>
                    <a:cs typeface="Arial" panose="020B0604020202020204" pitchFamily="34" charset="0"/>
                  </a:rPr>
                  <a:t>越大，使用和测试中</a:t>
                </a:r>
                <a:r>
                  <a:rPr lang="en-US" altLang="zh-CN" dirty="0" smtClean="0">
                    <a:latin typeface="Arial" panose="020B0604020202020204" pitchFamily="34" charset="0"/>
                    <a:ea typeface="黑体" panose="02010609060101010101" pitchFamily="49" charset="-122"/>
                    <a:cs typeface="Arial" panose="020B0604020202020204" pitchFamily="34" charset="0"/>
                  </a:rPr>
                  <a:t>DL</a:t>
                </a:r>
                <a:r>
                  <a:rPr lang="zh-CN" altLang="en-US" dirty="0" smtClean="0">
                    <a:latin typeface="Arial" panose="020B0604020202020204" pitchFamily="34" charset="0"/>
                    <a:ea typeface="黑体" panose="02010609060101010101" pitchFamily="49" charset="-122"/>
                    <a:cs typeface="Arial" panose="020B0604020202020204" pitchFamily="34" charset="0"/>
                  </a:rPr>
                  <a:t>变化对</a:t>
                </a:r>
                <a:r>
                  <a:rPr lang="en-US" altLang="zh-CN" dirty="0" smtClean="0">
                    <a:latin typeface="Arial" panose="020B0604020202020204" pitchFamily="34" charset="0"/>
                    <a:ea typeface="黑体" panose="02010609060101010101" pitchFamily="49" charset="-122"/>
                    <a:cs typeface="Arial" panose="020B0604020202020204" pitchFamily="34" charset="0"/>
                  </a:rPr>
                  <a:t>MDLO</a:t>
                </a:r>
                <a:r>
                  <a:rPr lang="zh-CN" altLang="en-US" dirty="0" smtClean="0">
                    <a:latin typeface="Arial" panose="020B0604020202020204" pitchFamily="34" charset="0"/>
                    <a:ea typeface="黑体" panose="02010609060101010101" pitchFamily="49" charset="-122"/>
                    <a:cs typeface="Arial" panose="020B0604020202020204" pitchFamily="34" charset="0"/>
                  </a:rPr>
                  <a:t>产生的影响越大。这种影响的效果可能是叠加的也可能是相消的。</a:t>
                </a:r>
                <a:endParaRPr lang="en-US" altLang="zh-CN" dirty="0" smtClean="0">
                  <a:latin typeface="Arial" panose="020B0604020202020204" pitchFamily="34" charset="0"/>
                  <a:ea typeface="黑体" panose="02010609060101010101" pitchFamily="49" charset="-122"/>
                  <a:cs typeface="Arial" panose="020B0604020202020204" pitchFamily="34" charset="0"/>
                </a:endParaRPr>
              </a:p>
              <a:p>
                <a:pPr marL="349250" lvl="2" indent="457200">
                  <a:buNone/>
                </a:pPr>
                <a:r>
                  <a:rPr lang="zh-CN" altLang="en-US" dirty="0">
                    <a:latin typeface="Arial" panose="020B0604020202020204" pitchFamily="34" charset="0"/>
                    <a:ea typeface="黑体" panose="02010609060101010101" pitchFamily="49" charset="-122"/>
                    <a:cs typeface="Arial" panose="020B0604020202020204" pitchFamily="34" charset="0"/>
                  </a:rPr>
                  <a:t>实际</a:t>
                </a:r>
                <a:r>
                  <a:rPr lang="zh-CN" altLang="en-US" dirty="0" smtClean="0">
                    <a:latin typeface="Arial" panose="020B0604020202020204" pitchFamily="34" charset="0"/>
                    <a:ea typeface="黑体" panose="02010609060101010101" pitchFamily="49" charset="-122"/>
                    <a:cs typeface="Arial" panose="020B0604020202020204" pitchFamily="34" charset="0"/>
                  </a:rPr>
                  <a:t>极限影响</a:t>
                </a:r>
                <a:r>
                  <a:rPr lang="en-US" altLang="zh-CN" dirty="0" smtClean="0">
                    <a:latin typeface="Arial" panose="020B0604020202020204" pitchFamily="34" charset="0"/>
                    <a:ea typeface="黑体" panose="02010609060101010101" pitchFamily="49" charset="-122"/>
                    <a:cs typeface="Arial" panose="020B0604020202020204" pitchFamily="34" charset="0"/>
                  </a:rPr>
                  <a:t>(</a:t>
                </a:r>
                <a14:m>
                  <m:oMath xmlns:m="http://schemas.openxmlformats.org/officeDocument/2006/math">
                    <m:r>
                      <a:rPr lang="en-US" altLang="zh-CN" b="0" i="1" smtClean="0">
                        <a:latin typeface="Cambria Math"/>
                        <a:ea typeface="黑体" panose="02010609060101010101" pitchFamily="49" charset="-122"/>
                        <a:cs typeface="Arial" panose="020B0604020202020204" pitchFamily="34" charset="0"/>
                      </a:rPr>
                      <m:t>𝐷𝐿</m:t>
                    </m:r>
                    <m:r>
                      <a:rPr lang="en-US" altLang="zh-CN" b="0" i="1" smtClean="0">
                        <a:latin typeface="Cambria Math"/>
                        <a:ea typeface="黑体" panose="02010609060101010101" pitchFamily="49" charset="-122"/>
                        <a:cs typeface="Arial" panose="020B0604020202020204" pitchFamily="34" charset="0"/>
                      </a:rPr>
                      <m:t>/</m:t>
                    </m:r>
                    <m:sSub>
                      <m:sSubPr>
                        <m:ctrlPr>
                          <a:rPr lang="en-US" altLang="zh-CN" b="0" i="1" smtClean="0">
                            <a:latin typeface="Cambria Math"/>
                            <a:ea typeface="黑体" panose="02010609060101010101" pitchFamily="49" charset="-122"/>
                            <a:cs typeface="Arial" panose="020B0604020202020204" pitchFamily="34" charset="0"/>
                          </a:rPr>
                        </m:ctrlPr>
                      </m:sSubPr>
                      <m:e>
                        <m:r>
                          <a:rPr lang="en-US" altLang="zh-CN" b="0" i="1" smtClean="0">
                            <a:latin typeface="Cambria Math"/>
                            <a:ea typeface="黑体" panose="02010609060101010101" pitchFamily="49" charset="-122"/>
                            <a:cs typeface="Arial" panose="020B0604020202020204" pitchFamily="34" charset="0"/>
                          </a:rPr>
                          <m:t>𝐸</m:t>
                        </m:r>
                      </m:e>
                      <m:sub>
                        <m:r>
                          <a:rPr lang="en-US" altLang="zh-CN" b="0" i="1" smtClean="0">
                            <a:latin typeface="Cambria Math"/>
                            <a:ea typeface="黑体" panose="02010609060101010101" pitchFamily="49" charset="-122"/>
                            <a:cs typeface="Arial" panose="020B0604020202020204" pitchFamily="34" charset="0"/>
                          </a:rPr>
                          <m:t>𝑚𝑎𝑥</m:t>
                        </m:r>
                      </m:sub>
                    </m:sSub>
                    <m:r>
                      <a:rPr lang="en-US" altLang="zh-CN" b="0" i="1" smtClean="0">
                        <a:latin typeface="Cambria Math"/>
                        <a:ea typeface="黑体" panose="02010609060101010101" pitchFamily="49" charset="-122"/>
                        <a:cs typeface="Arial" panose="020B0604020202020204" pitchFamily="34" charset="0"/>
                      </a:rPr>
                      <m:t>=3/4</m:t>
                    </m:r>
                  </m:oMath>
                </a14:m>
                <a:r>
                  <a:rPr lang="en-US" altLang="zh-CN" dirty="0" smtClean="0">
                    <a:latin typeface="Arial" panose="020B0604020202020204" pitchFamily="34" charset="0"/>
                    <a:ea typeface="黑体" panose="02010609060101010101" pitchFamily="49" charset="-122"/>
                    <a:cs typeface="Arial" panose="020B0604020202020204" pitchFamily="34" charset="0"/>
                  </a:rPr>
                  <a:t> , </a:t>
                </a:r>
                <a:r>
                  <a:rPr lang="zh-CN" altLang="en-US" dirty="0" smtClean="0">
                    <a:latin typeface="Arial" panose="020B0604020202020204" pitchFamily="34" charset="0"/>
                    <a:ea typeface="黑体" panose="02010609060101010101" pitchFamily="49" charset="-122"/>
                    <a:cs typeface="Arial" panose="020B0604020202020204" pitchFamily="34" charset="0"/>
                  </a:rPr>
                  <a:t>温度范围</a:t>
                </a:r>
                <a:r>
                  <a:rPr lang="en-US" altLang="zh-CN" dirty="0" smtClean="0">
                    <a:latin typeface="Arial" panose="020B0604020202020204" pitchFamily="34" charset="0"/>
                    <a:ea typeface="黑体" panose="02010609060101010101" pitchFamily="49" charset="-122"/>
                    <a:cs typeface="Arial" panose="020B0604020202020204" pitchFamily="34" charset="0"/>
                  </a:rPr>
                  <a:t>30</a:t>
                </a:r>
                <a:r>
                  <a:rPr lang="en-US" altLang="zh-CN" dirty="0" smtClean="0">
                    <a:latin typeface="Arial"/>
                    <a:ea typeface="黑体" panose="02010609060101010101" pitchFamily="49" charset="-122"/>
                    <a:cs typeface="Arial"/>
                  </a:rPr>
                  <a:t>ºC)</a:t>
                </a:r>
                <a:r>
                  <a:rPr lang="zh-CN" altLang="en-US" dirty="0" smtClean="0">
                    <a:latin typeface="Arial"/>
                    <a:ea typeface="黑体" panose="02010609060101010101" pitchFamily="49" charset="-122"/>
                    <a:cs typeface="Arial"/>
                  </a:rPr>
                  <a:t>，附加</a:t>
                </a:r>
                <a:r>
                  <a:rPr lang="en-US" altLang="zh-CN" dirty="0" smtClean="0">
                    <a:latin typeface="Arial"/>
                    <a:ea typeface="黑体" panose="02010609060101010101" pitchFamily="49" charset="-122"/>
                    <a:cs typeface="Arial"/>
                  </a:rPr>
                  <a:t>MDLO</a:t>
                </a:r>
                <a:r>
                  <a:rPr lang="zh-CN" altLang="en-US" dirty="0" smtClean="0">
                    <a:latin typeface="Arial"/>
                    <a:ea typeface="黑体" panose="02010609060101010101" pitchFamily="49" charset="-122"/>
                    <a:cs typeface="Arial"/>
                  </a:rPr>
                  <a:t>：</a:t>
                </a:r>
                <a:endParaRPr lang="en-US" altLang="zh-CN" dirty="0" smtClean="0">
                  <a:latin typeface="Arial"/>
                  <a:ea typeface="黑体" panose="02010609060101010101" pitchFamily="49" charset="-122"/>
                  <a:cs typeface="Arial"/>
                </a:endParaRPr>
              </a:p>
              <a:p>
                <a:pPr marL="349250" lvl="2" indent="457200">
                  <a:buNone/>
                </a:pPr>
                <a:r>
                  <a:rPr lang="el-GR" altLang="zh-CN" dirty="0" smtClean="0">
                    <a:latin typeface="Arial"/>
                    <a:ea typeface="黑体" panose="02010609060101010101" pitchFamily="49" charset="-122"/>
                    <a:cs typeface="Arial"/>
                  </a:rPr>
                  <a:t>Δ</a:t>
                </a:r>
                <a:r>
                  <a:rPr lang="en-US" altLang="zh-CN" dirty="0" smtClean="0">
                    <a:latin typeface="Arial"/>
                    <a:ea typeface="黑体" panose="02010609060101010101" pitchFamily="49" charset="-122"/>
                    <a:cs typeface="Arial"/>
                  </a:rPr>
                  <a:t>Z = 0.25*</a:t>
                </a:r>
                <a14:m>
                  <m:oMath xmlns:m="http://schemas.openxmlformats.org/officeDocument/2006/math">
                    <m:r>
                      <a:rPr lang="en-US" altLang="zh-CN" b="0" i="1" smtClean="0">
                        <a:latin typeface="Cambria Math"/>
                        <a:ea typeface="黑体" panose="02010609060101010101" pitchFamily="49" charset="-122"/>
                        <a:cs typeface="Arial"/>
                      </a:rPr>
                      <m:t>𝑌</m:t>
                    </m:r>
                    <m:r>
                      <a:rPr lang="en-US" altLang="zh-CN" b="0" i="1" smtClean="0">
                        <a:latin typeface="Cambria Math"/>
                        <a:ea typeface="黑体" panose="02010609060101010101" pitchFamily="49" charset="-122"/>
                        <a:cs typeface="Arial"/>
                      </a:rPr>
                      <m:t>/</m:t>
                    </m:r>
                    <m:sSub>
                      <m:sSubPr>
                        <m:ctrlPr>
                          <a:rPr lang="en-US" altLang="zh-CN" b="0" i="1" smtClean="0">
                            <a:latin typeface="Cambria Math"/>
                            <a:ea typeface="黑体" panose="02010609060101010101" pitchFamily="49" charset="-122"/>
                            <a:cs typeface="Arial"/>
                          </a:rPr>
                        </m:ctrlPr>
                      </m:sSubPr>
                      <m:e>
                        <m:r>
                          <a:rPr lang="en-US" altLang="zh-CN" b="0" i="1" smtClean="0">
                            <a:latin typeface="Cambria Math"/>
                            <a:ea typeface="黑体" panose="02010609060101010101" pitchFamily="49" charset="-122"/>
                            <a:cs typeface="Arial"/>
                          </a:rPr>
                          <m:t>𝑛</m:t>
                        </m:r>
                      </m:e>
                      <m:sub>
                        <m:r>
                          <a:rPr lang="en-US" altLang="zh-CN" b="0" i="1" smtClean="0">
                            <a:latin typeface="Cambria Math"/>
                            <a:ea typeface="黑体" panose="02010609060101010101" pitchFamily="49" charset="-122"/>
                            <a:cs typeface="Arial"/>
                          </a:rPr>
                          <m:t>𝐿𝐶</m:t>
                        </m:r>
                      </m:sub>
                    </m:sSub>
                  </m:oMath>
                </a14:m>
                <a:r>
                  <a:rPr lang="en-US" altLang="zh-CN" dirty="0" smtClean="0">
                    <a:latin typeface="Arial" panose="020B0604020202020204" pitchFamily="34" charset="0"/>
                    <a:ea typeface="黑体" panose="02010609060101010101" pitchFamily="49" charset="-122"/>
                    <a:cs typeface="Arial" panose="020B0604020202020204" pitchFamily="34" charset="0"/>
                  </a:rPr>
                  <a:t> (</a:t>
                </a:r>
                <a14:m>
                  <m:oMath xmlns:m="http://schemas.openxmlformats.org/officeDocument/2006/math">
                    <m:sSub>
                      <m:sSubPr>
                        <m:ctrlPr>
                          <a:rPr lang="en-US" altLang="zh-CN" i="1" dirty="0" smtClean="0">
                            <a:latin typeface="Cambria Math"/>
                            <a:ea typeface="黑体" panose="02010609060101010101" pitchFamily="49" charset="-122"/>
                            <a:cs typeface="Arial" panose="020B0604020202020204" pitchFamily="34" charset="0"/>
                          </a:rPr>
                        </m:ctrlPr>
                      </m:sSubPr>
                      <m:e>
                        <m:r>
                          <a:rPr lang="en-US" altLang="zh-CN" b="0" i="1" dirty="0" smtClean="0">
                            <a:latin typeface="Cambria Math"/>
                            <a:ea typeface="黑体" panose="02010609060101010101" pitchFamily="49" charset="-122"/>
                            <a:cs typeface="Arial" panose="020B0604020202020204" pitchFamily="34" charset="0"/>
                          </a:rPr>
                          <m:t>𝑣</m:t>
                        </m:r>
                      </m:e>
                      <m:sub>
                        <m:r>
                          <a:rPr lang="en-US" altLang="zh-CN" b="0" i="1" dirty="0" smtClean="0">
                            <a:latin typeface="Cambria Math"/>
                            <a:ea typeface="黑体" panose="02010609060101010101" pitchFamily="49" charset="-122"/>
                            <a:cs typeface="Arial" panose="020B0604020202020204" pitchFamily="34" charset="0"/>
                          </a:rPr>
                          <m:t>𝑚𝑖𝑛</m:t>
                        </m:r>
                      </m:sub>
                    </m:sSub>
                    <m:r>
                      <a:rPr lang="en-US" altLang="zh-CN" b="0" i="1" dirty="0" smtClean="0">
                        <a:latin typeface="Cambria Math"/>
                        <a:ea typeface="黑体" panose="02010609060101010101" pitchFamily="49" charset="-122"/>
                        <a:cs typeface="Arial" panose="020B0604020202020204" pitchFamily="34" charset="0"/>
                      </a:rPr>
                      <m:t>)</m:t>
                    </m:r>
                  </m:oMath>
                </a14:m>
                <a:endParaRPr lang="en-US" altLang="zh-CN" dirty="0" smtClean="0">
                  <a:latin typeface="Arial" panose="020B0604020202020204" pitchFamily="34" charset="0"/>
                  <a:ea typeface="黑体" panose="02010609060101010101" pitchFamily="49" charset="-122"/>
                  <a:cs typeface="Arial" panose="020B0604020202020204" pitchFamily="34" charset="0"/>
                </a:endParaRPr>
              </a:p>
              <a:p>
                <a:pPr marL="349250" lvl="2" indent="457200">
                  <a:buNone/>
                </a:pPr>
                <a:endParaRPr lang="en-US" altLang="zh-CN" dirty="0" smtClean="0">
                  <a:latin typeface="Arial" panose="020B0604020202020204" pitchFamily="34" charset="0"/>
                  <a:ea typeface="黑体" panose="02010609060101010101" pitchFamily="49" charset="-122"/>
                  <a:cs typeface="Arial" panose="020B0604020202020204" pitchFamily="34" charset="0"/>
                </a:endParaRPr>
              </a:p>
              <a:p>
                <a:pPr marL="349250" lvl="2" indent="0">
                  <a:buNone/>
                </a:pPr>
                <a:endParaRPr lang="zh-CN" altLang="en-US" dirty="0">
                  <a:latin typeface="Arial" panose="020B0604020202020204" pitchFamily="34" charset="0"/>
                  <a:ea typeface="黑体" panose="02010609060101010101" pitchFamily="49" charset="-122"/>
                  <a:cs typeface="Arial" panose="020B0604020202020204" pitchFamily="34" charset="0"/>
                </a:endParaRPr>
              </a:p>
            </p:txBody>
          </p:sp>
        </mc:Choice>
        <mc:Fallback xmlns="">
          <p:sp>
            <p:nvSpPr>
              <p:cNvPr id="4" name="内容占位符 3"/>
              <p:cNvSpPr>
                <a:spLocks noGrp="1" noRot="1" noChangeAspect="1" noMove="1" noResize="1" noEditPoints="1" noAdjustHandles="1" noChangeArrowheads="1" noChangeShapeType="1" noTextEdit="1"/>
              </p:cNvSpPr>
              <p:nvPr>
                <p:ph idx="1"/>
              </p:nvPr>
            </p:nvSpPr>
            <p:spPr>
              <a:blipFill rotWithShape="1">
                <a:blip r:embed="rId2"/>
                <a:stretch>
                  <a:fillRect l="-1387" t="-1494"/>
                </a:stretch>
              </a:blipFill>
            </p:spPr>
            <p:txBody>
              <a:bodyPr/>
              <a:lstStyle/>
              <a:p>
                <a:r>
                  <a:rPr lang="zh-CN" altLang="en-US">
                    <a:noFill/>
                  </a:rPr>
                  <a:t> </a:t>
                </a:r>
              </a:p>
            </p:txBody>
          </p:sp>
        </mc:Fallback>
      </mc:AlternateContent>
      <p:sp>
        <p:nvSpPr>
          <p:cNvPr id="5" name="灯片编号占位符 4"/>
          <p:cNvSpPr>
            <a:spLocks noGrp="1"/>
          </p:cNvSpPr>
          <p:nvPr>
            <p:ph type="sldNum" sz="quarter" idx="100"/>
          </p:nvPr>
        </p:nvSpPr>
        <p:spPr/>
        <p:txBody>
          <a:bodyPr/>
          <a:lstStyle/>
          <a:p>
            <a:fld id="{2B2B68EE-DD1E-4368-AFCE-24A50EC7BF18}" type="slidenum">
              <a:rPr lang="en-US" smtClean="0"/>
              <a:pPr/>
              <a:t>47</a:t>
            </a:fld>
            <a:endParaRPr lang="en-US" dirty="0"/>
          </a:p>
        </p:txBody>
      </p:sp>
      <p:sp>
        <p:nvSpPr>
          <p:cNvPr id="6" name="页脚占位符 5"/>
          <p:cNvSpPr>
            <a:spLocks noGrp="1"/>
          </p:cNvSpPr>
          <p:nvPr>
            <p:ph type="ftr" sz="quarter" idx="101"/>
          </p:nvPr>
        </p:nvSpPr>
        <p:spPr/>
        <p:txBody>
          <a:bodyPr/>
          <a:lstStyle/>
          <a:p>
            <a:r>
              <a:rPr lang="en-US" smtClean="0"/>
              <a:t>For internal use - Confidential</a:t>
            </a:r>
            <a:endParaRPr lang="en-US" dirty="0"/>
          </a:p>
        </p:txBody>
      </p:sp>
    </p:spTree>
    <p:extLst>
      <p:ext uri="{BB962C8B-B14F-4D97-AF65-F5344CB8AC3E}">
        <p14:creationId xmlns:p14="http://schemas.microsoft.com/office/powerpoint/2010/main" val="3995548675"/>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latin typeface="黑体" panose="02010609060101010101" pitchFamily="49" charset="-122"/>
                <a:ea typeface="黑体" panose="02010609060101010101" pitchFamily="49" charset="-122"/>
              </a:rPr>
              <a:t>计量要求</a:t>
            </a:r>
            <a:endParaRPr lang="zh-CN" altLang="en-US" dirty="0"/>
          </a:p>
        </p:txBody>
      </p:sp>
      <mc:AlternateContent xmlns:mc="http://schemas.openxmlformats.org/markup-compatibility/2006" xmlns:a14="http://schemas.microsoft.com/office/drawing/2010/main">
        <mc:Choice Requires="a14">
          <p:sp>
            <p:nvSpPr>
              <p:cNvPr id="4" name="内容占位符 3"/>
              <p:cNvSpPr>
                <a:spLocks noGrp="1"/>
              </p:cNvSpPr>
              <p:nvPr>
                <p:ph idx="1"/>
              </p:nvPr>
            </p:nvSpPr>
            <p:spPr>
              <a:xfrm>
                <a:off x="395288" y="1335772"/>
                <a:ext cx="8353426" cy="4895850"/>
              </a:xfrm>
            </p:spPr>
            <p:txBody>
              <a:bodyPr/>
              <a:lstStyle/>
              <a:p>
                <a:r>
                  <a:rPr lang="en-US" altLang="zh-CN" b="1" dirty="0" smtClean="0">
                    <a:latin typeface="Arial" panose="020B0604020202020204" pitchFamily="34" charset="0"/>
                    <a:ea typeface="黑体" panose="02010609060101010101" pitchFamily="49" charset="-122"/>
                    <a:cs typeface="Arial" panose="020B0604020202020204" pitchFamily="34" charset="0"/>
                  </a:rPr>
                  <a:t>Barometric pressure</a:t>
                </a:r>
              </a:p>
              <a:p>
                <a:pPr marL="179387" lvl="1" indent="0">
                  <a:spcAft>
                    <a:spcPts val="1200"/>
                  </a:spcAft>
                  <a:buNone/>
                </a:pPr>
                <a:r>
                  <a:rPr lang="zh-CN" altLang="en-US" dirty="0" smtClean="0">
                    <a:latin typeface="Arial" panose="020B0604020202020204" pitchFamily="34" charset="0"/>
                    <a:ea typeface="黑体" panose="02010609060101010101" pitchFamily="49" charset="-122"/>
                    <a:cs typeface="Arial" panose="020B0604020202020204" pitchFamily="34" charset="0"/>
                  </a:rPr>
                  <a:t>大气压力</a:t>
                </a:r>
                <a:endParaRPr lang="en-US" altLang="zh-CN" dirty="0" smtClean="0">
                  <a:latin typeface="Arial" panose="020B0604020202020204" pitchFamily="34" charset="0"/>
                  <a:ea typeface="黑体" panose="02010609060101010101" pitchFamily="49" charset="-122"/>
                  <a:cs typeface="Arial" panose="020B0604020202020204" pitchFamily="34" charset="0"/>
                </a:endParaRPr>
              </a:p>
              <a:p>
                <a:pPr marL="179387" lvl="1" indent="0">
                  <a:spcAft>
                    <a:spcPts val="1200"/>
                  </a:spcAft>
                  <a:buNone/>
                </a:pPr>
                <a:r>
                  <a:rPr lang="en-US" altLang="zh-CN" dirty="0" smtClean="0">
                    <a:latin typeface="Arial" panose="020B0604020202020204" pitchFamily="34" charset="0"/>
                    <a:ea typeface="黑体" panose="02010609060101010101" pitchFamily="49" charset="-122"/>
                    <a:cs typeface="Arial" panose="020B0604020202020204" pitchFamily="34" charset="0"/>
                  </a:rPr>
                  <a:t>The  </a:t>
                </a:r>
                <a:r>
                  <a:rPr lang="en-US" altLang="zh-CN" dirty="0">
                    <a:latin typeface="Arial" panose="020B0604020202020204" pitchFamily="34" charset="0"/>
                    <a:ea typeface="黑体" panose="02010609060101010101" pitchFamily="49" charset="-122"/>
                    <a:cs typeface="Arial" panose="020B0604020202020204" pitchFamily="34" charset="0"/>
                  </a:rPr>
                  <a:t>output  of  the  load  cell  shall  not  vary  by  an  amount  greater  than  the  minimum  load  cell verification interval, </a:t>
                </a:r>
                <a14:m>
                  <m:oMath xmlns:m="http://schemas.openxmlformats.org/officeDocument/2006/math">
                    <m:sSub>
                      <m:sSubPr>
                        <m:ctrlPr>
                          <a:rPr lang="en-US" altLang="zh-CN" i="1" smtClean="0">
                            <a:latin typeface="Cambria Math"/>
                          </a:rPr>
                        </m:ctrlPr>
                      </m:sSubPr>
                      <m:e>
                        <m:r>
                          <a:rPr lang="en-US" altLang="zh-CN" b="0" i="1" smtClean="0">
                            <a:latin typeface="Cambria Math"/>
                          </a:rPr>
                          <m:t>𝑣</m:t>
                        </m:r>
                      </m:e>
                      <m:sub>
                        <m:r>
                          <a:rPr lang="en-US" altLang="zh-CN" b="0" i="1" smtClean="0">
                            <a:latin typeface="Cambria Math"/>
                          </a:rPr>
                          <m:t>𝑚𝑖𝑛</m:t>
                        </m:r>
                      </m:sub>
                    </m:sSub>
                  </m:oMath>
                </a14:m>
                <a:r>
                  <a:rPr lang="en-US" altLang="zh-CN" dirty="0">
                    <a:latin typeface="Arial" panose="020B0604020202020204" pitchFamily="34" charset="0"/>
                    <a:ea typeface="黑体" panose="02010609060101010101" pitchFamily="49" charset="-122"/>
                    <a:cs typeface="Arial" panose="020B0604020202020204" pitchFamily="34" charset="0"/>
                  </a:rPr>
                  <a:t>, for any incremental change in barometric pressure equivalent to 1 </a:t>
                </a:r>
                <a:r>
                  <a:rPr lang="en-US" altLang="zh-CN" dirty="0" err="1">
                    <a:latin typeface="Arial" panose="020B0604020202020204" pitchFamily="34" charset="0"/>
                    <a:ea typeface="黑体" panose="02010609060101010101" pitchFamily="49" charset="-122"/>
                    <a:cs typeface="Arial" panose="020B0604020202020204" pitchFamily="34" charset="0"/>
                  </a:rPr>
                  <a:t>kPa</a:t>
                </a:r>
                <a:r>
                  <a:rPr lang="en-US" altLang="zh-CN" dirty="0" smtClean="0">
                    <a:latin typeface="Arial" panose="020B0604020202020204" pitchFamily="34" charset="0"/>
                    <a:ea typeface="黑体" panose="02010609060101010101" pitchFamily="49" charset="-122"/>
                    <a:cs typeface="Arial" panose="020B0604020202020204" pitchFamily="34" charset="0"/>
                  </a:rPr>
                  <a:t>.</a:t>
                </a:r>
              </a:p>
              <a:p>
                <a:pPr marL="179387" lvl="1" indent="457200">
                  <a:spcAft>
                    <a:spcPts val="1200"/>
                  </a:spcAft>
                  <a:buNone/>
                </a:pPr>
                <a:r>
                  <a:rPr lang="zh-CN" altLang="en-US" dirty="0" smtClean="0">
                    <a:latin typeface="Arial" panose="020B0604020202020204" pitchFamily="34" charset="0"/>
                    <a:ea typeface="黑体" panose="02010609060101010101" pitchFamily="49" charset="-122"/>
                    <a:cs typeface="Arial" panose="020B0604020202020204" pitchFamily="34" charset="0"/>
                  </a:rPr>
                  <a:t>通常大气压力主要对传感器静载荷输出产生影响，对灵敏度影响可以不计。尽管标准没有描述，但主要是适用于对具有封闭罐形腔体的结构，此结构在密封后因环境大气压力变化，内外产生压差导致传感器的最小静载荷输出发生变化而产生附加误差。即便在有载荷时，这种压差对输出的影响也不是由灵敏度变化造成的，仍然是由最小静载荷输出变化产生的。</a:t>
                </a:r>
                <a:endParaRPr lang="en-US" altLang="zh-CN" dirty="0" smtClean="0">
                  <a:latin typeface="Arial" panose="020B0604020202020204" pitchFamily="34" charset="0"/>
                  <a:ea typeface="黑体" panose="02010609060101010101" pitchFamily="49" charset="-122"/>
                  <a:cs typeface="Arial" panose="020B0604020202020204" pitchFamily="34" charset="0"/>
                </a:endParaRPr>
              </a:p>
              <a:p>
                <a:pPr marL="179387" lvl="1" indent="457200">
                  <a:spcAft>
                    <a:spcPts val="1200"/>
                  </a:spcAft>
                  <a:buNone/>
                </a:pPr>
                <a:r>
                  <a:rPr lang="zh-CN" altLang="en-US" dirty="0" smtClean="0">
                    <a:latin typeface="Arial" panose="020B0604020202020204" pitchFamily="34" charset="0"/>
                    <a:ea typeface="黑体" panose="02010609060101010101" pitchFamily="49" charset="-122"/>
                    <a:cs typeface="Arial" panose="020B0604020202020204" pitchFamily="34" charset="0"/>
                  </a:rPr>
                  <a:t>因此在评价试验中无需加载，仅对传感器最小静载荷输出的影响评价。</a:t>
                </a:r>
                <a:endParaRPr lang="en-US" altLang="zh-CN" dirty="0" smtClean="0">
                  <a:latin typeface="Arial" panose="020B0604020202020204" pitchFamily="34" charset="0"/>
                  <a:ea typeface="黑体" panose="02010609060101010101" pitchFamily="49" charset="-122"/>
                  <a:cs typeface="Arial" panose="020B0604020202020204" pitchFamily="34" charset="0"/>
                </a:endParaRPr>
              </a:p>
              <a:p>
                <a:pPr marL="179387" lvl="1" indent="457200">
                  <a:buNone/>
                </a:pPr>
                <a:r>
                  <a:rPr lang="zh-CN" altLang="en-US" dirty="0" smtClean="0">
                    <a:latin typeface="Arial" panose="020B0604020202020204" pitchFamily="34" charset="0"/>
                    <a:ea typeface="黑体" panose="02010609060101010101" pitchFamily="49" charset="-122"/>
                    <a:cs typeface="Arial" panose="020B0604020202020204" pitchFamily="34" charset="0"/>
                  </a:rPr>
                  <a:t>与</a:t>
                </a:r>
                <a:r>
                  <a:rPr lang="en-US" altLang="zh-CN" dirty="0" smtClean="0">
                    <a:latin typeface="Arial" panose="020B0604020202020204" pitchFamily="34" charset="0"/>
                    <a:ea typeface="黑体" panose="02010609060101010101" pitchFamily="49" charset="-122"/>
                    <a:cs typeface="Arial" panose="020B0604020202020204" pitchFamily="34" charset="0"/>
                  </a:rPr>
                  <a:t>2000</a:t>
                </a:r>
                <a:r>
                  <a:rPr lang="zh-CN" altLang="en-US" dirty="0" smtClean="0">
                    <a:latin typeface="Arial" panose="020B0604020202020204" pitchFamily="34" charset="0"/>
                    <a:ea typeface="黑体" panose="02010609060101010101" pitchFamily="49" charset="-122"/>
                    <a:cs typeface="Arial" panose="020B0604020202020204" pitchFamily="34" charset="0"/>
                  </a:rPr>
                  <a:t>版本比较，删除了</a:t>
                </a:r>
                <a:r>
                  <a:rPr lang="en-US" altLang="zh-CN" dirty="0" smtClean="0">
                    <a:latin typeface="Arial" panose="020B0604020202020204" pitchFamily="34" charset="0"/>
                    <a:ea typeface="黑体" panose="02010609060101010101" pitchFamily="49" charset="-122"/>
                    <a:cs typeface="Arial" panose="020B0604020202020204" pitchFamily="34" charset="0"/>
                  </a:rPr>
                  <a:t>95 ~ 105 </a:t>
                </a:r>
                <a:r>
                  <a:rPr lang="en-US" altLang="zh-CN" dirty="0" err="1" smtClean="0">
                    <a:latin typeface="Arial" panose="020B0604020202020204" pitchFamily="34" charset="0"/>
                    <a:ea typeface="黑体" panose="02010609060101010101" pitchFamily="49" charset="-122"/>
                    <a:cs typeface="Arial" panose="020B0604020202020204" pitchFamily="34" charset="0"/>
                  </a:rPr>
                  <a:t>kPa</a:t>
                </a:r>
                <a:r>
                  <a:rPr lang="zh-CN" altLang="en-US" dirty="0" smtClean="0">
                    <a:latin typeface="Arial" panose="020B0604020202020204" pitchFamily="34" charset="0"/>
                    <a:ea typeface="黑体" panose="02010609060101010101" pitchFamily="49" charset="-122"/>
                    <a:cs typeface="Arial" panose="020B0604020202020204" pitchFamily="34" charset="0"/>
                  </a:rPr>
                  <a:t>的描述，因此试验大气压力变化范围应根据产品规定的范围进行。应至少满足：</a:t>
                </a:r>
                <a:r>
                  <a:rPr lang="en-US" altLang="zh-CN" dirty="0">
                    <a:latin typeface="Arial" panose="020B0604020202020204" pitchFamily="34" charset="0"/>
                    <a:ea typeface="黑体" panose="02010609060101010101" pitchFamily="49" charset="-122"/>
                    <a:cs typeface="Arial" panose="020B0604020202020204" pitchFamily="34" charset="0"/>
                  </a:rPr>
                  <a:t/>
                </a:r>
                <a:br>
                  <a:rPr lang="en-US" altLang="zh-CN" dirty="0">
                    <a:latin typeface="Arial" panose="020B0604020202020204" pitchFamily="34" charset="0"/>
                    <a:ea typeface="黑体" panose="02010609060101010101" pitchFamily="49" charset="-122"/>
                    <a:cs typeface="Arial" panose="020B0604020202020204" pitchFamily="34" charset="0"/>
                  </a:rPr>
                </a:br>
                <a:r>
                  <a:rPr lang="en-US" altLang="zh-CN" dirty="0">
                    <a:latin typeface="Arial" panose="020B0604020202020204" pitchFamily="34" charset="0"/>
                    <a:ea typeface="黑体" panose="02010609060101010101" pitchFamily="49" charset="-122"/>
                    <a:cs typeface="Arial" panose="020B0604020202020204" pitchFamily="34" charset="0"/>
                  </a:rPr>
                  <a:t>Change the barometric pressure by a minimum of 1 </a:t>
                </a:r>
                <a:r>
                  <a:rPr lang="en-US" altLang="zh-CN" dirty="0" err="1">
                    <a:latin typeface="Arial" panose="020B0604020202020204" pitchFamily="34" charset="0"/>
                    <a:ea typeface="黑体" panose="02010609060101010101" pitchFamily="49" charset="-122"/>
                    <a:cs typeface="Arial" panose="020B0604020202020204" pitchFamily="34" charset="0"/>
                  </a:rPr>
                  <a:t>kPa</a:t>
                </a:r>
                <a:r>
                  <a:rPr lang="en-US" altLang="zh-CN" dirty="0">
                    <a:latin typeface="Arial" panose="020B0604020202020204" pitchFamily="34" charset="0"/>
                    <a:ea typeface="黑体" panose="02010609060101010101" pitchFamily="49" charset="-122"/>
                    <a:cs typeface="Arial" panose="020B0604020202020204" pitchFamily="34" charset="0"/>
                  </a:rPr>
                  <a:t> greater than atmospheric pressure and </a:t>
                </a:r>
                <a:r>
                  <a:rPr lang="en-US" altLang="zh-CN" dirty="0" smtClean="0">
                    <a:latin typeface="Arial" panose="020B0604020202020204" pitchFamily="34" charset="0"/>
                    <a:ea typeface="黑体" panose="02010609060101010101" pitchFamily="49" charset="-122"/>
                    <a:cs typeface="Arial" panose="020B0604020202020204" pitchFamily="34" charset="0"/>
                  </a:rPr>
                  <a:t>record the </a:t>
                </a:r>
                <a:r>
                  <a:rPr lang="en-US" altLang="zh-CN" dirty="0">
                    <a:latin typeface="Arial" panose="020B0604020202020204" pitchFamily="34" charset="0"/>
                    <a:ea typeface="黑体" panose="02010609060101010101" pitchFamily="49" charset="-122"/>
                    <a:cs typeface="Arial" panose="020B0604020202020204" pitchFamily="34" charset="0"/>
                  </a:rPr>
                  <a:t>indicating instrument </a:t>
                </a:r>
                <a:r>
                  <a:rPr lang="en-US" altLang="zh-CN" dirty="0" smtClean="0">
                    <a:latin typeface="Arial" panose="020B0604020202020204" pitchFamily="34" charset="0"/>
                    <a:ea typeface="黑体" panose="02010609060101010101" pitchFamily="49" charset="-122"/>
                    <a:cs typeface="Arial" panose="020B0604020202020204" pitchFamily="34" charset="0"/>
                  </a:rPr>
                  <a:t>indication</a:t>
                </a:r>
                <a:r>
                  <a:rPr lang="zh-CN" altLang="en-US" dirty="0" smtClean="0">
                    <a:latin typeface="Arial" panose="020B0604020202020204" pitchFamily="34" charset="0"/>
                    <a:ea typeface="黑体" panose="02010609060101010101" pitchFamily="49" charset="-122"/>
                    <a:cs typeface="Arial" panose="020B0604020202020204" pitchFamily="34" charset="0"/>
                  </a:rPr>
                  <a:t>。</a:t>
                </a:r>
                <a:endParaRPr lang="en-US" altLang="zh-CN" dirty="0" smtClean="0">
                  <a:latin typeface="Arial" panose="020B0604020202020204" pitchFamily="34" charset="0"/>
                  <a:ea typeface="黑体" panose="02010609060101010101" pitchFamily="49" charset="-122"/>
                  <a:cs typeface="Arial" panose="020B0604020202020204" pitchFamily="34" charset="0"/>
                </a:endParaRPr>
              </a:p>
              <a:p>
                <a:pPr marL="179387" lvl="1" indent="457200">
                  <a:buNone/>
                </a:pPr>
                <a:r>
                  <a:rPr lang="zh-CN" altLang="en-US" dirty="0" smtClean="0">
                    <a:latin typeface="Arial" panose="020B0604020202020204" pitchFamily="34" charset="0"/>
                    <a:ea typeface="黑体" panose="02010609060101010101" pitchFamily="49" charset="-122"/>
                    <a:cs typeface="Arial" panose="020B0604020202020204" pitchFamily="34" charset="0"/>
                  </a:rPr>
                  <a:t>因此，认证需求应根据市场和应用提出合适的范围，否则在</a:t>
                </a:r>
                <a:r>
                  <a:rPr lang="en-US" altLang="zh-CN" dirty="0" smtClean="0">
                    <a:latin typeface="Arial" panose="020B0604020202020204" pitchFamily="34" charset="0"/>
                    <a:ea typeface="黑体" panose="02010609060101010101" pitchFamily="49" charset="-122"/>
                    <a:cs typeface="Arial" panose="020B0604020202020204" pitchFamily="34" charset="0"/>
                  </a:rPr>
                  <a:t>OIML-CS</a:t>
                </a:r>
                <a:r>
                  <a:rPr lang="zh-CN" altLang="en-US" dirty="0" smtClean="0">
                    <a:latin typeface="Arial" panose="020B0604020202020204" pitchFamily="34" charset="0"/>
                    <a:ea typeface="黑体" panose="02010609060101010101" pitchFamily="49" charset="-122"/>
                    <a:cs typeface="Arial" panose="020B0604020202020204" pitchFamily="34" charset="0"/>
                  </a:rPr>
                  <a:t>时会引起附加测试。</a:t>
                </a:r>
                <a:endParaRPr lang="zh-CN" altLang="en-US" dirty="0">
                  <a:latin typeface="Arial" panose="020B0604020202020204" pitchFamily="34" charset="0"/>
                  <a:ea typeface="黑体" panose="02010609060101010101" pitchFamily="49" charset="-122"/>
                  <a:cs typeface="Arial" panose="020B0604020202020204" pitchFamily="34" charset="0"/>
                </a:endParaRPr>
              </a:p>
            </p:txBody>
          </p:sp>
        </mc:Choice>
        <mc:Fallback xmlns="">
          <p:sp>
            <p:nvSpPr>
              <p:cNvPr id="4" name="内容占位符 3"/>
              <p:cNvSpPr>
                <a:spLocks noGrp="1" noRot="1" noChangeAspect="1" noMove="1" noResize="1" noEditPoints="1" noAdjustHandles="1" noChangeArrowheads="1" noChangeShapeType="1" noTextEdit="1"/>
              </p:cNvSpPr>
              <p:nvPr>
                <p:ph idx="1"/>
              </p:nvPr>
            </p:nvSpPr>
            <p:spPr>
              <a:xfrm>
                <a:off x="395288" y="1335772"/>
                <a:ext cx="8353426" cy="4895850"/>
              </a:xfrm>
              <a:blipFill rotWithShape="1">
                <a:blip r:embed="rId2"/>
                <a:stretch>
                  <a:fillRect l="-1387" t="-1245" r="-3358"/>
                </a:stretch>
              </a:blipFill>
            </p:spPr>
            <p:txBody>
              <a:bodyPr/>
              <a:lstStyle/>
              <a:p>
                <a:r>
                  <a:rPr lang="zh-CN" altLang="en-US">
                    <a:noFill/>
                  </a:rPr>
                  <a:t> </a:t>
                </a:r>
              </a:p>
            </p:txBody>
          </p:sp>
        </mc:Fallback>
      </mc:AlternateContent>
      <p:sp>
        <p:nvSpPr>
          <p:cNvPr id="5" name="灯片编号占位符 4"/>
          <p:cNvSpPr>
            <a:spLocks noGrp="1"/>
          </p:cNvSpPr>
          <p:nvPr>
            <p:ph type="sldNum" sz="quarter" idx="100"/>
          </p:nvPr>
        </p:nvSpPr>
        <p:spPr/>
        <p:txBody>
          <a:bodyPr/>
          <a:lstStyle/>
          <a:p>
            <a:fld id="{2B2B68EE-DD1E-4368-AFCE-24A50EC7BF18}" type="slidenum">
              <a:rPr lang="en-US" smtClean="0"/>
              <a:pPr/>
              <a:t>48</a:t>
            </a:fld>
            <a:endParaRPr lang="en-US" dirty="0"/>
          </a:p>
        </p:txBody>
      </p:sp>
      <p:sp>
        <p:nvSpPr>
          <p:cNvPr id="6" name="页脚占位符 5"/>
          <p:cNvSpPr>
            <a:spLocks noGrp="1"/>
          </p:cNvSpPr>
          <p:nvPr>
            <p:ph type="ftr" sz="quarter" idx="101"/>
          </p:nvPr>
        </p:nvSpPr>
        <p:spPr/>
        <p:txBody>
          <a:bodyPr/>
          <a:lstStyle/>
          <a:p>
            <a:r>
              <a:rPr lang="en-US" smtClean="0"/>
              <a:t>For internal use - Confidential</a:t>
            </a:r>
            <a:endParaRPr lang="en-US" dirty="0"/>
          </a:p>
        </p:txBody>
      </p:sp>
    </p:spTree>
    <p:extLst>
      <p:ext uri="{BB962C8B-B14F-4D97-AF65-F5344CB8AC3E}">
        <p14:creationId xmlns:p14="http://schemas.microsoft.com/office/powerpoint/2010/main" val="1612992901"/>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latin typeface="黑体" panose="02010609060101010101" pitchFamily="49" charset="-122"/>
                <a:ea typeface="黑体" panose="02010609060101010101" pitchFamily="49" charset="-122"/>
              </a:rPr>
              <a:t>计量要求</a:t>
            </a:r>
            <a:endParaRPr lang="zh-CN" altLang="en-US" dirty="0"/>
          </a:p>
        </p:txBody>
      </p:sp>
      <mc:AlternateContent xmlns:mc="http://schemas.openxmlformats.org/markup-compatibility/2006">
        <mc:Choice xmlns:a14="http://schemas.microsoft.com/office/drawing/2010/main" Requires="a14">
          <p:sp>
            <p:nvSpPr>
              <p:cNvPr id="4" name="内容占位符 3"/>
              <p:cNvSpPr>
                <a:spLocks noGrp="1"/>
              </p:cNvSpPr>
              <p:nvPr>
                <p:ph idx="1"/>
              </p:nvPr>
            </p:nvSpPr>
            <p:spPr>
              <a:xfrm>
                <a:off x="395288" y="1086956"/>
                <a:ext cx="8353426" cy="4895850"/>
              </a:xfrm>
            </p:spPr>
            <p:txBody>
              <a:bodyPr/>
              <a:lstStyle/>
              <a:p>
                <a:pPr>
                  <a:spcBef>
                    <a:spcPts val="0"/>
                  </a:spcBef>
                  <a:spcAft>
                    <a:spcPts val="1200"/>
                  </a:spcAft>
                </a:pPr>
                <a:r>
                  <a:rPr lang="en-US" altLang="zh-CN" dirty="0" smtClean="0">
                    <a:latin typeface="Arial" panose="020B0604020202020204" pitchFamily="34" charset="0"/>
                    <a:ea typeface="黑体" panose="02010609060101010101" pitchFamily="49" charset="-122"/>
                    <a:cs typeface="Arial" panose="020B0604020202020204" pitchFamily="34" charset="0"/>
                  </a:rPr>
                  <a:t>Humidity </a:t>
                </a:r>
                <a:br>
                  <a:rPr lang="en-US" altLang="zh-CN" dirty="0" smtClean="0">
                    <a:latin typeface="Arial" panose="020B0604020202020204" pitchFamily="34" charset="0"/>
                    <a:ea typeface="黑体" panose="02010609060101010101" pitchFamily="49" charset="-122"/>
                    <a:cs typeface="Arial" panose="020B0604020202020204" pitchFamily="34" charset="0"/>
                  </a:rPr>
                </a:br>
                <a:r>
                  <a:rPr lang="zh-CN" altLang="en-US" dirty="0" smtClean="0">
                    <a:latin typeface="Arial" panose="020B0604020202020204" pitchFamily="34" charset="0"/>
                    <a:ea typeface="黑体" panose="02010609060101010101" pitchFamily="49" charset="-122"/>
                    <a:cs typeface="Arial" panose="020B0604020202020204" pitchFamily="34" charset="0"/>
                  </a:rPr>
                  <a:t>湿度影响</a:t>
                </a:r>
                <a:endParaRPr lang="en-US" altLang="zh-CN" dirty="0" smtClean="0">
                  <a:latin typeface="Arial" panose="020B0604020202020204" pitchFamily="34" charset="0"/>
                  <a:ea typeface="黑体" panose="02010609060101010101" pitchFamily="49" charset="-122"/>
                  <a:cs typeface="Arial" panose="020B0604020202020204" pitchFamily="34" charset="0"/>
                </a:endParaRPr>
              </a:p>
              <a:p>
                <a:pPr marL="179387" lvl="1" indent="0">
                  <a:spcAft>
                    <a:spcPts val="1200"/>
                  </a:spcAft>
                  <a:buNone/>
                </a:pPr>
                <a:r>
                  <a:rPr lang="en-US" altLang="zh-CN" dirty="0" smtClean="0">
                    <a:latin typeface="Arial" panose="020B0604020202020204" pitchFamily="34" charset="0"/>
                    <a:ea typeface="黑体" panose="02010609060101010101" pitchFamily="49" charset="-122"/>
                    <a:cs typeface="Arial" panose="020B0604020202020204" pitchFamily="34" charset="0"/>
                  </a:rPr>
                  <a:t>With </a:t>
                </a:r>
                <a:r>
                  <a:rPr lang="en-US" altLang="zh-CN" dirty="0">
                    <a:latin typeface="Arial" panose="020B0604020202020204" pitchFamily="34" charset="0"/>
                    <a:ea typeface="黑体" panose="02010609060101010101" pitchFamily="49" charset="-122"/>
                    <a:cs typeface="Arial" panose="020B0604020202020204" pitchFamily="34" charset="0"/>
                  </a:rPr>
                  <a:t>respect to humidity conditions, this Recommendation defines 3 humidity classes: </a:t>
                </a:r>
                <a:r>
                  <a:rPr lang="en-US" altLang="zh-CN" b="1" dirty="0">
                    <a:latin typeface="Arial" panose="020B0604020202020204" pitchFamily="34" charset="0"/>
                    <a:ea typeface="黑体" panose="02010609060101010101" pitchFamily="49" charset="-122"/>
                    <a:cs typeface="Arial" panose="020B0604020202020204" pitchFamily="34" charset="0"/>
                  </a:rPr>
                  <a:t>CH</a:t>
                </a:r>
                <a:r>
                  <a:rPr lang="en-US" altLang="zh-CN" dirty="0">
                    <a:latin typeface="Arial" panose="020B0604020202020204" pitchFamily="34" charset="0"/>
                    <a:ea typeface="黑体" panose="02010609060101010101" pitchFamily="49" charset="-122"/>
                    <a:cs typeface="Arial" panose="020B0604020202020204" pitchFamily="34" charset="0"/>
                  </a:rPr>
                  <a:t> (cyclic humidity - as standard), </a:t>
                </a:r>
                <a:r>
                  <a:rPr lang="en-US" altLang="zh-CN" b="1" dirty="0">
                    <a:latin typeface="Arial" panose="020B0604020202020204" pitchFamily="34" charset="0"/>
                    <a:ea typeface="黑体" panose="02010609060101010101" pitchFamily="49" charset="-122"/>
                    <a:cs typeface="Arial" panose="020B0604020202020204" pitchFamily="34" charset="0"/>
                  </a:rPr>
                  <a:t>NH</a:t>
                </a:r>
                <a:r>
                  <a:rPr lang="en-US" altLang="zh-CN" dirty="0">
                    <a:latin typeface="Arial" panose="020B0604020202020204" pitchFamily="34" charset="0"/>
                    <a:ea typeface="黑体" panose="02010609060101010101" pitchFamily="49" charset="-122"/>
                    <a:cs typeface="Arial" panose="020B0604020202020204" pitchFamily="34" charset="0"/>
                  </a:rPr>
                  <a:t> (no humidity), and </a:t>
                </a:r>
                <a:r>
                  <a:rPr lang="en-US" altLang="zh-CN" b="1" dirty="0">
                    <a:latin typeface="Arial" panose="020B0604020202020204" pitchFamily="34" charset="0"/>
                    <a:ea typeface="黑体" panose="02010609060101010101" pitchFamily="49" charset="-122"/>
                    <a:cs typeface="Arial" panose="020B0604020202020204" pitchFamily="34" charset="0"/>
                  </a:rPr>
                  <a:t>SH</a:t>
                </a:r>
                <a:r>
                  <a:rPr lang="en-US" altLang="zh-CN" dirty="0">
                    <a:latin typeface="Arial" panose="020B0604020202020204" pitchFamily="34" charset="0"/>
                    <a:ea typeface="黑体" panose="02010609060101010101" pitchFamily="49" charset="-122"/>
                    <a:cs typeface="Arial" panose="020B0604020202020204" pitchFamily="34" charset="0"/>
                  </a:rPr>
                  <a:t> (steady-state humidity). </a:t>
                </a:r>
                <a:endParaRPr lang="en-US" altLang="zh-CN" dirty="0" smtClean="0">
                  <a:latin typeface="Arial" panose="020B0604020202020204" pitchFamily="34" charset="0"/>
                  <a:ea typeface="黑体" panose="02010609060101010101" pitchFamily="49" charset="-122"/>
                  <a:cs typeface="Arial" panose="020B0604020202020204" pitchFamily="34" charset="0"/>
                </a:endParaRPr>
              </a:p>
              <a:p>
                <a:pPr marL="179387" lvl="1" indent="0">
                  <a:spcAft>
                    <a:spcPts val="1200"/>
                  </a:spcAft>
                  <a:buNone/>
                </a:pPr>
                <a:r>
                  <a:rPr lang="en-US" altLang="zh-CN" dirty="0" smtClean="0">
                    <a:latin typeface="Arial" panose="020B0604020202020204" pitchFamily="34" charset="0"/>
                    <a:ea typeface="黑体" panose="02010609060101010101" pitchFamily="49" charset="-122"/>
                    <a:cs typeface="Arial" panose="020B0604020202020204" pitchFamily="34" charset="0"/>
                  </a:rPr>
                  <a:t>In </a:t>
                </a:r>
                <a:r>
                  <a:rPr lang="en-US" altLang="zh-CN" dirty="0">
                    <a:latin typeface="Arial" panose="020B0604020202020204" pitchFamily="34" charset="0"/>
                    <a:ea typeface="黑体" panose="02010609060101010101" pitchFamily="49" charset="-122"/>
                    <a:cs typeface="Arial" panose="020B0604020202020204" pitchFamily="34" charset="0"/>
                  </a:rPr>
                  <a:t>the case of class NH or SH, the class designation shall be marked on the load cell. In the </a:t>
                </a:r>
                <a:r>
                  <a:rPr lang="en-US" altLang="zh-CN" dirty="0" smtClean="0">
                    <a:latin typeface="Arial" panose="020B0604020202020204" pitchFamily="34" charset="0"/>
                    <a:ea typeface="黑体" panose="02010609060101010101" pitchFamily="49" charset="-122"/>
                    <a:cs typeface="Arial" panose="020B0604020202020204" pitchFamily="34" charset="0"/>
                  </a:rPr>
                  <a:t>case </a:t>
                </a:r>
                <a:r>
                  <a:rPr lang="en-US" altLang="zh-CN" dirty="0">
                    <a:latin typeface="Arial" panose="020B0604020202020204" pitchFamily="34" charset="0"/>
                    <a:ea typeface="黑体" panose="02010609060101010101" pitchFamily="49" charset="-122"/>
                    <a:cs typeface="Arial" panose="020B0604020202020204" pitchFamily="34" charset="0"/>
                  </a:rPr>
                  <a:t>of class CH, class designation marking of the load cell is not </a:t>
                </a:r>
                <a:r>
                  <a:rPr lang="en-US" altLang="zh-CN" dirty="0" smtClean="0">
                    <a:latin typeface="Arial" panose="020B0604020202020204" pitchFamily="34" charset="0"/>
                    <a:ea typeface="黑体" panose="02010609060101010101" pitchFamily="49" charset="-122"/>
                    <a:cs typeface="Arial" panose="020B0604020202020204" pitchFamily="34" charset="0"/>
                  </a:rPr>
                  <a:t>mandatory</a:t>
                </a:r>
              </a:p>
              <a:p>
                <a:pPr lvl="1">
                  <a:spcAft>
                    <a:spcPts val="1200"/>
                  </a:spcAft>
                </a:pPr>
                <a:r>
                  <a:rPr lang="en-US" altLang="zh-CN" b="1" dirty="0">
                    <a:latin typeface="Arial" panose="020B0604020202020204" pitchFamily="34" charset="0"/>
                    <a:ea typeface="黑体" panose="02010609060101010101" pitchFamily="49" charset="-122"/>
                    <a:cs typeface="Arial" panose="020B0604020202020204" pitchFamily="34" charset="0"/>
                  </a:rPr>
                  <a:t>Humidity error – CH or unmarked load </a:t>
                </a:r>
                <a:r>
                  <a:rPr lang="en-US" altLang="zh-CN" b="1" dirty="0" smtClean="0">
                    <a:latin typeface="Arial" panose="020B0604020202020204" pitchFamily="34" charset="0"/>
                    <a:ea typeface="黑体" panose="02010609060101010101" pitchFamily="49" charset="-122"/>
                    <a:cs typeface="Arial" panose="020B0604020202020204" pitchFamily="34" charset="0"/>
                  </a:rPr>
                  <a:t>cells</a:t>
                </a:r>
              </a:p>
              <a:p>
                <a:pPr marL="357188" lvl="2" indent="0">
                  <a:spcAft>
                    <a:spcPts val="1200"/>
                  </a:spcAft>
                  <a:buNone/>
                </a:pPr>
                <a:r>
                  <a:rPr lang="en-US" altLang="zh-CN" dirty="0">
                    <a:latin typeface="Arial" panose="020B0604020202020204" pitchFamily="34" charset="0"/>
                    <a:ea typeface="黑体" panose="02010609060101010101" pitchFamily="49" charset="-122"/>
                    <a:cs typeface="Arial" panose="020B0604020202020204" pitchFamily="34" charset="0"/>
                  </a:rPr>
                  <a:t>The influence of exposure to temperature cycles specified in R 60-2, 2.10.5.12 on the load cell output for minimum load shall not be greater than </a:t>
                </a:r>
                <a:r>
                  <a:rPr lang="en-US" altLang="zh-CN" b="1" dirty="0">
                    <a:latin typeface="Arial" panose="020B0604020202020204" pitchFamily="34" charset="0"/>
                    <a:ea typeface="黑体" panose="02010609060101010101" pitchFamily="49" charset="-122"/>
                    <a:cs typeface="Arial" panose="020B0604020202020204" pitchFamily="34" charset="0"/>
                  </a:rPr>
                  <a:t>4 %</a:t>
                </a:r>
                <a:r>
                  <a:rPr lang="en-US" altLang="zh-CN" dirty="0">
                    <a:latin typeface="Arial" panose="020B0604020202020204" pitchFamily="34" charset="0"/>
                    <a:ea typeface="黑体" panose="02010609060101010101" pitchFamily="49" charset="-122"/>
                    <a:cs typeface="Arial" panose="020B0604020202020204" pitchFamily="34" charset="0"/>
                  </a:rPr>
                  <a:t> of the difference between the output on the maximum capacity, </a:t>
                </a:r>
                <a14:m>
                  <m:oMath xmlns:m="http://schemas.openxmlformats.org/officeDocument/2006/math">
                    <m:sSub>
                      <m:sSubPr>
                        <m:ctrlPr>
                          <a:rPr lang="en-US" altLang="zh-CN" i="1" smtClean="0">
                            <a:latin typeface="Cambria Math"/>
                            <a:ea typeface="黑体" panose="02010609060101010101" pitchFamily="49" charset="-122"/>
                            <a:cs typeface="Arial" panose="020B0604020202020204" pitchFamily="34" charset="0"/>
                          </a:rPr>
                        </m:ctrlPr>
                      </m:sSubPr>
                      <m:e>
                        <m:r>
                          <a:rPr lang="en-US" altLang="zh-CN" b="0" i="1" smtClean="0">
                            <a:latin typeface="Cambria Math"/>
                            <a:ea typeface="黑体" panose="02010609060101010101" pitchFamily="49" charset="-122"/>
                            <a:cs typeface="Arial" panose="020B0604020202020204" pitchFamily="34" charset="0"/>
                          </a:rPr>
                          <m:t>𝐸</m:t>
                        </m:r>
                      </m:e>
                      <m:sub>
                        <m:r>
                          <a:rPr lang="en-US" altLang="zh-CN" b="0" i="1" smtClean="0">
                            <a:latin typeface="Cambria Math"/>
                            <a:ea typeface="黑体" panose="02010609060101010101" pitchFamily="49" charset="-122"/>
                            <a:cs typeface="Arial" panose="020B0604020202020204" pitchFamily="34" charset="0"/>
                          </a:rPr>
                          <m:t>𝑚𝑎𝑥</m:t>
                        </m:r>
                      </m:sub>
                    </m:sSub>
                  </m:oMath>
                </a14:m>
                <a:r>
                  <a:rPr lang="en-US" altLang="zh-CN" dirty="0">
                    <a:latin typeface="Arial" panose="020B0604020202020204" pitchFamily="34" charset="0"/>
                    <a:ea typeface="黑体" panose="02010609060101010101" pitchFamily="49" charset="-122"/>
                    <a:cs typeface="Arial" panose="020B0604020202020204" pitchFamily="34" charset="0"/>
                  </a:rPr>
                  <a:t>, and that at the minimum dead load </a:t>
                </a:r>
                <a14:m>
                  <m:oMath xmlns:m="http://schemas.openxmlformats.org/officeDocument/2006/math">
                    <m:sSub>
                      <m:sSubPr>
                        <m:ctrlPr>
                          <a:rPr lang="en-US" altLang="zh-CN" i="1" smtClean="0">
                            <a:latin typeface="Cambria Math"/>
                            <a:ea typeface="黑体" panose="02010609060101010101" pitchFamily="49" charset="-122"/>
                            <a:cs typeface="Arial" panose="020B0604020202020204" pitchFamily="34" charset="0"/>
                          </a:rPr>
                        </m:ctrlPr>
                      </m:sSubPr>
                      <m:e>
                        <m:r>
                          <a:rPr lang="en-US" altLang="zh-CN" b="0" i="1" smtClean="0">
                            <a:latin typeface="Cambria Math"/>
                            <a:ea typeface="黑体" panose="02010609060101010101" pitchFamily="49" charset="-122"/>
                            <a:cs typeface="Arial" panose="020B0604020202020204" pitchFamily="34" charset="0"/>
                          </a:rPr>
                          <m:t>𝐸</m:t>
                        </m:r>
                      </m:e>
                      <m:sub>
                        <m:r>
                          <a:rPr lang="en-US" altLang="zh-CN" b="0" i="1" smtClean="0">
                            <a:latin typeface="Cambria Math"/>
                            <a:ea typeface="黑体" panose="02010609060101010101" pitchFamily="49" charset="-122"/>
                            <a:cs typeface="Arial" panose="020B0604020202020204" pitchFamily="34" charset="0"/>
                          </a:rPr>
                          <m:t>𝑚𝑖𝑛</m:t>
                        </m:r>
                      </m:sub>
                    </m:sSub>
                  </m:oMath>
                </a14:m>
                <a:r>
                  <a:rPr lang="en-US" altLang="zh-CN" dirty="0">
                    <a:latin typeface="Arial" panose="020B0604020202020204" pitchFamily="34" charset="0"/>
                    <a:ea typeface="黑体" panose="02010609060101010101" pitchFamily="49" charset="-122"/>
                    <a:cs typeface="Arial" panose="020B0604020202020204" pitchFamily="34" charset="0"/>
                  </a:rPr>
                  <a:t>.</a:t>
                </a:r>
              </a:p>
              <a:p>
                <a:pPr marL="357188" lvl="2" indent="0">
                  <a:spcAft>
                    <a:spcPts val="1200"/>
                  </a:spcAft>
                  <a:buNone/>
                </a:pPr>
                <a:r>
                  <a:rPr lang="en-US" altLang="zh-CN" dirty="0" smtClean="0">
                    <a:latin typeface="Arial" panose="020B0604020202020204" pitchFamily="34" charset="0"/>
                    <a:ea typeface="黑体" panose="02010609060101010101" pitchFamily="49" charset="-122"/>
                    <a:cs typeface="Arial" panose="020B0604020202020204" pitchFamily="34" charset="0"/>
                  </a:rPr>
                  <a:t>The </a:t>
                </a:r>
                <a:r>
                  <a:rPr lang="en-US" altLang="zh-CN" dirty="0">
                    <a:latin typeface="Arial" panose="020B0604020202020204" pitchFamily="34" charset="0"/>
                    <a:ea typeface="黑体" panose="02010609060101010101" pitchFamily="49" charset="-122"/>
                    <a:cs typeface="Arial" panose="020B0604020202020204" pitchFamily="34" charset="0"/>
                  </a:rPr>
                  <a:t>influence of exposure to temperature cycles specified in R 60-2, 2.10.5.12 on the load cell output for the maximum load shall not be greater than the load cell </a:t>
                </a:r>
                <a:r>
                  <a:rPr lang="en-US" altLang="zh-CN" b="1" dirty="0">
                    <a:latin typeface="Arial" panose="020B0604020202020204" pitchFamily="34" charset="0"/>
                    <a:ea typeface="黑体" panose="02010609060101010101" pitchFamily="49" charset="-122"/>
                    <a:cs typeface="Arial" panose="020B0604020202020204" pitchFamily="34" charset="0"/>
                  </a:rPr>
                  <a:t>verification interval v</a:t>
                </a:r>
                <a:r>
                  <a:rPr lang="en-US" altLang="zh-CN" b="1" dirty="0" smtClean="0">
                    <a:latin typeface="Arial" panose="020B0604020202020204" pitchFamily="34" charset="0"/>
                    <a:ea typeface="黑体" panose="02010609060101010101" pitchFamily="49" charset="-122"/>
                    <a:cs typeface="Arial" panose="020B0604020202020204" pitchFamily="34" charset="0"/>
                  </a:rPr>
                  <a:t>.</a:t>
                </a:r>
              </a:p>
              <a:p>
                <a:pPr marL="357188" lvl="2" indent="457200">
                  <a:spcAft>
                    <a:spcPts val="1200"/>
                  </a:spcAft>
                  <a:buNone/>
                </a:pPr>
                <a:r>
                  <a:rPr lang="en-US" altLang="zh-CN" dirty="0" smtClean="0">
                    <a:latin typeface="Arial" panose="020B0604020202020204" pitchFamily="34" charset="0"/>
                    <a:ea typeface="黑体" panose="02010609060101010101" pitchFamily="49" charset="-122"/>
                    <a:cs typeface="Arial" panose="020B0604020202020204" pitchFamily="34" charset="0"/>
                  </a:rPr>
                  <a:t>2017 </a:t>
                </a:r>
                <a:r>
                  <a:rPr lang="zh-CN" altLang="en-US" dirty="0" smtClean="0">
                    <a:latin typeface="Arial" panose="020B0604020202020204" pitchFamily="34" charset="0"/>
                    <a:ea typeface="黑体" panose="02010609060101010101" pitchFamily="49" charset="-122"/>
                    <a:cs typeface="Arial" panose="020B0604020202020204" pitchFamily="34" charset="0"/>
                  </a:rPr>
                  <a:t>版本对</a:t>
                </a:r>
                <a:r>
                  <a:rPr lang="en-US" altLang="zh-CN" dirty="0" smtClean="0">
                    <a:latin typeface="Arial" panose="020B0604020202020204" pitchFamily="34" charset="0"/>
                    <a:ea typeface="黑体" panose="02010609060101010101" pitchFamily="49" charset="-122"/>
                    <a:cs typeface="Arial" panose="020B0604020202020204" pitchFamily="34" charset="0"/>
                  </a:rPr>
                  <a:t>CH</a:t>
                </a:r>
                <a:r>
                  <a:rPr lang="zh-CN" altLang="en-US" dirty="0" smtClean="0">
                    <a:latin typeface="Arial" panose="020B0604020202020204" pitchFamily="34" charset="0"/>
                    <a:ea typeface="黑体" panose="02010609060101010101" pitchFamily="49" charset="-122"/>
                    <a:cs typeface="Arial" panose="020B0604020202020204" pitchFamily="34" charset="0"/>
                  </a:rPr>
                  <a:t>测试不仅可以仅进行</a:t>
                </a:r>
                <a14:m>
                  <m:oMath xmlns:m="http://schemas.openxmlformats.org/officeDocument/2006/math">
                    <m:sSub>
                      <m:sSubPr>
                        <m:ctrlPr>
                          <a:rPr lang="en-US" altLang="zh-CN" i="1" smtClean="0">
                            <a:latin typeface="Cambria Math"/>
                            <a:ea typeface="黑体" panose="02010609060101010101" pitchFamily="49" charset="-122"/>
                            <a:cs typeface="Arial" panose="020B0604020202020204" pitchFamily="34" charset="0"/>
                          </a:rPr>
                        </m:ctrlPr>
                      </m:sSubPr>
                      <m:e>
                        <m:r>
                          <a:rPr lang="en-US" altLang="zh-CN" b="0" i="1" smtClean="0">
                            <a:latin typeface="Cambria Math"/>
                            <a:ea typeface="黑体" panose="02010609060101010101" pitchFamily="49" charset="-122"/>
                            <a:cs typeface="Arial" panose="020B0604020202020204" pitchFamily="34" charset="0"/>
                          </a:rPr>
                          <m:t>𝐷</m:t>
                        </m:r>
                      </m:e>
                      <m:sub>
                        <m:r>
                          <a:rPr lang="en-US" altLang="zh-CN" i="1">
                            <a:latin typeface="Cambria Math"/>
                            <a:ea typeface="黑体" panose="02010609060101010101" pitchFamily="49" charset="-122"/>
                            <a:cs typeface="Arial" panose="020B0604020202020204" pitchFamily="34" charset="0"/>
                          </a:rPr>
                          <m:t>𝑚𝑖𝑛</m:t>
                        </m:r>
                      </m:sub>
                    </m:sSub>
                  </m:oMath>
                </a14:m>
                <a:r>
                  <a:rPr lang="zh-CN" altLang="en-US" dirty="0" smtClean="0">
                    <a:latin typeface="Arial" panose="020B0604020202020204" pitchFamily="34" charset="0"/>
                    <a:ea typeface="黑体" panose="02010609060101010101" pitchFamily="49" charset="-122"/>
                    <a:cs typeface="Arial" panose="020B0604020202020204" pitchFamily="34" charset="0"/>
                  </a:rPr>
                  <a:t>和</a:t>
                </a:r>
                <a14:m>
                  <m:oMath xmlns:m="http://schemas.openxmlformats.org/officeDocument/2006/math">
                    <m:sSub>
                      <m:sSubPr>
                        <m:ctrlPr>
                          <a:rPr lang="en-US" altLang="zh-CN" i="1" dirty="0" smtClean="0">
                            <a:latin typeface="Cambria Math"/>
                            <a:ea typeface="黑体" panose="02010609060101010101" pitchFamily="49" charset="-122"/>
                            <a:cs typeface="Arial" panose="020B0604020202020204" pitchFamily="34" charset="0"/>
                          </a:rPr>
                        </m:ctrlPr>
                      </m:sSubPr>
                      <m:e>
                        <m:r>
                          <a:rPr lang="en-US" altLang="zh-CN" b="0" i="1" dirty="0" smtClean="0">
                            <a:latin typeface="Cambria Math"/>
                            <a:ea typeface="黑体" panose="02010609060101010101" pitchFamily="49" charset="-122"/>
                            <a:cs typeface="Arial" panose="020B0604020202020204" pitchFamily="34" charset="0"/>
                          </a:rPr>
                          <m:t>𝐷</m:t>
                        </m:r>
                      </m:e>
                      <m:sub>
                        <m:r>
                          <a:rPr lang="en-US" altLang="zh-CN" b="0" i="1" dirty="0" smtClean="0">
                            <a:latin typeface="Cambria Math"/>
                            <a:ea typeface="黑体" panose="02010609060101010101" pitchFamily="49" charset="-122"/>
                            <a:cs typeface="Arial" panose="020B0604020202020204" pitchFamily="34" charset="0"/>
                          </a:rPr>
                          <m:t>𝑚𝑎𝑥</m:t>
                        </m:r>
                      </m:sub>
                    </m:sSub>
                  </m:oMath>
                </a14:m>
                <a:r>
                  <a:rPr lang="zh-CN" altLang="en-US" dirty="0" smtClean="0">
                    <a:latin typeface="Arial" panose="020B0604020202020204" pitchFamily="34" charset="0"/>
                    <a:ea typeface="黑体" panose="02010609060101010101" pitchFamily="49" charset="-122"/>
                    <a:cs typeface="Arial" panose="020B0604020202020204" pitchFamily="34" charset="0"/>
                  </a:rPr>
                  <a:t>的测试，也可以按性能测试的方法进行逐级加载</a:t>
                </a:r>
                <a:r>
                  <a:rPr lang="en-US" altLang="zh-CN" dirty="0" smtClean="0">
                    <a:latin typeface="Arial" panose="020B0604020202020204" pitchFamily="34" charset="0"/>
                    <a:ea typeface="黑体" panose="02010609060101010101" pitchFamily="49" charset="-122"/>
                    <a:cs typeface="Arial" panose="020B0604020202020204" pitchFamily="34" charset="0"/>
                  </a:rPr>
                  <a:t>/</a:t>
                </a:r>
                <a:r>
                  <a:rPr lang="zh-CN" altLang="en-US" dirty="0" smtClean="0">
                    <a:latin typeface="Arial" panose="020B0604020202020204" pitchFamily="34" charset="0"/>
                    <a:ea typeface="黑体" panose="02010609060101010101" pitchFamily="49" charset="-122"/>
                    <a:cs typeface="Arial" panose="020B0604020202020204" pitchFamily="34" charset="0"/>
                  </a:rPr>
                  <a:t>卸载测试，</a:t>
                </a:r>
                <a:r>
                  <a:rPr lang="zh-CN" altLang="en-US" dirty="0" smtClean="0">
                    <a:solidFill>
                      <a:srgbClr val="FF0000"/>
                    </a:solidFill>
                    <a:latin typeface="Arial" panose="020B0604020202020204" pitchFamily="34" charset="0"/>
                    <a:ea typeface="黑体" panose="02010609060101010101" pitchFamily="49" charset="-122"/>
                    <a:cs typeface="Arial" panose="020B0604020202020204" pitchFamily="34" charset="0"/>
                  </a:rPr>
                  <a:t>但要求和考核的方法相同，试前测试和试后测试方法要求统一，否则会引入方法误差</a:t>
                </a:r>
                <a:r>
                  <a:rPr lang="zh-CN" altLang="en-US" dirty="0" smtClean="0">
                    <a:latin typeface="Arial" panose="020B0604020202020204" pitchFamily="34" charset="0"/>
                    <a:ea typeface="黑体" panose="02010609060101010101" pitchFamily="49" charset="-122"/>
                    <a:cs typeface="Arial" panose="020B0604020202020204" pitchFamily="34" charset="0"/>
                  </a:rPr>
                  <a:t>。</a:t>
                </a:r>
                <a:endParaRPr lang="en-US" altLang="zh-CN" dirty="0" smtClean="0">
                  <a:latin typeface="Arial" panose="020B0604020202020204" pitchFamily="34" charset="0"/>
                  <a:ea typeface="黑体" panose="02010609060101010101" pitchFamily="49" charset="-122"/>
                  <a:cs typeface="Arial" panose="020B0604020202020204" pitchFamily="34" charset="0"/>
                </a:endParaRPr>
              </a:p>
              <a:p>
                <a:pPr marL="357188" lvl="2" indent="0">
                  <a:spcAft>
                    <a:spcPts val="1200"/>
                  </a:spcAft>
                  <a:buNone/>
                </a:pPr>
                <a:endParaRPr lang="zh-CN" altLang="en-US" dirty="0">
                  <a:latin typeface="Arial" panose="020B0604020202020204" pitchFamily="34" charset="0"/>
                  <a:ea typeface="黑体" panose="02010609060101010101" pitchFamily="49" charset="-122"/>
                  <a:cs typeface="Arial" panose="020B0604020202020204" pitchFamily="34" charset="0"/>
                </a:endParaRPr>
              </a:p>
            </p:txBody>
          </p:sp>
        </mc:Choice>
        <mc:Fallback>
          <p:sp>
            <p:nvSpPr>
              <p:cNvPr id="4" name="内容占位符 3"/>
              <p:cNvSpPr>
                <a:spLocks noGrp="1" noRot="1" noChangeAspect="1" noMove="1" noResize="1" noEditPoints="1" noAdjustHandles="1" noChangeArrowheads="1" noChangeShapeType="1" noTextEdit="1"/>
              </p:cNvSpPr>
              <p:nvPr>
                <p:ph idx="1"/>
              </p:nvPr>
            </p:nvSpPr>
            <p:spPr>
              <a:xfrm>
                <a:off x="395288" y="1086956"/>
                <a:ext cx="8353426" cy="4895850"/>
              </a:xfrm>
              <a:blipFill rotWithShape="1">
                <a:blip r:embed="rId2"/>
                <a:stretch>
                  <a:fillRect l="-1387" t="-1245" r="-1971" b="-872"/>
                </a:stretch>
              </a:blipFill>
            </p:spPr>
            <p:txBody>
              <a:bodyPr/>
              <a:lstStyle/>
              <a:p>
                <a:r>
                  <a:rPr lang="zh-CN" altLang="en-US">
                    <a:noFill/>
                  </a:rPr>
                  <a:t> </a:t>
                </a:r>
              </a:p>
            </p:txBody>
          </p:sp>
        </mc:Fallback>
      </mc:AlternateContent>
      <p:sp>
        <p:nvSpPr>
          <p:cNvPr id="5" name="灯片编号占位符 4"/>
          <p:cNvSpPr>
            <a:spLocks noGrp="1"/>
          </p:cNvSpPr>
          <p:nvPr>
            <p:ph type="sldNum" sz="quarter" idx="100"/>
          </p:nvPr>
        </p:nvSpPr>
        <p:spPr/>
        <p:txBody>
          <a:bodyPr/>
          <a:lstStyle/>
          <a:p>
            <a:fld id="{2B2B68EE-DD1E-4368-AFCE-24A50EC7BF18}" type="slidenum">
              <a:rPr lang="en-US" smtClean="0"/>
              <a:pPr/>
              <a:t>49</a:t>
            </a:fld>
            <a:endParaRPr lang="en-US" dirty="0"/>
          </a:p>
        </p:txBody>
      </p:sp>
      <p:sp>
        <p:nvSpPr>
          <p:cNvPr id="6" name="页脚占位符 5"/>
          <p:cNvSpPr>
            <a:spLocks noGrp="1"/>
          </p:cNvSpPr>
          <p:nvPr>
            <p:ph type="ftr" sz="quarter" idx="101"/>
          </p:nvPr>
        </p:nvSpPr>
        <p:spPr/>
        <p:txBody>
          <a:bodyPr/>
          <a:lstStyle/>
          <a:p>
            <a:r>
              <a:rPr lang="en-US" smtClean="0"/>
              <a:t>For internal use - Confidential</a:t>
            </a:r>
            <a:endParaRPr lang="en-US" dirty="0"/>
          </a:p>
        </p:txBody>
      </p:sp>
    </p:spTree>
    <p:extLst>
      <p:ext uri="{BB962C8B-B14F-4D97-AF65-F5344CB8AC3E}">
        <p14:creationId xmlns:p14="http://schemas.microsoft.com/office/powerpoint/2010/main" val="1300504548"/>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latin typeface="黑体" panose="02010609060101010101" pitchFamily="49" charset="-122"/>
                <a:ea typeface="黑体" panose="02010609060101010101" pitchFamily="49" charset="-122"/>
              </a:rPr>
              <a:t>计量要求</a:t>
            </a:r>
            <a:endParaRPr lang="zh-CN" altLang="en-US" dirty="0"/>
          </a:p>
        </p:txBody>
      </p:sp>
      <p:sp>
        <p:nvSpPr>
          <p:cNvPr id="4" name="内容占位符 3"/>
          <p:cNvSpPr>
            <a:spLocks noGrp="1"/>
          </p:cNvSpPr>
          <p:nvPr>
            <p:ph idx="1"/>
          </p:nvPr>
        </p:nvSpPr>
        <p:spPr>
          <a:xfrm>
            <a:off x="395288" y="1201980"/>
            <a:ext cx="8353426" cy="4895850"/>
          </a:xfrm>
        </p:spPr>
        <p:txBody>
          <a:bodyPr/>
          <a:lstStyle/>
          <a:p>
            <a:pPr lvl="1">
              <a:spcAft>
                <a:spcPts val="1200"/>
              </a:spcAft>
            </a:pPr>
            <a:r>
              <a:rPr lang="en-US" altLang="zh-CN" b="1" dirty="0" smtClean="0">
                <a:latin typeface="Arial" panose="020B0604020202020204" pitchFamily="34" charset="0"/>
                <a:ea typeface="黑体" panose="02010609060101010101" pitchFamily="49" charset="-122"/>
                <a:cs typeface="Arial" panose="020B0604020202020204" pitchFamily="34" charset="0"/>
              </a:rPr>
              <a:t>Humidity </a:t>
            </a:r>
            <a:r>
              <a:rPr lang="en-US" altLang="zh-CN" b="1" dirty="0">
                <a:latin typeface="Arial" panose="020B0604020202020204" pitchFamily="34" charset="0"/>
                <a:ea typeface="黑体" panose="02010609060101010101" pitchFamily="49" charset="-122"/>
                <a:cs typeface="Arial" panose="020B0604020202020204" pitchFamily="34" charset="0"/>
              </a:rPr>
              <a:t>error – CH or unmarked load </a:t>
            </a:r>
            <a:r>
              <a:rPr lang="en-US" altLang="zh-CN" b="1" dirty="0" smtClean="0">
                <a:latin typeface="Arial" panose="020B0604020202020204" pitchFamily="34" charset="0"/>
                <a:ea typeface="黑体" panose="02010609060101010101" pitchFamily="49" charset="-122"/>
                <a:cs typeface="Arial" panose="020B0604020202020204" pitchFamily="34" charset="0"/>
              </a:rPr>
              <a:t>cells</a:t>
            </a:r>
          </a:p>
          <a:p>
            <a:pPr marL="357188" lvl="2" indent="457200">
              <a:spcAft>
                <a:spcPts val="1200"/>
              </a:spcAft>
              <a:buNone/>
            </a:pPr>
            <a:r>
              <a:rPr lang="zh-CN" altLang="en-US" dirty="0" smtClean="0">
                <a:latin typeface="Arial" panose="020B0604020202020204" pitchFamily="34" charset="0"/>
                <a:ea typeface="黑体" panose="02010609060101010101" pitchFamily="49" charset="-122"/>
                <a:cs typeface="Arial" panose="020B0604020202020204" pitchFamily="34" charset="0"/>
              </a:rPr>
              <a:t>由于</a:t>
            </a:r>
            <a:r>
              <a:rPr lang="en-US" altLang="zh-CN" dirty="0" smtClean="0">
                <a:latin typeface="Arial" panose="020B0604020202020204" pitchFamily="34" charset="0"/>
                <a:ea typeface="黑体" panose="02010609060101010101" pitchFamily="49" charset="-122"/>
                <a:cs typeface="Arial" panose="020B0604020202020204" pitchFamily="34" charset="0"/>
              </a:rPr>
              <a:t>CH</a:t>
            </a:r>
            <a:r>
              <a:rPr lang="zh-CN" altLang="en-US" dirty="0" smtClean="0">
                <a:latin typeface="Arial" panose="020B0604020202020204" pitchFamily="34" charset="0"/>
                <a:ea typeface="黑体" panose="02010609060101010101" pitchFamily="49" charset="-122"/>
                <a:cs typeface="Arial" panose="020B0604020202020204" pitchFamily="34" charset="0"/>
              </a:rPr>
              <a:t>测试通常都会重新安装传感器，因此测试应不少于</a:t>
            </a:r>
            <a:r>
              <a:rPr lang="en-US" altLang="zh-CN" dirty="0" smtClean="0">
                <a:latin typeface="Arial" panose="020B0604020202020204" pitchFamily="34" charset="0"/>
                <a:ea typeface="黑体" panose="02010609060101010101" pitchFamily="49" charset="-122"/>
                <a:cs typeface="Arial" panose="020B0604020202020204" pitchFamily="34" charset="0"/>
              </a:rPr>
              <a:t>3</a:t>
            </a:r>
            <a:r>
              <a:rPr lang="zh-CN" altLang="en-US" dirty="0" smtClean="0">
                <a:latin typeface="Arial" panose="020B0604020202020204" pitchFamily="34" charset="0"/>
                <a:ea typeface="黑体" panose="02010609060101010101" pitchFamily="49" charset="-122"/>
                <a:cs typeface="Arial" panose="020B0604020202020204" pitchFamily="34" charset="0"/>
              </a:rPr>
              <a:t>遍，所用设备、装置应使用同一个，如果需要可以首先验证测试安装重复性，影响应不大于</a:t>
            </a:r>
            <a:r>
              <a:rPr lang="en-US" altLang="zh-CN" dirty="0" smtClean="0">
                <a:latin typeface="Arial" panose="020B0604020202020204" pitchFamily="34" charset="0"/>
                <a:ea typeface="黑体" panose="02010609060101010101" pitchFamily="49" charset="-122"/>
                <a:cs typeface="Arial" panose="020B0604020202020204" pitchFamily="34" charset="0"/>
              </a:rPr>
              <a:t>0.2v</a:t>
            </a:r>
            <a:r>
              <a:rPr lang="zh-CN" altLang="en-US" dirty="0" smtClean="0">
                <a:latin typeface="Arial" panose="020B0604020202020204" pitchFamily="34" charset="0"/>
                <a:ea typeface="黑体" panose="02010609060101010101" pitchFamily="49" charset="-122"/>
                <a:cs typeface="Arial" panose="020B0604020202020204" pitchFamily="34" charset="0"/>
              </a:rPr>
              <a:t>，如果不符合要求应考虑设计具有保证功能的工装夹具，尽量减小其它原因对结果带来的影响。</a:t>
            </a:r>
            <a:endParaRPr lang="en-US" altLang="zh-CN" dirty="0" smtClean="0">
              <a:latin typeface="Arial" panose="020B0604020202020204" pitchFamily="34" charset="0"/>
              <a:ea typeface="黑体" panose="02010609060101010101" pitchFamily="49" charset="-122"/>
              <a:cs typeface="Arial" panose="020B0604020202020204" pitchFamily="34" charset="0"/>
            </a:endParaRPr>
          </a:p>
          <a:p>
            <a:pPr marL="357188" lvl="2" indent="457200">
              <a:spcAft>
                <a:spcPts val="1200"/>
              </a:spcAft>
              <a:buNone/>
            </a:pPr>
            <a:r>
              <a:rPr lang="zh-CN" altLang="en-US" dirty="0" smtClean="0">
                <a:latin typeface="Arial" panose="020B0604020202020204" pitchFamily="34" charset="0"/>
                <a:ea typeface="黑体" panose="02010609060101010101" pitchFamily="49" charset="-122"/>
                <a:cs typeface="Arial" panose="020B0604020202020204" pitchFamily="34" charset="0"/>
              </a:rPr>
              <a:t>户外使用衡器通常需要选择有</a:t>
            </a:r>
            <a:r>
              <a:rPr lang="en-US" altLang="zh-CN" dirty="0" smtClean="0">
                <a:latin typeface="Arial" panose="020B0604020202020204" pitchFamily="34" charset="0"/>
                <a:ea typeface="黑体" panose="02010609060101010101" pitchFamily="49" charset="-122"/>
                <a:cs typeface="Arial" panose="020B0604020202020204" pitchFamily="34" charset="0"/>
              </a:rPr>
              <a:t>CH</a:t>
            </a:r>
            <a:r>
              <a:rPr lang="zh-CN" altLang="en-US" dirty="0" smtClean="0">
                <a:latin typeface="Arial" panose="020B0604020202020204" pitchFamily="34" charset="0"/>
                <a:ea typeface="黑体" panose="02010609060101010101" pitchFamily="49" charset="-122"/>
                <a:cs typeface="Arial" panose="020B0604020202020204" pitchFamily="34" charset="0"/>
              </a:rPr>
              <a:t>能力的传感器。例如 </a:t>
            </a:r>
            <a:r>
              <a:rPr lang="en-US" altLang="zh-CN" dirty="0" smtClean="0">
                <a:latin typeface="Arial" panose="020B0604020202020204" pitchFamily="34" charset="0"/>
                <a:ea typeface="黑体" panose="02010609060101010101" pitchFamily="49" charset="-122"/>
                <a:cs typeface="Arial" panose="020B0604020202020204" pitchFamily="34" charset="0"/>
              </a:rPr>
              <a:t>Floor Scale</a:t>
            </a:r>
            <a:r>
              <a:rPr lang="zh-CN" altLang="en-US" dirty="0" smtClean="0">
                <a:latin typeface="Arial" panose="020B0604020202020204" pitchFamily="34" charset="0"/>
                <a:ea typeface="黑体" panose="02010609060101010101" pitchFamily="49" charset="-122"/>
                <a:cs typeface="Arial" panose="020B0604020202020204" pitchFamily="34" charset="0"/>
              </a:rPr>
              <a:t>，</a:t>
            </a:r>
            <a:r>
              <a:rPr lang="en-US" altLang="zh-CN" dirty="0" smtClean="0">
                <a:latin typeface="Arial" panose="020B0604020202020204" pitchFamily="34" charset="0"/>
                <a:ea typeface="黑体" panose="02010609060101010101" pitchFamily="49" charset="-122"/>
                <a:cs typeface="Arial" panose="020B0604020202020204" pitchFamily="34" charset="0"/>
              </a:rPr>
              <a:t>Truck Scale</a:t>
            </a:r>
          </a:p>
          <a:p>
            <a:pPr marL="357188" lvl="2" indent="457200">
              <a:spcAft>
                <a:spcPts val="1200"/>
              </a:spcAft>
              <a:buNone/>
            </a:pPr>
            <a:r>
              <a:rPr lang="en-US" altLang="zh-CN" dirty="0" smtClean="0">
                <a:latin typeface="Arial" panose="020B0604020202020204" pitchFamily="34" charset="0"/>
                <a:ea typeface="黑体" panose="02010609060101010101" pitchFamily="49" charset="-122"/>
                <a:cs typeface="Arial" panose="020B0604020202020204" pitchFamily="34" charset="0"/>
              </a:rPr>
              <a:t>CH</a:t>
            </a:r>
            <a:r>
              <a:rPr lang="zh-CN" altLang="en-US" dirty="0" smtClean="0">
                <a:latin typeface="Arial" panose="020B0604020202020204" pitchFamily="34" charset="0"/>
                <a:ea typeface="黑体" panose="02010609060101010101" pitchFamily="49" charset="-122"/>
                <a:cs typeface="Arial" panose="020B0604020202020204" pitchFamily="34" charset="0"/>
              </a:rPr>
              <a:t>能力与湿热环境应用之间的关系：</a:t>
            </a:r>
            <a:endParaRPr lang="en-US" altLang="zh-CN" dirty="0" smtClean="0">
              <a:latin typeface="Arial" panose="020B0604020202020204" pitchFamily="34" charset="0"/>
              <a:ea typeface="黑体" panose="02010609060101010101" pitchFamily="49" charset="-122"/>
              <a:cs typeface="Arial" panose="020B0604020202020204" pitchFamily="34" charset="0"/>
            </a:endParaRPr>
          </a:p>
          <a:p>
            <a:pPr marL="357188" lvl="2" indent="457200">
              <a:spcAft>
                <a:spcPts val="1200"/>
              </a:spcAft>
              <a:buNone/>
            </a:pPr>
            <a:r>
              <a:rPr lang="zh-CN" altLang="en-US" dirty="0" smtClean="0">
                <a:latin typeface="Arial" panose="020B0604020202020204" pitchFamily="34" charset="0"/>
                <a:ea typeface="黑体" panose="02010609060101010101" pitchFamily="49" charset="-122"/>
                <a:cs typeface="Arial" panose="020B0604020202020204" pitchFamily="34" charset="0"/>
              </a:rPr>
              <a:t>从标准角度而言具有</a:t>
            </a:r>
            <a:r>
              <a:rPr lang="en-US" altLang="zh-CN" dirty="0" smtClean="0">
                <a:latin typeface="Arial" panose="020B0604020202020204" pitchFamily="34" charset="0"/>
                <a:ea typeface="黑体" panose="02010609060101010101" pitchFamily="49" charset="-122"/>
                <a:cs typeface="Arial" panose="020B0604020202020204" pitchFamily="34" charset="0"/>
              </a:rPr>
              <a:t>CH</a:t>
            </a:r>
            <a:r>
              <a:rPr lang="zh-CN" altLang="en-US" dirty="0" smtClean="0">
                <a:latin typeface="Arial" panose="020B0604020202020204" pitchFamily="34" charset="0"/>
                <a:ea typeface="黑体" panose="02010609060101010101" pitchFamily="49" charset="-122"/>
                <a:cs typeface="Arial" panose="020B0604020202020204" pitchFamily="34" charset="0"/>
              </a:rPr>
              <a:t>能力的传感器是指传感器在经过</a:t>
            </a:r>
            <a:r>
              <a:rPr lang="en-US" altLang="zh-CN" dirty="0" smtClean="0">
                <a:latin typeface="Arial" panose="020B0604020202020204" pitchFamily="34" charset="0"/>
                <a:ea typeface="黑体" panose="02010609060101010101" pitchFamily="49" charset="-122"/>
                <a:cs typeface="Arial" panose="020B0604020202020204" pitchFamily="34" charset="0"/>
              </a:rPr>
              <a:t>CH</a:t>
            </a:r>
            <a:r>
              <a:rPr lang="zh-CN" altLang="en-US" dirty="0" smtClean="0">
                <a:latin typeface="Arial" panose="020B0604020202020204" pitchFamily="34" charset="0"/>
                <a:ea typeface="黑体" panose="02010609060101010101" pitchFamily="49" charset="-122"/>
                <a:cs typeface="Arial" panose="020B0604020202020204" pitchFamily="34" charset="0"/>
              </a:rPr>
              <a:t>规定的试验后，零点输出变化在衡器的清零范围内，灵敏度变化不大于一个检定分度值，并不是描述有</a:t>
            </a:r>
            <a:r>
              <a:rPr lang="en-US" altLang="zh-CN" dirty="0" smtClean="0">
                <a:latin typeface="Arial" panose="020B0604020202020204" pitchFamily="34" charset="0"/>
                <a:ea typeface="黑体" panose="02010609060101010101" pitchFamily="49" charset="-122"/>
                <a:cs typeface="Arial" panose="020B0604020202020204" pitchFamily="34" charset="0"/>
              </a:rPr>
              <a:t>CH</a:t>
            </a:r>
            <a:r>
              <a:rPr lang="zh-CN" altLang="en-US" dirty="0" smtClean="0">
                <a:latin typeface="Arial" panose="020B0604020202020204" pitchFamily="34" charset="0"/>
                <a:ea typeface="黑体" panose="02010609060101010101" pitchFamily="49" charset="-122"/>
                <a:cs typeface="Arial" panose="020B0604020202020204" pitchFamily="34" charset="0"/>
              </a:rPr>
              <a:t>能力的传感器可以在湿热条件下长期可靠运行。因此如果传感器的应用要求需要在较严酷的湿热环境中运行，该要求应作为设计输入，通过相关的设计和验证，保证产品在该环境下具有好可靠性。</a:t>
            </a:r>
            <a:endParaRPr lang="en-US" altLang="zh-CN" dirty="0" smtClean="0">
              <a:latin typeface="Arial" panose="020B0604020202020204" pitchFamily="34" charset="0"/>
              <a:ea typeface="黑体" panose="02010609060101010101" pitchFamily="49" charset="-122"/>
              <a:cs typeface="Arial" panose="020B0604020202020204" pitchFamily="34" charset="0"/>
            </a:endParaRPr>
          </a:p>
          <a:p>
            <a:pPr marL="357188" lvl="2" indent="457200">
              <a:spcAft>
                <a:spcPts val="1200"/>
              </a:spcAft>
              <a:buNone/>
            </a:pPr>
            <a:r>
              <a:rPr lang="zh-CN" altLang="en-US" dirty="0" smtClean="0">
                <a:latin typeface="Arial" panose="020B0604020202020204" pitchFamily="34" charset="0"/>
                <a:ea typeface="黑体" panose="02010609060101010101" pitchFamily="49" charset="-122"/>
                <a:cs typeface="Arial" panose="020B0604020202020204" pitchFamily="34" charset="0"/>
              </a:rPr>
              <a:t>但也不是说符合</a:t>
            </a:r>
            <a:r>
              <a:rPr lang="en-US" altLang="zh-CN" dirty="0" smtClean="0">
                <a:latin typeface="Arial" panose="020B0604020202020204" pitchFamily="34" charset="0"/>
                <a:ea typeface="黑体" panose="02010609060101010101" pitchFamily="49" charset="-122"/>
                <a:cs typeface="Arial" panose="020B0604020202020204" pitchFamily="34" charset="0"/>
              </a:rPr>
              <a:t>CH</a:t>
            </a:r>
            <a:r>
              <a:rPr lang="zh-CN" altLang="en-US" dirty="0" smtClean="0">
                <a:latin typeface="Arial" panose="020B0604020202020204" pitchFamily="34" charset="0"/>
                <a:ea typeface="黑体" panose="02010609060101010101" pitchFamily="49" charset="-122"/>
                <a:cs typeface="Arial" panose="020B0604020202020204" pitchFamily="34" charset="0"/>
              </a:rPr>
              <a:t>标识传感器就没有一定防潮特性，通常认为试验时间或效果是模拟产品使用期间受到的等效影响，对于该试验代表了在一个检定周期内符合要求，这与产品在使用中的影响是否是连续的</a:t>
            </a:r>
            <a:r>
              <a:rPr lang="zh-CN" altLang="en-US" dirty="0" smtClean="0">
                <a:latin typeface="Arial" panose="020B0604020202020204" pitchFamily="34" charset="0"/>
                <a:ea typeface="黑体" panose="02010609060101010101" pitchFamily="49" charset="-122"/>
                <a:cs typeface="Arial" panose="020B0604020202020204" pitchFamily="34" charset="0"/>
              </a:rPr>
              <a:t>，</a:t>
            </a:r>
            <a:r>
              <a:rPr lang="zh-CN" altLang="en-US" dirty="0">
                <a:latin typeface="Arial" panose="020B0604020202020204" pitchFamily="34" charset="0"/>
                <a:ea typeface="黑体" panose="02010609060101010101" pitchFamily="49" charset="-122"/>
                <a:cs typeface="Arial" panose="020B0604020202020204" pitchFamily="34" charset="0"/>
              </a:rPr>
              <a:t>影响</a:t>
            </a:r>
            <a:r>
              <a:rPr lang="zh-CN" altLang="en-US" dirty="0" smtClean="0">
                <a:latin typeface="Arial" panose="020B0604020202020204" pitchFamily="34" charset="0"/>
                <a:ea typeface="黑体" panose="02010609060101010101" pitchFamily="49" charset="-122"/>
                <a:cs typeface="Arial" panose="020B0604020202020204" pitchFamily="34" charset="0"/>
              </a:rPr>
              <a:t>是否</a:t>
            </a:r>
            <a:r>
              <a:rPr lang="zh-CN" altLang="en-US" dirty="0" smtClean="0">
                <a:latin typeface="Arial" panose="020B0604020202020204" pitchFamily="34" charset="0"/>
                <a:ea typeface="黑体" panose="02010609060101010101" pitchFamily="49" charset="-122"/>
                <a:cs typeface="Arial" panose="020B0604020202020204" pitchFamily="34" charset="0"/>
              </a:rPr>
              <a:t>是可恢复的等相关。因此</a:t>
            </a:r>
            <a:r>
              <a:rPr lang="en-US" altLang="zh-CN" dirty="0" smtClean="0">
                <a:latin typeface="Arial" panose="020B0604020202020204" pitchFamily="34" charset="0"/>
                <a:ea typeface="黑体" panose="02010609060101010101" pitchFamily="49" charset="-122"/>
                <a:cs typeface="Arial" panose="020B0604020202020204" pitchFamily="34" charset="0"/>
              </a:rPr>
              <a:t>CH</a:t>
            </a:r>
            <a:r>
              <a:rPr lang="zh-CN" altLang="en-US" dirty="0" smtClean="0">
                <a:latin typeface="Arial" panose="020B0604020202020204" pitchFamily="34" charset="0"/>
                <a:ea typeface="黑体" panose="02010609060101010101" pitchFamily="49" charset="-122"/>
                <a:cs typeface="Arial" panose="020B0604020202020204" pitchFamily="34" charset="0"/>
              </a:rPr>
              <a:t>标记可以承诺的应是一般开放型户外条件，非长期密闭</a:t>
            </a:r>
            <a:r>
              <a:rPr lang="zh-CN" altLang="en-US" dirty="0" smtClean="0">
                <a:latin typeface="Arial" panose="020B0604020202020204" pitchFamily="34" charset="0"/>
                <a:ea typeface="黑体" panose="02010609060101010101" pitchFamily="49" charset="-122"/>
                <a:cs typeface="Arial" panose="020B0604020202020204" pitchFamily="34" charset="0"/>
              </a:rPr>
              <a:t>湿热、长期淋雨环境条件</a:t>
            </a:r>
            <a:r>
              <a:rPr lang="zh-CN" altLang="en-US" dirty="0" smtClean="0">
                <a:latin typeface="Arial" panose="020B0604020202020204" pitchFamily="34" charset="0"/>
                <a:ea typeface="黑体" panose="02010609060101010101" pitchFamily="49" charset="-122"/>
                <a:cs typeface="Arial" panose="020B0604020202020204" pitchFamily="34" charset="0"/>
              </a:rPr>
              <a:t>。</a:t>
            </a:r>
            <a:endParaRPr lang="en-US" altLang="zh-CN" dirty="0" smtClean="0">
              <a:latin typeface="Arial" panose="020B0604020202020204" pitchFamily="34" charset="0"/>
              <a:ea typeface="黑体" panose="02010609060101010101" pitchFamily="49" charset="-122"/>
              <a:cs typeface="Arial" panose="020B0604020202020204" pitchFamily="34" charset="0"/>
            </a:endParaRPr>
          </a:p>
          <a:p>
            <a:pPr marL="357188" lvl="2" indent="457200">
              <a:spcAft>
                <a:spcPts val="1200"/>
              </a:spcAft>
              <a:buNone/>
            </a:pPr>
            <a:r>
              <a:rPr lang="zh-CN" altLang="en-US" dirty="0" smtClean="0">
                <a:latin typeface="Arial" panose="020B0604020202020204" pitchFamily="34" charset="0"/>
                <a:ea typeface="黑体" panose="02010609060101010101" pitchFamily="49" charset="-122"/>
                <a:cs typeface="Arial" panose="020B0604020202020204" pitchFamily="34" charset="0"/>
              </a:rPr>
              <a:t>应通过设计和试验验证产品湿热环境适应能力是否符合产品市场需求。</a:t>
            </a:r>
            <a:endParaRPr lang="en-US" altLang="zh-CN" dirty="0">
              <a:latin typeface="Arial" panose="020B0604020202020204" pitchFamily="34" charset="0"/>
              <a:ea typeface="黑体" panose="02010609060101010101" pitchFamily="49" charset="-122"/>
              <a:cs typeface="Arial" panose="020B0604020202020204" pitchFamily="34" charset="0"/>
            </a:endParaRPr>
          </a:p>
          <a:p>
            <a:pPr marL="357188" lvl="2" indent="0">
              <a:buNone/>
            </a:pPr>
            <a:endParaRPr lang="zh-CN" altLang="en-US" dirty="0">
              <a:latin typeface="Arial" panose="020B0604020202020204" pitchFamily="34" charset="0"/>
              <a:ea typeface="黑体" panose="02010609060101010101" pitchFamily="49" charset="-122"/>
              <a:cs typeface="Arial" panose="020B0604020202020204" pitchFamily="34" charset="0"/>
            </a:endParaRPr>
          </a:p>
        </p:txBody>
      </p:sp>
      <p:sp>
        <p:nvSpPr>
          <p:cNvPr id="5" name="灯片编号占位符 4"/>
          <p:cNvSpPr>
            <a:spLocks noGrp="1"/>
          </p:cNvSpPr>
          <p:nvPr>
            <p:ph type="sldNum" sz="quarter" idx="100"/>
          </p:nvPr>
        </p:nvSpPr>
        <p:spPr/>
        <p:txBody>
          <a:bodyPr/>
          <a:lstStyle/>
          <a:p>
            <a:fld id="{2B2B68EE-DD1E-4368-AFCE-24A50EC7BF18}" type="slidenum">
              <a:rPr lang="en-US" smtClean="0"/>
              <a:pPr/>
              <a:t>50</a:t>
            </a:fld>
            <a:endParaRPr lang="en-US" dirty="0"/>
          </a:p>
        </p:txBody>
      </p:sp>
      <p:sp>
        <p:nvSpPr>
          <p:cNvPr id="6" name="页脚占位符 5"/>
          <p:cNvSpPr>
            <a:spLocks noGrp="1"/>
          </p:cNvSpPr>
          <p:nvPr>
            <p:ph type="ftr" sz="quarter" idx="101"/>
          </p:nvPr>
        </p:nvSpPr>
        <p:spPr/>
        <p:txBody>
          <a:bodyPr/>
          <a:lstStyle/>
          <a:p>
            <a:r>
              <a:rPr lang="en-US" smtClean="0"/>
              <a:t>For internal use - Confidential</a:t>
            </a:r>
            <a:endParaRPr lang="en-US" dirty="0"/>
          </a:p>
        </p:txBody>
      </p:sp>
    </p:spTree>
    <p:extLst>
      <p:ext uri="{BB962C8B-B14F-4D97-AF65-F5344CB8AC3E}">
        <p14:creationId xmlns:p14="http://schemas.microsoft.com/office/powerpoint/2010/main" val="2878162233"/>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latin typeface="黑体" panose="02010609060101010101" pitchFamily="49" charset="-122"/>
                <a:ea typeface="黑体" panose="02010609060101010101" pitchFamily="49" charset="-122"/>
              </a:rPr>
              <a:t>计量要求</a:t>
            </a:r>
            <a:endParaRPr lang="zh-CN" altLang="en-US" dirty="0"/>
          </a:p>
        </p:txBody>
      </p:sp>
      <p:sp>
        <p:nvSpPr>
          <p:cNvPr id="4" name="内容占位符 3"/>
          <p:cNvSpPr>
            <a:spLocks noGrp="1"/>
          </p:cNvSpPr>
          <p:nvPr>
            <p:ph idx="1"/>
          </p:nvPr>
        </p:nvSpPr>
        <p:spPr>
          <a:xfrm>
            <a:off x="395288" y="1367916"/>
            <a:ext cx="8208000" cy="4895850"/>
          </a:xfrm>
        </p:spPr>
        <p:txBody>
          <a:bodyPr/>
          <a:lstStyle/>
          <a:p>
            <a:pPr lvl="1">
              <a:spcAft>
                <a:spcPts val="1200"/>
              </a:spcAft>
            </a:pPr>
            <a:r>
              <a:rPr lang="en-US" altLang="zh-CN" b="1" dirty="0"/>
              <a:t>Humidity error – SH marked load </a:t>
            </a:r>
            <a:r>
              <a:rPr lang="en-US" altLang="zh-CN" b="1" dirty="0" smtClean="0"/>
              <a:t>cells</a:t>
            </a:r>
          </a:p>
          <a:p>
            <a:pPr marL="361950" lvl="2" indent="0">
              <a:spcAft>
                <a:spcPts val="1200"/>
              </a:spcAft>
              <a:buNone/>
            </a:pPr>
            <a:r>
              <a:rPr lang="en-US" altLang="zh-CN" dirty="0">
                <a:latin typeface="Arial" panose="020B0604020202020204" pitchFamily="34" charset="0"/>
                <a:ea typeface="黑体" panose="02010609060101010101" pitchFamily="49" charset="-122"/>
                <a:cs typeface="Arial" panose="020B0604020202020204" pitchFamily="34" charset="0"/>
              </a:rPr>
              <a:t>This requirement is only applicable to load cells marked </a:t>
            </a:r>
            <a:r>
              <a:rPr lang="en-US" altLang="zh-CN" b="1" dirty="0">
                <a:latin typeface="Arial" panose="020B0604020202020204" pitchFamily="34" charset="0"/>
                <a:ea typeface="黑体" panose="02010609060101010101" pitchFamily="49" charset="-122"/>
                <a:cs typeface="Arial" panose="020B0604020202020204" pitchFamily="34" charset="0"/>
              </a:rPr>
              <a:t>SH</a:t>
            </a:r>
            <a:r>
              <a:rPr lang="en-US" altLang="zh-CN" dirty="0">
                <a:latin typeface="Arial" panose="020B0604020202020204" pitchFamily="34" charset="0"/>
                <a:ea typeface="黑体" panose="02010609060101010101" pitchFamily="49" charset="-122"/>
                <a:cs typeface="Arial" panose="020B0604020202020204" pitchFamily="34" charset="0"/>
              </a:rPr>
              <a:t> and is not applicable to load cells </a:t>
            </a:r>
            <a:r>
              <a:rPr lang="en-US" altLang="zh-CN" dirty="0" smtClean="0">
                <a:latin typeface="Arial" panose="020B0604020202020204" pitchFamily="34" charset="0"/>
                <a:ea typeface="黑体" panose="02010609060101010101" pitchFamily="49" charset="-122"/>
                <a:cs typeface="Arial" panose="020B0604020202020204" pitchFamily="34" charset="0"/>
              </a:rPr>
              <a:t>marked NH </a:t>
            </a:r>
            <a:r>
              <a:rPr lang="en-US" altLang="zh-CN" dirty="0">
                <a:latin typeface="Arial" panose="020B0604020202020204" pitchFamily="34" charset="0"/>
                <a:ea typeface="黑体" panose="02010609060101010101" pitchFamily="49" charset="-122"/>
                <a:cs typeface="Arial" panose="020B0604020202020204" pitchFamily="34" charset="0"/>
              </a:rPr>
              <a:t>or CH or with no humidity symbol marking</a:t>
            </a:r>
            <a:r>
              <a:rPr lang="en-US" altLang="zh-CN" dirty="0" smtClean="0">
                <a:latin typeface="Arial" panose="020B0604020202020204" pitchFamily="34" charset="0"/>
                <a:ea typeface="黑体" panose="02010609060101010101" pitchFamily="49" charset="-122"/>
                <a:cs typeface="Arial" panose="020B0604020202020204" pitchFamily="34" charset="0"/>
              </a:rPr>
              <a:t>.</a:t>
            </a:r>
            <a:endParaRPr lang="en-US" altLang="zh-CN" dirty="0">
              <a:latin typeface="Arial" panose="020B0604020202020204" pitchFamily="34" charset="0"/>
              <a:ea typeface="黑体" panose="02010609060101010101" pitchFamily="49" charset="-122"/>
              <a:cs typeface="Arial" panose="020B0604020202020204" pitchFamily="34" charset="0"/>
            </a:endParaRPr>
          </a:p>
          <a:p>
            <a:pPr marL="361950" lvl="2" indent="0">
              <a:spcAft>
                <a:spcPts val="1200"/>
              </a:spcAft>
              <a:buNone/>
            </a:pPr>
            <a:r>
              <a:rPr lang="en-US" altLang="zh-CN" dirty="0">
                <a:latin typeface="Arial" panose="020B0604020202020204" pitchFamily="34" charset="0"/>
                <a:ea typeface="黑体" panose="02010609060101010101" pitchFamily="49" charset="-122"/>
                <a:cs typeface="Arial" panose="020B0604020202020204" pitchFamily="34" charset="0"/>
              </a:rPr>
              <a:t>A load cell shall </a:t>
            </a:r>
            <a:r>
              <a:rPr lang="en-US" altLang="zh-CN" b="1" dirty="0">
                <a:latin typeface="Arial" panose="020B0604020202020204" pitchFamily="34" charset="0"/>
                <a:ea typeface="黑体" panose="02010609060101010101" pitchFamily="49" charset="-122"/>
                <a:cs typeface="Arial" panose="020B0604020202020204" pitchFamily="34" charset="0"/>
              </a:rPr>
              <a:t>meet the MPE </a:t>
            </a:r>
            <a:r>
              <a:rPr lang="en-US" altLang="zh-CN" dirty="0">
                <a:latin typeface="Arial" panose="020B0604020202020204" pitchFamily="34" charset="0"/>
                <a:ea typeface="黑体" panose="02010609060101010101" pitchFamily="49" charset="-122"/>
                <a:cs typeface="Arial" panose="020B0604020202020204" pitchFamily="34" charset="0"/>
              </a:rPr>
              <a:t>applicable to the load applied as specified in Table 4, when exposed to conditions of relative humidity variations as specified in R 60-2, </a:t>
            </a:r>
            <a:r>
              <a:rPr lang="en-US" altLang="zh-CN" dirty="0" smtClean="0">
                <a:latin typeface="Arial" panose="020B0604020202020204" pitchFamily="34" charset="0"/>
                <a:ea typeface="黑体" panose="02010609060101010101" pitchFamily="49" charset="-122"/>
                <a:cs typeface="Arial" panose="020B0604020202020204" pitchFamily="34" charset="0"/>
              </a:rPr>
              <a:t>2.10.6.11</a:t>
            </a:r>
          </a:p>
          <a:p>
            <a:pPr marL="361950" lvl="2" indent="457200">
              <a:spcAft>
                <a:spcPts val="1200"/>
              </a:spcAft>
              <a:buNone/>
            </a:pPr>
            <a:r>
              <a:rPr lang="zh-CN" altLang="en-US" dirty="0" smtClean="0">
                <a:latin typeface="Arial" panose="020B0604020202020204" pitchFamily="34" charset="0"/>
                <a:ea typeface="黑体" panose="02010609060101010101" pitchFamily="49" charset="-122"/>
                <a:cs typeface="Arial" panose="020B0604020202020204" pitchFamily="34" charset="0"/>
              </a:rPr>
              <a:t>该要求是模拟在非恒定环境的室内可能出现的应用条件，</a:t>
            </a:r>
            <a:r>
              <a:rPr lang="en-US" altLang="zh-CN" dirty="0" smtClean="0">
                <a:latin typeface="Arial" panose="020B0604020202020204" pitchFamily="34" charset="0"/>
                <a:ea typeface="黑体" panose="02010609060101010101" pitchFamily="49" charset="-122"/>
                <a:cs typeface="Arial" panose="020B0604020202020204" pitchFamily="34" charset="0"/>
              </a:rPr>
              <a:t>SH </a:t>
            </a:r>
            <a:r>
              <a:rPr lang="zh-CN" altLang="en-US" dirty="0" smtClean="0">
                <a:latin typeface="Arial" panose="020B0604020202020204" pitchFamily="34" charset="0"/>
                <a:ea typeface="黑体" panose="02010609060101010101" pitchFamily="49" charset="-122"/>
                <a:cs typeface="Arial" panose="020B0604020202020204" pitchFamily="34" charset="0"/>
              </a:rPr>
              <a:t>标识传感器通常用于户内无密封性能外壳保护的衡器。例如台秤 </a:t>
            </a:r>
            <a:r>
              <a:rPr lang="en-US" altLang="zh-CN" dirty="0" smtClean="0">
                <a:latin typeface="Arial" panose="020B0604020202020204" pitchFamily="34" charset="0"/>
                <a:ea typeface="黑体" panose="02010609060101010101" pitchFamily="49" charset="-122"/>
                <a:cs typeface="Arial" panose="020B0604020202020204" pitchFamily="34" charset="0"/>
              </a:rPr>
              <a:t>(Bench Scale)</a:t>
            </a:r>
          </a:p>
          <a:p>
            <a:pPr marL="361950" lvl="2" indent="457200">
              <a:spcAft>
                <a:spcPts val="1200"/>
              </a:spcAft>
              <a:buNone/>
            </a:pPr>
            <a:r>
              <a:rPr lang="zh-CN" altLang="en-US" dirty="0" smtClean="0">
                <a:latin typeface="Arial" panose="020B0604020202020204" pitchFamily="34" charset="0"/>
                <a:ea typeface="黑体" panose="02010609060101010101" pitchFamily="49" charset="-122"/>
                <a:cs typeface="Arial" panose="020B0604020202020204" pitchFamily="34" charset="0"/>
              </a:rPr>
              <a:t>“</a:t>
            </a:r>
            <a:r>
              <a:rPr lang="en-US" altLang="zh-CN" b="1" dirty="0" smtClean="0">
                <a:latin typeface="Arial" panose="020B0604020202020204" pitchFamily="34" charset="0"/>
                <a:ea typeface="黑体" panose="02010609060101010101" pitchFamily="49" charset="-122"/>
                <a:cs typeface="Arial" panose="020B0604020202020204" pitchFamily="34" charset="0"/>
              </a:rPr>
              <a:t>NH</a:t>
            </a:r>
            <a:r>
              <a:rPr lang="zh-CN" altLang="en-US" dirty="0" smtClean="0">
                <a:latin typeface="Arial" panose="020B0604020202020204" pitchFamily="34" charset="0"/>
                <a:ea typeface="黑体" panose="02010609060101010101" pitchFamily="49" charset="-122"/>
                <a:cs typeface="Arial" panose="020B0604020202020204" pitchFamily="34" charset="0"/>
              </a:rPr>
              <a:t>”标识</a:t>
            </a:r>
            <a:r>
              <a:rPr lang="zh-CN" altLang="en-US" dirty="0" smtClean="0">
                <a:latin typeface="Arial" panose="020B0604020202020204" pitchFamily="34" charset="0"/>
                <a:ea typeface="黑体" panose="02010609060101010101" pitchFamily="49" charset="-122"/>
                <a:cs typeface="Arial" panose="020B0604020202020204" pitchFamily="34" charset="0"/>
              </a:rPr>
              <a:t>的传感器只能用于具有一定密封性能外壳的衡器中，例如零售商用衡器，由整机外壳保证湿热稳定性能的要求。</a:t>
            </a:r>
            <a:endParaRPr lang="en-US" altLang="zh-CN" dirty="0">
              <a:latin typeface="Arial" panose="020B0604020202020204" pitchFamily="34" charset="0"/>
              <a:ea typeface="黑体" panose="02010609060101010101" pitchFamily="49" charset="-122"/>
              <a:cs typeface="Arial" panose="020B0604020202020204" pitchFamily="34" charset="0"/>
            </a:endParaRPr>
          </a:p>
          <a:p>
            <a:pPr marL="361950" lvl="2" indent="0">
              <a:spcAft>
                <a:spcPts val="1200"/>
              </a:spcAft>
              <a:buNone/>
            </a:pPr>
            <a:endParaRPr lang="zh-CN" altLang="en-US" dirty="0">
              <a:latin typeface="Arial" panose="020B0604020202020204" pitchFamily="34" charset="0"/>
              <a:ea typeface="黑体" panose="02010609060101010101" pitchFamily="49" charset="-122"/>
              <a:cs typeface="Arial" panose="020B0604020202020204" pitchFamily="34" charset="0"/>
            </a:endParaRPr>
          </a:p>
        </p:txBody>
      </p:sp>
      <p:sp>
        <p:nvSpPr>
          <p:cNvPr id="5" name="灯片编号占位符 4"/>
          <p:cNvSpPr>
            <a:spLocks noGrp="1"/>
          </p:cNvSpPr>
          <p:nvPr>
            <p:ph type="sldNum" sz="quarter" idx="100"/>
          </p:nvPr>
        </p:nvSpPr>
        <p:spPr/>
        <p:txBody>
          <a:bodyPr/>
          <a:lstStyle/>
          <a:p>
            <a:fld id="{2B2B68EE-DD1E-4368-AFCE-24A50EC7BF18}" type="slidenum">
              <a:rPr lang="en-US" smtClean="0"/>
              <a:pPr/>
              <a:t>51</a:t>
            </a:fld>
            <a:endParaRPr lang="en-US" dirty="0"/>
          </a:p>
        </p:txBody>
      </p:sp>
      <p:sp>
        <p:nvSpPr>
          <p:cNvPr id="6" name="页脚占位符 5"/>
          <p:cNvSpPr>
            <a:spLocks noGrp="1"/>
          </p:cNvSpPr>
          <p:nvPr>
            <p:ph type="ftr" sz="quarter" idx="101"/>
          </p:nvPr>
        </p:nvSpPr>
        <p:spPr/>
        <p:txBody>
          <a:bodyPr/>
          <a:lstStyle/>
          <a:p>
            <a:r>
              <a:rPr lang="en-US" smtClean="0"/>
              <a:t>For internal use - Confidential</a:t>
            </a:r>
            <a:endParaRPr lang="en-US" dirty="0"/>
          </a:p>
        </p:txBody>
      </p:sp>
    </p:spTree>
    <p:extLst>
      <p:ext uri="{BB962C8B-B14F-4D97-AF65-F5344CB8AC3E}">
        <p14:creationId xmlns:p14="http://schemas.microsoft.com/office/powerpoint/2010/main" val="2126847168"/>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latin typeface="黑体" panose="02010609060101010101" pitchFamily="49" charset="-122"/>
                <a:ea typeface="黑体" panose="02010609060101010101" pitchFamily="49" charset="-122"/>
              </a:rPr>
              <a:t>计量</a:t>
            </a:r>
            <a:r>
              <a:rPr lang="zh-CN" altLang="en-US" dirty="0">
                <a:latin typeface="黑体" panose="02010609060101010101" pitchFamily="49" charset="-122"/>
                <a:ea typeface="黑体" panose="02010609060101010101" pitchFamily="49" charset="-122"/>
              </a:rPr>
              <a:t>要求</a:t>
            </a:r>
            <a:endParaRPr lang="zh-CN" altLang="en-US" dirty="0"/>
          </a:p>
        </p:txBody>
      </p:sp>
      <p:sp>
        <p:nvSpPr>
          <p:cNvPr id="3" name="标题 2"/>
          <p:cNvSpPr>
            <a:spLocks noGrp="1"/>
          </p:cNvSpPr>
          <p:nvPr>
            <p:ph type="title" idx="99"/>
          </p:nvPr>
        </p:nvSpPr>
        <p:spPr>
          <a:xfrm>
            <a:off x="4912775" y="947758"/>
            <a:ext cx="3564000" cy="576000"/>
          </a:xfrm>
        </p:spPr>
        <p:txBody>
          <a:bodyPr/>
          <a:lstStyle/>
          <a:p>
            <a:r>
              <a:rPr lang="en-US" altLang="zh-CN" dirty="0"/>
              <a:t>Requirements for </a:t>
            </a:r>
            <a:r>
              <a:rPr lang="en-US" altLang="zh-CN" dirty="0">
                <a:solidFill>
                  <a:schemeClr val="tx1"/>
                </a:solidFill>
              </a:rPr>
              <a:t>analog-active and digital </a:t>
            </a:r>
            <a:r>
              <a:rPr lang="en-US" altLang="zh-CN" dirty="0"/>
              <a:t>load </a:t>
            </a:r>
            <a:r>
              <a:rPr lang="en-US" altLang="zh-CN" dirty="0" smtClean="0"/>
              <a:t>cells - 2017</a:t>
            </a:r>
            <a:endParaRPr lang="zh-CN" altLang="en-US" dirty="0"/>
          </a:p>
        </p:txBody>
      </p:sp>
      <mc:AlternateContent xmlns:mc="http://schemas.openxmlformats.org/markup-compatibility/2006" xmlns:a14="http://schemas.microsoft.com/office/drawing/2010/main">
        <mc:Choice Requires="a14">
          <p:sp>
            <p:nvSpPr>
              <p:cNvPr id="4" name="内容占位符 3"/>
              <p:cNvSpPr>
                <a:spLocks noGrp="1"/>
              </p:cNvSpPr>
              <p:nvPr>
                <p:ph sz="quarter" idx="1"/>
              </p:nvPr>
            </p:nvSpPr>
            <p:spPr>
              <a:xfrm>
                <a:off x="395288" y="1649676"/>
                <a:ext cx="4032696" cy="4895850"/>
              </a:xfrm>
            </p:spPr>
            <p:txBody>
              <a:bodyPr/>
              <a:lstStyle/>
              <a:p>
                <a:pPr marL="0" indent="0">
                  <a:buNone/>
                </a:pPr>
                <a:r>
                  <a:rPr lang="en-US" altLang="zh-CN" dirty="0" smtClean="0">
                    <a:latin typeface="Arial" panose="020B0604020202020204" pitchFamily="34" charset="0"/>
                    <a:ea typeface="黑体" panose="02010609060101010101" pitchFamily="49" charset="-122"/>
                    <a:cs typeface="Arial" panose="020B0604020202020204" pitchFamily="34" charset="0"/>
                  </a:rPr>
                  <a:t> </a:t>
                </a:r>
                <a:r>
                  <a:rPr lang="zh-CN" altLang="en-US" dirty="0" smtClean="0">
                    <a:latin typeface="Arial" panose="020B0604020202020204" pitchFamily="34" charset="0"/>
                    <a:ea typeface="黑体" panose="02010609060101010101" pitchFamily="49" charset="-122"/>
                    <a:cs typeface="Arial" panose="020B0604020202020204" pitchFamily="34" charset="0"/>
                  </a:rPr>
                  <a:t>带电子装置称重传感器要求</a:t>
                </a:r>
                <a:endParaRPr lang="en-US" altLang="zh-CN" dirty="0" smtClean="0">
                  <a:latin typeface="Arial" panose="020B0604020202020204" pitchFamily="34" charset="0"/>
                  <a:ea typeface="黑体" panose="02010609060101010101" pitchFamily="49" charset="-122"/>
                  <a:cs typeface="Arial" panose="020B0604020202020204" pitchFamily="34" charset="0"/>
                </a:endParaRPr>
              </a:p>
              <a:p>
                <a:pPr marL="0" indent="0">
                  <a:buNone/>
                </a:pPr>
                <a:r>
                  <a:rPr lang="en-US" altLang="zh-CN" dirty="0" smtClean="0">
                    <a:latin typeface="Arial" panose="020B0604020202020204" pitchFamily="34" charset="0"/>
                    <a:ea typeface="黑体" panose="02010609060101010101" pitchFamily="49" charset="-122"/>
                    <a:cs typeface="Arial" panose="020B0604020202020204" pitchFamily="34" charset="0"/>
                  </a:rPr>
                  <a:t>In </a:t>
                </a:r>
                <a:r>
                  <a:rPr lang="en-US" altLang="zh-CN" dirty="0">
                    <a:latin typeface="Arial" panose="020B0604020202020204" pitchFamily="34" charset="0"/>
                    <a:ea typeface="黑体" panose="02010609060101010101" pitchFamily="49" charset="-122"/>
                    <a:cs typeface="Arial" panose="020B0604020202020204" pitchFamily="34" charset="0"/>
                  </a:rPr>
                  <a:t>addition to the other requirements of this Recommendation, a load cell equipped with electronics shall comply with the following requirements. The </a:t>
                </a:r>
                <a:r>
                  <a:rPr lang="en-US" altLang="zh-CN" dirty="0" err="1">
                    <a:latin typeface="Arial" panose="020B0604020202020204" pitchFamily="34" charset="0"/>
                    <a:ea typeface="黑体" panose="02010609060101010101" pitchFamily="49" charset="-122"/>
                    <a:cs typeface="Arial" panose="020B0604020202020204" pitchFamily="34" charset="0"/>
                  </a:rPr>
                  <a:t>mpe</a:t>
                </a:r>
                <a:r>
                  <a:rPr lang="en-US" altLang="zh-CN" dirty="0">
                    <a:latin typeface="Arial" panose="020B0604020202020204" pitchFamily="34" charset="0"/>
                    <a:ea typeface="黑体" panose="02010609060101010101" pitchFamily="49" charset="-122"/>
                    <a:cs typeface="Arial" panose="020B0604020202020204" pitchFamily="34" charset="0"/>
                  </a:rPr>
                  <a:t> shall be determined using an apportionment factor, </a:t>
                </a:r>
                <a:r>
                  <a:rPr lang="en-US" altLang="zh-CN" dirty="0" err="1">
                    <a:latin typeface="Arial" panose="020B0604020202020204" pitchFamily="34" charset="0"/>
                    <a:ea typeface="黑体" panose="02010609060101010101" pitchFamily="49" charset="-122"/>
                    <a:cs typeface="Arial" panose="020B0604020202020204" pitchFamily="34" charset="0"/>
                  </a:rPr>
                  <a:t>p</a:t>
                </a:r>
                <a:r>
                  <a:rPr lang="en-US" altLang="zh-CN" baseline="-25000" dirty="0" err="1">
                    <a:latin typeface="Arial" panose="020B0604020202020204" pitchFamily="34" charset="0"/>
                    <a:ea typeface="黑体" panose="02010609060101010101" pitchFamily="49" charset="-122"/>
                    <a:cs typeface="Arial" panose="020B0604020202020204" pitchFamily="34" charset="0"/>
                  </a:rPr>
                  <a:t>LC</a:t>
                </a:r>
                <a:r>
                  <a:rPr lang="en-US" altLang="zh-CN" dirty="0">
                    <a:latin typeface="Arial" panose="020B0604020202020204" pitchFamily="34" charset="0"/>
                    <a:ea typeface="黑体" panose="02010609060101010101" pitchFamily="49" charset="-122"/>
                    <a:cs typeface="Arial" panose="020B0604020202020204" pitchFamily="34" charset="0"/>
                  </a:rPr>
                  <a:t>, equal to 1.0 (</a:t>
                </a:r>
                <a:r>
                  <a:rPr lang="en-US" altLang="zh-CN" dirty="0" err="1">
                    <a:latin typeface="Arial" panose="020B0604020202020204" pitchFamily="34" charset="0"/>
                    <a:ea typeface="黑体" panose="02010609060101010101" pitchFamily="49" charset="-122"/>
                    <a:cs typeface="Arial" panose="020B0604020202020204" pitchFamily="34" charset="0"/>
                  </a:rPr>
                  <a:t>p</a:t>
                </a:r>
                <a:r>
                  <a:rPr lang="en-US" altLang="zh-CN" baseline="-25000" dirty="0" err="1">
                    <a:latin typeface="Arial" panose="020B0604020202020204" pitchFamily="34" charset="0"/>
                    <a:ea typeface="黑体" panose="02010609060101010101" pitchFamily="49" charset="-122"/>
                    <a:cs typeface="Arial" panose="020B0604020202020204" pitchFamily="34" charset="0"/>
                  </a:rPr>
                  <a:t>LC</a:t>
                </a:r>
                <a:r>
                  <a:rPr lang="en-US" altLang="zh-CN" dirty="0">
                    <a:latin typeface="Arial" panose="020B0604020202020204" pitchFamily="34" charset="0"/>
                    <a:ea typeface="黑体" panose="02010609060101010101" pitchFamily="49" charset="-122"/>
                    <a:cs typeface="Arial" panose="020B0604020202020204" pitchFamily="34" charset="0"/>
                  </a:rPr>
                  <a:t> = 1.0) substituted for the apportionment factor, </a:t>
                </a:r>
                <a:r>
                  <a:rPr lang="en-US" altLang="zh-CN" dirty="0" err="1">
                    <a:latin typeface="Arial" panose="020B0604020202020204" pitchFamily="34" charset="0"/>
                    <a:ea typeface="黑体" panose="02010609060101010101" pitchFamily="49" charset="-122"/>
                    <a:cs typeface="Arial" panose="020B0604020202020204" pitchFamily="34" charset="0"/>
                  </a:rPr>
                  <a:t>p</a:t>
                </a:r>
                <a:r>
                  <a:rPr lang="en-US" altLang="zh-CN" baseline="-25000" dirty="0" err="1">
                    <a:latin typeface="Arial" panose="020B0604020202020204" pitchFamily="34" charset="0"/>
                    <a:ea typeface="黑体" panose="02010609060101010101" pitchFamily="49" charset="-122"/>
                    <a:cs typeface="Arial" panose="020B0604020202020204" pitchFamily="34" charset="0"/>
                  </a:rPr>
                  <a:t>LC</a:t>
                </a:r>
                <a:r>
                  <a:rPr lang="en-US" altLang="zh-CN" dirty="0">
                    <a:latin typeface="Arial" panose="020B0604020202020204" pitchFamily="34" charset="0"/>
                    <a:ea typeface="黑体" panose="02010609060101010101" pitchFamily="49" charset="-122"/>
                    <a:cs typeface="Arial" panose="020B0604020202020204" pitchFamily="34" charset="0"/>
                  </a:rPr>
                  <a:t>, that is declared by the manufacturer and applied to the other requirements</a:t>
                </a:r>
                <a:r>
                  <a:rPr lang="en-US" altLang="zh-CN" dirty="0" smtClean="0">
                    <a:latin typeface="Arial" panose="020B0604020202020204" pitchFamily="34" charset="0"/>
                    <a:ea typeface="黑体" panose="02010609060101010101" pitchFamily="49" charset="-122"/>
                    <a:cs typeface="Arial" panose="020B0604020202020204" pitchFamily="34" charset="0"/>
                  </a:rPr>
                  <a:t>.</a:t>
                </a:r>
              </a:p>
              <a:p>
                <a:pPr marL="0" indent="0">
                  <a:buNone/>
                </a:pPr>
                <a:r>
                  <a:rPr lang="zh-CN" altLang="en-US" dirty="0" smtClean="0">
                    <a:latin typeface="Arial" panose="020B0604020202020204" pitchFamily="34" charset="0"/>
                    <a:ea typeface="黑体" panose="02010609060101010101" pitchFamily="49" charset="-122"/>
                    <a:cs typeface="Arial" panose="020B0604020202020204" pitchFamily="34" charset="0"/>
                  </a:rPr>
                  <a:t>误差分配系数</a:t>
                </a:r>
                <a14:m>
                  <m:oMath xmlns:m="http://schemas.openxmlformats.org/officeDocument/2006/math">
                    <m:sSub>
                      <m:sSubPr>
                        <m:ctrlPr>
                          <a:rPr lang="en-US" altLang="zh-CN" i="1" smtClean="0">
                            <a:latin typeface="Cambria Math"/>
                            <a:ea typeface="黑体" panose="02010609060101010101" pitchFamily="49" charset="-122"/>
                            <a:cs typeface="Arial" panose="020B0604020202020204" pitchFamily="34" charset="0"/>
                          </a:rPr>
                        </m:ctrlPr>
                      </m:sSubPr>
                      <m:e>
                        <m:r>
                          <a:rPr lang="en-US" altLang="zh-CN" b="0" i="1" smtClean="0">
                            <a:latin typeface="Cambria Math"/>
                            <a:ea typeface="黑体" panose="02010609060101010101" pitchFamily="49" charset="-122"/>
                            <a:cs typeface="Arial" panose="020B0604020202020204" pitchFamily="34" charset="0"/>
                          </a:rPr>
                          <m:t>𝑝</m:t>
                        </m:r>
                      </m:e>
                      <m:sub>
                        <m:r>
                          <a:rPr lang="en-US" altLang="zh-CN" b="0" i="1" smtClean="0">
                            <a:latin typeface="Cambria Math"/>
                            <a:ea typeface="黑体" panose="02010609060101010101" pitchFamily="49" charset="-122"/>
                            <a:cs typeface="Arial" panose="020B0604020202020204" pitchFamily="34" charset="0"/>
                          </a:rPr>
                          <m:t>𝐿𝐶</m:t>
                        </m:r>
                      </m:sub>
                    </m:sSub>
                    <m:r>
                      <a:rPr lang="en-US" altLang="zh-CN" b="0" i="1" smtClean="0">
                        <a:latin typeface="Cambria Math"/>
                        <a:ea typeface="黑体" panose="02010609060101010101" pitchFamily="49" charset="-122"/>
                        <a:cs typeface="Arial" panose="020B0604020202020204" pitchFamily="34" charset="0"/>
                      </a:rPr>
                      <m:t>=1.0</m:t>
                    </m:r>
                  </m:oMath>
                </a14:m>
                <a:r>
                  <a:rPr lang="zh-CN" altLang="en-US" dirty="0" smtClean="0">
                    <a:latin typeface="Arial" panose="020B0604020202020204" pitchFamily="34" charset="0"/>
                    <a:ea typeface="黑体" panose="02010609060101010101" pitchFamily="49" charset="-122"/>
                    <a:cs typeface="Arial" panose="020B0604020202020204" pitchFamily="34" charset="0"/>
                  </a:rPr>
                  <a:t>，</a:t>
                </a:r>
                <a:endParaRPr lang="en-US" altLang="zh-CN" dirty="0">
                  <a:latin typeface="Arial" panose="020B0604020202020204" pitchFamily="34" charset="0"/>
                  <a:ea typeface="黑体" panose="02010609060101010101" pitchFamily="49" charset="-122"/>
                  <a:cs typeface="Arial" panose="020B0604020202020204" pitchFamily="34" charset="0"/>
                </a:endParaRPr>
              </a:p>
              <a:p>
                <a:pPr marL="0" indent="0">
                  <a:buNone/>
                </a:pPr>
                <a:endParaRPr lang="zh-CN" altLang="en-US" dirty="0">
                  <a:latin typeface="Arial" panose="020B0604020202020204" pitchFamily="34" charset="0"/>
                  <a:ea typeface="黑体" panose="02010609060101010101" pitchFamily="49" charset="-122"/>
                  <a:cs typeface="Arial" panose="020B0604020202020204" pitchFamily="34" charset="0"/>
                </a:endParaRPr>
              </a:p>
            </p:txBody>
          </p:sp>
        </mc:Choice>
        <mc:Fallback xmlns="">
          <p:sp>
            <p:nvSpPr>
              <p:cNvPr id="4" name="内容占位符 3"/>
              <p:cNvSpPr>
                <a:spLocks noGrp="1" noRot="1" noChangeAspect="1" noMove="1" noResize="1" noEditPoints="1" noAdjustHandles="1" noChangeArrowheads="1" noChangeShapeType="1" noTextEdit="1"/>
              </p:cNvSpPr>
              <p:nvPr>
                <p:ph sz="quarter" idx="1"/>
              </p:nvPr>
            </p:nvSpPr>
            <p:spPr>
              <a:xfrm>
                <a:off x="395288" y="1649676"/>
                <a:ext cx="4032696" cy="4895850"/>
              </a:xfrm>
              <a:blipFill rotWithShape="1">
                <a:blip r:embed="rId3"/>
                <a:stretch>
                  <a:fillRect l="-3177" t="-1494" r="-408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 name="内容占位符 6"/>
              <p:cNvSpPr>
                <a:spLocks noGrp="1"/>
              </p:cNvSpPr>
              <p:nvPr>
                <p:ph sz="quarter" idx="2"/>
              </p:nvPr>
            </p:nvSpPr>
            <p:spPr>
              <a:xfrm>
                <a:off x="4716016" y="1649676"/>
                <a:ext cx="4032697" cy="4895850"/>
              </a:xfrm>
            </p:spPr>
            <p:txBody>
              <a:bodyPr/>
              <a:lstStyle/>
              <a:p>
                <a:pPr marL="179387" lvl="1" indent="0">
                  <a:spcAft>
                    <a:spcPts val="1200"/>
                  </a:spcAft>
                  <a:buNone/>
                </a:pPr>
                <a:r>
                  <a:rPr lang="zh-CN" altLang="en-US" dirty="0" smtClean="0">
                    <a:latin typeface="Arial" panose="020B0604020202020204" pitchFamily="34" charset="0"/>
                    <a:ea typeface="黑体" panose="02010609060101010101" pitchFamily="49" charset="-122"/>
                    <a:cs typeface="Arial" panose="020B0604020202020204" pitchFamily="34" charset="0"/>
                  </a:rPr>
                  <a:t>有源</a:t>
                </a:r>
                <a:r>
                  <a:rPr lang="zh-CN" altLang="en-US" dirty="0">
                    <a:latin typeface="Arial" panose="020B0604020202020204" pitchFamily="34" charset="0"/>
                    <a:ea typeface="黑体" panose="02010609060101010101" pitchFamily="49" charset="-122"/>
                    <a:cs typeface="Arial" panose="020B0604020202020204" pitchFamily="34" charset="0"/>
                  </a:rPr>
                  <a:t>模拟和</a:t>
                </a:r>
                <a:r>
                  <a:rPr lang="zh-CN" altLang="en-US" dirty="0" smtClean="0">
                    <a:latin typeface="Arial" panose="020B0604020202020204" pitchFamily="34" charset="0"/>
                    <a:ea typeface="黑体" panose="02010609060101010101" pitchFamily="49" charset="-122"/>
                    <a:cs typeface="Arial" panose="020B0604020202020204" pitchFamily="34" charset="0"/>
                  </a:rPr>
                  <a:t>数字式称重传感器要求</a:t>
                </a:r>
                <a:endParaRPr lang="en-US" altLang="zh-CN" dirty="0">
                  <a:latin typeface="Arial" panose="020B0604020202020204" pitchFamily="34" charset="0"/>
                  <a:ea typeface="黑体" panose="02010609060101010101" pitchFamily="49" charset="-122"/>
                  <a:cs typeface="Arial" panose="020B0604020202020204" pitchFamily="34" charset="0"/>
                </a:endParaRPr>
              </a:p>
              <a:p>
                <a:pPr marL="179387" lvl="1" indent="0">
                  <a:buNone/>
                </a:pPr>
                <a:r>
                  <a:rPr lang="en-US" altLang="zh-CN" dirty="0">
                    <a:latin typeface="Arial" panose="020B0604020202020204" pitchFamily="34" charset="0"/>
                    <a:ea typeface="黑体" panose="02010609060101010101" pitchFamily="49" charset="-122"/>
                    <a:cs typeface="Arial" panose="020B0604020202020204" pitchFamily="34" charset="0"/>
                  </a:rPr>
                  <a:t>In addition to the other requirements of this Recommendation, analog-active </a:t>
                </a:r>
                <a:r>
                  <a:rPr lang="en-US" altLang="zh-CN" dirty="0">
                    <a:solidFill>
                      <a:srgbClr val="FF0000"/>
                    </a:solidFill>
                    <a:latin typeface="Arial" panose="020B0604020202020204" pitchFamily="34" charset="0"/>
                    <a:ea typeface="黑体" panose="02010609060101010101" pitchFamily="49" charset="-122"/>
                    <a:cs typeface="Arial" panose="020B0604020202020204" pitchFamily="34" charset="0"/>
                  </a:rPr>
                  <a:t>and digital </a:t>
                </a:r>
                <a:r>
                  <a:rPr lang="en-US" altLang="zh-CN" dirty="0">
                    <a:latin typeface="Arial" panose="020B0604020202020204" pitchFamily="34" charset="0"/>
                    <a:ea typeface="黑体" panose="02010609060101010101" pitchFamily="49" charset="-122"/>
                    <a:cs typeface="Arial" panose="020B0604020202020204" pitchFamily="34" charset="0"/>
                  </a:rPr>
                  <a:t>load cells shall comply with the following requirements. The MPE shall be determined using an apportioning factor, </a:t>
                </a:r>
                <a14:m>
                  <m:oMath xmlns:m="http://schemas.openxmlformats.org/officeDocument/2006/math">
                    <m:sSub>
                      <m:sSubPr>
                        <m:ctrlPr>
                          <a:rPr lang="en-US" altLang="zh-CN" i="1" dirty="0">
                            <a:latin typeface="Cambria Math"/>
                          </a:rPr>
                        </m:ctrlPr>
                      </m:sSubPr>
                      <m:e>
                        <m:r>
                          <a:rPr lang="en-US" altLang="zh-CN" i="1" dirty="0">
                            <a:latin typeface="Cambria Math"/>
                          </a:rPr>
                          <m:t>𝑝</m:t>
                        </m:r>
                      </m:e>
                      <m:sub>
                        <m:r>
                          <a:rPr lang="en-US" altLang="zh-CN" i="1" dirty="0">
                            <a:latin typeface="Cambria Math"/>
                          </a:rPr>
                          <m:t>𝐿𝐶</m:t>
                        </m:r>
                      </m:sub>
                    </m:sSub>
                  </m:oMath>
                </a14:m>
                <a:r>
                  <a:rPr lang="en-US" altLang="zh-CN" dirty="0">
                    <a:latin typeface="Arial" panose="020B0604020202020204" pitchFamily="34" charset="0"/>
                    <a:ea typeface="黑体" panose="02010609060101010101" pitchFamily="49" charset="-122"/>
                    <a:cs typeface="Arial" panose="020B0604020202020204" pitchFamily="34" charset="0"/>
                  </a:rPr>
                  <a:t> greater than or equal to 0.7 and less than or equal to 0.8 </a:t>
                </a:r>
                <a:r>
                  <a:rPr lang="en-US" altLang="zh-CN" b="1" dirty="0">
                    <a:latin typeface="Arial" panose="020B0604020202020204" pitchFamily="34" charset="0"/>
                    <a:ea typeface="黑体" panose="02010609060101010101" pitchFamily="49" charset="-122"/>
                    <a:cs typeface="Arial" panose="020B0604020202020204" pitchFamily="34" charset="0"/>
                  </a:rPr>
                  <a:t>(</a:t>
                </a:r>
                <a:r>
                  <a:rPr lang="en-US" altLang="zh-CN" dirty="0">
                    <a:latin typeface="Arial" panose="020B0604020202020204" pitchFamily="34" charset="0"/>
                    <a:ea typeface="黑体" panose="02010609060101010101" pitchFamily="49" charset="-122"/>
                    <a:cs typeface="Arial" panose="020B0604020202020204" pitchFamily="34" charset="0"/>
                  </a:rPr>
                  <a:t>0.7 ≤ </a:t>
                </a:r>
                <a14:m>
                  <m:oMath xmlns:m="http://schemas.openxmlformats.org/officeDocument/2006/math">
                    <m:sSub>
                      <m:sSubPr>
                        <m:ctrlPr>
                          <a:rPr lang="en-US" altLang="zh-CN" i="1" dirty="0">
                            <a:latin typeface="Cambria Math"/>
                          </a:rPr>
                        </m:ctrlPr>
                      </m:sSubPr>
                      <m:e>
                        <m:r>
                          <a:rPr lang="en-US" altLang="zh-CN" i="1" dirty="0">
                            <a:latin typeface="Cambria Math"/>
                          </a:rPr>
                          <m:t>𝑝</m:t>
                        </m:r>
                      </m:e>
                      <m:sub>
                        <m:r>
                          <a:rPr lang="en-US" altLang="zh-CN" i="1" dirty="0">
                            <a:latin typeface="Cambria Math"/>
                          </a:rPr>
                          <m:t>𝐿𝐶</m:t>
                        </m:r>
                      </m:sub>
                    </m:sSub>
                  </m:oMath>
                </a14:m>
                <a:r>
                  <a:rPr lang="en-US" altLang="zh-CN" dirty="0">
                    <a:latin typeface="Arial" panose="020B0604020202020204" pitchFamily="34" charset="0"/>
                    <a:ea typeface="黑体" panose="02010609060101010101" pitchFamily="49" charset="-122"/>
                    <a:cs typeface="Arial" panose="020B0604020202020204" pitchFamily="34" charset="0"/>
                  </a:rPr>
                  <a:t> ≤ 0.8</a:t>
                </a:r>
                <a:r>
                  <a:rPr lang="en-US" altLang="zh-CN" b="1" dirty="0">
                    <a:latin typeface="Arial" panose="020B0604020202020204" pitchFamily="34" charset="0"/>
                    <a:ea typeface="黑体" panose="02010609060101010101" pitchFamily="49" charset="-122"/>
                    <a:cs typeface="Arial" panose="020B0604020202020204" pitchFamily="34" charset="0"/>
                  </a:rPr>
                  <a:t>) </a:t>
                </a:r>
                <a:r>
                  <a:rPr lang="en-US" altLang="zh-CN" dirty="0">
                    <a:latin typeface="Arial" panose="020B0604020202020204" pitchFamily="34" charset="0"/>
                    <a:ea typeface="黑体" panose="02010609060101010101" pitchFamily="49" charset="-122"/>
                    <a:cs typeface="Arial" panose="020B0604020202020204" pitchFamily="34" charset="0"/>
                  </a:rPr>
                  <a:t>substituted for the apportioning factor, </a:t>
                </a:r>
                <a14:m>
                  <m:oMath xmlns:m="http://schemas.openxmlformats.org/officeDocument/2006/math">
                    <m:sSub>
                      <m:sSubPr>
                        <m:ctrlPr>
                          <a:rPr lang="en-US" altLang="zh-CN" i="1" dirty="0">
                            <a:latin typeface="Cambria Math"/>
                          </a:rPr>
                        </m:ctrlPr>
                      </m:sSubPr>
                      <m:e>
                        <m:r>
                          <a:rPr lang="en-US" altLang="zh-CN" i="1" dirty="0">
                            <a:latin typeface="Cambria Math"/>
                          </a:rPr>
                          <m:t>𝑝</m:t>
                        </m:r>
                      </m:e>
                      <m:sub>
                        <m:r>
                          <a:rPr lang="en-US" altLang="zh-CN" i="1" dirty="0">
                            <a:latin typeface="Cambria Math"/>
                          </a:rPr>
                          <m:t>𝐿𝐶</m:t>
                        </m:r>
                      </m:sub>
                    </m:sSub>
                  </m:oMath>
                </a14:m>
                <a:r>
                  <a:rPr lang="en-US" altLang="zh-CN" dirty="0">
                    <a:latin typeface="Arial" panose="020B0604020202020204" pitchFamily="34" charset="0"/>
                    <a:ea typeface="黑体" panose="02010609060101010101" pitchFamily="49" charset="-122"/>
                    <a:cs typeface="Arial" panose="020B0604020202020204" pitchFamily="34" charset="0"/>
                  </a:rPr>
                  <a:t>, that is declared by the manufacturer and applied to the other requirements.</a:t>
                </a:r>
              </a:p>
              <a:p>
                <a:pPr marL="179387" lvl="1" indent="0">
                  <a:spcAft>
                    <a:spcPts val="1200"/>
                  </a:spcAft>
                  <a:buNone/>
                </a:pPr>
                <a:r>
                  <a:rPr lang="zh-CN" altLang="en-US" dirty="0">
                    <a:latin typeface="Arial" panose="020B0604020202020204" pitchFamily="34" charset="0"/>
                    <a:ea typeface="黑体" panose="02010609060101010101" pitchFamily="49" charset="-122"/>
                    <a:cs typeface="Arial" panose="020B0604020202020204" pitchFamily="34" charset="0"/>
                  </a:rPr>
                  <a:t>有源模拟</a:t>
                </a:r>
                <a:r>
                  <a:rPr lang="zh-CN" altLang="en-US" dirty="0" smtClean="0">
                    <a:latin typeface="Arial" panose="020B0604020202020204" pitchFamily="34" charset="0"/>
                    <a:ea typeface="黑体" panose="02010609060101010101" pitchFamily="49" charset="-122"/>
                    <a:cs typeface="Arial" panose="020B0604020202020204" pitchFamily="34" charset="0"/>
                  </a:rPr>
                  <a:t>传感器传感器和数字式传感器的</a:t>
                </a:r>
                <a:r>
                  <a:rPr lang="zh-CN" altLang="en-US" dirty="0">
                    <a:latin typeface="Arial" panose="020B0604020202020204" pitchFamily="34" charset="0"/>
                    <a:ea typeface="黑体" panose="02010609060101010101" pitchFamily="49" charset="-122"/>
                    <a:cs typeface="Arial" panose="020B0604020202020204" pitchFamily="34" charset="0"/>
                  </a:rPr>
                  <a:t>误差分配系数是</a:t>
                </a:r>
                <a:r>
                  <a:rPr lang="en-US" altLang="zh-CN" b="1" dirty="0">
                    <a:latin typeface="Arial" panose="020B0604020202020204" pitchFamily="34" charset="0"/>
                    <a:ea typeface="黑体" panose="02010609060101010101" pitchFamily="49" charset="-122"/>
                    <a:cs typeface="Arial" panose="020B0604020202020204" pitchFamily="34" charset="0"/>
                  </a:rPr>
                  <a:t> </a:t>
                </a:r>
                <a:r>
                  <a:rPr lang="en-US" altLang="zh-CN" dirty="0">
                    <a:latin typeface="Arial" panose="020B0604020202020204" pitchFamily="34" charset="0"/>
                    <a:ea typeface="黑体" panose="02010609060101010101" pitchFamily="49" charset="-122"/>
                    <a:cs typeface="Arial" panose="020B0604020202020204" pitchFamily="34" charset="0"/>
                  </a:rPr>
                  <a:t>0.7 ≤ </a:t>
                </a:r>
                <a14:m>
                  <m:oMath xmlns:m="http://schemas.openxmlformats.org/officeDocument/2006/math">
                    <m:sSub>
                      <m:sSubPr>
                        <m:ctrlPr>
                          <a:rPr lang="en-US" altLang="zh-CN" i="1" dirty="0">
                            <a:latin typeface="Cambria Math"/>
                          </a:rPr>
                        </m:ctrlPr>
                      </m:sSubPr>
                      <m:e>
                        <m:r>
                          <a:rPr lang="en-US" altLang="zh-CN" i="1" dirty="0">
                            <a:latin typeface="Cambria Math"/>
                          </a:rPr>
                          <m:t>𝑝</m:t>
                        </m:r>
                      </m:e>
                      <m:sub>
                        <m:r>
                          <a:rPr lang="en-US" altLang="zh-CN" i="1" dirty="0">
                            <a:latin typeface="Cambria Math"/>
                          </a:rPr>
                          <m:t>𝐿𝐶</m:t>
                        </m:r>
                      </m:sub>
                    </m:sSub>
                  </m:oMath>
                </a14:m>
                <a:r>
                  <a:rPr lang="en-US" altLang="zh-CN" dirty="0">
                    <a:latin typeface="Arial" panose="020B0604020202020204" pitchFamily="34" charset="0"/>
                    <a:ea typeface="黑体" panose="02010609060101010101" pitchFamily="49" charset="-122"/>
                    <a:cs typeface="Arial" panose="020B0604020202020204" pitchFamily="34" charset="0"/>
                  </a:rPr>
                  <a:t> ≤ 0.8</a:t>
                </a:r>
                <a:r>
                  <a:rPr lang="zh-CN" altLang="en-US" dirty="0">
                    <a:latin typeface="Arial" panose="020B0604020202020204" pitchFamily="34" charset="0"/>
                    <a:ea typeface="黑体" panose="02010609060101010101" pitchFamily="49" charset="-122"/>
                    <a:cs typeface="Arial" panose="020B0604020202020204" pitchFamily="34" charset="0"/>
                  </a:rPr>
                  <a:t>，由制造商</a:t>
                </a:r>
                <a:r>
                  <a:rPr lang="zh-CN" altLang="en-US" dirty="0" smtClean="0">
                    <a:latin typeface="Arial" panose="020B0604020202020204" pitchFamily="34" charset="0"/>
                    <a:ea typeface="黑体" panose="02010609060101010101" pitchFamily="49" charset="-122"/>
                    <a:cs typeface="Arial" panose="020B0604020202020204" pitchFamily="34" charset="0"/>
                  </a:rPr>
                  <a:t>规定，并确定是否</a:t>
                </a:r>
                <a:r>
                  <a:rPr lang="zh-CN" altLang="en-US" dirty="0">
                    <a:latin typeface="Arial" panose="020B0604020202020204" pitchFamily="34" charset="0"/>
                    <a:ea typeface="黑体" panose="02010609060101010101" pitchFamily="49" charset="-122"/>
                    <a:cs typeface="Arial" panose="020B0604020202020204" pitchFamily="34" charset="0"/>
                  </a:rPr>
                  <a:t>适用于其它要求</a:t>
                </a:r>
                <a:r>
                  <a:rPr lang="zh-CN" altLang="en-US" dirty="0" smtClean="0">
                    <a:latin typeface="Arial" panose="020B0604020202020204" pitchFamily="34" charset="0"/>
                    <a:ea typeface="黑体" panose="02010609060101010101" pitchFamily="49" charset="-122"/>
                    <a:cs typeface="Arial" panose="020B0604020202020204" pitchFamily="34" charset="0"/>
                  </a:rPr>
                  <a:t>。</a:t>
                </a:r>
                <a:endParaRPr lang="en-US" altLang="zh-CN" dirty="0" smtClean="0">
                  <a:latin typeface="Arial" panose="020B0604020202020204" pitchFamily="34" charset="0"/>
                  <a:ea typeface="黑体" panose="02010609060101010101" pitchFamily="49" charset="-122"/>
                  <a:cs typeface="Arial" panose="020B0604020202020204" pitchFamily="34" charset="0"/>
                </a:endParaRPr>
              </a:p>
              <a:p>
                <a:pPr marL="179387" lvl="1" indent="0">
                  <a:buNone/>
                </a:pPr>
                <a:r>
                  <a:rPr lang="zh-CN" altLang="en-US" dirty="0" smtClean="0">
                    <a:latin typeface="Arial" panose="020B0604020202020204" pitchFamily="34" charset="0"/>
                    <a:ea typeface="黑体" panose="02010609060101010101" pitchFamily="49" charset="-122"/>
                    <a:cs typeface="Arial" panose="020B0604020202020204" pitchFamily="34" charset="0"/>
                  </a:rPr>
                  <a:t>有源模拟</a:t>
                </a:r>
                <a:r>
                  <a:rPr lang="zh-CN" altLang="en-US" dirty="0">
                    <a:latin typeface="Arial" panose="020B0604020202020204" pitchFamily="34" charset="0"/>
                    <a:ea typeface="黑体" panose="02010609060101010101" pitchFamily="49" charset="-122"/>
                    <a:cs typeface="Arial" panose="020B0604020202020204" pitchFamily="34" charset="0"/>
                  </a:rPr>
                  <a:t>传感器</a:t>
                </a:r>
                <a:r>
                  <a:rPr lang="zh-CN" altLang="en-US" dirty="0" smtClean="0">
                    <a:latin typeface="Arial" panose="020B0604020202020204" pitchFamily="34" charset="0"/>
                    <a:ea typeface="黑体" panose="02010609060101010101" pitchFamily="49" charset="-122"/>
                    <a:cs typeface="Arial" panose="020B0604020202020204" pitchFamily="34" charset="0"/>
                  </a:rPr>
                  <a:t> </a:t>
                </a:r>
                <a14:m>
                  <m:oMath xmlns:m="http://schemas.openxmlformats.org/officeDocument/2006/math">
                    <m:sSub>
                      <m:sSubPr>
                        <m:ctrlPr>
                          <a:rPr lang="en-US" altLang="zh-CN" i="1" smtClean="0">
                            <a:latin typeface="Cambria Math"/>
                            <a:ea typeface="黑体" panose="02010609060101010101" pitchFamily="49" charset="-122"/>
                            <a:cs typeface="Arial" panose="020B0604020202020204" pitchFamily="34" charset="0"/>
                          </a:rPr>
                        </m:ctrlPr>
                      </m:sSubPr>
                      <m:e>
                        <m:r>
                          <a:rPr lang="en-US" altLang="zh-CN" b="0" i="1" smtClean="0">
                            <a:latin typeface="Cambria Math"/>
                            <a:ea typeface="黑体" panose="02010609060101010101" pitchFamily="49" charset="-122"/>
                            <a:cs typeface="Arial" panose="020B0604020202020204" pitchFamily="34" charset="0"/>
                          </a:rPr>
                          <m:t>𝑝</m:t>
                        </m:r>
                      </m:e>
                      <m:sub>
                        <m:r>
                          <a:rPr lang="en-US" altLang="zh-CN" b="0" i="1" smtClean="0">
                            <a:latin typeface="Cambria Math"/>
                            <a:ea typeface="黑体" panose="02010609060101010101" pitchFamily="49" charset="-122"/>
                            <a:cs typeface="Arial" panose="020B0604020202020204" pitchFamily="34" charset="0"/>
                          </a:rPr>
                          <m:t>𝐿𝐶</m:t>
                        </m:r>
                      </m:sub>
                    </m:sSub>
                    <m:r>
                      <a:rPr lang="en-US" altLang="zh-CN" b="0" i="1" smtClean="0">
                        <a:latin typeface="Cambria Math"/>
                        <a:ea typeface="黑体" panose="02010609060101010101" pitchFamily="49" charset="-122"/>
                        <a:cs typeface="Arial" panose="020B0604020202020204" pitchFamily="34" charset="0"/>
                      </a:rPr>
                      <m:t>=0.7</m:t>
                    </m:r>
                  </m:oMath>
                </a14:m>
                <a:endParaRPr lang="en-US" altLang="zh-CN" dirty="0" smtClean="0">
                  <a:latin typeface="Arial" panose="020B0604020202020204" pitchFamily="34" charset="0"/>
                  <a:ea typeface="黑体" panose="02010609060101010101" pitchFamily="49" charset="-122"/>
                  <a:cs typeface="Arial" panose="020B0604020202020204" pitchFamily="34" charset="0"/>
                </a:endParaRPr>
              </a:p>
              <a:p>
                <a:pPr marL="179387" lvl="1" indent="0">
                  <a:buNone/>
                </a:pPr>
                <a:r>
                  <a:rPr lang="zh-CN" altLang="en-US" dirty="0" smtClean="0">
                    <a:latin typeface="Arial" panose="020B0604020202020204" pitchFamily="34" charset="0"/>
                    <a:ea typeface="黑体" panose="02010609060101010101" pitchFamily="49" charset="-122"/>
                    <a:cs typeface="Arial" panose="020B0604020202020204" pitchFamily="34" charset="0"/>
                  </a:rPr>
                  <a:t>数字式传感器 </a:t>
                </a:r>
                <a14:m>
                  <m:oMath xmlns:m="http://schemas.openxmlformats.org/officeDocument/2006/math">
                    <m:sSub>
                      <m:sSubPr>
                        <m:ctrlPr>
                          <a:rPr lang="en-US" altLang="zh-CN" i="1" smtClean="0">
                            <a:latin typeface="Cambria Math"/>
                            <a:ea typeface="黑体" panose="02010609060101010101" pitchFamily="49" charset="-122"/>
                            <a:cs typeface="Arial" panose="020B0604020202020204" pitchFamily="34" charset="0"/>
                          </a:rPr>
                        </m:ctrlPr>
                      </m:sSubPr>
                      <m:e>
                        <m:r>
                          <a:rPr lang="en-US" altLang="zh-CN" b="0" i="1" smtClean="0">
                            <a:latin typeface="Cambria Math"/>
                            <a:ea typeface="黑体" panose="02010609060101010101" pitchFamily="49" charset="-122"/>
                            <a:cs typeface="Arial" panose="020B0604020202020204" pitchFamily="34" charset="0"/>
                          </a:rPr>
                          <m:t>𝑝</m:t>
                        </m:r>
                      </m:e>
                      <m:sub>
                        <m:r>
                          <a:rPr lang="en-US" altLang="zh-CN" b="0" i="1" smtClean="0">
                            <a:latin typeface="Cambria Math"/>
                            <a:ea typeface="黑体" panose="02010609060101010101" pitchFamily="49" charset="-122"/>
                            <a:cs typeface="Arial" panose="020B0604020202020204" pitchFamily="34" charset="0"/>
                          </a:rPr>
                          <m:t>𝐿𝐶</m:t>
                        </m:r>
                      </m:sub>
                    </m:sSub>
                    <m:r>
                      <a:rPr lang="en-US" altLang="zh-CN" b="0" i="1" smtClean="0">
                        <a:latin typeface="Cambria Math"/>
                        <a:ea typeface="黑体" panose="02010609060101010101" pitchFamily="49" charset="-122"/>
                        <a:cs typeface="Arial" panose="020B0604020202020204" pitchFamily="34" charset="0"/>
                      </a:rPr>
                      <m:t>=0.8</m:t>
                    </m:r>
                  </m:oMath>
                </a14:m>
                <a:endParaRPr lang="en-US" altLang="zh-CN" dirty="0" smtClean="0">
                  <a:latin typeface="Arial" panose="020B0604020202020204" pitchFamily="34" charset="0"/>
                  <a:ea typeface="黑体" panose="02010609060101010101" pitchFamily="49" charset="-122"/>
                  <a:cs typeface="Arial" panose="020B0604020202020204" pitchFamily="34" charset="0"/>
                </a:endParaRPr>
              </a:p>
              <a:p>
                <a:pPr marL="179387" lvl="1" indent="0">
                  <a:buNone/>
                </a:pPr>
                <a:endParaRPr lang="en-US" altLang="zh-CN" dirty="0" smtClean="0">
                  <a:latin typeface="Arial" panose="020B0604020202020204" pitchFamily="34" charset="0"/>
                  <a:ea typeface="黑体" panose="02010609060101010101" pitchFamily="49" charset="-122"/>
                  <a:cs typeface="Arial" panose="020B0604020202020204" pitchFamily="34" charset="0"/>
                </a:endParaRPr>
              </a:p>
              <a:p>
                <a:pPr marL="179387" lvl="1" indent="0">
                  <a:buNone/>
                </a:pPr>
                <a:endParaRPr lang="en-US" altLang="zh-CN" dirty="0">
                  <a:latin typeface="Arial" panose="020B0604020202020204" pitchFamily="34" charset="0"/>
                  <a:ea typeface="黑体" panose="02010609060101010101" pitchFamily="49" charset="-122"/>
                  <a:cs typeface="Arial" panose="020B0604020202020204" pitchFamily="34" charset="0"/>
                </a:endParaRPr>
              </a:p>
              <a:p>
                <a:endParaRPr lang="zh-CN" altLang="en-US" dirty="0"/>
              </a:p>
            </p:txBody>
          </p:sp>
        </mc:Choice>
        <mc:Fallback xmlns="">
          <p:sp>
            <p:nvSpPr>
              <p:cNvPr id="7" name="内容占位符 6"/>
              <p:cNvSpPr>
                <a:spLocks noGrp="1" noRot="1" noChangeAspect="1" noMove="1" noResize="1" noEditPoints="1" noAdjustHandles="1" noChangeArrowheads="1" noChangeShapeType="1" noTextEdit="1"/>
              </p:cNvSpPr>
              <p:nvPr>
                <p:ph sz="quarter" idx="2"/>
              </p:nvPr>
            </p:nvSpPr>
            <p:spPr>
              <a:xfrm>
                <a:off x="4716016" y="1649676"/>
                <a:ext cx="4032697" cy="4895850"/>
              </a:xfrm>
              <a:blipFill rotWithShape="1">
                <a:blip r:embed="rId4"/>
                <a:stretch>
                  <a:fillRect t="-1494" r="-3328"/>
                </a:stretch>
              </a:blipFill>
            </p:spPr>
            <p:txBody>
              <a:bodyPr/>
              <a:lstStyle/>
              <a:p>
                <a:r>
                  <a:rPr lang="zh-CN" altLang="en-US">
                    <a:noFill/>
                  </a:rPr>
                  <a:t> </a:t>
                </a:r>
              </a:p>
            </p:txBody>
          </p:sp>
        </mc:Fallback>
      </mc:AlternateContent>
      <p:sp>
        <p:nvSpPr>
          <p:cNvPr id="5" name="灯片编号占位符 4"/>
          <p:cNvSpPr>
            <a:spLocks noGrp="1"/>
          </p:cNvSpPr>
          <p:nvPr>
            <p:ph type="sldNum" sz="quarter" idx="100"/>
          </p:nvPr>
        </p:nvSpPr>
        <p:spPr/>
        <p:txBody>
          <a:bodyPr/>
          <a:lstStyle/>
          <a:p>
            <a:fld id="{2B2B68EE-DD1E-4368-AFCE-24A50EC7BF18}" type="slidenum">
              <a:rPr lang="en-US" smtClean="0"/>
              <a:pPr/>
              <a:t>52</a:t>
            </a:fld>
            <a:endParaRPr lang="en-US" dirty="0"/>
          </a:p>
        </p:txBody>
      </p:sp>
      <p:sp>
        <p:nvSpPr>
          <p:cNvPr id="6" name="页脚占位符 5"/>
          <p:cNvSpPr>
            <a:spLocks noGrp="1"/>
          </p:cNvSpPr>
          <p:nvPr>
            <p:ph type="ftr" sz="quarter" idx="101"/>
          </p:nvPr>
        </p:nvSpPr>
        <p:spPr/>
        <p:txBody>
          <a:bodyPr/>
          <a:lstStyle/>
          <a:p>
            <a:r>
              <a:rPr lang="en-US" dirty="0" smtClean="0"/>
              <a:t>For internal use - Confidential</a:t>
            </a:r>
            <a:endParaRPr lang="en-US" dirty="0"/>
          </a:p>
        </p:txBody>
      </p:sp>
      <p:sp>
        <p:nvSpPr>
          <p:cNvPr id="8" name="标题 2"/>
          <p:cNvSpPr txBox="1">
            <a:spLocks/>
          </p:cNvSpPr>
          <p:nvPr/>
        </p:nvSpPr>
        <p:spPr>
          <a:xfrm>
            <a:off x="493095" y="950030"/>
            <a:ext cx="3780000" cy="576000"/>
          </a:xfrm>
          <a:prstGeom prst="rect">
            <a:avLst/>
          </a:prstGeom>
        </p:spPr>
        <p:txBody>
          <a:bodyPr vert="horz" lIns="0" tIns="0" rIns="0" bIns="72000" rtlCol="0" anchor="t" anchorCtr="0">
            <a:noAutofit/>
          </a:bodyPr>
          <a:lstStyle>
            <a:lvl1pPr marL="0" indent="0" algn="l" defTabSz="914400" rtl="0" eaLnBrk="1" latinLnBrk="0" hangingPunct="1">
              <a:lnSpc>
                <a:spcPct val="100000"/>
              </a:lnSpc>
              <a:spcBef>
                <a:spcPct val="0"/>
              </a:spcBef>
              <a:spcAft>
                <a:spcPts val="0"/>
              </a:spcAft>
              <a:buNone/>
              <a:defRPr sz="1800" b="1"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altLang="zh-CN" dirty="0"/>
              <a:t>Requirements for load cells equipped with </a:t>
            </a:r>
            <a:r>
              <a:rPr lang="en-US" altLang="zh-CN" dirty="0" smtClean="0"/>
              <a:t>electronics - 2000</a:t>
            </a:r>
            <a:endParaRPr lang="zh-CN" altLang="en-US" dirty="0"/>
          </a:p>
        </p:txBody>
      </p:sp>
    </p:spTree>
    <p:extLst>
      <p:ext uri="{BB962C8B-B14F-4D97-AF65-F5344CB8AC3E}">
        <p14:creationId xmlns:p14="http://schemas.microsoft.com/office/powerpoint/2010/main" val="3366989928"/>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latin typeface="黑体" panose="02010609060101010101" pitchFamily="49" charset="-122"/>
                <a:ea typeface="黑体" panose="02010609060101010101" pitchFamily="49" charset="-122"/>
              </a:rPr>
              <a:t>计量</a:t>
            </a:r>
            <a:r>
              <a:rPr lang="zh-CN" altLang="en-US" dirty="0">
                <a:latin typeface="黑体" panose="02010609060101010101" pitchFamily="49" charset="-122"/>
                <a:ea typeface="黑体" panose="02010609060101010101" pitchFamily="49" charset="-122"/>
              </a:rPr>
              <a:t>要求</a:t>
            </a:r>
            <a:endParaRPr lang="zh-CN" altLang="en-US" dirty="0"/>
          </a:p>
        </p:txBody>
      </p:sp>
      <p:sp>
        <p:nvSpPr>
          <p:cNvPr id="3" name="标题 2"/>
          <p:cNvSpPr>
            <a:spLocks noGrp="1"/>
          </p:cNvSpPr>
          <p:nvPr>
            <p:ph type="title" idx="99"/>
          </p:nvPr>
        </p:nvSpPr>
        <p:spPr>
          <a:xfrm>
            <a:off x="3670807" y="947758"/>
            <a:ext cx="3564000" cy="576000"/>
          </a:xfrm>
        </p:spPr>
        <p:txBody>
          <a:bodyPr/>
          <a:lstStyle/>
          <a:p>
            <a:r>
              <a:rPr lang="en-US" altLang="zh-CN" dirty="0"/>
              <a:t>Requirements for </a:t>
            </a:r>
            <a:r>
              <a:rPr lang="en-US" altLang="zh-CN" dirty="0">
                <a:solidFill>
                  <a:schemeClr val="tx1"/>
                </a:solidFill>
              </a:rPr>
              <a:t>analog-active and digital </a:t>
            </a:r>
            <a:r>
              <a:rPr lang="en-US" altLang="zh-CN" dirty="0"/>
              <a:t>load </a:t>
            </a:r>
            <a:r>
              <a:rPr lang="en-US" altLang="zh-CN" dirty="0" smtClean="0"/>
              <a:t>cells - 2017</a:t>
            </a:r>
            <a:endParaRPr lang="zh-CN" altLang="en-US" dirty="0"/>
          </a:p>
        </p:txBody>
      </p:sp>
      <p:sp>
        <p:nvSpPr>
          <p:cNvPr id="4" name="内容占位符 3"/>
          <p:cNvSpPr>
            <a:spLocks noGrp="1"/>
          </p:cNvSpPr>
          <p:nvPr>
            <p:ph sz="quarter" idx="1"/>
          </p:nvPr>
        </p:nvSpPr>
        <p:spPr>
          <a:xfrm>
            <a:off x="395288" y="2004524"/>
            <a:ext cx="2556000" cy="4895850"/>
          </a:xfrm>
        </p:spPr>
        <p:txBody>
          <a:bodyPr/>
          <a:lstStyle/>
          <a:p>
            <a:pPr marL="0" indent="0">
              <a:buNone/>
            </a:pPr>
            <a:r>
              <a:rPr lang="en-US" altLang="zh-CN" dirty="0" smtClean="0">
                <a:latin typeface="Arial" panose="020B0604020202020204" pitchFamily="34" charset="0"/>
                <a:ea typeface="黑体" panose="02010609060101010101" pitchFamily="49" charset="-122"/>
                <a:cs typeface="Arial" panose="020B0604020202020204" pitchFamily="34" charset="0"/>
              </a:rPr>
              <a:t>If </a:t>
            </a:r>
            <a:r>
              <a:rPr lang="en-US" altLang="zh-CN" dirty="0">
                <a:latin typeface="Arial" panose="020B0604020202020204" pitchFamily="34" charset="0"/>
                <a:ea typeface="黑体" panose="02010609060101010101" pitchFamily="49" charset="-122"/>
                <a:cs typeface="Arial" panose="020B0604020202020204" pitchFamily="34" charset="0"/>
              </a:rPr>
              <a:t>a load cell is configured with substantially all the electronic functions of an electronic weighing instrument then it may be required to undergo additional evaluation against other requirements contained in </a:t>
            </a:r>
            <a:r>
              <a:rPr lang="en-US" altLang="zh-CN" dirty="0" smtClean="0">
                <a:latin typeface="Arial" panose="020B0604020202020204" pitchFamily="34" charset="0"/>
                <a:ea typeface="黑体" panose="02010609060101010101" pitchFamily="49" charset="-122"/>
                <a:cs typeface="Arial" panose="020B0604020202020204" pitchFamily="34" charset="0"/>
              </a:rPr>
              <a:t>the OIML </a:t>
            </a:r>
            <a:r>
              <a:rPr lang="en-US" altLang="zh-CN" dirty="0">
                <a:latin typeface="Arial" panose="020B0604020202020204" pitchFamily="34" charset="0"/>
                <a:ea typeface="黑体" panose="02010609060101010101" pitchFamily="49" charset="-122"/>
                <a:cs typeface="Arial" panose="020B0604020202020204" pitchFamily="34" charset="0"/>
              </a:rPr>
              <a:t>Recommendation for the weighing instrument. Such evaluation is outside the scope of this Recommendation.</a:t>
            </a:r>
          </a:p>
          <a:p>
            <a:pPr marL="0" indent="0">
              <a:buNone/>
            </a:pPr>
            <a:endParaRPr lang="zh-CN" altLang="en-US" dirty="0">
              <a:latin typeface="Arial" panose="020B0604020202020204" pitchFamily="34" charset="0"/>
              <a:ea typeface="黑体" panose="02010609060101010101" pitchFamily="49" charset="-122"/>
              <a:cs typeface="Arial" panose="020B0604020202020204" pitchFamily="34" charset="0"/>
            </a:endParaRPr>
          </a:p>
        </p:txBody>
      </p:sp>
      <p:sp>
        <p:nvSpPr>
          <p:cNvPr id="7" name="内容占位符 6"/>
          <p:cNvSpPr>
            <a:spLocks noGrp="1"/>
          </p:cNvSpPr>
          <p:nvPr>
            <p:ph sz="quarter" idx="2"/>
          </p:nvPr>
        </p:nvSpPr>
        <p:spPr>
          <a:xfrm>
            <a:off x="3419455" y="1649676"/>
            <a:ext cx="5256000" cy="4895850"/>
          </a:xfrm>
        </p:spPr>
        <p:txBody>
          <a:bodyPr/>
          <a:lstStyle/>
          <a:p>
            <a:pPr marL="179387" lvl="1" indent="0">
              <a:buNone/>
            </a:pPr>
            <a:r>
              <a:rPr lang="en-US" altLang="zh-CN" dirty="0" smtClean="0">
                <a:latin typeface="Arial" panose="020B0604020202020204" pitchFamily="34" charset="0"/>
                <a:ea typeface="黑体" panose="02010609060101010101" pitchFamily="49" charset="-122"/>
                <a:cs typeface="Arial" panose="020B0604020202020204" pitchFamily="34" charset="0"/>
              </a:rPr>
              <a:t>If </a:t>
            </a:r>
            <a:r>
              <a:rPr lang="en-US" altLang="zh-CN" dirty="0">
                <a:latin typeface="Arial" panose="020B0604020202020204" pitchFamily="34" charset="0"/>
                <a:ea typeface="黑体" panose="02010609060101010101" pitchFamily="49" charset="-122"/>
                <a:cs typeface="Arial" panose="020B0604020202020204" pitchFamily="34" charset="0"/>
              </a:rPr>
              <a:t>a digital load cell equipped with further data processing (3.1.3.4) is configured with substantial additional electronic functions (e.g. display of indications, frequency counter) that are typical of an electronic weighing instrument, it may be considered outside the scope of this Recommendation and the load cell may need to undergo additional evaluation against requirements contained in other OIML Recommendations which are applicable to weighing instruments.</a:t>
            </a:r>
          </a:p>
          <a:p>
            <a:pPr marL="179387" lvl="1" indent="457200">
              <a:buNone/>
            </a:pPr>
            <a:r>
              <a:rPr lang="zh-CN" altLang="en-US" dirty="0">
                <a:latin typeface="Arial" panose="020B0604020202020204" pitchFamily="34" charset="0"/>
                <a:ea typeface="黑体" panose="02010609060101010101" pitchFamily="49" charset="-122"/>
                <a:cs typeface="Arial" panose="020B0604020202020204" pitchFamily="34" charset="0"/>
              </a:rPr>
              <a:t>带进一步数据处理装置的数字式传感器配合具有固定功能的电子装置就是典型的电子衡器，超出了本标准称重传感器的适用范围，可以依据相对应的衡器标准进行额外的评价。</a:t>
            </a:r>
            <a:endParaRPr lang="en-US" altLang="zh-CN" dirty="0">
              <a:latin typeface="Arial" panose="020B0604020202020204" pitchFamily="34" charset="0"/>
              <a:ea typeface="黑体" panose="02010609060101010101" pitchFamily="49" charset="-122"/>
              <a:cs typeface="Arial" panose="020B0604020202020204" pitchFamily="34" charset="0"/>
            </a:endParaRPr>
          </a:p>
          <a:p>
            <a:pPr marL="179387" lvl="1" indent="457200">
              <a:buNone/>
            </a:pPr>
            <a:r>
              <a:rPr lang="zh-CN" altLang="en-US" dirty="0">
                <a:latin typeface="Arial" panose="020B0604020202020204" pitchFamily="34" charset="0"/>
                <a:ea typeface="黑体" panose="02010609060101010101" pitchFamily="49" charset="-122"/>
                <a:cs typeface="Arial" panose="020B0604020202020204" pitchFamily="34" charset="0"/>
              </a:rPr>
              <a:t>如果传感器具有不同型式衡器功能，在申请型式评价时是可以申请多个标准的符合性评价的。这些衡器具有相同的计量保护和技术要求，只需要进行差异性检查和验证。</a:t>
            </a:r>
            <a:endParaRPr lang="en-US" altLang="zh-CN" dirty="0">
              <a:latin typeface="Arial" panose="020B0604020202020204" pitchFamily="34" charset="0"/>
              <a:ea typeface="黑体" panose="02010609060101010101" pitchFamily="49" charset="-122"/>
              <a:cs typeface="Arial" panose="020B0604020202020204" pitchFamily="34" charset="0"/>
            </a:endParaRPr>
          </a:p>
          <a:p>
            <a:endParaRPr lang="zh-CN" altLang="en-US" dirty="0"/>
          </a:p>
        </p:txBody>
      </p:sp>
      <p:sp>
        <p:nvSpPr>
          <p:cNvPr id="5" name="灯片编号占位符 4"/>
          <p:cNvSpPr>
            <a:spLocks noGrp="1"/>
          </p:cNvSpPr>
          <p:nvPr>
            <p:ph type="sldNum" sz="quarter" idx="100"/>
          </p:nvPr>
        </p:nvSpPr>
        <p:spPr/>
        <p:txBody>
          <a:bodyPr/>
          <a:lstStyle/>
          <a:p>
            <a:fld id="{2B2B68EE-DD1E-4368-AFCE-24A50EC7BF18}" type="slidenum">
              <a:rPr lang="en-US" smtClean="0"/>
              <a:pPr/>
              <a:t>53</a:t>
            </a:fld>
            <a:endParaRPr lang="en-US" dirty="0"/>
          </a:p>
        </p:txBody>
      </p:sp>
      <p:sp>
        <p:nvSpPr>
          <p:cNvPr id="6" name="页脚占位符 5"/>
          <p:cNvSpPr>
            <a:spLocks noGrp="1"/>
          </p:cNvSpPr>
          <p:nvPr>
            <p:ph type="ftr" sz="quarter" idx="101"/>
          </p:nvPr>
        </p:nvSpPr>
        <p:spPr/>
        <p:txBody>
          <a:bodyPr/>
          <a:lstStyle/>
          <a:p>
            <a:r>
              <a:rPr lang="en-US" smtClean="0"/>
              <a:t>For internal use - Confidential</a:t>
            </a:r>
            <a:endParaRPr lang="en-US" dirty="0"/>
          </a:p>
        </p:txBody>
      </p:sp>
      <p:sp>
        <p:nvSpPr>
          <p:cNvPr id="8" name="标题 2"/>
          <p:cNvSpPr txBox="1">
            <a:spLocks/>
          </p:cNvSpPr>
          <p:nvPr/>
        </p:nvSpPr>
        <p:spPr>
          <a:xfrm>
            <a:off x="356615" y="950030"/>
            <a:ext cx="2700000" cy="576000"/>
          </a:xfrm>
          <a:prstGeom prst="rect">
            <a:avLst/>
          </a:prstGeom>
        </p:spPr>
        <p:txBody>
          <a:bodyPr vert="horz" lIns="0" tIns="0" rIns="0" bIns="72000" rtlCol="0" anchor="t" anchorCtr="0">
            <a:noAutofit/>
          </a:bodyPr>
          <a:lstStyle>
            <a:lvl1pPr marL="0" indent="0" algn="l" defTabSz="914400" rtl="0" eaLnBrk="1" latinLnBrk="0" hangingPunct="1">
              <a:lnSpc>
                <a:spcPct val="100000"/>
              </a:lnSpc>
              <a:spcBef>
                <a:spcPct val="0"/>
              </a:spcBef>
              <a:spcAft>
                <a:spcPts val="0"/>
              </a:spcAft>
              <a:buNone/>
              <a:defRPr sz="1800" b="1"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altLang="zh-CN" dirty="0"/>
              <a:t>Requirements for load cells equipped with </a:t>
            </a:r>
            <a:r>
              <a:rPr lang="en-US" altLang="zh-CN" dirty="0" smtClean="0"/>
              <a:t>electronics - 2000</a:t>
            </a:r>
            <a:endParaRPr lang="zh-CN" altLang="en-US" dirty="0"/>
          </a:p>
        </p:txBody>
      </p:sp>
    </p:spTree>
    <p:extLst>
      <p:ext uri="{BB962C8B-B14F-4D97-AF65-F5344CB8AC3E}">
        <p14:creationId xmlns:p14="http://schemas.microsoft.com/office/powerpoint/2010/main" val="1991368683"/>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latin typeface="黑体" panose="02010609060101010101" pitchFamily="49" charset="-122"/>
                <a:ea typeface="黑体" panose="02010609060101010101" pitchFamily="49" charset="-122"/>
              </a:rPr>
              <a:t>计量</a:t>
            </a:r>
            <a:r>
              <a:rPr lang="zh-CN" altLang="en-US" dirty="0">
                <a:latin typeface="黑体" panose="02010609060101010101" pitchFamily="49" charset="-122"/>
                <a:ea typeface="黑体" panose="02010609060101010101" pitchFamily="49" charset="-122"/>
              </a:rPr>
              <a:t>要求</a:t>
            </a:r>
            <a:endParaRPr lang="zh-CN" altLang="en-US" dirty="0"/>
          </a:p>
        </p:txBody>
      </p:sp>
      <p:sp>
        <p:nvSpPr>
          <p:cNvPr id="7" name="标题 6"/>
          <p:cNvSpPr>
            <a:spLocks noGrp="1"/>
          </p:cNvSpPr>
          <p:nvPr>
            <p:ph type="title" idx="99"/>
          </p:nvPr>
        </p:nvSpPr>
        <p:spPr>
          <a:xfrm>
            <a:off x="395287" y="797631"/>
            <a:ext cx="2412000" cy="324769"/>
          </a:xfrm>
        </p:spPr>
        <p:txBody>
          <a:bodyPr/>
          <a:lstStyle/>
          <a:p>
            <a:r>
              <a:rPr lang="en-US" altLang="zh-CN" dirty="0" smtClean="0"/>
              <a:t>Faults - 2000</a:t>
            </a:r>
            <a:r>
              <a:rPr lang="en-US" altLang="zh-CN" dirty="0"/>
              <a:t/>
            </a:r>
            <a:br>
              <a:rPr lang="en-US" altLang="zh-CN" dirty="0"/>
            </a:br>
            <a:endParaRPr lang="zh-CN" altLang="en-US" dirty="0"/>
          </a:p>
        </p:txBody>
      </p:sp>
      <p:sp>
        <p:nvSpPr>
          <p:cNvPr id="4" name="内容占位符 3"/>
          <p:cNvSpPr>
            <a:spLocks noGrp="1"/>
          </p:cNvSpPr>
          <p:nvPr>
            <p:ph sz="quarter" idx="1"/>
          </p:nvPr>
        </p:nvSpPr>
        <p:spPr>
          <a:xfrm>
            <a:off x="395288" y="1103756"/>
            <a:ext cx="2556000" cy="3636000"/>
          </a:xfrm>
        </p:spPr>
        <p:txBody>
          <a:bodyPr/>
          <a:lstStyle/>
          <a:p>
            <a:pPr marL="179387" lvl="1" indent="0">
              <a:spcAft>
                <a:spcPts val="0"/>
              </a:spcAft>
              <a:buNone/>
            </a:pPr>
            <a:r>
              <a:rPr lang="en-US" altLang="zh-CN" dirty="0" smtClean="0">
                <a:latin typeface="Arial" panose="020B0604020202020204" pitchFamily="34" charset="0"/>
                <a:ea typeface="黑体" panose="02010609060101010101" pitchFamily="49" charset="-122"/>
                <a:cs typeface="Arial" panose="020B0604020202020204" pitchFamily="34" charset="0"/>
              </a:rPr>
              <a:t>A </a:t>
            </a:r>
            <a:r>
              <a:rPr lang="en-US" altLang="zh-CN" dirty="0">
                <a:latin typeface="Arial" panose="020B0604020202020204" pitchFamily="34" charset="0"/>
                <a:ea typeface="黑体" panose="02010609060101010101" pitchFamily="49" charset="-122"/>
                <a:cs typeface="Arial" panose="020B0604020202020204" pitchFamily="34" charset="0"/>
              </a:rPr>
              <a:t>load cell equipped with electronics shall be designed and manufactured such that when it is exposed to electrical disturbances either:</a:t>
            </a:r>
          </a:p>
          <a:p>
            <a:pPr marL="522287" lvl="1" indent="-342900">
              <a:spcAft>
                <a:spcPts val="0"/>
              </a:spcAft>
              <a:buFont typeface="+mj-lt"/>
              <a:buAutoNum type="alphaLcParenR"/>
            </a:pPr>
            <a:r>
              <a:rPr lang="en-US" altLang="zh-CN" dirty="0" smtClean="0">
                <a:latin typeface="Arial" panose="020B0604020202020204" pitchFamily="34" charset="0"/>
                <a:ea typeface="黑体" panose="02010609060101010101" pitchFamily="49" charset="-122"/>
                <a:cs typeface="Arial" panose="020B0604020202020204" pitchFamily="34" charset="0"/>
              </a:rPr>
              <a:t>significant </a:t>
            </a:r>
            <a:r>
              <a:rPr lang="en-US" altLang="zh-CN" dirty="0">
                <a:latin typeface="Arial" panose="020B0604020202020204" pitchFamily="34" charset="0"/>
                <a:ea typeface="黑体" panose="02010609060101010101" pitchFamily="49" charset="-122"/>
                <a:cs typeface="Arial" panose="020B0604020202020204" pitchFamily="34" charset="0"/>
              </a:rPr>
              <a:t>faults do not occur; or</a:t>
            </a:r>
          </a:p>
          <a:p>
            <a:pPr marL="522287" lvl="1" indent="-342900">
              <a:spcAft>
                <a:spcPts val="0"/>
              </a:spcAft>
              <a:buFont typeface="+mj-lt"/>
              <a:buAutoNum type="alphaLcParenR"/>
            </a:pPr>
            <a:r>
              <a:rPr lang="en-US" altLang="zh-CN" dirty="0" smtClean="0">
                <a:latin typeface="Arial" panose="020B0604020202020204" pitchFamily="34" charset="0"/>
                <a:ea typeface="黑体" panose="02010609060101010101" pitchFamily="49" charset="-122"/>
                <a:cs typeface="Arial" panose="020B0604020202020204" pitchFamily="34" charset="0"/>
              </a:rPr>
              <a:t>significant </a:t>
            </a:r>
            <a:r>
              <a:rPr lang="en-US" altLang="zh-CN" dirty="0">
                <a:latin typeface="Arial" panose="020B0604020202020204" pitchFamily="34" charset="0"/>
                <a:ea typeface="黑体" panose="02010609060101010101" pitchFamily="49" charset="-122"/>
                <a:cs typeface="Arial" panose="020B0604020202020204" pitchFamily="34" charset="0"/>
              </a:rPr>
              <a:t>faults are detected and acted upon.</a:t>
            </a:r>
          </a:p>
          <a:p>
            <a:pPr marL="179387" lvl="1" indent="0">
              <a:spcAft>
                <a:spcPts val="0"/>
              </a:spcAft>
              <a:buNone/>
            </a:pPr>
            <a:r>
              <a:rPr lang="en-US" altLang="zh-CN" dirty="0">
                <a:latin typeface="Arial" panose="020B0604020202020204" pitchFamily="34" charset="0"/>
                <a:ea typeface="黑体" panose="02010609060101010101" pitchFamily="49" charset="-122"/>
                <a:cs typeface="Arial" panose="020B0604020202020204" pitchFamily="34" charset="0"/>
              </a:rPr>
              <a:t>Messages of significant faults should not be confused with other messages presented.</a:t>
            </a:r>
          </a:p>
          <a:p>
            <a:pPr marL="179387" lvl="1" indent="0">
              <a:spcAft>
                <a:spcPts val="0"/>
              </a:spcAft>
              <a:buNone/>
            </a:pPr>
            <a:r>
              <a:rPr lang="en-US" altLang="zh-CN" dirty="0">
                <a:latin typeface="Arial" panose="020B0604020202020204" pitchFamily="34" charset="0"/>
                <a:ea typeface="黑体" panose="02010609060101010101" pitchFamily="49" charset="-122"/>
                <a:cs typeface="Arial" panose="020B0604020202020204" pitchFamily="34" charset="0"/>
              </a:rPr>
              <a:t>Note: A fault equal to or smaller than the load cell verification interval, </a:t>
            </a:r>
            <a:r>
              <a:rPr lang="en-US" altLang="zh-CN" dirty="0">
                <a:solidFill>
                  <a:srgbClr val="FF0000"/>
                </a:solidFill>
                <a:latin typeface="Arial" panose="020B0604020202020204" pitchFamily="34" charset="0"/>
                <a:ea typeface="黑体" panose="02010609060101010101" pitchFamily="49" charset="-122"/>
                <a:cs typeface="Arial" panose="020B0604020202020204" pitchFamily="34" charset="0"/>
              </a:rPr>
              <a:t>v</a:t>
            </a:r>
            <a:r>
              <a:rPr lang="en-US" altLang="zh-CN" dirty="0">
                <a:latin typeface="Arial" panose="020B0604020202020204" pitchFamily="34" charset="0"/>
                <a:ea typeface="黑体" panose="02010609060101010101" pitchFamily="49" charset="-122"/>
                <a:cs typeface="Arial" panose="020B0604020202020204" pitchFamily="34" charset="0"/>
              </a:rPr>
              <a:t>, is allowed irrespective of the value of the error in output.</a:t>
            </a:r>
          </a:p>
          <a:p>
            <a:pPr>
              <a:spcAft>
                <a:spcPts val="0"/>
              </a:spcAft>
            </a:pPr>
            <a:endParaRPr lang="zh-CN" altLang="en-US" dirty="0">
              <a:latin typeface="Arial" panose="020B0604020202020204" pitchFamily="34" charset="0"/>
              <a:ea typeface="黑体" panose="02010609060101010101" pitchFamily="49" charset="-122"/>
              <a:cs typeface="Arial" panose="020B0604020202020204" pitchFamily="34" charset="0"/>
            </a:endParaRPr>
          </a:p>
        </p:txBody>
      </p:sp>
      <mc:AlternateContent xmlns:mc="http://schemas.openxmlformats.org/markup-compatibility/2006" xmlns:a14="http://schemas.microsoft.com/office/drawing/2010/main">
        <mc:Choice Requires="a14">
          <p:sp>
            <p:nvSpPr>
              <p:cNvPr id="3" name="内容占位符 2"/>
              <p:cNvSpPr>
                <a:spLocks noGrp="1"/>
              </p:cNvSpPr>
              <p:nvPr>
                <p:ph sz="quarter" idx="2"/>
              </p:nvPr>
            </p:nvSpPr>
            <p:spPr>
              <a:xfrm>
                <a:off x="3132847" y="1103756"/>
                <a:ext cx="5724000" cy="4895850"/>
              </a:xfrm>
            </p:spPr>
            <p:txBody>
              <a:bodyPr/>
              <a:lstStyle/>
              <a:p>
                <a:pPr marL="179387" lvl="1" indent="0">
                  <a:spcAft>
                    <a:spcPts val="0"/>
                  </a:spcAft>
                  <a:buNone/>
                </a:pPr>
                <a:r>
                  <a:rPr lang="en-US" altLang="zh-CN" dirty="0" smtClean="0">
                    <a:latin typeface="Arial" panose="020B0604020202020204" pitchFamily="34" charset="0"/>
                    <a:ea typeface="黑体" panose="02010609060101010101" pitchFamily="49" charset="-122"/>
                    <a:cs typeface="Arial" panose="020B0604020202020204" pitchFamily="34" charset="0"/>
                  </a:rPr>
                  <a:t>An </a:t>
                </a:r>
                <a:r>
                  <a:rPr lang="en-US" altLang="zh-CN" dirty="0">
                    <a:latin typeface="Arial" panose="020B0604020202020204" pitchFamily="34" charset="0"/>
                    <a:ea typeface="黑体" panose="02010609060101010101" pitchFamily="49" charset="-122"/>
                    <a:cs typeface="Arial" panose="020B0604020202020204" pitchFamily="34" charset="0"/>
                  </a:rPr>
                  <a:t>analog-active </a:t>
                </a:r>
                <a:r>
                  <a:rPr lang="en-US" altLang="zh-CN" dirty="0">
                    <a:solidFill>
                      <a:srgbClr val="FF0000"/>
                    </a:solidFill>
                    <a:latin typeface="Arial" panose="020B0604020202020204" pitchFamily="34" charset="0"/>
                    <a:ea typeface="黑体" panose="02010609060101010101" pitchFamily="49" charset="-122"/>
                    <a:cs typeface="Arial" panose="020B0604020202020204" pitchFamily="34" charset="0"/>
                  </a:rPr>
                  <a:t>and digital </a:t>
                </a:r>
                <a:r>
                  <a:rPr lang="en-US" altLang="zh-CN" dirty="0">
                    <a:latin typeface="Arial" panose="020B0604020202020204" pitchFamily="34" charset="0"/>
                    <a:ea typeface="黑体" panose="02010609060101010101" pitchFamily="49" charset="-122"/>
                    <a:cs typeface="Arial" panose="020B0604020202020204" pitchFamily="34" charset="0"/>
                  </a:rPr>
                  <a:t>load cell shall be designed and manufactured such that when it is exposed to electrical disturbances either:</a:t>
                </a:r>
              </a:p>
              <a:p>
                <a:pPr marL="704850" lvl="2" indent="-342900">
                  <a:spcAft>
                    <a:spcPts val="0"/>
                  </a:spcAft>
                  <a:buFont typeface="+mj-lt"/>
                  <a:buAutoNum type="alphaLcParenR"/>
                </a:pPr>
                <a:r>
                  <a:rPr lang="en-US" altLang="zh-CN" dirty="0">
                    <a:latin typeface="Arial" panose="020B0604020202020204" pitchFamily="34" charset="0"/>
                    <a:ea typeface="黑体" panose="02010609060101010101" pitchFamily="49" charset="-122"/>
                    <a:cs typeface="Arial" panose="020B0604020202020204" pitchFamily="34" charset="0"/>
                  </a:rPr>
                  <a:t>significant faults do not occur; or</a:t>
                </a:r>
              </a:p>
              <a:p>
                <a:pPr marL="704850" lvl="2" indent="-342900">
                  <a:spcAft>
                    <a:spcPts val="0"/>
                  </a:spcAft>
                  <a:buFont typeface="+mj-lt"/>
                  <a:buAutoNum type="alphaLcParenR"/>
                </a:pPr>
                <a:r>
                  <a:rPr lang="en-US" altLang="zh-CN" dirty="0">
                    <a:latin typeface="Arial" panose="020B0604020202020204" pitchFamily="34" charset="0"/>
                    <a:ea typeface="黑体" panose="02010609060101010101" pitchFamily="49" charset="-122"/>
                    <a:cs typeface="Arial" panose="020B0604020202020204" pitchFamily="34" charset="0"/>
                  </a:rPr>
                  <a:t>significant faults are detected and acted upon.</a:t>
                </a:r>
              </a:p>
              <a:p>
                <a:pPr marL="179387" lvl="1" indent="457200">
                  <a:spcAft>
                    <a:spcPts val="0"/>
                  </a:spcAft>
                  <a:buNone/>
                </a:pPr>
                <a:r>
                  <a:rPr lang="zh-CN" altLang="en-US" dirty="0">
                    <a:latin typeface="Arial" panose="020B0604020202020204" pitchFamily="34" charset="0"/>
                    <a:ea typeface="黑体" panose="02010609060101010101" pitchFamily="49" charset="-122"/>
                    <a:cs typeface="Arial" panose="020B0604020202020204" pitchFamily="34" charset="0"/>
                  </a:rPr>
                  <a:t>有源模拟传感器</a:t>
                </a:r>
                <a:r>
                  <a:rPr lang="zh-CN" altLang="en-US" dirty="0">
                    <a:solidFill>
                      <a:srgbClr val="FF0000"/>
                    </a:solidFill>
                    <a:latin typeface="Arial" panose="020B0604020202020204" pitchFamily="34" charset="0"/>
                    <a:ea typeface="黑体" panose="02010609060101010101" pitchFamily="49" charset="-122"/>
                    <a:cs typeface="Arial" panose="020B0604020202020204" pitchFamily="34" charset="0"/>
                  </a:rPr>
                  <a:t>和数字式传感器</a:t>
                </a:r>
                <a:r>
                  <a:rPr lang="zh-CN" altLang="en-US" dirty="0">
                    <a:latin typeface="Arial" panose="020B0604020202020204" pitchFamily="34" charset="0"/>
                    <a:ea typeface="黑体" panose="02010609060101010101" pitchFamily="49" charset="-122"/>
                    <a:cs typeface="Arial" panose="020B0604020202020204" pitchFamily="34" charset="0"/>
                  </a:rPr>
                  <a:t>在受到干扰时要求要么没有显著增差（稳定的不可接受误差），要么主动检测和作出响应。</a:t>
                </a:r>
                <a:endParaRPr lang="en-US" altLang="zh-CN" dirty="0">
                  <a:latin typeface="Arial" panose="020B0604020202020204" pitchFamily="34" charset="0"/>
                  <a:ea typeface="黑体" panose="02010609060101010101" pitchFamily="49" charset="-122"/>
                  <a:cs typeface="Arial" panose="020B0604020202020204" pitchFamily="34" charset="0"/>
                </a:endParaRPr>
              </a:p>
              <a:p>
                <a:pPr marL="179387" lvl="1" indent="0">
                  <a:spcAft>
                    <a:spcPts val="0"/>
                  </a:spcAft>
                  <a:buNone/>
                </a:pPr>
                <a:r>
                  <a:rPr lang="en-US" altLang="zh-CN" dirty="0">
                    <a:latin typeface="Arial" panose="020B0604020202020204" pitchFamily="34" charset="0"/>
                    <a:ea typeface="黑体" panose="02010609060101010101" pitchFamily="49" charset="-122"/>
                    <a:cs typeface="Arial" panose="020B0604020202020204" pitchFamily="34" charset="0"/>
                  </a:rPr>
                  <a:t>If significant faults do occur, and the load cell is equipped with the intelligence to detect and act upon significant faults through the instrument that the load cell is installed in, the reporting of and acting upon significant faults would then be evaluated under the appropriate Recommendation for the complete instrument.</a:t>
                </a:r>
              </a:p>
              <a:p>
                <a:pPr marL="179387" lvl="1" indent="0">
                  <a:spcAft>
                    <a:spcPts val="0"/>
                  </a:spcAft>
                  <a:buNone/>
                </a:pPr>
                <a:r>
                  <a:rPr lang="en-US" altLang="zh-CN" dirty="0">
                    <a:latin typeface="Arial" panose="020B0604020202020204" pitchFamily="34" charset="0"/>
                    <a:ea typeface="黑体" panose="02010609060101010101" pitchFamily="49" charset="-122"/>
                    <a:cs typeface="Arial" panose="020B0604020202020204" pitchFamily="34" charset="0"/>
                  </a:rPr>
                  <a:t>Messages of significant faults should not be confused with other messages presented.</a:t>
                </a:r>
              </a:p>
              <a:p>
                <a:pPr marL="179387" lvl="1" indent="457200">
                  <a:spcAft>
                    <a:spcPts val="0"/>
                  </a:spcAft>
                  <a:buNone/>
                </a:pPr>
                <a:r>
                  <a:rPr lang="zh-CN" altLang="en-US" dirty="0">
                    <a:latin typeface="Arial" panose="020B0604020202020204" pitchFamily="34" charset="0"/>
                    <a:ea typeface="黑体" panose="02010609060101010101" pitchFamily="49" charset="-122"/>
                    <a:cs typeface="Arial" panose="020B0604020202020204" pitchFamily="34" charset="0"/>
                  </a:rPr>
                  <a:t>如果传感器能检测显著增差并作出响应，安装了该传感器的完整衡器按相</a:t>
                </a:r>
                <a:r>
                  <a:rPr lang="zh-CN" altLang="en-US" dirty="0" smtClean="0">
                    <a:latin typeface="Arial" panose="020B0604020202020204" pitchFamily="34" charset="0"/>
                    <a:ea typeface="黑体" panose="02010609060101010101" pitchFamily="49" charset="-122"/>
                    <a:cs typeface="Arial" panose="020B0604020202020204" pitchFamily="34" charset="0"/>
                  </a:rPr>
                  <a:t>对应衡器标准</a:t>
                </a:r>
                <a:r>
                  <a:rPr lang="zh-CN" altLang="en-US" dirty="0">
                    <a:latin typeface="Arial" panose="020B0604020202020204" pitchFamily="34" charset="0"/>
                    <a:ea typeface="黑体" panose="02010609060101010101" pitchFamily="49" charset="-122"/>
                    <a:cs typeface="Arial" panose="020B0604020202020204" pitchFamily="34" charset="0"/>
                  </a:rPr>
                  <a:t>进行评价该响应。显著增差信息不会与当前称重信息混淆。</a:t>
                </a:r>
                <a:endParaRPr lang="en-US" altLang="zh-CN" dirty="0">
                  <a:latin typeface="Arial" panose="020B0604020202020204" pitchFamily="34" charset="0"/>
                  <a:ea typeface="黑体" panose="02010609060101010101" pitchFamily="49" charset="-122"/>
                  <a:cs typeface="Arial" panose="020B0604020202020204" pitchFamily="34" charset="0"/>
                </a:endParaRPr>
              </a:p>
              <a:p>
                <a:pPr marL="800100" lvl="1" indent="-622300">
                  <a:spcAft>
                    <a:spcPts val="0"/>
                  </a:spcAft>
                  <a:buNone/>
                </a:pPr>
                <a:r>
                  <a:rPr lang="en-US" altLang="zh-CN" dirty="0">
                    <a:latin typeface="Arial" panose="020B0604020202020204" pitchFamily="34" charset="0"/>
                    <a:ea typeface="黑体" panose="02010609060101010101" pitchFamily="49" charset="-122"/>
                    <a:cs typeface="Arial" panose="020B0604020202020204" pitchFamily="34" charset="0"/>
                  </a:rPr>
                  <a:t>Note:   A fault in value that is equal to or smaller than the load cell minimum verification interval, </a:t>
                </a:r>
                <a14:m>
                  <m:oMath xmlns:m="http://schemas.openxmlformats.org/officeDocument/2006/math">
                    <m:sSub>
                      <m:sSubPr>
                        <m:ctrlPr>
                          <a:rPr lang="en-US" altLang="zh-CN" i="1" smtClean="0">
                            <a:solidFill>
                              <a:srgbClr val="FF0000"/>
                            </a:solidFill>
                            <a:latin typeface="Cambria Math"/>
                            <a:ea typeface="黑体" panose="02010609060101010101" pitchFamily="49" charset="-122"/>
                            <a:cs typeface="Arial" panose="020B0604020202020204" pitchFamily="34" charset="0"/>
                          </a:rPr>
                        </m:ctrlPr>
                      </m:sSubPr>
                      <m:e>
                        <m:r>
                          <a:rPr lang="en-US" altLang="zh-CN" i="1">
                            <a:solidFill>
                              <a:srgbClr val="FF0000"/>
                            </a:solidFill>
                            <a:latin typeface="Cambria Math"/>
                            <a:ea typeface="黑体" panose="02010609060101010101" pitchFamily="49" charset="-122"/>
                            <a:cs typeface="Arial" panose="020B0604020202020204" pitchFamily="34" charset="0"/>
                          </a:rPr>
                          <m:t>𝑣</m:t>
                        </m:r>
                      </m:e>
                      <m:sub>
                        <m:r>
                          <a:rPr lang="en-US" altLang="zh-CN" i="1">
                            <a:solidFill>
                              <a:srgbClr val="FF0000"/>
                            </a:solidFill>
                            <a:latin typeface="Cambria Math"/>
                            <a:ea typeface="黑体" panose="02010609060101010101" pitchFamily="49" charset="-122"/>
                            <a:cs typeface="Arial" panose="020B0604020202020204" pitchFamily="34" charset="0"/>
                          </a:rPr>
                          <m:t>𝑚𝑖𝑛</m:t>
                        </m:r>
                      </m:sub>
                    </m:sSub>
                  </m:oMath>
                </a14:m>
                <a:r>
                  <a:rPr lang="en-US" altLang="zh-CN" dirty="0">
                    <a:latin typeface="Arial" panose="020B0604020202020204" pitchFamily="34" charset="0"/>
                    <a:ea typeface="黑体" panose="02010609060101010101" pitchFamily="49" charset="-122"/>
                    <a:cs typeface="Arial" panose="020B0604020202020204" pitchFamily="34" charset="0"/>
                  </a:rPr>
                  <a:t>, is allowed.</a:t>
                </a:r>
              </a:p>
              <a:p>
                <a:pPr marL="534988" lvl="3" indent="0">
                  <a:spcAft>
                    <a:spcPts val="0"/>
                  </a:spcAft>
                  <a:buNone/>
                </a:pPr>
                <a:r>
                  <a:rPr lang="zh-CN" altLang="en-US" dirty="0">
                    <a:latin typeface="Arial" panose="020B0604020202020204" pitchFamily="34" charset="0"/>
                    <a:ea typeface="黑体" panose="02010609060101010101" pitchFamily="49" charset="-122"/>
                    <a:cs typeface="Arial" panose="020B0604020202020204" pitchFamily="34" charset="0"/>
                  </a:rPr>
                  <a:t>传感器允许出现不大于一个最小检定分度值的增差。</a:t>
                </a:r>
              </a:p>
              <a:p>
                <a:pPr>
                  <a:spcAft>
                    <a:spcPts val="0"/>
                  </a:spcAft>
                </a:pPr>
                <a:endParaRPr lang="zh-CN" altLang="en-US" dirty="0"/>
              </a:p>
            </p:txBody>
          </p:sp>
        </mc:Choice>
        <mc:Fallback xmlns="">
          <p:sp>
            <p:nvSpPr>
              <p:cNvPr id="3" name="内容占位符 2"/>
              <p:cNvSpPr>
                <a:spLocks noGrp="1" noRot="1" noChangeAspect="1" noMove="1" noResize="1" noEditPoints="1" noAdjustHandles="1" noChangeArrowheads="1" noChangeShapeType="1" noTextEdit="1"/>
              </p:cNvSpPr>
              <p:nvPr>
                <p:ph sz="quarter" idx="2"/>
              </p:nvPr>
            </p:nvSpPr>
            <p:spPr>
              <a:xfrm>
                <a:off x="3132847" y="1103756"/>
                <a:ext cx="5724000" cy="4895850"/>
              </a:xfrm>
              <a:blipFill rotWithShape="1">
                <a:blip r:embed="rId2"/>
                <a:stretch>
                  <a:fillRect t="-1245" r="-2769" b="-12080"/>
                </a:stretch>
              </a:blipFill>
            </p:spPr>
            <p:txBody>
              <a:bodyPr/>
              <a:lstStyle/>
              <a:p>
                <a:r>
                  <a:rPr lang="zh-CN" altLang="en-US">
                    <a:noFill/>
                  </a:rPr>
                  <a:t> </a:t>
                </a:r>
              </a:p>
            </p:txBody>
          </p:sp>
        </mc:Fallback>
      </mc:AlternateContent>
      <p:sp>
        <p:nvSpPr>
          <p:cNvPr id="5" name="灯片编号占位符 4"/>
          <p:cNvSpPr>
            <a:spLocks noGrp="1"/>
          </p:cNvSpPr>
          <p:nvPr>
            <p:ph type="sldNum" sz="quarter" idx="100"/>
          </p:nvPr>
        </p:nvSpPr>
        <p:spPr/>
        <p:txBody>
          <a:bodyPr/>
          <a:lstStyle/>
          <a:p>
            <a:fld id="{2B2B68EE-DD1E-4368-AFCE-24A50EC7BF18}" type="slidenum">
              <a:rPr lang="en-US" smtClean="0"/>
              <a:pPr/>
              <a:t>54</a:t>
            </a:fld>
            <a:endParaRPr lang="en-US" dirty="0"/>
          </a:p>
        </p:txBody>
      </p:sp>
      <p:sp>
        <p:nvSpPr>
          <p:cNvPr id="6" name="页脚占位符 5"/>
          <p:cNvSpPr>
            <a:spLocks noGrp="1"/>
          </p:cNvSpPr>
          <p:nvPr>
            <p:ph type="ftr" sz="quarter" idx="101"/>
          </p:nvPr>
        </p:nvSpPr>
        <p:spPr/>
        <p:txBody>
          <a:bodyPr/>
          <a:lstStyle/>
          <a:p>
            <a:r>
              <a:rPr lang="en-US" smtClean="0"/>
              <a:t>For internal use - Confidential</a:t>
            </a:r>
            <a:endParaRPr lang="en-US" dirty="0"/>
          </a:p>
        </p:txBody>
      </p:sp>
      <p:sp>
        <p:nvSpPr>
          <p:cNvPr id="8" name="标题 6"/>
          <p:cNvSpPr txBox="1">
            <a:spLocks/>
          </p:cNvSpPr>
          <p:nvPr/>
        </p:nvSpPr>
        <p:spPr>
          <a:xfrm>
            <a:off x="3577543" y="772607"/>
            <a:ext cx="4032000" cy="324769"/>
          </a:xfrm>
          <a:prstGeom prst="rect">
            <a:avLst/>
          </a:prstGeom>
        </p:spPr>
        <p:txBody>
          <a:bodyPr vert="horz" lIns="0" tIns="0" rIns="0" bIns="72000" rtlCol="0" anchor="t" anchorCtr="0">
            <a:noAutofit/>
          </a:bodyPr>
          <a:lstStyle>
            <a:lvl1pPr marL="0" indent="0" algn="l" defTabSz="914400" rtl="0" eaLnBrk="1" latinLnBrk="0" hangingPunct="1">
              <a:lnSpc>
                <a:spcPct val="100000"/>
              </a:lnSpc>
              <a:spcBef>
                <a:spcPct val="0"/>
              </a:spcBef>
              <a:spcAft>
                <a:spcPts val="0"/>
              </a:spcAft>
              <a:buNone/>
              <a:defRPr sz="1800" b="1"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altLang="zh-CN" dirty="0" smtClean="0"/>
              <a:t>Faults - 2017</a:t>
            </a:r>
            <a:br>
              <a:rPr lang="en-US" altLang="zh-CN" dirty="0" smtClean="0"/>
            </a:br>
            <a:endParaRPr lang="zh-CN" altLang="en-US" dirty="0"/>
          </a:p>
        </p:txBody>
      </p:sp>
    </p:spTree>
    <p:extLst>
      <p:ext uri="{BB962C8B-B14F-4D97-AF65-F5344CB8AC3E}">
        <p14:creationId xmlns:p14="http://schemas.microsoft.com/office/powerpoint/2010/main" val="3776004499"/>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latin typeface="黑体" panose="02010609060101010101" pitchFamily="49" charset="-122"/>
                <a:ea typeface="黑体" panose="02010609060101010101" pitchFamily="49" charset="-122"/>
              </a:rPr>
              <a:t>计量</a:t>
            </a:r>
            <a:r>
              <a:rPr lang="zh-CN" altLang="en-US" dirty="0">
                <a:latin typeface="黑体" panose="02010609060101010101" pitchFamily="49" charset="-122"/>
                <a:ea typeface="黑体" panose="02010609060101010101" pitchFamily="49" charset="-122"/>
              </a:rPr>
              <a:t>要求</a:t>
            </a:r>
            <a:endParaRPr lang="zh-CN" altLang="en-US" dirty="0"/>
          </a:p>
        </p:txBody>
      </p:sp>
      <mc:AlternateContent xmlns:mc="http://schemas.openxmlformats.org/markup-compatibility/2006" xmlns:a14="http://schemas.microsoft.com/office/drawing/2010/main">
        <mc:Choice Requires="a14">
          <p:sp>
            <p:nvSpPr>
              <p:cNvPr id="4" name="内容占位符 3"/>
              <p:cNvSpPr>
                <a:spLocks noGrp="1"/>
              </p:cNvSpPr>
              <p:nvPr>
                <p:ph idx="1"/>
              </p:nvPr>
            </p:nvSpPr>
            <p:spPr>
              <a:xfrm>
                <a:off x="395288" y="1131948"/>
                <a:ext cx="8353426" cy="4895850"/>
              </a:xfrm>
            </p:spPr>
            <p:txBody>
              <a:bodyPr/>
              <a:lstStyle/>
              <a:p>
                <a:pPr marL="0" indent="0">
                  <a:spcBef>
                    <a:spcPts val="0"/>
                  </a:spcBef>
                  <a:spcAft>
                    <a:spcPts val="1200"/>
                  </a:spcAft>
                  <a:buNone/>
                </a:pPr>
                <a:endParaRPr lang="en-US" altLang="zh-CN" b="1" dirty="0" smtClean="0">
                  <a:latin typeface="Arial" panose="020B0604020202020204" pitchFamily="34" charset="0"/>
                  <a:ea typeface="黑体" panose="02010609060101010101" pitchFamily="49" charset="-122"/>
                  <a:cs typeface="Arial" panose="020B0604020202020204" pitchFamily="34" charset="0"/>
                </a:endParaRPr>
              </a:p>
              <a:p>
                <a:pPr marL="361950" lvl="2" indent="457200">
                  <a:spcAft>
                    <a:spcPts val="1200"/>
                  </a:spcAft>
                  <a:buNone/>
                </a:pPr>
                <a:r>
                  <a:rPr lang="en-US" altLang="zh-CN" dirty="0" smtClean="0">
                    <a:latin typeface="Arial" panose="020B0604020202020204" pitchFamily="34" charset="0"/>
                    <a:ea typeface="黑体" panose="02010609060101010101" pitchFamily="49" charset="-122"/>
                    <a:cs typeface="Arial" panose="020B0604020202020204" pitchFamily="34" charset="0"/>
                  </a:rPr>
                  <a:t>2017</a:t>
                </a:r>
                <a:r>
                  <a:rPr lang="zh-CN" altLang="en-US" dirty="0" smtClean="0">
                    <a:latin typeface="Arial" panose="020B0604020202020204" pitchFamily="34" charset="0"/>
                    <a:ea typeface="黑体" panose="02010609060101010101" pitchFamily="49" charset="-122"/>
                    <a:cs typeface="Arial" panose="020B0604020202020204" pitchFamily="34" charset="0"/>
                  </a:rPr>
                  <a:t>版本根据 </a:t>
                </a:r>
                <a:r>
                  <a:rPr lang="en-US" altLang="zh-CN" dirty="0" smtClean="0">
                    <a:latin typeface="Arial" panose="020B0604020202020204" pitchFamily="34" charset="0"/>
                    <a:ea typeface="黑体" panose="02010609060101010101" pitchFamily="49" charset="-122"/>
                    <a:cs typeface="Arial" panose="020B0604020202020204" pitchFamily="34" charset="0"/>
                  </a:rPr>
                  <a:t>VIML </a:t>
                </a:r>
                <a:r>
                  <a:rPr lang="zh-CN" altLang="en-US" dirty="0" smtClean="0">
                    <a:latin typeface="Arial" panose="020B0604020202020204" pitchFamily="34" charset="0"/>
                    <a:ea typeface="黑体" panose="02010609060101010101" pitchFamily="49" charset="-122"/>
                    <a:cs typeface="Arial" panose="020B0604020202020204" pitchFamily="34" charset="0"/>
                  </a:rPr>
                  <a:t>修改了</a:t>
                </a:r>
                <a:r>
                  <a:rPr lang="en-US" altLang="zh-CN" dirty="0" smtClean="0">
                    <a:latin typeface="Arial" panose="020B0604020202020204" pitchFamily="34" charset="0"/>
                    <a:ea typeface="黑体" panose="02010609060101010101" pitchFamily="49" charset="-122"/>
                    <a:cs typeface="Arial" panose="020B0604020202020204" pitchFamily="34" charset="0"/>
                  </a:rPr>
                  <a:t>2000</a:t>
                </a:r>
                <a:r>
                  <a:rPr lang="zh-CN" altLang="en-US" dirty="0" smtClean="0">
                    <a:latin typeface="Arial" panose="020B0604020202020204" pitchFamily="34" charset="0"/>
                    <a:ea typeface="黑体" panose="02010609060101010101" pitchFamily="49" charset="-122"/>
                    <a:cs typeface="Arial" panose="020B0604020202020204" pitchFamily="34" charset="0"/>
                  </a:rPr>
                  <a:t>中的显著增差的定义，下面的描述仅适用于衡器</a:t>
                </a:r>
                <a:endParaRPr lang="en-US" altLang="zh-CN" dirty="0" smtClean="0">
                  <a:latin typeface="Arial" panose="020B0604020202020204" pitchFamily="34" charset="0"/>
                  <a:ea typeface="黑体" panose="02010609060101010101" pitchFamily="49" charset="-122"/>
                  <a:cs typeface="Arial" panose="020B0604020202020204" pitchFamily="34" charset="0"/>
                </a:endParaRPr>
              </a:p>
              <a:p>
                <a:pPr marL="361950" lvl="2" indent="457200">
                  <a:spcAft>
                    <a:spcPts val="1200"/>
                  </a:spcAft>
                  <a:buNone/>
                </a:pPr>
                <a:r>
                  <a:rPr lang="en-US" altLang="zh-CN" dirty="0" smtClean="0">
                    <a:latin typeface="Arial" panose="020B0604020202020204" pitchFamily="34" charset="0"/>
                    <a:ea typeface="黑体" panose="02010609060101010101" pitchFamily="49" charset="-122"/>
                    <a:cs typeface="Arial" panose="020B0604020202020204" pitchFamily="34" charset="0"/>
                  </a:rPr>
                  <a:t>The </a:t>
                </a:r>
                <a:r>
                  <a:rPr lang="en-US" altLang="zh-CN" dirty="0">
                    <a:latin typeface="Arial" panose="020B0604020202020204" pitchFamily="34" charset="0"/>
                    <a:ea typeface="黑体" panose="02010609060101010101" pitchFamily="49" charset="-122"/>
                    <a:cs typeface="Arial" panose="020B0604020202020204" pitchFamily="34" charset="0"/>
                  </a:rPr>
                  <a:t>following are not considered significant faults</a:t>
                </a:r>
                <a:r>
                  <a:rPr lang="en-US" altLang="zh-CN" dirty="0" smtClean="0">
                    <a:latin typeface="Arial" panose="020B0604020202020204" pitchFamily="34" charset="0"/>
                    <a:ea typeface="黑体" panose="02010609060101010101" pitchFamily="49" charset="-122"/>
                    <a:cs typeface="Arial" panose="020B0604020202020204" pitchFamily="34" charset="0"/>
                  </a:rPr>
                  <a:t>, even </a:t>
                </a:r>
                <a:r>
                  <a:rPr lang="en-US" altLang="zh-CN" dirty="0">
                    <a:latin typeface="Arial" panose="020B0604020202020204" pitchFamily="34" charset="0"/>
                    <a:ea typeface="黑体" panose="02010609060101010101" pitchFamily="49" charset="-122"/>
                    <a:cs typeface="Arial" panose="020B0604020202020204" pitchFamily="34" charset="0"/>
                  </a:rPr>
                  <a:t>when they exceed the load cell verification interval</a:t>
                </a:r>
                <a:r>
                  <a:rPr lang="en-US" altLang="zh-CN" dirty="0" smtClean="0">
                    <a:latin typeface="Arial" panose="020B0604020202020204" pitchFamily="34" charset="0"/>
                    <a:ea typeface="黑体" panose="02010609060101010101" pitchFamily="49" charset="-122"/>
                    <a:cs typeface="Arial" panose="020B0604020202020204" pitchFamily="34" charset="0"/>
                  </a:rPr>
                  <a:t>, v</a:t>
                </a:r>
                <a:r>
                  <a:rPr lang="en-US" altLang="zh-CN" dirty="0">
                    <a:latin typeface="Arial" panose="020B0604020202020204" pitchFamily="34" charset="0"/>
                    <a:ea typeface="黑体" panose="02010609060101010101" pitchFamily="49" charset="-122"/>
                    <a:cs typeface="Arial" panose="020B0604020202020204" pitchFamily="34" charset="0"/>
                  </a:rPr>
                  <a:t>:</a:t>
                </a:r>
              </a:p>
              <a:p>
                <a:pPr marL="822325" lvl="3" indent="-285750">
                  <a:spcAft>
                    <a:spcPts val="1200"/>
                  </a:spcAft>
                  <a:buFont typeface="Arial" panose="020B0604020202020204" pitchFamily="34" charset="0"/>
                  <a:buChar char="•"/>
                </a:pPr>
                <a:r>
                  <a:rPr lang="en-US" altLang="zh-CN" dirty="0" smtClean="0">
                    <a:latin typeface="Arial" panose="020B0604020202020204" pitchFamily="34" charset="0"/>
                    <a:ea typeface="黑体" panose="02010609060101010101" pitchFamily="49" charset="-122"/>
                    <a:cs typeface="Arial" panose="020B0604020202020204" pitchFamily="34" charset="0"/>
                  </a:rPr>
                  <a:t>faults </a:t>
                </a:r>
                <a:r>
                  <a:rPr lang="en-US" altLang="zh-CN" dirty="0">
                    <a:latin typeface="Arial" panose="020B0604020202020204" pitchFamily="34" charset="0"/>
                    <a:ea typeface="黑体" panose="02010609060101010101" pitchFamily="49" charset="-122"/>
                    <a:cs typeface="Arial" panose="020B0604020202020204" pitchFamily="34" charset="0"/>
                  </a:rPr>
                  <a:t>arising from simultaneous and mutually </a:t>
                </a:r>
                <a:r>
                  <a:rPr lang="en-US" altLang="zh-CN" dirty="0" smtClean="0">
                    <a:latin typeface="Arial" panose="020B0604020202020204" pitchFamily="34" charset="0"/>
                    <a:ea typeface="黑体" panose="02010609060101010101" pitchFamily="49" charset="-122"/>
                    <a:cs typeface="Arial" panose="020B0604020202020204" pitchFamily="34" charset="0"/>
                  </a:rPr>
                  <a:t>independent causes</a:t>
                </a:r>
                <a:r>
                  <a:rPr lang="en-US" altLang="zh-CN" dirty="0">
                    <a:latin typeface="Arial" panose="020B0604020202020204" pitchFamily="34" charset="0"/>
                    <a:ea typeface="黑体" panose="02010609060101010101" pitchFamily="49" charset="-122"/>
                    <a:cs typeface="Arial" panose="020B0604020202020204" pitchFamily="34" charset="0"/>
                  </a:rPr>
                  <a:t>;</a:t>
                </a:r>
              </a:p>
              <a:p>
                <a:pPr marL="822325" lvl="3" indent="-285750">
                  <a:spcAft>
                    <a:spcPts val="1200"/>
                  </a:spcAft>
                  <a:buFont typeface="Arial" panose="020B0604020202020204" pitchFamily="34" charset="0"/>
                  <a:buChar char="•"/>
                </a:pPr>
                <a:r>
                  <a:rPr lang="en-US" altLang="zh-CN" dirty="0" smtClean="0">
                    <a:latin typeface="Arial" panose="020B0604020202020204" pitchFamily="34" charset="0"/>
                    <a:ea typeface="黑体" panose="02010609060101010101" pitchFamily="49" charset="-122"/>
                    <a:cs typeface="Arial" panose="020B0604020202020204" pitchFamily="34" charset="0"/>
                  </a:rPr>
                  <a:t>faults </a:t>
                </a:r>
                <a:r>
                  <a:rPr lang="en-US" altLang="zh-CN" dirty="0">
                    <a:latin typeface="Arial" panose="020B0604020202020204" pitchFamily="34" charset="0"/>
                    <a:ea typeface="黑体" panose="02010609060101010101" pitchFamily="49" charset="-122"/>
                    <a:cs typeface="Arial" panose="020B0604020202020204" pitchFamily="34" charset="0"/>
                  </a:rPr>
                  <a:t>implying the impossibility to perform </a:t>
                </a:r>
                <a:r>
                  <a:rPr lang="en-US" altLang="zh-CN" dirty="0" smtClean="0">
                    <a:latin typeface="Arial" panose="020B0604020202020204" pitchFamily="34" charset="0"/>
                    <a:ea typeface="黑体" panose="02010609060101010101" pitchFamily="49" charset="-122"/>
                    <a:cs typeface="Arial" panose="020B0604020202020204" pitchFamily="34" charset="0"/>
                  </a:rPr>
                  <a:t>any measurements</a:t>
                </a:r>
                <a:r>
                  <a:rPr lang="en-US" altLang="zh-CN" dirty="0">
                    <a:latin typeface="Arial" panose="020B0604020202020204" pitchFamily="34" charset="0"/>
                    <a:ea typeface="黑体" panose="02010609060101010101" pitchFamily="49" charset="-122"/>
                    <a:cs typeface="Arial" panose="020B0604020202020204" pitchFamily="34" charset="0"/>
                  </a:rPr>
                  <a:t>;</a:t>
                </a:r>
              </a:p>
              <a:p>
                <a:pPr marL="822325" lvl="3" indent="-285750">
                  <a:spcAft>
                    <a:spcPts val="1200"/>
                  </a:spcAft>
                  <a:buFont typeface="Arial" panose="020B0604020202020204" pitchFamily="34" charset="0"/>
                  <a:buChar char="•"/>
                </a:pPr>
                <a:r>
                  <a:rPr lang="en-US" altLang="zh-CN" dirty="0" smtClean="0">
                    <a:latin typeface="Arial" panose="020B0604020202020204" pitchFamily="34" charset="0"/>
                    <a:ea typeface="黑体" panose="02010609060101010101" pitchFamily="49" charset="-122"/>
                    <a:cs typeface="Arial" panose="020B0604020202020204" pitchFamily="34" charset="0"/>
                  </a:rPr>
                  <a:t>faults </a:t>
                </a:r>
                <a:r>
                  <a:rPr lang="en-US" altLang="zh-CN" dirty="0">
                    <a:latin typeface="Arial" panose="020B0604020202020204" pitchFamily="34" charset="0"/>
                    <a:ea typeface="黑体" panose="02010609060101010101" pitchFamily="49" charset="-122"/>
                    <a:cs typeface="Arial" panose="020B0604020202020204" pitchFamily="34" charset="0"/>
                  </a:rPr>
                  <a:t>being so serious that they are bound to </a:t>
                </a:r>
                <a:r>
                  <a:rPr lang="en-US" altLang="zh-CN" dirty="0" smtClean="0">
                    <a:latin typeface="Arial" panose="020B0604020202020204" pitchFamily="34" charset="0"/>
                    <a:ea typeface="黑体" panose="02010609060101010101" pitchFamily="49" charset="-122"/>
                    <a:cs typeface="Arial" panose="020B0604020202020204" pitchFamily="34" charset="0"/>
                  </a:rPr>
                  <a:t>be noticed </a:t>
                </a:r>
                <a:r>
                  <a:rPr lang="en-US" altLang="zh-CN" dirty="0">
                    <a:latin typeface="Arial" panose="020B0604020202020204" pitchFamily="34" charset="0"/>
                    <a:ea typeface="黑体" panose="02010609060101010101" pitchFamily="49" charset="-122"/>
                    <a:cs typeface="Arial" panose="020B0604020202020204" pitchFamily="34" charset="0"/>
                  </a:rPr>
                  <a:t>by all interested in the result of measurement</a:t>
                </a:r>
                <a:r>
                  <a:rPr lang="en-US" altLang="zh-CN" dirty="0" smtClean="0">
                    <a:latin typeface="Arial" panose="020B0604020202020204" pitchFamily="34" charset="0"/>
                    <a:ea typeface="黑体" panose="02010609060101010101" pitchFamily="49" charset="-122"/>
                    <a:cs typeface="Arial" panose="020B0604020202020204" pitchFamily="34" charset="0"/>
                  </a:rPr>
                  <a:t>; and</a:t>
                </a:r>
                <a:endParaRPr lang="en-US" altLang="zh-CN" dirty="0">
                  <a:latin typeface="Arial" panose="020B0604020202020204" pitchFamily="34" charset="0"/>
                  <a:ea typeface="黑体" panose="02010609060101010101" pitchFamily="49" charset="-122"/>
                  <a:cs typeface="Arial" panose="020B0604020202020204" pitchFamily="34" charset="0"/>
                </a:endParaRPr>
              </a:p>
              <a:p>
                <a:pPr marL="822325" lvl="3" indent="-285750">
                  <a:spcAft>
                    <a:spcPts val="1200"/>
                  </a:spcAft>
                  <a:buFont typeface="Arial" panose="020B0604020202020204" pitchFamily="34" charset="0"/>
                  <a:buChar char="•"/>
                </a:pPr>
                <a:r>
                  <a:rPr lang="en-US" altLang="zh-CN" dirty="0" smtClean="0">
                    <a:latin typeface="Arial" panose="020B0604020202020204" pitchFamily="34" charset="0"/>
                    <a:ea typeface="黑体" panose="02010609060101010101" pitchFamily="49" charset="-122"/>
                    <a:cs typeface="Arial" panose="020B0604020202020204" pitchFamily="34" charset="0"/>
                  </a:rPr>
                  <a:t>transitory </a:t>
                </a:r>
                <a:r>
                  <a:rPr lang="en-US" altLang="zh-CN" dirty="0">
                    <a:latin typeface="Arial" panose="020B0604020202020204" pitchFamily="34" charset="0"/>
                    <a:ea typeface="黑体" panose="02010609060101010101" pitchFamily="49" charset="-122"/>
                    <a:cs typeface="Arial" panose="020B0604020202020204" pitchFamily="34" charset="0"/>
                  </a:rPr>
                  <a:t>faults being momentary variations in </a:t>
                </a:r>
                <a:r>
                  <a:rPr lang="en-US" altLang="zh-CN" dirty="0" smtClean="0">
                    <a:latin typeface="Arial" panose="020B0604020202020204" pitchFamily="34" charset="0"/>
                    <a:ea typeface="黑体" panose="02010609060101010101" pitchFamily="49" charset="-122"/>
                    <a:cs typeface="Arial" panose="020B0604020202020204" pitchFamily="34" charset="0"/>
                  </a:rPr>
                  <a:t>the load </a:t>
                </a:r>
                <a:r>
                  <a:rPr lang="en-US" altLang="zh-CN" dirty="0">
                    <a:latin typeface="Arial" panose="020B0604020202020204" pitchFamily="34" charset="0"/>
                    <a:ea typeface="黑体" panose="02010609060101010101" pitchFamily="49" charset="-122"/>
                    <a:cs typeface="Arial" panose="020B0604020202020204" pitchFamily="34" charset="0"/>
                  </a:rPr>
                  <a:t>cell output which cannot be interpreted, </a:t>
                </a:r>
                <a:r>
                  <a:rPr lang="en-US" altLang="zh-CN" dirty="0" smtClean="0">
                    <a:latin typeface="Arial" panose="020B0604020202020204" pitchFamily="34" charset="0"/>
                    <a:ea typeface="黑体" panose="02010609060101010101" pitchFamily="49" charset="-122"/>
                    <a:cs typeface="Arial" panose="020B0604020202020204" pitchFamily="34" charset="0"/>
                  </a:rPr>
                  <a:t>memorized or </a:t>
                </a:r>
                <a:r>
                  <a:rPr lang="en-US" altLang="zh-CN" dirty="0">
                    <a:latin typeface="Arial" panose="020B0604020202020204" pitchFamily="34" charset="0"/>
                    <a:ea typeface="黑体" panose="02010609060101010101" pitchFamily="49" charset="-122"/>
                    <a:cs typeface="Arial" panose="020B0604020202020204" pitchFamily="34" charset="0"/>
                  </a:rPr>
                  <a:t>transmitted as a measurement result</a:t>
                </a:r>
                <a:r>
                  <a:rPr lang="en-US" altLang="zh-CN" dirty="0" smtClean="0">
                    <a:latin typeface="Arial" panose="020B0604020202020204" pitchFamily="34" charset="0"/>
                    <a:ea typeface="黑体" panose="02010609060101010101" pitchFamily="49" charset="-122"/>
                    <a:cs typeface="Arial" panose="020B0604020202020204" pitchFamily="34" charset="0"/>
                  </a:rPr>
                  <a:t>.</a:t>
                </a:r>
              </a:p>
              <a:p>
                <a:pPr marL="822325" lvl="3" indent="-285750">
                  <a:spcAft>
                    <a:spcPts val="1200"/>
                  </a:spcAft>
                  <a:buFont typeface="Arial" panose="020B0604020202020204" pitchFamily="34" charset="0"/>
                  <a:buChar char="•"/>
                </a:pPr>
                <a:endParaRPr lang="en-US" altLang="zh-CN" dirty="0" smtClean="0">
                  <a:latin typeface="Arial" panose="020B0604020202020204" pitchFamily="34" charset="0"/>
                  <a:ea typeface="黑体" panose="02010609060101010101" pitchFamily="49" charset="-122"/>
                  <a:cs typeface="Arial" panose="020B0604020202020204" pitchFamily="34" charset="0"/>
                </a:endParaRPr>
              </a:p>
              <a:p>
                <a:pPr marL="536575" lvl="3" indent="457200">
                  <a:spcAft>
                    <a:spcPts val="1200"/>
                  </a:spcAft>
                  <a:buNone/>
                </a:pPr>
                <a:r>
                  <a:rPr lang="zh-CN" altLang="en-US" dirty="0" smtClean="0">
                    <a:latin typeface="Arial" panose="020B0604020202020204" pitchFamily="34" charset="0"/>
                    <a:ea typeface="黑体" panose="02010609060101010101" pitchFamily="49" charset="-122"/>
                    <a:cs typeface="Arial" panose="020B0604020202020204" pitchFamily="34" charset="0"/>
                  </a:rPr>
                  <a:t>因此新的标准要求数字传感器在受到干扰</a:t>
                </a:r>
                <a:r>
                  <a:rPr lang="zh-CN" altLang="en-US" dirty="0">
                    <a:latin typeface="Arial" panose="020B0604020202020204" pitchFamily="34" charset="0"/>
                    <a:ea typeface="黑体" panose="02010609060101010101" pitchFamily="49" charset="-122"/>
                    <a:cs typeface="Arial" panose="020B0604020202020204" pitchFamily="34" charset="0"/>
                  </a:rPr>
                  <a:t>时</a:t>
                </a:r>
                <a:r>
                  <a:rPr lang="zh-CN" altLang="en-US" dirty="0" smtClean="0">
                    <a:latin typeface="Arial" panose="020B0604020202020204" pitchFamily="34" charset="0"/>
                    <a:ea typeface="黑体" panose="02010609060101010101" pitchFamily="49" charset="-122"/>
                    <a:cs typeface="Arial" panose="020B0604020202020204" pitchFamily="34" charset="0"/>
                  </a:rPr>
                  <a:t>没有大于</a:t>
                </a:r>
                <a14:m>
                  <m:oMath xmlns:m="http://schemas.openxmlformats.org/officeDocument/2006/math">
                    <m:sSub>
                      <m:sSubPr>
                        <m:ctrlPr>
                          <a:rPr lang="en-US" altLang="zh-CN" i="1" smtClean="0">
                            <a:latin typeface="Cambria Math"/>
                            <a:ea typeface="黑体" panose="02010609060101010101" pitchFamily="49" charset="-122"/>
                            <a:cs typeface="Arial" panose="020B0604020202020204" pitchFamily="34" charset="0"/>
                          </a:rPr>
                        </m:ctrlPr>
                      </m:sSubPr>
                      <m:e>
                        <m:r>
                          <a:rPr lang="en-US" altLang="zh-CN" b="0" i="1" smtClean="0">
                            <a:latin typeface="Cambria Math"/>
                            <a:ea typeface="黑体" panose="02010609060101010101" pitchFamily="49" charset="-122"/>
                            <a:cs typeface="Arial" panose="020B0604020202020204" pitchFamily="34" charset="0"/>
                          </a:rPr>
                          <m:t>𝑣</m:t>
                        </m:r>
                      </m:e>
                      <m:sub>
                        <m:r>
                          <m:rPr>
                            <m:sty m:val="p"/>
                          </m:rPr>
                          <a:rPr lang="en-US" altLang="zh-CN" i="1">
                            <a:latin typeface="Cambria Math"/>
                            <a:ea typeface="黑体" panose="02010609060101010101" pitchFamily="49" charset="-122"/>
                            <a:cs typeface="Arial" panose="020B0604020202020204" pitchFamily="34" charset="0"/>
                          </a:rPr>
                          <m:t>min</m:t>
                        </m:r>
                      </m:sub>
                    </m:sSub>
                  </m:oMath>
                </a14:m>
                <a:r>
                  <a:rPr lang="zh-CN" altLang="en-US" dirty="0" smtClean="0">
                    <a:latin typeface="Arial" panose="020B0604020202020204" pitchFamily="34" charset="0"/>
                    <a:ea typeface="黑体" panose="02010609060101010101" pitchFamily="49" charset="-122"/>
                    <a:cs typeface="Arial" panose="020B0604020202020204" pitchFamily="34" charset="0"/>
                  </a:rPr>
                  <a:t>的增差，或有检测装置，提供报警信息，其余取决于与衡器应用。这一要求远高于衡器产品的要求，且有源模拟传感器只能是</a:t>
                </a:r>
                <a:r>
                  <a:rPr lang="en-US" altLang="zh-CN" dirty="0" smtClean="0">
                    <a:latin typeface="Arial" panose="020B0604020202020204" pitchFamily="34" charset="0"/>
                    <a:ea typeface="黑体" panose="02010609060101010101" pitchFamily="49" charset="-122"/>
                    <a:cs typeface="Arial" panose="020B0604020202020204" pitchFamily="34" charset="0"/>
                  </a:rPr>
                  <a:t>0.7</a:t>
                </a:r>
                <a14:m>
                  <m:oMath xmlns:m="http://schemas.openxmlformats.org/officeDocument/2006/math">
                    <m:sSub>
                      <m:sSubPr>
                        <m:ctrlPr>
                          <a:rPr lang="en-US" altLang="zh-CN" i="1" smtClean="0">
                            <a:latin typeface="Cambria Math"/>
                            <a:ea typeface="黑体" panose="02010609060101010101" pitchFamily="49" charset="-122"/>
                            <a:cs typeface="Arial" panose="020B0604020202020204" pitchFamily="34" charset="0"/>
                          </a:rPr>
                        </m:ctrlPr>
                      </m:sSubPr>
                      <m:e>
                        <m:r>
                          <a:rPr lang="en-US" altLang="zh-CN" b="0" i="1" smtClean="0">
                            <a:latin typeface="Cambria Math"/>
                            <a:ea typeface="黑体" panose="02010609060101010101" pitchFamily="49" charset="-122"/>
                            <a:cs typeface="Arial" panose="020B0604020202020204" pitchFamily="34" charset="0"/>
                          </a:rPr>
                          <m:t>𝑣</m:t>
                        </m:r>
                      </m:e>
                      <m:sub>
                        <m:r>
                          <m:rPr>
                            <m:sty m:val="p"/>
                          </m:rPr>
                          <a:rPr lang="en-US" altLang="zh-CN" i="1">
                            <a:latin typeface="Cambria Math"/>
                            <a:ea typeface="黑体" panose="02010609060101010101" pitchFamily="49" charset="-122"/>
                            <a:cs typeface="Arial" panose="020B0604020202020204" pitchFamily="34" charset="0"/>
                          </a:rPr>
                          <m:t>min</m:t>
                        </m:r>
                      </m:sub>
                    </m:sSub>
                  </m:oMath>
                </a14:m>
                <a:r>
                  <a:rPr lang="zh-CN" altLang="en-US" dirty="0" smtClean="0">
                    <a:latin typeface="Arial" panose="020B0604020202020204" pitchFamily="34" charset="0"/>
                    <a:ea typeface="黑体" panose="02010609060101010101" pitchFamily="49" charset="-122"/>
                    <a:cs typeface="Arial" panose="020B0604020202020204" pitchFamily="34" charset="0"/>
                  </a:rPr>
                  <a:t>。</a:t>
                </a:r>
                <a:endParaRPr lang="en-US" altLang="zh-CN" dirty="0" smtClean="0">
                  <a:latin typeface="Arial" panose="020B0604020202020204" pitchFamily="34" charset="0"/>
                  <a:ea typeface="黑体" panose="02010609060101010101" pitchFamily="49" charset="-122"/>
                  <a:cs typeface="Arial" panose="020B0604020202020204" pitchFamily="34" charset="0"/>
                </a:endParaRPr>
              </a:p>
            </p:txBody>
          </p:sp>
        </mc:Choice>
        <mc:Fallback xmlns="">
          <p:sp>
            <p:nvSpPr>
              <p:cNvPr id="4" name="内容占位符 3"/>
              <p:cNvSpPr>
                <a:spLocks noGrp="1" noRot="1" noChangeAspect="1" noMove="1" noResize="1" noEditPoints="1" noAdjustHandles="1" noChangeArrowheads="1" noChangeShapeType="1" noTextEdit="1"/>
              </p:cNvSpPr>
              <p:nvPr>
                <p:ph idx="1"/>
              </p:nvPr>
            </p:nvSpPr>
            <p:spPr>
              <a:xfrm>
                <a:off x="395288" y="1131948"/>
                <a:ext cx="8353426" cy="4895850"/>
              </a:xfrm>
              <a:blipFill rotWithShape="1">
                <a:blip r:embed="rId2"/>
                <a:stretch>
                  <a:fillRect r="-1314"/>
                </a:stretch>
              </a:blipFill>
            </p:spPr>
            <p:txBody>
              <a:bodyPr/>
              <a:lstStyle/>
              <a:p>
                <a:r>
                  <a:rPr lang="zh-CN" altLang="en-US">
                    <a:noFill/>
                  </a:rPr>
                  <a:t> </a:t>
                </a:r>
              </a:p>
            </p:txBody>
          </p:sp>
        </mc:Fallback>
      </mc:AlternateContent>
      <p:sp>
        <p:nvSpPr>
          <p:cNvPr id="5" name="灯片编号占位符 4"/>
          <p:cNvSpPr>
            <a:spLocks noGrp="1"/>
          </p:cNvSpPr>
          <p:nvPr>
            <p:ph type="sldNum" sz="quarter" idx="100"/>
          </p:nvPr>
        </p:nvSpPr>
        <p:spPr/>
        <p:txBody>
          <a:bodyPr/>
          <a:lstStyle/>
          <a:p>
            <a:fld id="{2B2B68EE-DD1E-4368-AFCE-24A50EC7BF18}" type="slidenum">
              <a:rPr lang="en-US" smtClean="0"/>
              <a:pPr/>
              <a:t>55</a:t>
            </a:fld>
            <a:endParaRPr lang="en-US" dirty="0"/>
          </a:p>
        </p:txBody>
      </p:sp>
      <p:sp>
        <p:nvSpPr>
          <p:cNvPr id="6" name="页脚占位符 5"/>
          <p:cNvSpPr>
            <a:spLocks noGrp="1"/>
          </p:cNvSpPr>
          <p:nvPr>
            <p:ph type="ftr" sz="quarter" idx="101"/>
          </p:nvPr>
        </p:nvSpPr>
        <p:spPr/>
        <p:txBody>
          <a:bodyPr/>
          <a:lstStyle/>
          <a:p>
            <a:r>
              <a:rPr lang="en-US" smtClean="0"/>
              <a:t>For internal use - Confidential</a:t>
            </a:r>
            <a:endParaRPr lang="en-US" dirty="0"/>
          </a:p>
        </p:txBody>
      </p:sp>
      <p:grpSp>
        <p:nvGrpSpPr>
          <p:cNvPr id="16" name="组合 15"/>
          <p:cNvGrpSpPr/>
          <p:nvPr/>
        </p:nvGrpSpPr>
        <p:grpSpPr>
          <a:xfrm>
            <a:off x="1032387" y="2028531"/>
            <a:ext cx="7715613" cy="2639961"/>
            <a:chOff x="1032387" y="2168013"/>
            <a:chExt cx="7715613" cy="2639961"/>
          </a:xfrm>
        </p:grpSpPr>
        <p:cxnSp>
          <p:nvCxnSpPr>
            <p:cNvPr id="10" name="直接连接符 9"/>
            <p:cNvCxnSpPr/>
            <p:nvPr/>
          </p:nvCxnSpPr>
          <p:spPr>
            <a:xfrm>
              <a:off x="1032387" y="2168013"/>
              <a:ext cx="7715613" cy="2639961"/>
            </a:xfrm>
            <a:prstGeom prst="line">
              <a:avLst/>
            </a:prstGeom>
            <a:ln w="22225">
              <a:solidFill>
                <a:srgbClr val="FF0000"/>
              </a:solidFill>
            </a:ln>
          </p:spPr>
          <p:style>
            <a:lnRef idx="1">
              <a:schemeClr val="dk1"/>
            </a:lnRef>
            <a:fillRef idx="0">
              <a:schemeClr val="dk1"/>
            </a:fillRef>
            <a:effectRef idx="0">
              <a:schemeClr val="dk1"/>
            </a:effectRef>
            <a:fontRef idx="minor">
              <a:schemeClr val="tx1"/>
            </a:fontRef>
          </p:style>
        </p:cxnSp>
        <p:cxnSp>
          <p:nvCxnSpPr>
            <p:cNvPr id="11" name="直接连接符 10"/>
            <p:cNvCxnSpPr/>
            <p:nvPr/>
          </p:nvCxnSpPr>
          <p:spPr>
            <a:xfrm flipH="1">
              <a:off x="1135626" y="2168013"/>
              <a:ext cx="7359445" cy="2639961"/>
            </a:xfrm>
            <a:prstGeom prst="line">
              <a:avLst/>
            </a:prstGeom>
            <a:ln w="22225">
              <a:solidFill>
                <a:srgbClr val="FF0000"/>
              </a:solidFill>
            </a:ln>
          </p:spPr>
          <p:style>
            <a:lnRef idx="1">
              <a:schemeClr val="dk1"/>
            </a:lnRef>
            <a:fillRef idx="0">
              <a:schemeClr val="dk1"/>
            </a:fillRef>
            <a:effectRef idx="0">
              <a:schemeClr val="dk1"/>
            </a:effectRef>
            <a:fontRef idx="minor">
              <a:schemeClr val="tx1"/>
            </a:fontRef>
          </p:style>
        </p:cxnSp>
      </p:grpSp>
    </p:spTree>
    <p:extLst>
      <p:ext uri="{BB962C8B-B14F-4D97-AF65-F5344CB8AC3E}">
        <p14:creationId xmlns:p14="http://schemas.microsoft.com/office/powerpoint/2010/main" val="172520054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1000"/>
                                        <p:tgtEl>
                                          <p:spTgt spid="16"/>
                                        </p:tgtEl>
                                      </p:cBhvr>
                                    </p:animEffect>
                                    <p:anim calcmode="lin" valueType="num">
                                      <p:cBhvr>
                                        <p:cTn id="8" dur="1000" fill="hold"/>
                                        <p:tgtEl>
                                          <p:spTgt spid="16"/>
                                        </p:tgtEl>
                                        <p:attrNameLst>
                                          <p:attrName>ppt_x</p:attrName>
                                        </p:attrNameLst>
                                      </p:cBhvr>
                                      <p:tavLst>
                                        <p:tav tm="0">
                                          <p:val>
                                            <p:strVal val="#ppt_x"/>
                                          </p:val>
                                        </p:tav>
                                        <p:tav tm="100000">
                                          <p:val>
                                            <p:strVal val="#ppt_x"/>
                                          </p:val>
                                        </p:tav>
                                      </p:tavLst>
                                    </p:anim>
                                    <p:anim calcmode="lin" valueType="num">
                                      <p:cBhvr>
                                        <p:cTn id="9" dur="1000" fill="hold"/>
                                        <p:tgtEl>
                                          <p:spTgt spid="1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latin typeface="黑体" panose="02010609060101010101" pitchFamily="49" charset="-122"/>
                <a:ea typeface="黑体" panose="02010609060101010101" pitchFamily="49" charset="-122"/>
              </a:rPr>
              <a:t>计量</a:t>
            </a:r>
            <a:r>
              <a:rPr lang="zh-CN" altLang="en-US" dirty="0">
                <a:latin typeface="黑体" panose="02010609060101010101" pitchFamily="49" charset="-122"/>
                <a:ea typeface="黑体" panose="02010609060101010101" pitchFamily="49" charset="-122"/>
              </a:rPr>
              <a:t>要求</a:t>
            </a:r>
            <a:endParaRPr lang="zh-CN" altLang="en-US" dirty="0"/>
          </a:p>
        </p:txBody>
      </p:sp>
      <p:sp>
        <p:nvSpPr>
          <p:cNvPr id="4" name="内容占位符 3"/>
          <p:cNvSpPr>
            <a:spLocks noGrp="1"/>
          </p:cNvSpPr>
          <p:nvPr>
            <p:ph idx="1"/>
          </p:nvPr>
        </p:nvSpPr>
        <p:spPr>
          <a:xfrm>
            <a:off x="395288" y="1131948"/>
            <a:ext cx="8100000" cy="4895850"/>
          </a:xfrm>
        </p:spPr>
        <p:txBody>
          <a:bodyPr/>
          <a:lstStyle/>
          <a:p>
            <a:pPr>
              <a:spcBef>
                <a:spcPts val="0"/>
              </a:spcBef>
              <a:spcAft>
                <a:spcPts val="1200"/>
              </a:spcAft>
            </a:pPr>
            <a:r>
              <a:rPr lang="en-US" altLang="zh-CN" b="1" dirty="0">
                <a:latin typeface="Arial" panose="020B0604020202020204" pitchFamily="34" charset="0"/>
                <a:ea typeface="黑体" panose="02010609060101010101" pitchFamily="49" charset="-122"/>
                <a:cs typeface="Arial" panose="020B0604020202020204" pitchFamily="34" charset="0"/>
              </a:rPr>
              <a:t>Acting upon significant faults</a:t>
            </a:r>
          </a:p>
          <a:p>
            <a:pPr marL="179387" lvl="1" indent="0">
              <a:spcAft>
                <a:spcPts val="1200"/>
              </a:spcAft>
              <a:buNone/>
            </a:pPr>
            <a:r>
              <a:rPr lang="en-US" altLang="zh-CN" dirty="0">
                <a:latin typeface="Arial" panose="020B0604020202020204" pitchFamily="34" charset="0"/>
                <a:ea typeface="黑体" panose="02010609060101010101" pitchFamily="49" charset="-122"/>
                <a:cs typeface="Arial" panose="020B0604020202020204" pitchFamily="34" charset="0"/>
              </a:rPr>
              <a:t>When  a  significant  fault  has  been  detected,  either  the  load  cell  shall  be  made  inoperative automatically or a fault detection output shall be issued automatically. This fault detection output shall continue until the fault has been resolved.</a:t>
            </a:r>
          </a:p>
          <a:p>
            <a:pPr marL="179387" lvl="1" indent="457200">
              <a:spcAft>
                <a:spcPts val="1200"/>
              </a:spcAft>
              <a:buNone/>
            </a:pPr>
            <a:r>
              <a:rPr lang="zh-CN" altLang="en-US" dirty="0">
                <a:latin typeface="Arial" panose="020B0604020202020204" pitchFamily="34" charset="0"/>
                <a:ea typeface="黑体" panose="02010609060101010101" pitchFamily="49" charset="-122"/>
                <a:cs typeface="Arial" panose="020B0604020202020204" pitchFamily="34" charset="0"/>
              </a:rPr>
              <a:t>对显著增差的响应是基于有显著增差的检测，检测到显著增差后传感器要么不工作，要么自动提供报警输出，输出持续到显著增差被解决</a:t>
            </a:r>
            <a:r>
              <a:rPr lang="en-US" altLang="zh-CN" dirty="0">
                <a:latin typeface="Arial" panose="020B0604020202020204" pitchFamily="34" charset="0"/>
                <a:ea typeface="黑体" panose="02010609060101010101" pitchFamily="49" charset="-122"/>
                <a:cs typeface="Arial" panose="020B0604020202020204" pitchFamily="34" charset="0"/>
              </a:rPr>
              <a:t>(user acts or fault disappear)</a:t>
            </a:r>
            <a:r>
              <a:rPr lang="zh-CN" altLang="en-US" dirty="0">
                <a:latin typeface="Arial" panose="020B0604020202020204" pitchFamily="34" charset="0"/>
                <a:ea typeface="黑体" panose="02010609060101010101" pitchFamily="49" charset="-122"/>
                <a:cs typeface="Arial" panose="020B0604020202020204" pitchFamily="34" charset="0"/>
              </a:rPr>
              <a:t>。</a:t>
            </a:r>
            <a:endParaRPr lang="en-US" altLang="zh-CN" dirty="0">
              <a:latin typeface="Arial" panose="020B0604020202020204" pitchFamily="34" charset="0"/>
              <a:ea typeface="黑体" panose="02010609060101010101" pitchFamily="49" charset="-122"/>
              <a:cs typeface="Arial" panose="020B0604020202020204" pitchFamily="34" charset="0"/>
            </a:endParaRPr>
          </a:p>
          <a:p>
            <a:pPr marL="536575" lvl="3" indent="457200">
              <a:spcAft>
                <a:spcPts val="1200"/>
              </a:spcAft>
              <a:buNone/>
            </a:pPr>
            <a:r>
              <a:rPr lang="zh-CN" altLang="en-US" dirty="0" smtClean="0">
                <a:latin typeface="Arial" panose="020B0604020202020204" pitchFamily="34" charset="0"/>
                <a:ea typeface="黑体" panose="02010609060101010101" pitchFamily="49" charset="-122"/>
                <a:cs typeface="Arial" panose="020B0604020202020204" pitchFamily="34" charset="0"/>
              </a:rPr>
              <a:t>显著增差例外的排除举例仅适用于传感器与其所组成的完整衡器，并由对应的标准规定哪些可以除外。对传感器而言有时无法排除例外，例如：</a:t>
            </a:r>
            <a:endParaRPr lang="en-US" altLang="zh-CN" dirty="0" smtClean="0">
              <a:latin typeface="Arial" panose="020B0604020202020204" pitchFamily="34" charset="0"/>
              <a:ea typeface="黑体" panose="02010609060101010101" pitchFamily="49" charset="-122"/>
              <a:cs typeface="Arial" panose="020B0604020202020204" pitchFamily="34" charset="0"/>
            </a:endParaRPr>
          </a:p>
          <a:p>
            <a:pPr marL="536575" lvl="3" indent="457200">
              <a:spcAft>
                <a:spcPts val="1200"/>
              </a:spcAft>
              <a:buNone/>
            </a:pPr>
            <a:r>
              <a:rPr lang="zh-CN" altLang="en-US" dirty="0" smtClean="0">
                <a:latin typeface="Arial" panose="020B0604020202020204" pitchFamily="34" charset="0"/>
                <a:ea typeface="黑体" panose="02010609060101010101" pitchFamily="49" charset="-122"/>
                <a:cs typeface="Arial" panose="020B0604020202020204" pitchFamily="34" charset="0"/>
              </a:rPr>
              <a:t>用于连续累计衡器（皮带秤）的传感器，累计量是对称重量积分得到的，尽管衡器也规定了不认为是显著增差的例外，但如果干扰时传感器输出不正常或瞬态变化，会引起连续累计量出现大于最大允许误差的显著增差。即传感器显著增差的例外造成衡器显著增差为实际误差。</a:t>
            </a:r>
            <a:endParaRPr lang="en-US" altLang="zh-CN" dirty="0" smtClean="0">
              <a:latin typeface="Arial" panose="020B0604020202020204" pitchFamily="34" charset="0"/>
              <a:ea typeface="黑体" panose="02010609060101010101" pitchFamily="49" charset="-122"/>
              <a:cs typeface="Arial" panose="020B0604020202020204" pitchFamily="34" charset="0"/>
            </a:endParaRPr>
          </a:p>
          <a:p>
            <a:pPr marL="536575" lvl="3" indent="457200">
              <a:spcAft>
                <a:spcPts val="1200"/>
              </a:spcAft>
              <a:buNone/>
            </a:pPr>
            <a:r>
              <a:rPr lang="zh-CN" altLang="en-US" dirty="0" smtClean="0">
                <a:latin typeface="Arial" panose="020B0604020202020204" pitchFamily="34" charset="0"/>
                <a:ea typeface="黑体" panose="02010609060101010101" pitchFamily="49" charset="-122"/>
                <a:cs typeface="Arial" panose="020B0604020202020204" pitchFamily="34" charset="0"/>
              </a:rPr>
              <a:t>传感器用于自动装料衡器（定量包装秤），传感器输出出现瞬态变化会影响包装秤放料控制，最后出现包装重量值不合格。</a:t>
            </a:r>
            <a:endParaRPr lang="en-US" altLang="zh-CN" dirty="0" smtClean="0">
              <a:latin typeface="Arial" panose="020B0604020202020204" pitchFamily="34" charset="0"/>
              <a:ea typeface="黑体" panose="02010609060101010101" pitchFamily="49" charset="-122"/>
              <a:cs typeface="Arial" panose="020B0604020202020204" pitchFamily="34" charset="0"/>
            </a:endParaRPr>
          </a:p>
          <a:p>
            <a:pPr marL="536575" lvl="3" indent="457200">
              <a:spcAft>
                <a:spcPts val="1200"/>
              </a:spcAft>
              <a:buNone/>
            </a:pPr>
            <a:endParaRPr lang="en-US" altLang="zh-CN" dirty="0" smtClean="0">
              <a:latin typeface="Arial" panose="020B0604020202020204" pitchFamily="34" charset="0"/>
              <a:ea typeface="黑体" panose="02010609060101010101" pitchFamily="49" charset="-122"/>
              <a:cs typeface="Arial" panose="020B0604020202020204" pitchFamily="34" charset="0"/>
            </a:endParaRPr>
          </a:p>
          <a:p>
            <a:pPr marL="536575" lvl="3" indent="457200">
              <a:spcAft>
                <a:spcPts val="1200"/>
              </a:spcAft>
              <a:buNone/>
            </a:pPr>
            <a:endParaRPr lang="en-US" altLang="zh-CN" dirty="0" smtClean="0">
              <a:latin typeface="Arial" panose="020B0604020202020204" pitchFamily="34" charset="0"/>
              <a:ea typeface="黑体" panose="02010609060101010101" pitchFamily="49" charset="-122"/>
              <a:cs typeface="Arial" panose="020B0604020202020204" pitchFamily="34" charset="0"/>
            </a:endParaRPr>
          </a:p>
        </p:txBody>
      </p:sp>
      <p:sp>
        <p:nvSpPr>
          <p:cNvPr id="5" name="灯片编号占位符 4"/>
          <p:cNvSpPr>
            <a:spLocks noGrp="1"/>
          </p:cNvSpPr>
          <p:nvPr>
            <p:ph type="sldNum" sz="quarter" idx="100"/>
          </p:nvPr>
        </p:nvSpPr>
        <p:spPr/>
        <p:txBody>
          <a:bodyPr/>
          <a:lstStyle/>
          <a:p>
            <a:fld id="{2B2B68EE-DD1E-4368-AFCE-24A50EC7BF18}" type="slidenum">
              <a:rPr lang="en-US" smtClean="0"/>
              <a:pPr/>
              <a:t>56</a:t>
            </a:fld>
            <a:endParaRPr lang="en-US" dirty="0"/>
          </a:p>
        </p:txBody>
      </p:sp>
      <p:sp>
        <p:nvSpPr>
          <p:cNvPr id="6" name="页脚占位符 5"/>
          <p:cNvSpPr>
            <a:spLocks noGrp="1"/>
          </p:cNvSpPr>
          <p:nvPr>
            <p:ph type="ftr" sz="quarter" idx="101"/>
          </p:nvPr>
        </p:nvSpPr>
        <p:spPr/>
        <p:txBody>
          <a:bodyPr/>
          <a:lstStyle/>
          <a:p>
            <a:r>
              <a:rPr lang="en-US" smtClean="0"/>
              <a:t>For internal use - Confidential</a:t>
            </a:r>
            <a:endParaRPr lang="en-US" dirty="0"/>
          </a:p>
        </p:txBody>
      </p:sp>
    </p:spTree>
    <p:extLst>
      <p:ext uri="{BB962C8B-B14F-4D97-AF65-F5344CB8AC3E}">
        <p14:creationId xmlns:p14="http://schemas.microsoft.com/office/powerpoint/2010/main" val="4190412276"/>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latin typeface="黑体" panose="02010609060101010101" pitchFamily="49" charset="-122"/>
                <a:ea typeface="黑体" panose="02010609060101010101" pitchFamily="49" charset="-122"/>
              </a:rPr>
              <a:t>计量</a:t>
            </a:r>
            <a:r>
              <a:rPr lang="zh-CN" altLang="en-US" dirty="0">
                <a:latin typeface="黑体" panose="02010609060101010101" pitchFamily="49" charset="-122"/>
                <a:ea typeface="黑体" panose="02010609060101010101" pitchFamily="49" charset="-122"/>
              </a:rPr>
              <a:t>要求</a:t>
            </a:r>
            <a:endParaRPr lang="zh-CN" altLang="en-US" dirty="0"/>
          </a:p>
        </p:txBody>
      </p:sp>
      <p:sp>
        <p:nvSpPr>
          <p:cNvPr id="4" name="内容占位符 3"/>
          <p:cNvSpPr>
            <a:spLocks noGrp="1"/>
          </p:cNvSpPr>
          <p:nvPr>
            <p:ph idx="1"/>
          </p:nvPr>
        </p:nvSpPr>
        <p:spPr>
          <a:xfrm>
            <a:off x="395288" y="1028712"/>
            <a:ext cx="8353426" cy="4895850"/>
          </a:xfrm>
        </p:spPr>
        <p:txBody>
          <a:bodyPr/>
          <a:lstStyle/>
          <a:p>
            <a:pPr>
              <a:spcBef>
                <a:spcPts val="0"/>
              </a:spcBef>
              <a:spcAft>
                <a:spcPts val="1200"/>
              </a:spcAft>
            </a:pPr>
            <a:r>
              <a:rPr lang="en-US" altLang="zh-CN" b="1" dirty="0" smtClean="0">
                <a:latin typeface="Arial" panose="020B0604020202020204" pitchFamily="34" charset="0"/>
                <a:ea typeface="黑体" panose="02010609060101010101" pitchFamily="49" charset="-122"/>
                <a:cs typeface="Arial" panose="020B0604020202020204" pitchFamily="34" charset="0"/>
              </a:rPr>
              <a:t>Durability</a:t>
            </a:r>
          </a:p>
          <a:p>
            <a:pPr marL="179387" lvl="1" indent="0">
              <a:spcAft>
                <a:spcPts val="1200"/>
              </a:spcAft>
              <a:buNone/>
            </a:pPr>
            <a:r>
              <a:rPr lang="en-US" altLang="zh-CN" dirty="0">
                <a:latin typeface="Arial" panose="020B0604020202020204" pitchFamily="34" charset="0"/>
                <a:ea typeface="黑体" panose="02010609060101010101" pitchFamily="49" charset="-122"/>
                <a:cs typeface="Arial" panose="020B0604020202020204" pitchFamily="34" charset="0"/>
              </a:rPr>
              <a:t>The load cell shall be suitably durable so that the requirements of this Recommendation may be met in accordance with the intended use of the load cell</a:t>
            </a:r>
            <a:r>
              <a:rPr lang="en-US" altLang="zh-CN" dirty="0" smtClean="0">
                <a:latin typeface="Arial" panose="020B0604020202020204" pitchFamily="34" charset="0"/>
                <a:ea typeface="黑体" panose="02010609060101010101" pitchFamily="49" charset="-122"/>
                <a:cs typeface="Arial" panose="020B0604020202020204" pitchFamily="34" charset="0"/>
              </a:rPr>
              <a:t>.</a:t>
            </a:r>
          </a:p>
          <a:p>
            <a:pPr marL="179387" lvl="1" indent="457200">
              <a:spcAft>
                <a:spcPts val="1200"/>
              </a:spcAft>
              <a:buNone/>
            </a:pPr>
            <a:r>
              <a:rPr lang="zh-CN" altLang="en-US" dirty="0" smtClean="0">
                <a:latin typeface="Arial" panose="020B0604020202020204" pitchFamily="34" charset="0"/>
                <a:ea typeface="黑体" panose="02010609060101010101" pitchFamily="49" charset="-122"/>
                <a:cs typeface="Arial" panose="020B0604020202020204" pitchFamily="34" charset="0"/>
              </a:rPr>
              <a:t>这里是指传感器受到持续干扰时的表现应是恒定的。</a:t>
            </a:r>
            <a:endParaRPr lang="en-US" altLang="zh-CN" dirty="0" smtClean="0">
              <a:latin typeface="Arial" panose="020B0604020202020204" pitchFamily="34" charset="0"/>
              <a:ea typeface="黑体" panose="02010609060101010101" pitchFamily="49" charset="-122"/>
              <a:cs typeface="Arial" panose="020B0604020202020204" pitchFamily="34" charset="0"/>
            </a:endParaRPr>
          </a:p>
          <a:p>
            <a:pPr>
              <a:spcBef>
                <a:spcPts val="0"/>
              </a:spcBef>
              <a:spcAft>
                <a:spcPts val="1200"/>
              </a:spcAft>
            </a:pPr>
            <a:r>
              <a:rPr lang="en-US" altLang="zh-CN" b="1" dirty="0">
                <a:latin typeface="Arial" panose="020B0604020202020204" pitchFamily="34" charset="0"/>
                <a:ea typeface="黑体" panose="02010609060101010101" pitchFamily="49" charset="-122"/>
                <a:cs typeface="Arial" panose="020B0604020202020204" pitchFamily="34" charset="0"/>
              </a:rPr>
              <a:t>Compliance with </a:t>
            </a:r>
            <a:r>
              <a:rPr lang="en-US" altLang="zh-CN" b="1" dirty="0" smtClean="0">
                <a:latin typeface="Arial" panose="020B0604020202020204" pitchFamily="34" charset="0"/>
                <a:ea typeface="黑体" panose="02010609060101010101" pitchFamily="49" charset="-122"/>
                <a:cs typeface="Arial" panose="020B0604020202020204" pitchFamily="34" charset="0"/>
              </a:rPr>
              <a:t>requirements</a:t>
            </a:r>
          </a:p>
          <a:p>
            <a:pPr marL="179387" lvl="1" indent="0">
              <a:spcAft>
                <a:spcPts val="1200"/>
              </a:spcAft>
              <a:buNone/>
            </a:pPr>
            <a:r>
              <a:rPr lang="en-US" altLang="zh-CN" dirty="0">
                <a:latin typeface="Arial" panose="020B0604020202020204" pitchFamily="34" charset="0"/>
                <a:ea typeface="黑体" panose="02010609060101010101" pitchFamily="49" charset="-122"/>
                <a:cs typeface="Arial" panose="020B0604020202020204" pitchFamily="34" charset="0"/>
              </a:rPr>
              <a:t>An </a:t>
            </a:r>
            <a:r>
              <a:rPr lang="en-US" altLang="zh-CN" b="1" dirty="0">
                <a:latin typeface="Arial" panose="020B0604020202020204" pitchFamily="34" charset="0"/>
                <a:ea typeface="黑体" panose="02010609060101010101" pitchFamily="49" charset="-122"/>
                <a:cs typeface="Arial" panose="020B0604020202020204" pitchFamily="34" charset="0"/>
              </a:rPr>
              <a:t>analog-active</a:t>
            </a:r>
            <a:r>
              <a:rPr lang="en-US" altLang="zh-CN" dirty="0">
                <a:latin typeface="Arial" panose="020B0604020202020204" pitchFamily="34" charset="0"/>
                <a:ea typeface="黑体" panose="02010609060101010101" pitchFamily="49" charset="-122"/>
                <a:cs typeface="Arial" panose="020B0604020202020204" pitchFamily="34" charset="0"/>
              </a:rPr>
              <a:t> </a:t>
            </a:r>
            <a:r>
              <a:rPr lang="en-US" altLang="zh-CN" dirty="0" smtClean="0">
                <a:solidFill>
                  <a:srgbClr val="FF0000"/>
                </a:solidFill>
                <a:latin typeface="Arial" panose="020B0604020202020204" pitchFamily="34" charset="0"/>
                <a:ea typeface="黑体" panose="02010609060101010101" pitchFamily="49" charset="-122"/>
                <a:cs typeface="Arial" panose="020B0604020202020204" pitchFamily="34" charset="0"/>
              </a:rPr>
              <a:t>and digital </a:t>
            </a:r>
            <a:r>
              <a:rPr lang="en-US" altLang="zh-CN" dirty="0" smtClean="0">
                <a:latin typeface="Arial" panose="020B0604020202020204" pitchFamily="34" charset="0"/>
                <a:ea typeface="黑体" panose="02010609060101010101" pitchFamily="49" charset="-122"/>
                <a:cs typeface="Arial" panose="020B0604020202020204" pitchFamily="34" charset="0"/>
              </a:rPr>
              <a:t>load </a:t>
            </a:r>
            <a:r>
              <a:rPr lang="en-US" altLang="zh-CN" dirty="0">
                <a:latin typeface="Arial" panose="020B0604020202020204" pitchFamily="34" charset="0"/>
                <a:ea typeface="黑体" panose="02010609060101010101" pitchFamily="49" charset="-122"/>
                <a:cs typeface="Arial" panose="020B0604020202020204" pitchFamily="34" charset="0"/>
              </a:rPr>
              <a:t>cell is presumed to comply with the requirements in 5.7.1.1 and 5.7.1.3, if it passes the examinations specified in 5.7.2 and R 60-2, </a:t>
            </a:r>
            <a:r>
              <a:rPr lang="en-US" altLang="zh-CN" dirty="0" smtClean="0">
                <a:latin typeface="Arial" panose="020B0604020202020204" pitchFamily="34" charset="0"/>
                <a:ea typeface="黑体" panose="02010609060101010101" pitchFamily="49" charset="-122"/>
                <a:cs typeface="Arial" panose="020B0604020202020204" pitchFamily="34" charset="0"/>
              </a:rPr>
              <a:t>2.10.7</a:t>
            </a:r>
          </a:p>
          <a:p>
            <a:pPr marL="179387" lvl="1" indent="457200">
              <a:spcAft>
                <a:spcPts val="1200"/>
              </a:spcAft>
              <a:buNone/>
            </a:pPr>
            <a:r>
              <a:rPr lang="zh-CN" altLang="en-US" dirty="0" smtClean="0">
                <a:latin typeface="Arial" panose="020B0604020202020204" pitchFamily="34" charset="0"/>
                <a:ea typeface="黑体" panose="02010609060101010101" pitchFamily="49" charset="-122"/>
                <a:cs typeface="Arial" panose="020B0604020202020204" pitchFamily="34" charset="0"/>
              </a:rPr>
              <a:t>有源模拟传感器</a:t>
            </a:r>
            <a:r>
              <a:rPr lang="zh-CN" altLang="en-US" dirty="0" smtClean="0">
                <a:solidFill>
                  <a:srgbClr val="FF0000"/>
                </a:solidFill>
                <a:latin typeface="Arial" panose="020B0604020202020204" pitchFamily="34" charset="0"/>
                <a:ea typeface="黑体" panose="02010609060101010101" pitchFamily="49" charset="-122"/>
                <a:cs typeface="Arial" panose="020B0604020202020204" pitchFamily="34" charset="0"/>
              </a:rPr>
              <a:t>和数字式称重传感器</a:t>
            </a:r>
            <a:r>
              <a:rPr lang="zh-CN" altLang="en-US" dirty="0" smtClean="0">
                <a:latin typeface="Arial" panose="020B0604020202020204" pitchFamily="34" charset="0"/>
                <a:ea typeface="黑体" panose="02010609060101010101" pitchFamily="49" charset="-122"/>
                <a:cs typeface="Arial" panose="020B0604020202020204" pitchFamily="34" charset="0"/>
              </a:rPr>
              <a:t>是否满足显著增差要求和耐久性要求，以检查传感器是否满足标准中附加要求和通过相关测试。（包括：预热时间、电源电压波动、干扰、量程稳定性）</a:t>
            </a:r>
            <a:endParaRPr lang="en-US" altLang="zh-CN" dirty="0" smtClean="0">
              <a:latin typeface="Arial" panose="020B0604020202020204" pitchFamily="34" charset="0"/>
              <a:ea typeface="黑体" panose="02010609060101010101" pitchFamily="49" charset="-122"/>
              <a:cs typeface="Arial" panose="020B0604020202020204" pitchFamily="34" charset="0"/>
            </a:endParaRPr>
          </a:p>
        </p:txBody>
      </p:sp>
      <p:sp>
        <p:nvSpPr>
          <p:cNvPr id="5" name="灯片编号占位符 4"/>
          <p:cNvSpPr>
            <a:spLocks noGrp="1"/>
          </p:cNvSpPr>
          <p:nvPr>
            <p:ph type="sldNum" sz="quarter" idx="100"/>
          </p:nvPr>
        </p:nvSpPr>
        <p:spPr/>
        <p:txBody>
          <a:bodyPr/>
          <a:lstStyle/>
          <a:p>
            <a:fld id="{2B2B68EE-DD1E-4368-AFCE-24A50EC7BF18}" type="slidenum">
              <a:rPr lang="en-US" smtClean="0"/>
              <a:pPr/>
              <a:t>57</a:t>
            </a:fld>
            <a:endParaRPr lang="en-US" dirty="0"/>
          </a:p>
        </p:txBody>
      </p:sp>
      <p:sp>
        <p:nvSpPr>
          <p:cNvPr id="6" name="页脚占位符 5"/>
          <p:cNvSpPr>
            <a:spLocks noGrp="1"/>
          </p:cNvSpPr>
          <p:nvPr>
            <p:ph type="ftr" sz="quarter" idx="101"/>
          </p:nvPr>
        </p:nvSpPr>
        <p:spPr/>
        <p:txBody>
          <a:bodyPr/>
          <a:lstStyle/>
          <a:p>
            <a:r>
              <a:rPr lang="en-US" smtClean="0"/>
              <a:t>For internal use - Confidential</a:t>
            </a:r>
            <a:endParaRPr lang="en-US" dirty="0"/>
          </a:p>
        </p:txBody>
      </p:sp>
    </p:spTree>
    <p:extLst>
      <p:ext uri="{BB962C8B-B14F-4D97-AF65-F5344CB8AC3E}">
        <p14:creationId xmlns:p14="http://schemas.microsoft.com/office/powerpoint/2010/main" val="2689288732"/>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latin typeface="黑体" panose="02010609060101010101" pitchFamily="49" charset="-122"/>
                <a:ea typeface="黑体" panose="02010609060101010101" pitchFamily="49" charset="-122"/>
              </a:rPr>
              <a:t>计量</a:t>
            </a:r>
            <a:r>
              <a:rPr lang="zh-CN" altLang="en-US" dirty="0">
                <a:latin typeface="黑体" panose="02010609060101010101" pitchFamily="49" charset="-122"/>
                <a:ea typeface="黑体" panose="02010609060101010101" pitchFamily="49" charset="-122"/>
              </a:rPr>
              <a:t>要求</a:t>
            </a:r>
            <a:endParaRPr lang="zh-CN" altLang="en-US" dirty="0"/>
          </a:p>
        </p:txBody>
      </p:sp>
      <p:sp>
        <p:nvSpPr>
          <p:cNvPr id="4" name="内容占位符 3"/>
          <p:cNvSpPr>
            <a:spLocks noGrp="1"/>
          </p:cNvSpPr>
          <p:nvPr>
            <p:ph idx="1"/>
          </p:nvPr>
        </p:nvSpPr>
        <p:spPr>
          <a:xfrm>
            <a:off x="395288" y="1638882"/>
            <a:ext cx="8353426" cy="4212000"/>
          </a:xfrm>
        </p:spPr>
        <p:txBody>
          <a:bodyPr/>
          <a:lstStyle/>
          <a:p>
            <a:pPr>
              <a:spcBef>
                <a:spcPts val="0"/>
              </a:spcBef>
              <a:spcAft>
                <a:spcPts val="1200"/>
              </a:spcAft>
            </a:pPr>
            <a:r>
              <a:rPr lang="en-US" altLang="zh-CN" b="1" dirty="0" smtClean="0">
                <a:latin typeface="Arial" panose="020B0604020202020204" pitchFamily="34" charset="0"/>
                <a:ea typeface="黑体" panose="02010609060101010101" pitchFamily="49" charset="-122"/>
                <a:cs typeface="Arial" panose="020B0604020202020204" pitchFamily="34" charset="0"/>
              </a:rPr>
              <a:t>Application </a:t>
            </a:r>
            <a:r>
              <a:rPr lang="en-US" altLang="zh-CN" b="1" dirty="0">
                <a:latin typeface="Arial" panose="020B0604020202020204" pitchFamily="34" charset="0"/>
                <a:ea typeface="黑体" panose="02010609060101010101" pitchFamily="49" charset="-122"/>
                <a:cs typeface="Arial" panose="020B0604020202020204" pitchFamily="34" charset="0"/>
              </a:rPr>
              <a:t>of the requirements </a:t>
            </a:r>
            <a:r>
              <a:rPr lang="en-US" altLang="zh-CN" b="1" dirty="0" smtClean="0">
                <a:latin typeface="Arial" panose="020B0604020202020204" pitchFamily="34" charset="0"/>
                <a:ea typeface="黑体" panose="02010609060101010101" pitchFamily="49" charset="-122"/>
                <a:cs typeface="Arial" panose="020B0604020202020204" pitchFamily="34" charset="0"/>
              </a:rPr>
              <a:t>for Fault</a:t>
            </a:r>
          </a:p>
          <a:p>
            <a:pPr marL="179387" lvl="1" indent="0">
              <a:spcAft>
                <a:spcPts val="600"/>
              </a:spcAft>
              <a:buNone/>
            </a:pPr>
            <a:r>
              <a:rPr lang="en-US" altLang="zh-CN" dirty="0">
                <a:latin typeface="Arial" panose="020B0604020202020204" pitchFamily="34" charset="0"/>
                <a:ea typeface="黑体" panose="02010609060101010101" pitchFamily="49" charset="-122"/>
                <a:cs typeface="Arial" panose="020B0604020202020204" pitchFamily="34" charset="0"/>
              </a:rPr>
              <a:t>The requirements in 5.7.1.1 may be applied separately to each individual cause or significant fault. </a:t>
            </a:r>
            <a:endParaRPr lang="en-US" altLang="zh-CN" dirty="0" smtClean="0">
              <a:latin typeface="Arial" panose="020B0604020202020204" pitchFamily="34" charset="0"/>
              <a:ea typeface="黑体" panose="02010609060101010101" pitchFamily="49" charset="-122"/>
              <a:cs typeface="Arial" panose="020B0604020202020204" pitchFamily="34" charset="0"/>
            </a:endParaRPr>
          </a:p>
          <a:p>
            <a:pPr marL="179387" lvl="1" indent="0">
              <a:spcAft>
                <a:spcPts val="1200"/>
              </a:spcAft>
              <a:buNone/>
            </a:pPr>
            <a:r>
              <a:rPr lang="en-US" altLang="zh-CN" dirty="0" smtClean="0">
                <a:latin typeface="Arial" panose="020B0604020202020204" pitchFamily="34" charset="0"/>
                <a:ea typeface="黑体" panose="02010609060101010101" pitchFamily="49" charset="-122"/>
                <a:cs typeface="Arial" panose="020B0604020202020204" pitchFamily="34" charset="0"/>
              </a:rPr>
              <a:t>The </a:t>
            </a:r>
            <a:r>
              <a:rPr lang="en-US" altLang="zh-CN" dirty="0">
                <a:latin typeface="Arial" panose="020B0604020202020204" pitchFamily="34" charset="0"/>
                <a:ea typeface="黑体" panose="02010609060101010101" pitchFamily="49" charset="-122"/>
                <a:cs typeface="Arial" panose="020B0604020202020204" pitchFamily="34" charset="0"/>
              </a:rPr>
              <a:t>choice of whether 5.7.1.1 a) or 5.7.1.1 b) is applied is left to the manufacturer</a:t>
            </a:r>
            <a:r>
              <a:rPr lang="en-US" altLang="zh-CN" dirty="0" smtClean="0">
                <a:latin typeface="Arial" panose="020B0604020202020204" pitchFamily="34" charset="0"/>
                <a:ea typeface="黑体" panose="02010609060101010101" pitchFamily="49" charset="-122"/>
                <a:cs typeface="Arial" panose="020B0604020202020204" pitchFamily="34" charset="0"/>
              </a:rPr>
              <a:t>.</a:t>
            </a:r>
          </a:p>
          <a:p>
            <a:pPr marL="179387" lvl="1" indent="0">
              <a:spcAft>
                <a:spcPts val="1200"/>
              </a:spcAft>
              <a:buNone/>
            </a:pPr>
            <a:r>
              <a:rPr lang="zh-CN" altLang="en-US" dirty="0" smtClean="0">
                <a:latin typeface="Arial" panose="020B0604020202020204" pitchFamily="34" charset="0"/>
                <a:ea typeface="黑体" panose="02010609060101010101" pitchFamily="49" charset="-122"/>
                <a:cs typeface="Arial" panose="020B0604020202020204" pitchFamily="34" charset="0"/>
              </a:rPr>
              <a:t>对增差要求的应用</a:t>
            </a:r>
            <a:endParaRPr lang="en-US" altLang="zh-CN" dirty="0" smtClean="0">
              <a:latin typeface="Arial" panose="020B0604020202020204" pitchFamily="34" charset="0"/>
              <a:ea typeface="黑体" panose="02010609060101010101" pitchFamily="49" charset="-122"/>
              <a:cs typeface="Arial" panose="020B0604020202020204" pitchFamily="34" charset="0"/>
            </a:endParaRPr>
          </a:p>
          <a:p>
            <a:pPr marL="179387" lvl="1" indent="0">
              <a:spcAft>
                <a:spcPts val="600"/>
              </a:spcAft>
              <a:buNone/>
            </a:pPr>
            <a:r>
              <a:rPr lang="zh-CN" altLang="en-US" dirty="0" smtClean="0">
                <a:latin typeface="Arial" panose="020B0604020202020204" pitchFamily="34" charset="0"/>
                <a:ea typeface="黑体" panose="02010609060101010101" pitchFamily="49" charset="-122"/>
                <a:cs typeface="Arial" panose="020B0604020202020204" pitchFamily="34" charset="0"/>
              </a:rPr>
              <a:t>显著</a:t>
            </a:r>
            <a:r>
              <a:rPr lang="zh-CN" altLang="en-US" dirty="0">
                <a:latin typeface="Arial" panose="020B0604020202020204" pitchFamily="34" charset="0"/>
                <a:ea typeface="黑体" panose="02010609060101010101" pitchFamily="49" charset="-122"/>
                <a:cs typeface="Arial" panose="020B0604020202020204" pitchFamily="34" charset="0"/>
              </a:rPr>
              <a:t>增差的评价是对每个独立因子进行</a:t>
            </a:r>
            <a:r>
              <a:rPr lang="zh-CN" altLang="en-US" dirty="0" smtClean="0">
                <a:latin typeface="Arial" panose="020B0604020202020204" pitchFamily="34" charset="0"/>
                <a:ea typeface="黑体" panose="02010609060101010101" pitchFamily="49" charset="-122"/>
                <a:cs typeface="Arial" panose="020B0604020202020204" pitchFamily="34" charset="0"/>
              </a:rPr>
              <a:t>的；</a:t>
            </a:r>
            <a:endParaRPr lang="en-US" altLang="zh-CN" dirty="0">
              <a:latin typeface="Arial" panose="020B0604020202020204" pitchFamily="34" charset="0"/>
              <a:ea typeface="黑体" panose="02010609060101010101" pitchFamily="49" charset="-122"/>
              <a:cs typeface="Arial" panose="020B0604020202020204" pitchFamily="34" charset="0"/>
            </a:endParaRPr>
          </a:p>
          <a:p>
            <a:pPr marL="179387" lvl="1" indent="0">
              <a:spcAft>
                <a:spcPts val="1200"/>
              </a:spcAft>
              <a:buNone/>
            </a:pPr>
            <a:r>
              <a:rPr lang="zh-CN" altLang="en-US" dirty="0" smtClean="0">
                <a:latin typeface="Arial" panose="020B0604020202020204" pitchFamily="34" charset="0"/>
                <a:ea typeface="黑体" panose="02010609060101010101" pitchFamily="49" charset="-122"/>
                <a:cs typeface="Arial" panose="020B0604020202020204" pitchFamily="34" charset="0"/>
              </a:rPr>
              <a:t>传感器受干扰时是不出现显著增差，还是对显著检测后作出响应由制造商确定。</a:t>
            </a:r>
            <a:endParaRPr lang="en-US" altLang="zh-CN" dirty="0" smtClean="0">
              <a:latin typeface="Arial" panose="020B0604020202020204" pitchFamily="34" charset="0"/>
              <a:ea typeface="黑体" panose="02010609060101010101" pitchFamily="49" charset="-122"/>
              <a:cs typeface="Arial" panose="020B0604020202020204" pitchFamily="34" charset="0"/>
            </a:endParaRPr>
          </a:p>
          <a:p>
            <a:pPr marL="179387" lvl="1" indent="457200">
              <a:spcAft>
                <a:spcPts val="1200"/>
              </a:spcAft>
              <a:buNone/>
            </a:pPr>
            <a:r>
              <a:rPr lang="zh-CN" altLang="en-US" dirty="0" smtClean="0">
                <a:latin typeface="Arial" panose="020B0604020202020204" pitchFamily="34" charset="0"/>
                <a:ea typeface="黑体" panose="02010609060101010101" pitchFamily="49" charset="-122"/>
                <a:cs typeface="Arial" panose="020B0604020202020204" pitchFamily="34" charset="0"/>
              </a:rPr>
              <a:t>上述隐含了要么没有显著增差，要么检测显著增差，只能是二者取</a:t>
            </a:r>
            <a:r>
              <a:rPr lang="zh-CN" altLang="en-US" dirty="0" smtClean="0">
                <a:latin typeface="Arial" panose="020B0604020202020204" pitchFamily="34" charset="0"/>
                <a:ea typeface="黑体" panose="02010609060101010101" pitchFamily="49" charset="-122"/>
                <a:cs typeface="Arial" panose="020B0604020202020204" pitchFamily="34" charset="0"/>
              </a:rPr>
              <a:t>一。</a:t>
            </a:r>
            <a:endParaRPr lang="en-US" altLang="zh-CN" dirty="0" smtClean="0">
              <a:latin typeface="Arial" panose="020B0604020202020204" pitchFamily="34" charset="0"/>
              <a:ea typeface="黑体" panose="02010609060101010101" pitchFamily="49" charset="-122"/>
              <a:cs typeface="Arial" panose="020B0604020202020204" pitchFamily="34" charset="0"/>
            </a:endParaRPr>
          </a:p>
          <a:p>
            <a:pPr marL="179387" lvl="1" indent="457200">
              <a:spcAft>
                <a:spcPts val="1200"/>
              </a:spcAft>
              <a:buNone/>
            </a:pPr>
            <a:r>
              <a:rPr lang="zh-CN" altLang="en-US" dirty="0" smtClean="0">
                <a:latin typeface="Arial" panose="020B0604020202020204" pitchFamily="34" charset="0"/>
                <a:ea typeface="黑体" panose="02010609060101010101" pitchFamily="49" charset="-122"/>
                <a:cs typeface="Arial" panose="020B0604020202020204" pitchFamily="34" charset="0"/>
              </a:rPr>
              <a:t>对于显著增差的检测，必须是硬件或硬件与软件的组合。</a:t>
            </a:r>
            <a:endParaRPr lang="en-US" altLang="zh-CN" dirty="0" smtClean="0">
              <a:latin typeface="Arial" panose="020B0604020202020204" pitchFamily="34" charset="0"/>
              <a:ea typeface="黑体" panose="02010609060101010101" pitchFamily="49" charset="-122"/>
              <a:cs typeface="Arial" panose="020B0604020202020204" pitchFamily="34" charset="0"/>
            </a:endParaRPr>
          </a:p>
        </p:txBody>
      </p:sp>
      <p:sp>
        <p:nvSpPr>
          <p:cNvPr id="5" name="灯片编号占位符 4"/>
          <p:cNvSpPr>
            <a:spLocks noGrp="1"/>
          </p:cNvSpPr>
          <p:nvPr>
            <p:ph type="sldNum" sz="quarter" idx="100"/>
          </p:nvPr>
        </p:nvSpPr>
        <p:spPr/>
        <p:txBody>
          <a:bodyPr/>
          <a:lstStyle/>
          <a:p>
            <a:fld id="{2B2B68EE-DD1E-4368-AFCE-24A50EC7BF18}" type="slidenum">
              <a:rPr lang="en-US" smtClean="0"/>
              <a:pPr/>
              <a:t>58</a:t>
            </a:fld>
            <a:endParaRPr lang="en-US" dirty="0"/>
          </a:p>
        </p:txBody>
      </p:sp>
      <p:sp>
        <p:nvSpPr>
          <p:cNvPr id="6" name="页脚占位符 5"/>
          <p:cNvSpPr>
            <a:spLocks noGrp="1"/>
          </p:cNvSpPr>
          <p:nvPr>
            <p:ph type="ftr" sz="quarter" idx="101"/>
          </p:nvPr>
        </p:nvSpPr>
        <p:spPr/>
        <p:txBody>
          <a:bodyPr/>
          <a:lstStyle/>
          <a:p>
            <a:r>
              <a:rPr lang="en-US" smtClean="0"/>
              <a:t>For internal use - Confidential</a:t>
            </a:r>
            <a:endParaRPr lang="en-US" dirty="0"/>
          </a:p>
        </p:txBody>
      </p:sp>
    </p:spTree>
    <p:extLst>
      <p:ext uri="{BB962C8B-B14F-4D97-AF65-F5344CB8AC3E}">
        <p14:creationId xmlns:p14="http://schemas.microsoft.com/office/powerpoint/2010/main" val="3096464106"/>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latin typeface="黑体" panose="02010609060101010101" pitchFamily="49" charset="-122"/>
                <a:ea typeface="黑体" panose="02010609060101010101" pitchFamily="49" charset="-122"/>
              </a:rPr>
              <a:t>计量要求</a:t>
            </a:r>
            <a:endParaRPr lang="zh-CN" altLang="en-US" dirty="0">
              <a:latin typeface="黑体" panose="02010609060101010101" pitchFamily="49" charset="-122"/>
              <a:ea typeface="黑体" panose="02010609060101010101" pitchFamily="49" charset="-122"/>
            </a:endParaRPr>
          </a:p>
        </p:txBody>
      </p:sp>
      <p:sp>
        <p:nvSpPr>
          <p:cNvPr id="3" name="标题 2"/>
          <p:cNvSpPr>
            <a:spLocks noGrp="1"/>
          </p:cNvSpPr>
          <p:nvPr>
            <p:ph type="title" idx="99"/>
          </p:nvPr>
        </p:nvSpPr>
        <p:spPr/>
        <p:txBody>
          <a:bodyPr/>
          <a:lstStyle/>
          <a:p>
            <a:r>
              <a:rPr lang="zh-CN" altLang="en-US" b="0" dirty="0" smtClean="0">
                <a:latin typeface="Arial" panose="020B0604020202020204" pitchFamily="34" charset="0"/>
                <a:ea typeface="黑体" panose="02010609060101010101" pitchFamily="49" charset="-122"/>
                <a:cs typeface="Arial" panose="020B0604020202020204" pitchFamily="34" charset="0"/>
              </a:rPr>
              <a:t>下面要求仅适用于有源传感器 </a:t>
            </a:r>
            <a:r>
              <a:rPr lang="en-US" altLang="zh-CN" b="0" dirty="0" smtClean="0">
                <a:latin typeface="Arial" panose="020B0604020202020204" pitchFamily="34" charset="0"/>
                <a:ea typeface="黑体" panose="02010609060101010101" pitchFamily="49" charset="-122"/>
                <a:cs typeface="Arial" panose="020B0604020202020204" pitchFamily="34" charset="0"/>
              </a:rPr>
              <a:t>(analog-active and digital load cell)</a:t>
            </a:r>
            <a:endParaRPr lang="zh-CN" altLang="en-US" b="0" dirty="0">
              <a:latin typeface="Arial" panose="020B0604020202020204" pitchFamily="34" charset="0"/>
              <a:ea typeface="黑体" panose="02010609060101010101" pitchFamily="49" charset="-122"/>
              <a:cs typeface="Arial" panose="020B0604020202020204" pitchFamily="34" charset="0"/>
            </a:endParaRPr>
          </a:p>
        </p:txBody>
      </p:sp>
      <mc:AlternateContent xmlns:mc="http://schemas.openxmlformats.org/markup-compatibility/2006" xmlns:a14="http://schemas.microsoft.com/office/drawing/2010/main">
        <mc:Choice Requires="a14">
          <p:graphicFrame>
            <p:nvGraphicFramePr>
              <p:cNvPr id="7" name="内容占位符 6"/>
              <p:cNvGraphicFramePr>
                <a:graphicFrameLocks noGrp="1"/>
              </p:cNvGraphicFramePr>
              <p:nvPr>
                <p:ph idx="1"/>
                <p:extLst>
                  <p:ext uri="{D42A27DB-BD31-4B8C-83A1-F6EECF244321}">
                    <p14:modId xmlns:p14="http://schemas.microsoft.com/office/powerpoint/2010/main" val="1480547719"/>
                  </p:ext>
                </p:extLst>
              </p:nvPr>
            </p:nvGraphicFramePr>
            <p:xfrm>
              <a:off x="605223" y="1488672"/>
              <a:ext cx="8172000" cy="4212000"/>
            </p:xfrm>
            <a:graphic>
              <a:graphicData uri="http://schemas.openxmlformats.org/drawingml/2006/table">
                <a:tbl>
                  <a:tblPr firstRow="1" firstCol="1" lastRow="1" lastCol="1" bandRow="1" bandCol="1">
                    <a:tableStyleId>{FABFCF23-3B69-468F-B69F-88F6DE6A72F2}</a:tableStyleId>
                  </a:tblPr>
                  <a:tblGrid>
                    <a:gridCol w="3177359"/>
                    <a:gridCol w="2298598"/>
                    <a:gridCol w="813076"/>
                    <a:gridCol w="1882967"/>
                  </a:tblGrid>
                  <a:tr h="819239">
                    <a:tc>
                      <a:txBody>
                        <a:bodyPr/>
                        <a:lstStyle/>
                        <a:p>
                          <a:pPr>
                            <a:lnSpc>
                              <a:spcPts val="500"/>
                            </a:lnSpc>
                            <a:spcBef>
                              <a:spcPts val="35"/>
                            </a:spcBef>
                            <a:spcAft>
                              <a:spcPts val="0"/>
                            </a:spcAft>
                          </a:pPr>
                          <a:r>
                            <a:rPr lang="en-US" sz="1600" b="1" dirty="0">
                              <a:effectLst/>
                            </a:rPr>
                            <a:t>  </a:t>
                          </a:r>
                          <a:endParaRPr lang="zh-CN" sz="1600" b="1" dirty="0">
                            <a:effectLst/>
                          </a:endParaRPr>
                        </a:p>
                        <a:p>
                          <a:pPr marL="840105" marR="830580" algn="ctr">
                            <a:lnSpc>
                              <a:spcPct val="115000"/>
                            </a:lnSpc>
                            <a:spcAft>
                              <a:spcPts val="0"/>
                            </a:spcAft>
                          </a:pPr>
                          <a:r>
                            <a:rPr lang="en-US" sz="1600" b="1" spc="-5" dirty="0">
                              <a:effectLst/>
                            </a:rPr>
                            <a:t>T</a:t>
                          </a:r>
                          <a:r>
                            <a:rPr lang="en-US" sz="1600" b="1" dirty="0">
                              <a:effectLst/>
                            </a:rPr>
                            <a:t>est</a:t>
                          </a:r>
                          <a:endParaRPr lang="zh-CN" sz="1600" b="1" dirty="0">
                            <a:effectLst/>
                            <a:latin typeface="Calibri"/>
                            <a:ea typeface="宋体"/>
                            <a:cs typeface="Times New Roman"/>
                          </a:endParaRP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5">
                            <a:lumMod val="50000"/>
                          </a:schemeClr>
                        </a:solidFill>
                      </a:tcPr>
                    </a:tc>
                    <a:tc>
                      <a:txBody>
                        <a:bodyPr/>
                        <a:lstStyle/>
                        <a:p>
                          <a:pPr marL="274955" marR="264160" indent="-1905" algn="ctr">
                            <a:lnSpc>
                              <a:spcPct val="104000"/>
                            </a:lnSpc>
                            <a:spcBef>
                              <a:spcPts val="205"/>
                            </a:spcBef>
                            <a:spcAft>
                              <a:spcPts val="0"/>
                            </a:spcAft>
                          </a:pPr>
                          <a:r>
                            <a:rPr lang="en-US" sz="1600" b="1" dirty="0" smtClean="0">
                              <a:effectLst/>
                            </a:rPr>
                            <a:t>Sub c</a:t>
                          </a:r>
                          <a:r>
                            <a:rPr lang="en-US" sz="1600" b="1" spc="5" dirty="0" smtClean="0">
                              <a:effectLst/>
                            </a:rPr>
                            <a:t>l</a:t>
                          </a:r>
                          <a:r>
                            <a:rPr lang="en-US" sz="1600" b="1" dirty="0" smtClean="0">
                              <a:effectLst/>
                            </a:rPr>
                            <a:t>au</a:t>
                          </a:r>
                          <a:r>
                            <a:rPr lang="en-US" sz="1600" b="1" spc="-10" dirty="0" smtClean="0">
                              <a:effectLst/>
                            </a:rPr>
                            <a:t>s</a:t>
                          </a:r>
                          <a:r>
                            <a:rPr lang="en-US" sz="1600" b="1" dirty="0" smtClean="0">
                              <a:effectLst/>
                            </a:rPr>
                            <a:t>e </a:t>
                          </a:r>
                          <a:r>
                            <a:rPr lang="en-US" sz="1600" b="1" dirty="0">
                              <a:effectLst/>
                            </a:rPr>
                            <a:t>R</a:t>
                          </a:r>
                          <a:r>
                            <a:rPr lang="en-US" sz="1600" b="1" spc="-5" dirty="0">
                              <a:effectLst/>
                            </a:rPr>
                            <a:t> </a:t>
                          </a:r>
                          <a:r>
                            <a:rPr lang="en-US" sz="1600" b="1" dirty="0">
                              <a:effectLst/>
                            </a:rPr>
                            <a:t>60</a:t>
                          </a:r>
                          <a:r>
                            <a:rPr lang="en-US" sz="1600" b="1" spc="5" dirty="0">
                              <a:effectLst/>
                            </a:rPr>
                            <a:t>-</a:t>
                          </a:r>
                          <a:r>
                            <a:rPr lang="en-US" sz="1600" b="1" dirty="0">
                              <a:effectLst/>
                            </a:rPr>
                            <a:t>2, 2.</a:t>
                          </a:r>
                          <a:r>
                            <a:rPr lang="en-US" sz="1600" b="1" spc="-10" dirty="0">
                              <a:effectLst/>
                            </a:rPr>
                            <a:t>1</a:t>
                          </a:r>
                          <a:r>
                            <a:rPr lang="en-US" sz="1600" b="1" dirty="0">
                              <a:effectLst/>
                            </a:rPr>
                            <a:t>0 </a:t>
                          </a:r>
                          <a:r>
                            <a:rPr lang="en-US" sz="1600" b="1" spc="5" dirty="0">
                              <a:effectLst/>
                            </a:rPr>
                            <a:t>t</a:t>
                          </a:r>
                          <a:r>
                            <a:rPr lang="en-US" sz="1600" b="1" dirty="0">
                              <a:effectLst/>
                            </a:rPr>
                            <a:t>e</a:t>
                          </a:r>
                          <a:r>
                            <a:rPr lang="en-US" sz="1600" b="1" spc="-10" dirty="0">
                              <a:effectLst/>
                            </a:rPr>
                            <a:t>s</a:t>
                          </a:r>
                          <a:r>
                            <a:rPr lang="en-US" sz="1600" b="1" dirty="0">
                              <a:effectLst/>
                            </a:rPr>
                            <a:t>t</a:t>
                          </a:r>
                          <a:r>
                            <a:rPr lang="en-US" sz="1600" b="1" spc="5" dirty="0">
                              <a:effectLst/>
                            </a:rPr>
                            <a:t> </a:t>
                          </a:r>
                          <a:r>
                            <a:rPr lang="en-US" sz="1600" b="1" dirty="0">
                              <a:effectLst/>
                            </a:rPr>
                            <a:t>pro</a:t>
                          </a:r>
                          <a:r>
                            <a:rPr lang="en-US" sz="1600" b="1" spc="-10" dirty="0">
                              <a:effectLst/>
                            </a:rPr>
                            <a:t>c</a:t>
                          </a:r>
                          <a:r>
                            <a:rPr lang="en-US" sz="1600" b="1" dirty="0">
                              <a:effectLst/>
                            </a:rPr>
                            <a:t>edure</a:t>
                          </a:r>
                          <a:endParaRPr lang="zh-CN" sz="1600" b="1" dirty="0">
                            <a:effectLst/>
                            <a:latin typeface="Calibri"/>
                            <a:ea typeface="宋体"/>
                            <a:cs typeface="Times New Roman"/>
                          </a:endParaRP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5">
                            <a:lumMod val="50000"/>
                          </a:schemeClr>
                        </a:solidFill>
                      </a:tcPr>
                    </a:tc>
                    <a:tc>
                      <a:txBody>
                        <a:bodyPr/>
                        <a:lstStyle/>
                        <a:p>
                          <a:pPr>
                            <a:lnSpc>
                              <a:spcPts val="500"/>
                            </a:lnSpc>
                            <a:spcBef>
                              <a:spcPts val="35"/>
                            </a:spcBef>
                            <a:spcAft>
                              <a:spcPts val="0"/>
                            </a:spcAft>
                          </a:pPr>
                          <a:r>
                            <a:rPr lang="en-US" sz="1600" b="1" dirty="0" smtClean="0">
                              <a:effectLst/>
                            </a:rPr>
                            <a:t> </a:t>
                          </a:r>
                          <a:endParaRPr lang="zh-CN" sz="1600" b="1" dirty="0">
                            <a:effectLst/>
                          </a:endParaRPr>
                        </a:p>
                        <a:p>
                          <a:pPr algn="ctr">
                            <a:lnSpc>
                              <a:spcPts val="1000"/>
                            </a:lnSpc>
                            <a:spcAft>
                              <a:spcPts val="0"/>
                            </a:spcAft>
                          </a:pPr>
                          <a:r>
                            <a:rPr lang="en-US" sz="1600" b="1" dirty="0">
                              <a:effectLst/>
                            </a:rPr>
                            <a:t> </a:t>
                          </a:r>
                          <a14:m>
                            <m:oMath xmlns:m="http://schemas.openxmlformats.org/officeDocument/2006/math">
                              <m:sSub>
                                <m:sSubPr>
                                  <m:ctrlPr>
                                    <a:rPr lang="en-US" altLang="zh-CN" sz="1600" b="1" i="1" dirty="0" smtClean="0">
                                      <a:effectLst/>
                                      <a:latin typeface="Cambria Math"/>
                                    </a:rPr>
                                  </m:ctrlPr>
                                </m:sSubPr>
                                <m:e>
                                  <m:r>
                                    <a:rPr lang="en-US" altLang="zh-CN" sz="1600" b="1" i="1" dirty="0" smtClean="0">
                                      <a:effectLst/>
                                      <a:latin typeface="Cambria Math"/>
                                    </a:rPr>
                                    <m:t>𝒑</m:t>
                                  </m:r>
                                </m:e>
                                <m:sub>
                                  <m:r>
                                    <a:rPr lang="en-US" altLang="zh-CN" sz="1600" b="1" i="1" dirty="0" smtClean="0">
                                      <a:effectLst/>
                                      <a:latin typeface="Cambria Math"/>
                                    </a:rPr>
                                    <m:t>𝑳𝑪</m:t>
                                  </m:r>
                                </m:sub>
                              </m:sSub>
                            </m:oMath>
                          </a14:m>
                          <a:r>
                            <a:rPr lang="en-US" sz="1600" b="1" dirty="0">
                              <a:effectLst/>
                            </a:rPr>
                            <a:t>*</a:t>
                          </a:r>
                          <a:endParaRPr lang="zh-CN" sz="1600" b="1" dirty="0">
                            <a:effectLst/>
                            <a:latin typeface="Calibri"/>
                            <a:ea typeface="宋体"/>
                            <a:cs typeface="Times New Roman"/>
                          </a:endParaRP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5">
                            <a:lumMod val="50000"/>
                          </a:schemeClr>
                        </a:solidFill>
                      </a:tcPr>
                    </a:tc>
                    <a:tc>
                      <a:txBody>
                        <a:bodyPr/>
                        <a:lstStyle/>
                        <a:p>
                          <a:pPr>
                            <a:lnSpc>
                              <a:spcPts val="850"/>
                            </a:lnSpc>
                            <a:spcBef>
                              <a:spcPts val="15"/>
                            </a:spcBef>
                            <a:spcAft>
                              <a:spcPts val="0"/>
                            </a:spcAft>
                          </a:pPr>
                          <a:r>
                            <a:rPr lang="en-US" sz="1600" b="1" dirty="0">
                              <a:effectLst/>
                            </a:rPr>
                            <a:t> </a:t>
                          </a:r>
                          <a:endParaRPr lang="zh-CN" sz="1600" b="1" dirty="0">
                            <a:effectLst/>
                          </a:endParaRPr>
                        </a:p>
                        <a:p>
                          <a:pPr marL="284480" marR="116205" indent="-126365">
                            <a:lnSpc>
                              <a:spcPct val="105000"/>
                            </a:lnSpc>
                            <a:spcAft>
                              <a:spcPts val="0"/>
                            </a:spcAft>
                          </a:pPr>
                          <a:r>
                            <a:rPr lang="en-US" sz="1600" b="1" spc="-5" dirty="0">
                              <a:effectLst/>
                            </a:rPr>
                            <a:t>C</a:t>
                          </a:r>
                          <a:r>
                            <a:rPr lang="en-US" sz="1600" b="1" dirty="0">
                              <a:effectLst/>
                            </a:rPr>
                            <a:t>harac</a:t>
                          </a:r>
                          <a:r>
                            <a:rPr lang="en-US" sz="1600" b="1" spc="-5" dirty="0">
                              <a:effectLst/>
                            </a:rPr>
                            <a:t>t</a:t>
                          </a:r>
                          <a:r>
                            <a:rPr lang="en-US" sz="1600" b="1" dirty="0">
                              <a:effectLst/>
                            </a:rPr>
                            <a:t>er</a:t>
                          </a:r>
                          <a:r>
                            <a:rPr lang="en-US" sz="1600" b="1" spc="-5" dirty="0">
                              <a:effectLst/>
                            </a:rPr>
                            <a:t>i</a:t>
                          </a:r>
                          <a:r>
                            <a:rPr lang="en-US" sz="1600" b="1" dirty="0">
                              <a:effectLst/>
                            </a:rPr>
                            <a:t>s</a:t>
                          </a:r>
                          <a:r>
                            <a:rPr lang="en-US" sz="1600" b="1" spc="-10" dirty="0">
                              <a:effectLst/>
                            </a:rPr>
                            <a:t>t</a:t>
                          </a:r>
                          <a:r>
                            <a:rPr lang="en-US" sz="1600" b="1" spc="5" dirty="0">
                              <a:effectLst/>
                            </a:rPr>
                            <a:t>i</a:t>
                          </a:r>
                          <a:r>
                            <a:rPr lang="en-US" sz="1600" b="1" dirty="0">
                              <a:effectLst/>
                            </a:rPr>
                            <a:t>c under</a:t>
                          </a:r>
                          <a:r>
                            <a:rPr lang="en-US" sz="1600" b="1" spc="5" dirty="0">
                              <a:effectLst/>
                            </a:rPr>
                            <a:t> </a:t>
                          </a:r>
                          <a:r>
                            <a:rPr lang="en-US" sz="1600" b="1" spc="-10" dirty="0">
                              <a:effectLst/>
                            </a:rPr>
                            <a:t>t</a:t>
                          </a:r>
                          <a:r>
                            <a:rPr lang="en-US" sz="1600" b="1" dirty="0">
                              <a:effectLst/>
                            </a:rPr>
                            <a:t>est</a:t>
                          </a:r>
                          <a:endParaRPr lang="zh-CN" sz="1600" b="1" dirty="0">
                            <a:effectLst/>
                            <a:latin typeface="Calibri"/>
                            <a:ea typeface="宋体"/>
                            <a:cs typeface="Times New Roman"/>
                          </a:endParaRP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5">
                            <a:lumMod val="50000"/>
                          </a:schemeClr>
                        </a:solidFill>
                      </a:tcPr>
                    </a:tc>
                  </a:tr>
                  <a:tr h="329981">
                    <a:tc>
                      <a:txBody>
                        <a:bodyPr/>
                        <a:lstStyle/>
                        <a:p>
                          <a:pPr marL="69215">
                            <a:lnSpc>
                              <a:spcPct val="115000"/>
                            </a:lnSpc>
                            <a:spcBef>
                              <a:spcPts val="180"/>
                            </a:spcBef>
                            <a:spcAft>
                              <a:spcPts val="0"/>
                            </a:spcAft>
                          </a:pPr>
                          <a:r>
                            <a:rPr lang="en-US" sz="1400" b="0" dirty="0">
                              <a:effectLst/>
                            </a:rPr>
                            <a:t>Wa</a:t>
                          </a:r>
                          <a:r>
                            <a:rPr lang="en-US" sz="1400" b="0" spc="5" dirty="0">
                              <a:effectLst/>
                            </a:rPr>
                            <a:t>r</a:t>
                          </a:r>
                          <a:r>
                            <a:rPr lang="en-US" sz="1400" b="0" spc="-10" dirty="0">
                              <a:effectLst/>
                            </a:rPr>
                            <a:t>m</a:t>
                          </a:r>
                          <a:r>
                            <a:rPr lang="en-US" sz="1400" b="0" spc="-20" dirty="0">
                              <a:effectLst/>
                            </a:rPr>
                            <a:t>-</a:t>
                          </a:r>
                          <a:r>
                            <a:rPr lang="en-US" sz="1400" b="0" dirty="0">
                              <a:effectLst/>
                            </a:rPr>
                            <a:t>up </a:t>
                          </a:r>
                          <a:r>
                            <a:rPr lang="en-US" sz="1400" b="0" spc="5" dirty="0">
                              <a:effectLst/>
                            </a:rPr>
                            <a:t>ti</a:t>
                          </a:r>
                          <a:r>
                            <a:rPr lang="en-US" sz="1400" b="0" spc="-20" dirty="0">
                              <a:effectLst/>
                            </a:rPr>
                            <a:t>m</a:t>
                          </a:r>
                          <a:r>
                            <a:rPr lang="en-US" sz="1400" b="0" dirty="0">
                              <a:effectLst/>
                            </a:rPr>
                            <a:t>e</a:t>
                          </a:r>
                          <a:endParaRPr lang="zh-CN" sz="1400" b="0" dirty="0">
                            <a:effectLst/>
                            <a:latin typeface="Calibri"/>
                            <a:ea typeface="宋体"/>
                            <a:cs typeface="Times New Roman"/>
                          </a:endParaRPr>
                        </a:p>
                      </a:txBody>
                      <a:tcPr marL="0" marR="0" marT="0" marB="0" anchor="ctr">
                        <a:lnL w="12700" cap="flat" cmpd="sng" algn="ctr">
                          <a:solidFill>
                            <a:schemeClr val="accent1">
                              <a:lumMod val="60000"/>
                              <a:lumOff val="40000"/>
                            </a:schemeClr>
                          </a:solidFill>
                          <a:prstDash val="solid"/>
                          <a:round/>
                          <a:headEnd type="none" w="med" len="med"/>
                          <a:tailEnd type="none" w="med" len="med"/>
                        </a:lnL>
                        <a:lnR w="12700" cap="flat" cmpd="sng" algn="ctr">
                          <a:solidFill>
                            <a:schemeClr val="accent1">
                              <a:lumMod val="60000"/>
                              <a:lumOff val="40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accent1">
                              <a:lumMod val="60000"/>
                              <a:lumOff val="40000"/>
                            </a:schemeClr>
                          </a:solidFill>
                          <a:prstDash val="solid"/>
                          <a:round/>
                          <a:headEnd type="none" w="med" len="med"/>
                          <a:tailEnd type="none" w="med" len="med"/>
                        </a:lnB>
                        <a:solidFill>
                          <a:schemeClr val="bg1">
                            <a:lumMod val="95000"/>
                          </a:schemeClr>
                        </a:solidFill>
                      </a:tcPr>
                    </a:tc>
                    <a:tc>
                      <a:txBody>
                        <a:bodyPr/>
                        <a:lstStyle/>
                        <a:p>
                          <a:pPr marL="466725" marR="454025" algn="ctr">
                            <a:lnSpc>
                              <a:spcPct val="115000"/>
                            </a:lnSpc>
                            <a:spcBef>
                              <a:spcPts val="180"/>
                            </a:spcBef>
                            <a:spcAft>
                              <a:spcPts val="0"/>
                            </a:spcAft>
                          </a:pPr>
                          <a:r>
                            <a:rPr lang="en-US" sz="1400" b="0" dirty="0">
                              <a:effectLst/>
                            </a:rPr>
                            <a:t>2.10.7.3</a:t>
                          </a:r>
                          <a:endParaRPr lang="zh-CN" sz="1400" b="0" dirty="0">
                            <a:effectLst/>
                            <a:latin typeface="Calibri"/>
                            <a:ea typeface="宋体"/>
                            <a:cs typeface="Times New Roman"/>
                          </a:endParaRPr>
                        </a:p>
                      </a:txBody>
                      <a:tcPr marL="0" marR="0" marT="0" marB="0" anchor="ctr">
                        <a:lnL w="12700" cap="flat" cmpd="sng" algn="ctr">
                          <a:solidFill>
                            <a:schemeClr val="accent1">
                              <a:lumMod val="60000"/>
                              <a:lumOff val="40000"/>
                            </a:schemeClr>
                          </a:solidFill>
                          <a:prstDash val="solid"/>
                          <a:round/>
                          <a:headEnd type="none" w="med" len="med"/>
                          <a:tailEnd type="none" w="med" len="med"/>
                        </a:lnL>
                        <a:lnR w="12700" cap="flat" cmpd="sng" algn="ctr">
                          <a:solidFill>
                            <a:schemeClr val="accent1">
                              <a:lumMod val="60000"/>
                              <a:lumOff val="40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accent1">
                              <a:lumMod val="60000"/>
                              <a:lumOff val="40000"/>
                            </a:schemeClr>
                          </a:solidFill>
                          <a:prstDash val="solid"/>
                          <a:round/>
                          <a:headEnd type="none" w="med" len="med"/>
                          <a:tailEnd type="none" w="med" len="med"/>
                        </a:lnB>
                        <a:solidFill>
                          <a:schemeClr val="bg1">
                            <a:lumMod val="95000"/>
                          </a:schemeClr>
                        </a:solidFill>
                      </a:tcPr>
                    </a:tc>
                    <a:tc rowSpan="9">
                      <a:txBody>
                        <a:bodyPr/>
                        <a:lstStyle/>
                        <a:p>
                          <a:pPr algn="ctr">
                            <a:lnSpc>
                              <a:spcPts val="1000"/>
                            </a:lnSpc>
                            <a:spcAft>
                              <a:spcPts val="0"/>
                            </a:spcAft>
                          </a:pPr>
                          <a:r>
                            <a:rPr lang="en-US" sz="1400" b="0" dirty="0">
                              <a:effectLst/>
                            </a:rPr>
                            <a:t> </a:t>
                          </a:r>
                          <a:r>
                            <a:rPr lang="en-US" sz="1400" b="0" dirty="0" smtClean="0">
                              <a:effectLst/>
                            </a:rPr>
                            <a:t>1.0</a:t>
                          </a:r>
                          <a:endParaRPr lang="zh-CN" sz="1400" b="0" dirty="0">
                            <a:effectLst/>
                            <a:latin typeface="Calibri"/>
                            <a:ea typeface="宋体"/>
                            <a:cs typeface="Times New Roman"/>
                          </a:endParaRPr>
                        </a:p>
                      </a:txBody>
                      <a:tcPr marL="0" marR="0" marT="0" marB="0" anchor="ctr">
                        <a:lnL w="12700" cap="flat" cmpd="sng" algn="ctr">
                          <a:solidFill>
                            <a:schemeClr val="accent1">
                              <a:lumMod val="60000"/>
                              <a:lumOff val="40000"/>
                            </a:schemeClr>
                          </a:solidFill>
                          <a:prstDash val="solid"/>
                          <a:round/>
                          <a:headEnd type="none" w="med" len="med"/>
                          <a:tailEnd type="none" w="med" len="med"/>
                        </a:lnL>
                        <a:lnR w="12700" cap="flat" cmpd="sng" algn="ctr">
                          <a:solidFill>
                            <a:schemeClr val="accent1">
                              <a:lumMod val="60000"/>
                              <a:lumOff val="40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marL="140970">
                            <a:lnSpc>
                              <a:spcPct val="115000"/>
                            </a:lnSpc>
                            <a:spcBef>
                              <a:spcPts val="180"/>
                            </a:spcBef>
                            <a:spcAft>
                              <a:spcPts val="0"/>
                            </a:spcAft>
                          </a:pPr>
                          <a:r>
                            <a:rPr lang="en-US" sz="1400" b="0" spc="-20" dirty="0">
                              <a:effectLst/>
                            </a:rPr>
                            <a:t>I</a:t>
                          </a:r>
                          <a:r>
                            <a:rPr lang="en-US" sz="1400" b="0" dirty="0">
                              <a:effectLst/>
                            </a:rPr>
                            <a:t>n</a:t>
                          </a:r>
                          <a:r>
                            <a:rPr lang="en-US" sz="1400" b="0" spc="5" dirty="0">
                              <a:effectLst/>
                            </a:rPr>
                            <a:t>fl</a:t>
                          </a:r>
                          <a:r>
                            <a:rPr lang="en-US" sz="1400" b="0" dirty="0">
                              <a:effectLst/>
                            </a:rPr>
                            <a:t>uence</a:t>
                          </a:r>
                          <a:r>
                            <a:rPr lang="en-US" sz="1400" b="0" spc="5" dirty="0">
                              <a:effectLst/>
                            </a:rPr>
                            <a:t> </a:t>
                          </a:r>
                          <a:r>
                            <a:rPr lang="en-US" sz="1400" b="0" spc="-10" dirty="0">
                              <a:effectLst/>
                            </a:rPr>
                            <a:t>f</a:t>
                          </a:r>
                          <a:r>
                            <a:rPr lang="en-US" sz="1400" b="0" dirty="0">
                              <a:effectLst/>
                            </a:rPr>
                            <a:t>a</a:t>
                          </a:r>
                          <a:r>
                            <a:rPr lang="en-US" sz="1400" b="0" spc="-10" dirty="0">
                              <a:effectLst/>
                            </a:rPr>
                            <a:t>c</a:t>
                          </a:r>
                          <a:r>
                            <a:rPr lang="en-US" sz="1400" b="0" spc="5" dirty="0">
                              <a:effectLst/>
                            </a:rPr>
                            <a:t>t</a:t>
                          </a:r>
                          <a:r>
                            <a:rPr lang="en-US" sz="1400" b="0" dirty="0">
                              <a:effectLst/>
                            </a:rPr>
                            <a:t>or</a:t>
                          </a:r>
                          <a:endParaRPr lang="zh-CN" sz="1400" b="0" dirty="0">
                            <a:effectLst/>
                            <a:latin typeface="Calibri"/>
                            <a:ea typeface="宋体"/>
                            <a:cs typeface="Times New Roman"/>
                          </a:endParaRPr>
                        </a:p>
                      </a:txBody>
                      <a:tcPr marL="0" marR="0" marT="0" marB="0" anchor="ctr">
                        <a:lnL w="12700" cap="flat" cmpd="sng" algn="ctr">
                          <a:solidFill>
                            <a:schemeClr val="accent1">
                              <a:lumMod val="60000"/>
                              <a:lumOff val="40000"/>
                            </a:schemeClr>
                          </a:solidFill>
                          <a:prstDash val="solid"/>
                          <a:round/>
                          <a:headEnd type="none" w="med" len="med"/>
                          <a:tailEnd type="none" w="med" len="med"/>
                        </a:lnL>
                        <a:lnR w="12700" cap="flat" cmpd="sng" algn="ctr">
                          <a:solidFill>
                            <a:schemeClr val="accent1">
                              <a:lumMod val="60000"/>
                              <a:lumOff val="40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accent1">
                              <a:lumMod val="60000"/>
                              <a:lumOff val="40000"/>
                            </a:schemeClr>
                          </a:solidFill>
                          <a:prstDash val="solid"/>
                          <a:round/>
                          <a:headEnd type="none" w="med" len="med"/>
                          <a:tailEnd type="none" w="med" len="med"/>
                        </a:lnB>
                        <a:solidFill>
                          <a:schemeClr val="bg1">
                            <a:lumMod val="95000"/>
                          </a:schemeClr>
                        </a:solidFill>
                      </a:tcPr>
                    </a:tc>
                  </a:tr>
                  <a:tr h="328617">
                    <a:tc>
                      <a:txBody>
                        <a:bodyPr/>
                        <a:lstStyle/>
                        <a:p>
                          <a:pPr marL="69215">
                            <a:lnSpc>
                              <a:spcPct val="115000"/>
                            </a:lnSpc>
                            <a:spcBef>
                              <a:spcPts val="180"/>
                            </a:spcBef>
                            <a:spcAft>
                              <a:spcPts val="0"/>
                            </a:spcAft>
                          </a:pPr>
                          <a:r>
                            <a:rPr lang="en-US" sz="1400" b="0" dirty="0">
                              <a:effectLst/>
                            </a:rPr>
                            <a:t>Po</a:t>
                          </a:r>
                          <a:r>
                            <a:rPr lang="en-US" sz="1400" b="0" spc="-5" dirty="0">
                              <a:effectLst/>
                            </a:rPr>
                            <a:t>w</a:t>
                          </a:r>
                          <a:r>
                            <a:rPr lang="en-US" sz="1400" b="0" dirty="0">
                              <a:effectLst/>
                            </a:rPr>
                            <a:t>er</a:t>
                          </a:r>
                          <a:r>
                            <a:rPr lang="en-US" sz="1400" b="0" spc="5" dirty="0">
                              <a:effectLst/>
                            </a:rPr>
                            <a:t> </a:t>
                          </a:r>
                          <a:r>
                            <a:rPr lang="en-US" sz="1400" b="0" spc="-10" dirty="0">
                              <a:effectLst/>
                            </a:rPr>
                            <a:t>v</a:t>
                          </a:r>
                          <a:r>
                            <a:rPr lang="en-US" sz="1400" b="0" dirty="0">
                              <a:effectLst/>
                            </a:rPr>
                            <a:t>o</a:t>
                          </a:r>
                          <a:r>
                            <a:rPr lang="en-US" sz="1400" b="0" spc="5" dirty="0">
                              <a:effectLst/>
                            </a:rPr>
                            <a:t>l</a:t>
                          </a:r>
                          <a:r>
                            <a:rPr lang="en-US" sz="1400" b="0" spc="-5" dirty="0">
                              <a:effectLst/>
                            </a:rPr>
                            <a:t>t</a:t>
                          </a:r>
                          <a:r>
                            <a:rPr lang="en-US" sz="1400" b="0" dirty="0">
                              <a:effectLst/>
                            </a:rPr>
                            <a:t>a</a:t>
                          </a:r>
                          <a:r>
                            <a:rPr lang="en-US" sz="1400" b="0" spc="-10" dirty="0">
                              <a:effectLst/>
                            </a:rPr>
                            <a:t>g</a:t>
                          </a:r>
                          <a:r>
                            <a:rPr lang="en-US" sz="1400" b="0" dirty="0">
                              <a:effectLst/>
                            </a:rPr>
                            <a:t>e</a:t>
                          </a:r>
                          <a:r>
                            <a:rPr lang="en-US" sz="1400" b="0" spc="5" dirty="0">
                              <a:effectLst/>
                            </a:rPr>
                            <a:t> </a:t>
                          </a:r>
                          <a:r>
                            <a:rPr lang="en-US" sz="1400" b="0" spc="-10" dirty="0">
                              <a:effectLst/>
                            </a:rPr>
                            <a:t>v</a:t>
                          </a:r>
                          <a:r>
                            <a:rPr lang="en-US" sz="1400" b="0" dirty="0">
                              <a:effectLst/>
                            </a:rPr>
                            <a:t>a</a:t>
                          </a:r>
                          <a:r>
                            <a:rPr lang="en-US" sz="1400" b="0" spc="5" dirty="0">
                              <a:effectLst/>
                            </a:rPr>
                            <a:t>ri</a:t>
                          </a:r>
                          <a:r>
                            <a:rPr lang="en-US" sz="1400" b="0" dirty="0">
                              <a:effectLst/>
                            </a:rPr>
                            <a:t>a</a:t>
                          </a:r>
                          <a:r>
                            <a:rPr lang="en-US" sz="1400" b="0" spc="-5" dirty="0">
                              <a:effectLst/>
                            </a:rPr>
                            <a:t>t</a:t>
                          </a:r>
                          <a:r>
                            <a:rPr lang="en-US" sz="1400" b="0" spc="5" dirty="0">
                              <a:effectLst/>
                            </a:rPr>
                            <a:t>i</a:t>
                          </a:r>
                          <a:r>
                            <a:rPr lang="en-US" sz="1400" b="0" dirty="0">
                              <a:effectLst/>
                            </a:rPr>
                            <a:t>o</a:t>
                          </a:r>
                          <a:r>
                            <a:rPr lang="en-US" sz="1400" b="0" spc="-10" dirty="0">
                              <a:effectLst/>
                            </a:rPr>
                            <a:t>n</a:t>
                          </a:r>
                          <a:r>
                            <a:rPr lang="en-US" sz="1400" b="0" dirty="0">
                              <a:effectLst/>
                            </a:rPr>
                            <a:t>s</a:t>
                          </a:r>
                          <a:endParaRPr lang="zh-CN" sz="1400" b="0" dirty="0">
                            <a:effectLst/>
                            <a:latin typeface="Calibri"/>
                            <a:ea typeface="宋体"/>
                            <a:cs typeface="Times New Roman"/>
                          </a:endParaRPr>
                        </a:p>
                      </a:txBody>
                      <a:tcPr marL="0" marR="0" marT="0" marB="0" anchor="ctr">
                        <a:lnL w="12700" cap="flat" cmpd="sng" algn="ctr">
                          <a:solidFill>
                            <a:schemeClr val="accent1">
                              <a:lumMod val="60000"/>
                              <a:lumOff val="40000"/>
                            </a:schemeClr>
                          </a:solidFill>
                          <a:prstDash val="solid"/>
                          <a:round/>
                          <a:headEnd type="none" w="med" len="med"/>
                          <a:tailEnd type="none" w="med" len="med"/>
                        </a:lnL>
                        <a:lnR w="12700" cap="flat" cmpd="sng" algn="ctr">
                          <a:solidFill>
                            <a:schemeClr val="accent1">
                              <a:lumMod val="60000"/>
                              <a:lumOff val="40000"/>
                            </a:schemeClr>
                          </a:solidFill>
                          <a:prstDash val="solid"/>
                          <a:round/>
                          <a:headEnd type="none" w="med" len="med"/>
                          <a:tailEnd type="none" w="med" len="med"/>
                        </a:lnR>
                        <a:lnT w="12700" cap="flat" cmpd="sng" algn="ctr">
                          <a:solidFill>
                            <a:schemeClr val="accent1">
                              <a:lumMod val="60000"/>
                              <a:lumOff val="40000"/>
                            </a:schemeClr>
                          </a:solidFill>
                          <a:prstDash val="solid"/>
                          <a:round/>
                          <a:headEnd type="none" w="med" len="med"/>
                          <a:tailEnd type="none" w="med" len="med"/>
                        </a:lnT>
                        <a:lnB w="12700" cap="flat" cmpd="sng" algn="ctr">
                          <a:solidFill>
                            <a:schemeClr val="accent1">
                              <a:lumMod val="60000"/>
                              <a:lumOff val="40000"/>
                            </a:schemeClr>
                          </a:solidFill>
                          <a:prstDash val="solid"/>
                          <a:round/>
                          <a:headEnd type="none" w="med" len="med"/>
                          <a:tailEnd type="none" w="med" len="med"/>
                        </a:lnB>
                        <a:solidFill>
                          <a:schemeClr val="bg1"/>
                        </a:solidFill>
                      </a:tcPr>
                    </a:tc>
                    <a:tc>
                      <a:txBody>
                        <a:bodyPr/>
                        <a:lstStyle/>
                        <a:p>
                          <a:pPr marL="466725" marR="454025" algn="ctr">
                            <a:lnSpc>
                              <a:spcPct val="115000"/>
                            </a:lnSpc>
                            <a:spcBef>
                              <a:spcPts val="180"/>
                            </a:spcBef>
                            <a:spcAft>
                              <a:spcPts val="0"/>
                            </a:spcAft>
                          </a:pPr>
                          <a:r>
                            <a:rPr lang="en-US" sz="1400" b="0" dirty="0">
                              <a:effectLst/>
                            </a:rPr>
                            <a:t>2.10.7.4</a:t>
                          </a:r>
                          <a:endParaRPr lang="zh-CN" sz="1400" b="0" dirty="0">
                            <a:effectLst/>
                            <a:latin typeface="Calibri"/>
                            <a:ea typeface="宋体"/>
                            <a:cs typeface="Times New Roman"/>
                          </a:endParaRPr>
                        </a:p>
                      </a:txBody>
                      <a:tcPr marL="0" marR="0" marT="0" marB="0" anchor="ctr">
                        <a:lnL w="12700" cap="flat" cmpd="sng" algn="ctr">
                          <a:solidFill>
                            <a:schemeClr val="accent1">
                              <a:lumMod val="60000"/>
                              <a:lumOff val="40000"/>
                            </a:schemeClr>
                          </a:solidFill>
                          <a:prstDash val="solid"/>
                          <a:round/>
                          <a:headEnd type="none" w="med" len="med"/>
                          <a:tailEnd type="none" w="med" len="med"/>
                        </a:lnL>
                        <a:lnR w="12700" cap="flat" cmpd="sng" algn="ctr">
                          <a:solidFill>
                            <a:schemeClr val="accent1">
                              <a:lumMod val="60000"/>
                              <a:lumOff val="40000"/>
                            </a:schemeClr>
                          </a:solidFill>
                          <a:prstDash val="solid"/>
                          <a:round/>
                          <a:headEnd type="none" w="med" len="med"/>
                          <a:tailEnd type="none" w="med" len="med"/>
                        </a:lnR>
                        <a:lnT w="12700" cap="flat" cmpd="sng" algn="ctr">
                          <a:solidFill>
                            <a:schemeClr val="accent1">
                              <a:lumMod val="60000"/>
                              <a:lumOff val="40000"/>
                            </a:schemeClr>
                          </a:solidFill>
                          <a:prstDash val="solid"/>
                          <a:round/>
                          <a:headEnd type="none" w="med" len="med"/>
                          <a:tailEnd type="none" w="med" len="med"/>
                        </a:lnT>
                        <a:lnB w="12700" cap="flat" cmpd="sng" algn="ctr">
                          <a:solidFill>
                            <a:schemeClr val="accent1">
                              <a:lumMod val="60000"/>
                              <a:lumOff val="40000"/>
                            </a:schemeClr>
                          </a:solidFill>
                          <a:prstDash val="solid"/>
                          <a:round/>
                          <a:headEnd type="none" w="med" len="med"/>
                          <a:tailEnd type="none" w="med" len="med"/>
                        </a:lnB>
                        <a:solidFill>
                          <a:schemeClr val="bg1"/>
                        </a:solidFill>
                      </a:tcPr>
                    </a:tc>
                    <a:tc vMerge="1">
                      <a:txBody>
                        <a:bodyPr/>
                        <a:lstStyle/>
                        <a:p>
                          <a:endParaRPr lang="zh-CN" altLang="en-US"/>
                        </a:p>
                      </a:txBody>
                      <a:tcPr/>
                    </a:tc>
                    <a:tc>
                      <a:txBody>
                        <a:bodyPr/>
                        <a:lstStyle/>
                        <a:p>
                          <a:pPr marL="140970">
                            <a:lnSpc>
                              <a:spcPct val="115000"/>
                            </a:lnSpc>
                            <a:spcBef>
                              <a:spcPts val="180"/>
                            </a:spcBef>
                            <a:spcAft>
                              <a:spcPts val="0"/>
                            </a:spcAft>
                          </a:pPr>
                          <a:r>
                            <a:rPr lang="en-US" sz="1400" b="0" spc="-20" dirty="0">
                              <a:effectLst/>
                            </a:rPr>
                            <a:t>I</a:t>
                          </a:r>
                          <a:r>
                            <a:rPr lang="en-US" sz="1400" b="0" dirty="0">
                              <a:effectLst/>
                            </a:rPr>
                            <a:t>n</a:t>
                          </a:r>
                          <a:r>
                            <a:rPr lang="en-US" sz="1400" b="0" spc="5" dirty="0">
                              <a:effectLst/>
                            </a:rPr>
                            <a:t>fl</a:t>
                          </a:r>
                          <a:r>
                            <a:rPr lang="en-US" sz="1400" b="0" dirty="0">
                              <a:effectLst/>
                            </a:rPr>
                            <a:t>uence</a:t>
                          </a:r>
                          <a:r>
                            <a:rPr lang="en-US" sz="1400" b="0" spc="5" dirty="0">
                              <a:effectLst/>
                            </a:rPr>
                            <a:t> </a:t>
                          </a:r>
                          <a:r>
                            <a:rPr lang="en-US" sz="1400" b="0" spc="-10" dirty="0">
                              <a:effectLst/>
                            </a:rPr>
                            <a:t>f</a:t>
                          </a:r>
                          <a:r>
                            <a:rPr lang="en-US" sz="1400" b="0" dirty="0">
                              <a:effectLst/>
                            </a:rPr>
                            <a:t>a</a:t>
                          </a:r>
                          <a:r>
                            <a:rPr lang="en-US" sz="1400" b="0" spc="-10" dirty="0">
                              <a:effectLst/>
                            </a:rPr>
                            <a:t>c</a:t>
                          </a:r>
                          <a:r>
                            <a:rPr lang="en-US" sz="1400" b="0" spc="5" dirty="0">
                              <a:effectLst/>
                            </a:rPr>
                            <a:t>t</a:t>
                          </a:r>
                          <a:r>
                            <a:rPr lang="en-US" sz="1400" b="0" dirty="0">
                              <a:effectLst/>
                            </a:rPr>
                            <a:t>or</a:t>
                          </a:r>
                          <a:endParaRPr lang="zh-CN" sz="1400" b="0" dirty="0">
                            <a:effectLst/>
                            <a:latin typeface="Calibri"/>
                            <a:ea typeface="宋体"/>
                            <a:cs typeface="Times New Roman"/>
                          </a:endParaRPr>
                        </a:p>
                      </a:txBody>
                      <a:tcPr marL="0" marR="0" marT="0" marB="0" anchor="ctr">
                        <a:lnL w="12700" cap="flat" cmpd="sng" algn="ctr">
                          <a:solidFill>
                            <a:schemeClr val="accent1">
                              <a:lumMod val="60000"/>
                              <a:lumOff val="40000"/>
                            </a:schemeClr>
                          </a:solidFill>
                          <a:prstDash val="solid"/>
                          <a:round/>
                          <a:headEnd type="none" w="med" len="med"/>
                          <a:tailEnd type="none" w="med" len="med"/>
                        </a:lnL>
                        <a:lnR w="12700" cap="flat" cmpd="sng" algn="ctr">
                          <a:solidFill>
                            <a:schemeClr val="accent1">
                              <a:lumMod val="60000"/>
                              <a:lumOff val="40000"/>
                            </a:schemeClr>
                          </a:solidFill>
                          <a:prstDash val="solid"/>
                          <a:round/>
                          <a:headEnd type="none" w="med" len="med"/>
                          <a:tailEnd type="none" w="med" len="med"/>
                        </a:lnR>
                        <a:lnT w="12700" cap="flat" cmpd="sng" algn="ctr">
                          <a:solidFill>
                            <a:schemeClr val="accent1">
                              <a:lumMod val="60000"/>
                              <a:lumOff val="40000"/>
                            </a:schemeClr>
                          </a:solidFill>
                          <a:prstDash val="solid"/>
                          <a:round/>
                          <a:headEnd type="none" w="med" len="med"/>
                          <a:tailEnd type="none" w="med" len="med"/>
                        </a:lnT>
                        <a:lnB w="12700" cap="flat" cmpd="sng" algn="ctr">
                          <a:solidFill>
                            <a:schemeClr val="accent1">
                              <a:lumMod val="60000"/>
                              <a:lumOff val="40000"/>
                            </a:schemeClr>
                          </a:solidFill>
                          <a:prstDash val="solid"/>
                          <a:round/>
                          <a:headEnd type="none" w="med" len="med"/>
                          <a:tailEnd type="none" w="med" len="med"/>
                        </a:lnB>
                      </a:tcPr>
                    </a:tc>
                  </a:tr>
                  <a:tr h="329981">
                    <a:tc>
                      <a:txBody>
                        <a:bodyPr/>
                        <a:lstStyle/>
                        <a:p>
                          <a:pPr marL="69215">
                            <a:lnSpc>
                              <a:spcPct val="115000"/>
                            </a:lnSpc>
                            <a:spcBef>
                              <a:spcPts val="180"/>
                            </a:spcBef>
                            <a:spcAft>
                              <a:spcPts val="0"/>
                            </a:spcAft>
                          </a:pPr>
                          <a:r>
                            <a:rPr lang="en-US" sz="1400" b="0" dirty="0">
                              <a:effectLst/>
                            </a:rPr>
                            <a:t>Sho</a:t>
                          </a:r>
                          <a:r>
                            <a:rPr lang="en-US" sz="1400" b="0" spc="5" dirty="0">
                              <a:effectLst/>
                            </a:rPr>
                            <a:t>rt</a:t>
                          </a:r>
                          <a:r>
                            <a:rPr lang="en-US" sz="1400" b="0" spc="-20" dirty="0">
                              <a:effectLst/>
                            </a:rPr>
                            <a:t>-</a:t>
                          </a:r>
                          <a:r>
                            <a:rPr lang="en-US" sz="1400" b="0" spc="5" dirty="0">
                              <a:effectLst/>
                            </a:rPr>
                            <a:t>ti</a:t>
                          </a:r>
                          <a:r>
                            <a:rPr lang="en-US" sz="1400" b="0" spc="-20" dirty="0">
                              <a:effectLst/>
                            </a:rPr>
                            <a:t>m</a:t>
                          </a:r>
                          <a:r>
                            <a:rPr lang="en-US" sz="1400" b="0" dirty="0">
                              <a:effectLst/>
                            </a:rPr>
                            <a:t>e</a:t>
                          </a:r>
                          <a:r>
                            <a:rPr lang="en-US" sz="1400" b="0" spc="5" dirty="0">
                              <a:effectLst/>
                            </a:rPr>
                            <a:t> </a:t>
                          </a:r>
                          <a:r>
                            <a:rPr lang="en-US" sz="1400" b="0" dirty="0">
                              <a:effectLst/>
                            </a:rPr>
                            <a:t>po</a:t>
                          </a:r>
                          <a:r>
                            <a:rPr lang="en-US" sz="1400" b="0" spc="-5" dirty="0">
                              <a:effectLst/>
                            </a:rPr>
                            <a:t>w</a:t>
                          </a:r>
                          <a:r>
                            <a:rPr lang="en-US" sz="1400" b="0" dirty="0">
                              <a:effectLst/>
                            </a:rPr>
                            <a:t>er</a:t>
                          </a:r>
                          <a:r>
                            <a:rPr lang="en-US" sz="1400" b="0" spc="5" dirty="0">
                              <a:effectLst/>
                            </a:rPr>
                            <a:t> </a:t>
                          </a:r>
                          <a:r>
                            <a:rPr lang="en-US" sz="1400" b="0" spc="-10" dirty="0">
                              <a:effectLst/>
                            </a:rPr>
                            <a:t>r</a:t>
                          </a:r>
                          <a:r>
                            <a:rPr lang="en-US" sz="1400" b="0" dirty="0">
                              <a:effectLst/>
                            </a:rPr>
                            <a:t>edu</a:t>
                          </a:r>
                          <a:r>
                            <a:rPr lang="en-US" sz="1400" b="0" spc="-10" dirty="0">
                              <a:effectLst/>
                            </a:rPr>
                            <a:t>c</a:t>
                          </a:r>
                          <a:r>
                            <a:rPr lang="en-US" sz="1400" b="0" spc="5" dirty="0">
                              <a:effectLst/>
                            </a:rPr>
                            <a:t>t</a:t>
                          </a:r>
                          <a:r>
                            <a:rPr lang="en-US" sz="1400" b="0" spc="-5" dirty="0">
                              <a:effectLst/>
                            </a:rPr>
                            <a:t>i</a:t>
                          </a:r>
                          <a:r>
                            <a:rPr lang="en-US" sz="1400" b="0" dirty="0">
                              <a:effectLst/>
                            </a:rPr>
                            <a:t>o</a:t>
                          </a:r>
                          <a:r>
                            <a:rPr lang="en-US" sz="1400" b="0" spc="-10" dirty="0">
                              <a:effectLst/>
                            </a:rPr>
                            <a:t>n</a:t>
                          </a:r>
                          <a:r>
                            <a:rPr lang="en-US" sz="1400" b="0" dirty="0">
                              <a:effectLst/>
                            </a:rPr>
                            <a:t>s</a:t>
                          </a:r>
                          <a:endParaRPr lang="zh-CN" sz="1400" b="0" dirty="0">
                            <a:effectLst/>
                            <a:latin typeface="Calibri"/>
                            <a:ea typeface="宋体"/>
                            <a:cs typeface="Times New Roman"/>
                          </a:endParaRPr>
                        </a:p>
                      </a:txBody>
                      <a:tcPr marL="0" marR="0" marT="0" marB="0" anchor="ctr">
                        <a:lnL w="12700" cap="flat" cmpd="sng" algn="ctr">
                          <a:solidFill>
                            <a:schemeClr val="accent1">
                              <a:lumMod val="60000"/>
                              <a:lumOff val="40000"/>
                            </a:schemeClr>
                          </a:solidFill>
                          <a:prstDash val="solid"/>
                          <a:round/>
                          <a:headEnd type="none" w="med" len="med"/>
                          <a:tailEnd type="none" w="med" len="med"/>
                        </a:lnL>
                        <a:lnR w="12700" cap="flat" cmpd="sng" algn="ctr">
                          <a:solidFill>
                            <a:schemeClr val="accent1">
                              <a:lumMod val="60000"/>
                              <a:lumOff val="40000"/>
                            </a:schemeClr>
                          </a:solidFill>
                          <a:prstDash val="solid"/>
                          <a:round/>
                          <a:headEnd type="none" w="med" len="med"/>
                          <a:tailEnd type="none" w="med" len="med"/>
                        </a:lnR>
                        <a:lnT w="12700" cap="flat" cmpd="sng" algn="ctr">
                          <a:solidFill>
                            <a:schemeClr val="accent1">
                              <a:lumMod val="60000"/>
                              <a:lumOff val="40000"/>
                            </a:schemeClr>
                          </a:solidFill>
                          <a:prstDash val="solid"/>
                          <a:round/>
                          <a:headEnd type="none" w="med" len="med"/>
                          <a:tailEnd type="none" w="med" len="med"/>
                        </a:lnT>
                        <a:lnB w="12700" cap="flat" cmpd="sng" algn="ctr">
                          <a:solidFill>
                            <a:schemeClr val="accent1">
                              <a:lumMod val="60000"/>
                              <a:lumOff val="40000"/>
                            </a:schemeClr>
                          </a:solidFill>
                          <a:prstDash val="solid"/>
                          <a:round/>
                          <a:headEnd type="none" w="med" len="med"/>
                          <a:tailEnd type="none" w="med" len="med"/>
                        </a:lnB>
                      </a:tcPr>
                    </a:tc>
                    <a:tc>
                      <a:txBody>
                        <a:bodyPr/>
                        <a:lstStyle/>
                        <a:p>
                          <a:pPr marL="466725" marR="454025" algn="ctr">
                            <a:lnSpc>
                              <a:spcPct val="115000"/>
                            </a:lnSpc>
                            <a:spcBef>
                              <a:spcPts val="180"/>
                            </a:spcBef>
                            <a:spcAft>
                              <a:spcPts val="0"/>
                            </a:spcAft>
                          </a:pPr>
                          <a:r>
                            <a:rPr lang="en-US" sz="1400" b="0" dirty="0">
                              <a:effectLst/>
                            </a:rPr>
                            <a:t>2.10.7.5</a:t>
                          </a:r>
                          <a:endParaRPr lang="zh-CN" sz="1400" b="0" dirty="0">
                            <a:effectLst/>
                            <a:latin typeface="Calibri"/>
                            <a:ea typeface="宋体"/>
                            <a:cs typeface="Times New Roman"/>
                          </a:endParaRPr>
                        </a:p>
                      </a:txBody>
                      <a:tcPr marL="0" marR="0" marT="0" marB="0" anchor="ctr">
                        <a:lnL w="12700" cap="flat" cmpd="sng" algn="ctr">
                          <a:solidFill>
                            <a:schemeClr val="accent1">
                              <a:lumMod val="60000"/>
                              <a:lumOff val="40000"/>
                            </a:schemeClr>
                          </a:solidFill>
                          <a:prstDash val="solid"/>
                          <a:round/>
                          <a:headEnd type="none" w="med" len="med"/>
                          <a:tailEnd type="none" w="med" len="med"/>
                        </a:lnL>
                        <a:lnR w="12700" cap="flat" cmpd="sng" algn="ctr">
                          <a:solidFill>
                            <a:schemeClr val="accent1">
                              <a:lumMod val="60000"/>
                              <a:lumOff val="40000"/>
                            </a:schemeClr>
                          </a:solidFill>
                          <a:prstDash val="solid"/>
                          <a:round/>
                          <a:headEnd type="none" w="med" len="med"/>
                          <a:tailEnd type="none" w="med" len="med"/>
                        </a:lnR>
                        <a:lnT w="12700" cap="flat" cmpd="sng" algn="ctr">
                          <a:solidFill>
                            <a:schemeClr val="accent1">
                              <a:lumMod val="60000"/>
                              <a:lumOff val="40000"/>
                            </a:schemeClr>
                          </a:solidFill>
                          <a:prstDash val="solid"/>
                          <a:round/>
                          <a:headEnd type="none" w="med" len="med"/>
                          <a:tailEnd type="none" w="med" len="med"/>
                        </a:lnT>
                        <a:lnB w="12700" cap="flat" cmpd="sng" algn="ctr">
                          <a:solidFill>
                            <a:schemeClr val="accent1">
                              <a:lumMod val="60000"/>
                              <a:lumOff val="40000"/>
                            </a:schemeClr>
                          </a:solidFill>
                          <a:prstDash val="solid"/>
                          <a:round/>
                          <a:headEnd type="none" w="med" len="med"/>
                          <a:tailEnd type="none" w="med" len="med"/>
                        </a:lnB>
                      </a:tcPr>
                    </a:tc>
                    <a:tc vMerge="1">
                      <a:txBody>
                        <a:bodyPr/>
                        <a:lstStyle/>
                        <a:p>
                          <a:endParaRPr lang="zh-CN" altLang="en-US"/>
                        </a:p>
                      </a:txBody>
                      <a:tcPr/>
                    </a:tc>
                    <a:tc>
                      <a:txBody>
                        <a:bodyPr/>
                        <a:lstStyle/>
                        <a:p>
                          <a:pPr marL="247650">
                            <a:lnSpc>
                              <a:spcPct val="115000"/>
                            </a:lnSpc>
                            <a:spcBef>
                              <a:spcPts val="180"/>
                            </a:spcBef>
                            <a:spcAft>
                              <a:spcPts val="0"/>
                            </a:spcAft>
                          </a:pPr>
                          <a:r>
                            <a:rPr lang="en-US" sz="1400" b="0" spc="-5" dirty="0">
                              <a:effectLst/>
                            </a:rPr>
                            <a:t>D</a:t>
                          </a:r>
                          <a:r>
                            <a:rPr lang="en-US" sz="1400" b="0" spc="5" dirty="0">
                              <a:effectLst/>
                            </a:rPr>
                            <a:t>i</a:t>
                          </a:r>
                          <a:r>
                            <a:rPr lang="en-US" sz="1400" b="0" dirty="0">
                              <a:effectLst/>
                            </a:rPr>
                            <a:t>s</a:t>
                          </a:r>
                          <a:r>
                            <a:rPr lang="en-US" sz="1400" b="0" spc="5" dirty="0">
                              <a:effectLst/>
                            </a:rPr>
                            <a:t>t</a:t>
                          </a:r>
                          <a:r>
                            <a:rPr lang="en-US" sz="1400" b="0" spc="-10" dirty="0">
                              <a:effectLst/>
                            </a:rPr>
                            <a:t>u</a:t>
                          </a:r>
                          <a:r>
                            <a:rPr lang="en-US" sz="1400" b="0" spc="5" dirty="0">
                              <a:effectLst/>
                            </a:rPr>
                            <a:t>r</a:t>
                          </a:r>
                          <a:r>
                            <a:rPr lang="en-US" sz="1400" b="0" dirty="0">
                              <a:effectLst/>
                            </a:rPr>
                            <a:t>ba</a:t>
                          </a:r>
                          <a:r>
                            <a:rPr lang="en-US" sz="1400" b="0" spc="-10" dirty="0">
                              <a:effectLst/>
                            </a:rPr>
                            <a:t>n</a:t>
                          </a:r>
                          <a:r>
                            <a:rPr lang="en-US" sz="1400" b="0" dirty="0">
                              <a:effectLst/>
                            </a:rPr>
                            <a:t>ce</a:t>
                          </a:r>
                          <a:endParaRPr lang="zh-CN" sz="1400" b="0" dirty="0">
                            <a:effectLst/>
                            <a:latin typeface="Calibri"/>
                            <a:ea typeface="宋体"/>
                            <a:cs typeface="Times New Roman"/>
                          </a:endParaRPr>
                        </a:p>
                      </a:txBody>
                      <a:tcPr marL="0" marR="0" marT="0" marB="0" anchor="ctr">
                        <a:lnL w="12700" cap="flat" cmpd="sng" algn="ctr">
                          <a:solidFill>
                            <a:schemeClr val="accent1">
                              <a:lumMod val="60000"/>
                              <a:lumOff val="40000"/>
                            </a:schemeClr>
                          </a:solidFill>
                          <a:prstDash val="solid"/>
                          <a:round/>
                          <a:headEnd type="none" w="med" len="med"/>
                          <a:tailEnd type="none" w="med" len="med"/>
                        </a:lnL>
                        <a:lnR w="12700" cap="flat" cmpd="sng" algn="ctr">
                          <a:solidFill>
                            <a:schemeClr val="accent1">
                              <a:lumMod val="60000"/>
                              <a:lumOff val="40000"/>
                            </a:schemeClr>
                          </a:solidFill>
                          <a:prstDash val="solid"/>
                          <a:round/>
                          <a:headEnd type="none" w="med" len="med"/>
                          <a:tailEnd type="none" w="med" len="med"/>
                        </a:lnR>
                        <a:lnT w="12700" cap="flat" cmpd="sng" algn="ctr">
                          <a:solidFill>
                            <a:schemeClr val="accent1">
                              <a:lumMod val="60000"/>
                              <a:lumOff val="40000"/>
                            </a:schemeClr>
                          </a:solidFill>
                          <a:prstDash val="solid"/>
                          <a:round/>
                          <a:headEnd type="none" w="med" len="med"/>
                          <a:tailEnd type="none" w="med" len="med"/>
                        </a:lnT>
                        <a:lnB w="12700" cap="flat" cmpd="sng" algn="ctr">
                          <a:solidFill>
                            <a:schemeClr val="accent1">
                              <a:lumMod val="60000"/>
                              <a:lumOff val="40000"/>
                            </a:schemeClr>
                          </a:solidFill>
                          <a:prstDash val="solid"/>
                          <a:round/>
                          <a:headEnd type="none" w="med" len="med"/>
                          <a:tailEnd type="none" w="med" len="med"/>
                        </a:lnB>
                        <a:solidFill>
                          <a:schemeClr val="bg1">
                            <a:lumMod val="95000"/>
                          </a:schemeClr>
                        </a:solidFill>
                      </a:tcPr>
                    </a:tc>
                  </a:tr>
                  <a:tr h="402351">
                    <a:tc>
                      <a:txBody>
                        <a:bodyPr/>
                        <a:lstStyle/>
                        <a:p>
                          <a:pPr marL="69215">
                            <a:lnSpc>
                              <a:spcPct val="115000"/>
                            </a:lnSpc>
                            <a:spcBef>
                              <a:spcPts val="180"/>
                            </a:spcBef>
                            <a:spcAft>
                              <a:spcPts val="0"/>
                            </a:spcAft>
                          </a:pPr>
                          <a:r>
                            <a:rPr lang="en-US" sz="1400" b="0" spc="-5" dirty="0">
                              <a:effectLst/>
                            </a:rPr>
                            <a:t>B</a:t>
                          </a:r>
                          <a:r>
                            <a:rPr lang="en-US" sz="1400" b="0" dirty="0">
                              <a:effectLst/>
                            </a:rPr>
                            <a:t>u</a:t>
                          </a:r>
                          <a:r>
                            <a:rPr lang="en-US" sz="1400" b="0" spc="5" dirty="0">
                              <a:effectLst/>
                            </a:rPr>
                            <a:t>r</a:t>
                          </a:r>
                          <a:r>
                            <a:rPr lang="en-US" sz="1400" b="0" dirty="0">
                              <a:effectLst/>
                            </a:rPr>
                            <a:t>s</a:t>
                          </a:r>
                          <a:r>
                            <a:rPr lang="en-US" sz="1400" b="0" spc="-5" dirty="0">
                              <a:effectLst/>
                            </a:rPr>
                            <a:t>t</a:t>
                          </a:r>
                          <a:r>
                            <a:rPr lang="en-US" sz="1400" b="0" dirty="0">
                              <a:effectLst/>
                            </a:rPr>
                            <a:t>s</a:t>
                          </a:r>
                          <a:r>
                            <a:rPr lang="en-US" sz="1400" b="0" spc="5" dirty="0">
                              <a:effectLst/>
                            </a:rPr>
                            <a:t> </a:t>
                          </a:r>
                          <a:r>
                            <a:rPr lang="en-US" sz="1400" b="0" spc="-10" dirty="0">
                              <a:effectLst/>
                            </a:rPr>
                            <a:t>(</a:t>
                          </a:r>
                          <a:r>
                            <a:rPr lang="en-US" sz="1400" b="0" dirty="0">
                              <a:effectLst/>
                            </a:rPr>
                            <a:t>e</a:t>
                          </a:r>
                          <a:r>
                            <a:rPr lang="en-US" sz="1400" b="0" spc="5" dirty="0">
                              <a:effectLst/>
                            </a:rPr>
                            <a:t>l</a:t>
                          </a:r>
                          <a:r>
                            <a:rPr lang="en-US" sz="1400" b="0" spc="-10" dirty="0">
                              <a:effectLst/>
                            </a:rPr>
                            <a:t>e</a:t>
                          </a:r>
                          <a:r>
                            <a:rPr lang="en-US" sz="1400" b="0" dirty="0">
                              <a:effectLst/>
                            </a:rPr>
                            <a:t>c</a:t>
                          </a:r>
                          <a:r>
                            <a:rPr lang="en-US" sz="1400" b="0" spc="-5" dirty="0">
                              <a:effectLst/>
                            </a:rPr>
                            <a:t>t</a:t>
                          </a:r>
                          <a:r>
                            <a:rPr lang="en-US" sz="1400" b="0" spc="5" dirty="0">
                              <a:effectLst/>
                            </a:rPr>
                            <a:t>r</a:t>
                          </a:r>
                          <a:r>
                            <a:rPr lang="en-US" sz="1400" b="0" spc="-5" dirty="0">
                              <a:effectLst/>
                            </a:rPr>
                            <a:t>i</a:t>
                          </a:r>
                          <a:r>
                            <a:rPr lang="en-US" sz="1400" b="0" dirty="0">
                              <a:effectLst/>
                            </a:rPr>
                            <a:t>cal</a:t>
                          </a:r>
                          <a:r>
                            <a:rPr lang="en-US" sz="1400" b="0" spc="-5" dirty="0">
                              <a:effectLst/>
                            </a:rPr>
                            <a:t> </a:t>
                          </a:r>
                          <a:r>
                            <a:rPr lang="en-US" sz="1400" b="0" spc="5" dirty="0">
                              <a:effectLst/>
                            </a:rPr>
                            <a:t>f</a:t>
                          </a:r>
                          <a:r>
                            <a:rPr lang="en-US" sz="1400" b="0" spc="-10" dirty="0">
                              <a:effectLst/>
                            </a:rPr>
                            <a:t>a</a:t>
                          </a:r>
                          <a:r>
                            <a:rPr lang="en-US" sz="1400" b="0" dirty="0">
                              <a:effectLst/>
                            </a:rPr>
                            <a:t>st</a:t>
                          </a:r>
                          <a:r>
                            <a:rPr lang="en-US" sz="1400" b="0" spc="-5" dirty="0">
                              <a:effectLst/>
                            </a:rPr>
                            <a:t> </a:t>
                          </a:r>
                          <a:r>
                            <a:rPr lang="en-US" sz="1400" b="0" spc="5" dirty="0">
                              <a:effectLst/>
                            </a:rPr>
                            <a:t>tr</a:t>
                          </a:r>
                          <a:r>
                            <a:rPr lang="en-US" sz="1400" b="0" spc="-10" dirty="0">
                              <a:effectLst/>
                            </a:rPr>
                            <a:t>a</a:t>
                          </a:r>
                          <a:r>
                            <a:rPr lang="en-US" sz="1400" b="0" dirty="0">
                              <a:effectLst/>
                            </a:rPr>
                            <a:t>ns</a:t>
                          </a:r>
                          <a:r>
                            <a:rPr lang="en-US" sz="1400" b="0" spc="-5" dirty="0">
                              <a:effectLst/>
                            </a:rPr>
                            <a:t>i</a:t>
                          </a:r>
                          <a:r>
                            <a:rPr lang="en-US" sz="1400" b="0" dirty="0">
                              <a:effectLst/>
                            </a:rPr>
                            <a:t>en</a:t>
                          </a:r>
                          <a:r>
                            <a:rPr lang="en-US" sz="1400" b="0" spc="5" dirty="0">
                              <a:effectLst/>
                            </a:rPr>
                            <a:t>t</a:t>
                          </a:r>
                          <a:r>
                            <a:rPr lang="en-US" sz="1400" b="0" spc="-10" dirty="0">
                              <a:effectLst/>
                            </a:rPr>
                            <a:t>s</a:t>
                          </a:r>
                          <a:r>
                            <a:rPr lang="en-US" sz="1400" b="0" dirty="0">
                              <a:effectLst/>
                            </a:rPr>
                            <a:t>)</a:t>
                          </a:r>
                          <a:endParaRPr lang="zh-CN" sz="1400" b="0" dirty="0">
                            <a:effectLst/>
                            <a:latin typeface="Calibri"/>
                            <a:ea typeface="宋体"/>
                            <a:cs typeface="Times New Roman"/>
                          </a:endParaRPr>
                        </a:p>
                      </a:txBody>
                      <a:tcPr marL="0" marR="0" marT="0" marB="0" anchor="ctr">
                        <a:lnL w="12700" cap="flat" cmpd="sng" algn="ctr">
                          <a:solidFill>
                            <a:schemeClr val="accent1">
                              <a:lumMod val="60000"/>
                              <a:lumOff val="40000"/>
                            </a:schemeClr>
                          </a:solidFill>
                          <a:prstDash val="solid"/>
                          <a:round/>
                          <a:headEnd type="none" w="med" len="med"/>
                          <a:tailEnd type="none" w="med" len="med"/>
                        </a:lnL>
                        <a:lnR w="12700" cap="flat" cmpd="sng" algn="ctr">
                          <a:solidFill>
                            <a:schemeClr val="accent1">
                              <a:lumMod val="60000"/>
                              <a:lumOff val="40000"/>
                            </a:schemeClr>
                          </a:solidFill>
                          <a:prstDash val="solid"/>
                          <a:round/>
                          <a:headEnd type="none" w="med" len="med"/>
                          <a:tailEnd type="none" w="med" len="med"/>
                        </a:lnR>
                        <a:lnT w="12700" cap="flat" cmpd="sng" algn="ctr">
                          <a:solidFill>
                            <a:schemeClr val="accent1">
                              <a:lumMod val="60000"/>
                              <a:lumOff val="40000"/>
                            </a:schemeClr>
                          </a:solidFill>
                          <a:prstDash val="solid"/>
                          <a:round/>
                          <a:headEnd type="none" w="med" len="med"/>
                          <a:tailEnd type="none" w="med" len="med"/>
                        </a:lnT>
                        <a:lnB w="12700" cap="flat" cmpd="sng" algn="ctr">
                          <a:solidFill>
                            <a:schemeClr val="accent1">
                              <a:lumMod val="60000"/>
                              <a:lumOff val="40000"/>
                            </a:schemeClr>
                          </a:solidFill>
                          <a:prstDash val="solid"/>
                          <a:round/>
                          <a:headEnd type="none" w="med" len="med"/>
                          <a:tailEnd type="none" w="med" len="med"/>
                        </a:lnB>
                        <a:solidFill>
                          <a:schemeClr val="bg1"/>
                        </a:solidFill>
                      </a:tcPr>
                    </a:tc>
                    <a:tc>
                      <a:txBody>
                        <a:bodyPr/>
                        <a:lstStyle/>
                        <a:p>
                          <a:pPr marL="466725" marR="454025" algn="ctr">
                            <a:lnSpc>
                              <a:spcPct val="115000"/>
                            </a:lnSpc>
                            <a:spcBef>
                              <a:spcPts val="180"/>
                            </a:spcBef>
                            <a:spcAft>
                              <a:spcPts val="0"/>
                            </a:spcAft>
                          </a:pPr>
                          <a:r>
                            <a:rPr lang="en-US" sz="1400" b="0" dirty="0">
                              <a:effectLst/>
                            </a:rPr>
                            <a:t>2.10.7.6</a:t>
                          </a:r>
                          <a:endParaRPr lang="zh-CN" sz="1400" b="0" dirty="0">
                            <a:effectLst/>
                            <a:latin typeface="Calibri"/>
                            <a:ea typeface="宋体"/>
                            <a:cs typeface="Times New Roman"/>
                          </a:endParaRPr>
                        </a:p>
                      </a:txBody>
                      <a:tcPr marL="0" marR="0" marT="0" marB="0" anchor="ctr">
                        <a:lnL w="12700" cap="flat" cmpd="sng" algn="ctr">
                          <a:solidFill>
                            <a:schemeClr val="accent1">
                              <a:lumMod val="60000"/>
                              <a:lumOff val="40000"/>
                            </a:schemeClr>
                          </a:solidFill>
                          <a:prstDash val="solid"/>
                          <a:round/>
                          <a:headEnd type="none" w="med" len="med"/>
                          <a:tailEnd type="none" w="med" len="med"/>
                        </a:lnL>
                        <a:lnR w="12700" cap="flat" cmpd="sng" algn="ctr">
                          <a:solidFill>
                            <a:schemeClr val="accent1">
                              <a:lumMod val="60000"/>
                              <a:lumOff val="40000"/>
                            </a:schemeClr>
                          </a:solidFill>
                          <a:prstDash val="solid"/>
                          <a:round/>
                          <a:headEnd type="none" w="med" len="med"/>
                          <a:tailEnd type="none" w="med" len="med"/>
                        </a:lnR>
                        <a:lnT w="12700" cap="flat" cmpd="sng" algn="ctr">
                          <a:solidFill>
                            <a:schemeClr val="accent1">
                              <a:lumMod val="60000"/>
                              <a:lumOff val="40000"/>
                            </a:schemeClr>
                          </a:solidFill>
                          <a:prstDash val="solid"/>
                          <a:round/>
                          <a:headEnd type="none" w="med" len="med"/>
                          <a:tailEnd type="none" w="med" len="med"/>
                        </a:lnT>
                        <a:lnB w="12700" cap="flat" cmpd="sng" algn="ctr">
                          <a:solidFill>
                            <a:schemeClr val="accent1">
                              <a:lumMod val="60000"/>
                              <a:lumOff val="40000"/>
                            </a:schemeClr>
                          </a:solidFill>
                          <a:prstDash val="solid"/>
                          <a:round/>
                          <a:headEnd type="none" w="med" len="med"/>
                          <a:tailEnd type="none" w="med" len="med"/>
                        </a:lnB>
                        <a:solidFill>
                          <a:schemeClr val="bg1"/>
                        </a:solidFill>
                      </a:tcPr>
                    </a:tc>
                    <a:tc vMerge="1">
                      <a:txBody>
                        <a:bodyPr/>
                        <a:lstStyle/>
                        <a:p>
                          <a:endParaRPr lang="zh-CN" altLang="en-US"/>
                        </a:p>
                      </a:txBody>
                      <a:tcPr/>
                    </a:tc>
                    <a:tc>
                      <a:txBody>
                        <a:bodyPr/>
                        <a:lstStyle/>
                        <a:p>
                          <a:pPr marL="247650">
                            <a:lnSpc>
                              <a:spcPct val="115000"/>
                            </a:lnSpc>
                            <a:spcBef>
                              <a:spcPts val="180"/>
                            </a:spcBef>
                            <a:spcAft>
                              <a:spcPts val="0"/>
                            </a:spcAft>
                          </a:pPr>
                          <a:r>
                            <a:rPr lang="en-US" sz="1400" b="0" spc="-5" dirty="0">
                              <a:effectLst/>
                            </a:rPr>
                            <a:t>D</a:t>
                          </a:r>
                          <a:r>
                            <a:rPr lang="en-US" sz="1400" b="0" spc="5" dirty="0">
                              <a:effectLst/>
                            </a:rPr>
                            <a:t>i</a:t>
                          </a:r>
                          <a:r>
                            <a:rPr lang="en-US" sz="1400" b="0" dirty="0">
                              <a:effectLst/>
                            </a:rPr>
                            <a:t>s</a:t>
                          </a:r>
                          <a:r>
                            <a:rPr lang="en-US" sz="1400" b="0" spc="5" dirty="0">
                              <a:effectLst/>
                            </a:rPr>
                            <a:t>t</a:t>
                          </a:r>
                          <a:r>
                            <a:rPr lang="en-US" sz="1400" b="0" spc="-10" dirty="0">
                              <a:effectLst/>
                            </a:rPr>
                            <a:t>u</a:t>
                          </a:r>
                          <a:r>
                            <a:rPr lang="en-US" sz="1400" b="0" spc="5" dirty="0">
                              <a:effectLst/>
                            </a:rPr>
                            <a:t>r</a:t>
                          </a:r>
                          <a:r>
                            <a:rPr lang="en-US" sz="1400" b="0" dirty="0">
                              <a:effectLst/>
                            </a:rPr>
                            <a:t>ba</a:t>
                          </a:r>
                          <a:r>
                            <a:rPr lang="en-US" sz="1400" b="0" spc="-10" dirty="0">
                              <a:effectLst/>
                            </a:rPr>
                            <a:t>n</a:t>
                          </a:r>
                          <a:r>
                            <a:rPr lang="en-US" sz="1400" b="0" dirty="0">
                              <a:effectLst/>
                            </a:rPr>
                            <a:t>ce</a:t>
                          </a:r>
                          <a:endParaRPr lang="zh-CN" sz="1400" b="0" dirty="0">
                            <a:effectLst/>
                            <a:latin typeface="Calibri"/>
                            <a:ea typeface="宋体"/>
                            <a:cs typeface="Times New Roman"/>
                          </a:endParaRPr>
                        </a:p>
                      </a:txBody>
                      <a:tcPr marL="0" marR="0" marT="0" marB="0" anchor="ctr">
                        <a:lnL w="12700" cap="flat" cmpd="sng" algn="ctr">
                          <a:solidFill>
                            <a:schemeClr val="accent1">
                              <a:lumMod val="60000"/>
                              <a:lumOff val="40000"/>
                            </a:schemeClr>
                          </a:solidFill>
                          <a:prstDash val="solid"/>
                          <a:round/>
                          <a:headEnd type="none" w="med" len="med"/>
                          <a:tailEnd type="none" w="med" len="med"/>
                        </a:lnL>
                        <a:lnR w="12700" cap="flat" cmpd="sng" algn="ctr">
                          <a:solidFill>
                            <a:schemeClr val="accent1">
                              <a:lumMod val="60000"/>
                              <a:lumOff val="40000"/>
                            </a:schemeClr>
                          </a:solidFill>
                          <a:prstDash val="solid"/>
                          <a:round/>
                          <a:headEnd type="none" w="med" len="med"/>
                          <a:tailEnd type="none" w="med" len="med"/>
                        </a:lnR>
                        <a:lnT w="12700" cap="flat" cmpd="sng" algn="ctr">
                          <a:solidFill>
                            <a:schemeClr val="accent1">
                              <a:lumMod val="60000"/>
                              <a:lumOff val="40000"/>
                            </a:schemeClr>
                          </a:solidFill>
                          <a:prstDash val="solid"/>
                          <a:round/>
                          <a:headEnd type="none" w="med" len="med"/>
                          <a:tailEnd type="none" w="med" len="med"/>
                        </a:lnT>
                        <a:lnB w="12700" cap="flat" cmpd="sng" algn="ctr">
                          <a:solidFill>
                            <a:schemeClr val="accent1">
                              <a:lumMod val="60000"/>
                              <a:lumOff val="40000"/>
                            </a:schemeClr>
                          </a:solidFill>
                          <a:prstDash val="solid"/>
                          <a:round/>
                          <a:headEnd type="none" w="med" len="med"/>
                          <a:tailEnd type="none" w="med" len="med"/>
                        </a:lnB>
                      </a:tcPr>
                    </a:tc>
                  </a:tr>
                  <a:tr h="328617">
                    <a:tc>
                      <a:txBody>
                        <a:bodyPr/>
                        <a:lstStyle/>
                        <a:p>
                          <a:pPr marL="69215">
                            <a:lnSpc>
                              <a:spcPct val="115000"/>
                            </a:lnSpc>
                            <a:spcBef>
                              <a:spcPts val="180"/>
                            </a:spcBef>
                            <a:spcAft>
                              <a:spcPts val="0"/>
                            </a:spcAft>
                          </a:pPr>
                          <a:r>
                            <a:rPr lang="en-US" sz="1400" b="1" dirty="0">
                              <a:effectLst/>
                            </a:rPr>
                            <a:t>Su</a:t>
                          </a:r>
                          <a:r>
                            <a:rPr lang="en-US" sz="1400" b="1" spc="5" dirty="0">
                              <a:effectLst/>
                            </a:rPr>
                            <a:t>r</a:t>
                          </a:r>
                          <a:r>
                            <a:rPr lang="en-US" sz="1400" b="1" spc="-10" dirty="0">
                              <a:effectLst/>
                            </a:rPr>
                            <a:t>ge</a:t>
                          </a:r>
                          <a:endParaRPr lang="zh-CN" sz="1400" b="1" dirty="0">
                            <a:effectLst/>
                            <a:latin typeface="Calibri"/>
                            <a:ea typeface="宋体"/>
                            <a:cs typeface="Times New Roman"/>
                          </a:endParaRPr>
                        </a:p>
                      </a:txBody>
                      <a:tcPr marL="0" marR="0" marT="0" marB="0" anchor="ctr">
                        <a:lnL w="12700" cap="flat" cmpd="sng" algn="ctr">
                          <a:solidFill>
                            <a:schemeClr val="accent1">
                              <a:lumMod val="60000"/>
                              <a:lumOff val="40000"/>
                            </a:schemeClr>
                          </a:solidFill>
                          <a:prstDash val="solid"/>
                          <a:round/>
                          <a:headEnd type="none" w="med" len="med"/>
                          <a:tailEnd type="none" w="med" len="med"/>
                        </a:lnL>
                        <a:lnR w="12700" cap="flat" cmpd="sng" algn="ctr">
                          <a:solidFill>
                            <a:schemeClr val="accent1">
                              <a:lumMod val="60000"/>
                              <a:lumOff val="40000"/>
                            </a:schemeClr>
                          </a:solidFill>
                          <a:prstDash val="solid"/>
                          <a:round/>
                          <a:headEnd type="none" w="med" len="med"/>
                          <a:tailEnd type="none" w="med" len="med"/>
                        </a:lnR>
                        <a:lnT w="12700" cap="flat" cmpd="sng" algn="ctr">
                          <a:solidFill>
                            <a:schemeClr val="accent1">
                              <a:lumMod val="60000"/>
                              <a:lumOff val="40000"/>
                            </a:schemeClr>
                          </a:solidFill>
                          <a:prstDash val="solid"/>
                          <a:round/>
                          <a:headEnd type="none" w="med" len="med"/>
                          <a:tailEnd type="none" w="med" len="med"/>
                        </a:lnT>
                        <a:lnB w="12700" cap="flat" cmpd="sng" algn="ctr">
                          <a:solidFill>
                            <a:schemeClr val="accent1">
                              <a:lumMod val="60000"/>
                              <a:lumOff val="40000"/>
                            </a:schemeClr>
                          </a:solidFill>
                          <a:prstDash val="solid"/>
                          <a:round/>
                          <a:headEnd type="none" w="med" len="med"/>
                          <a:tailEnd type="none" w="med" len="med"/>
                        </a:lnB>
                        <a:solidFill>
                          <a:schemeClr val="accent6">
                            <a:lumMod val="40000"/>
                            <a:lumOff val="60000"/>
                          </a:schemeClr>
                        </a:solidFill>
                      </a:tcPr>
                    </a:tc>
                    <a:tc>
                      <a:txBody>
                        <a:bodyPr/>
                        <a:lstStyle/>
                        <a:p>
                          <a:pPr marL="466725" marR="454025" algn="ctr">
                            <a:lnSpc>
                              <a:spcPct val="115000"/>
                            </a:lnSpc>
                            <a:spcBef>
                              <a:spcPts val="180"/>
                            </a:spcBef>
                            <a:spcAft>
                              <a:spcPts val="0"/>
                            </a:spcAft>
                          </a:pPr>
                          <a:r>
                            <a:rPr lang="en-US" sz="1400" b="1" dirty="0">
                              <a:effectLst/>
                            </a:rPr>
                            <a:t>2.10.7.7</a:t>
                          </a:r>
                          <a:endParaRPr lang="zh-CN" sz="1400" b="1" dirty="0">
                            <a:effectLst/>
                            <a:latin typeface="Calibri"/>
                            <a:ea typeface="宋体"/>
                            <a:cs typeface="Times New Roman"/>
                          </a:endParaRPr>
                        </a:p>
                      </a:txBody>
                      <a:tcPr marL="0" marR="0" marT="0" marB="0" anchor="ctr">
                        <a:lnL w="12700" cap="flat" cmpd="sng" algn="ctr">
                          <a:solidFill>
                            <a:schemeClr val="accent1">
                              <a:lumMod val="60000"/>
                              <a:lumOff val="40000"/>
                            </a:schemeClr>
                          </a:solidFill>
                          <a:prstDash val="solid"/>
                          <a:round/>
                          <a:headEnd type="none" w="med" len="med"/>
                          <a:tailEnd type="none" w="med" len="med"/>
                        </a:lnL>
                        <a:lnR w="12700" cap="flat" cmpd="sng" algn="ctr">
                          <a:solidFill>
                            <a:schemeClr val="accent1">
                              <a:lumMod val="60000"/>
                              <a:lumOff val="40000"/>
                            </a:schemeClr>
                          </a:solidFill>
                          <a:prstDash val="solid"/>
                          <a:round/>
                          <a:headEnd type="none" w="med" len="med"/>
                          <a:tailEnd type="none" w="med" len="med"/>
                        </a:lnR>
                        <a:lnT w="12700" cap="flat" cmpd="sng" algn="ctr">
                          <a:solidFill>
                            <a:schemeClr val="accent1">
                              <a:lumMod val="60000"/>
                              <a:lumOff val="40000"/>
                            </a:schemeClr>
                          </a:solidFill>
                          <a:prstDash val="solid"/>
                          <a:round/>
                          <a:headEnd type="none" w="med" len="med"/>
                          <a:tailEnd type="none" w="med" len="med"/>
                        </a:lnT>
                        <a:lnB w="12700" cap="flat" cmpd="sng" algn="ctr">
                          <a:solidFill>
                            <a:schemeClr val="accent1">
                              <a:lumMod val="60000"/>
                              <a:lumOff val="40000"/>
                            </a:schemeClr>
                          </a:solidFill>
                          <a:prstDash val="solid"/>
                          <a:round/>
                          <a:headEnd type="none" w="med" len="med"/>
                          <a:tailEnd type="none" w="med" len="med"/>
                        </a:lnB>
                        <a:solidFill>
                          <a:schemeClr val="accent6">
                            <a:lumMod val="40000"/>
                            <a:lumOff val="60000"/>
                          </a:schemeClr>
                        </a:solidFill>
                      </a:tcPr>
                    </a:tc>
                    <a:tc vMerge="1">
                      <a:txBody>
                        <a:bodyPr/>
                        <a:lstStyle/>
                        <a:p>
                          <a:endParaRPr lang="zh-CN" altLang="en-US"/>
                        </a:p>
                      </a:txBody>
                      <a:tcPr/>
                    </a:tc>
                    <a:tc>
                      <a:txBody>
                        <a:bodyPr/>
                        <a:lstStyle/>
                        <a:p>
                          <a:pPr marL="247650">
                            <a:lnSpc>
                              <a:spcPct val="115000"/>
                            </a:lnSpc>
                            <a:spcBef>
                              <a:spcPts val="180"/>
                            </a:spcBef>
                            <a:spcAft>
                              <a:spcPts val="0"/>
                            </a:spcAft>
                          </a:pPr>
                          <a:r>
                            <a:rPr lang="en-US" sz="1400" b="1" spc="-5" dirty="0">
                              <a:effectLst/>
                            </a:rPr>
                            <a:t>D</a:t>
                          </a:r>
                          <a:r>
                            <a:rPr lang="en-US" sz="1400" b="1" spc="5" dirty="0">
                              <a:effectLst/>
                            </a:rPr>
                            <a:t>i</a:t>
                          </a:r>
                          <a:r>
                            <a:rPr lang="en-US" sz="1400" b="1" dirty="0">
                              <a:effectLst/>
                            </a:rPr>
                            <a:t>s</a:t>
                          </a:r>
                          <a:r>
                            <a:rPr lang="en-US" sz="1400" b="1" spc="5" dirty="0">
                              <a:effectLst/>
                            </a:rPr>
                            <a:t>t</a:t>
                          </a:r>
                          <a:r>
                            <a:rPr lang="en-US" sz="1400" b="1" spc="-10" dirty="0">
                              <a:effectLst/>
                            </a:rPr>
                            <a:t>u</a:t>
                          </a:r>
                          <a:r>
                            <a:rPr lang="en-US" sz="1400" b="1" spc="5" dirty="0">
                              <a:effectLst/>
                            </a:rPr>
                            <a:t>r</a:t>
                          </a:r>
                          <a:r>
                            <a:rPr lang="en-US" sz="1400" b="1" dirty="0">
                              <a:effectLst/>
                            </a:rPr>
                            <a:t>ba</a:t>
                          </a:r>
                          <a:r>
                            <a:rPr lang="en-US" sz="1400" b="1" spc="-10" dirty="0">
                              <a:effectLst/>
                            </a:rPr>
                            <a:t>n</a:t>
                          </a:r>
                          <a:r>
                            <a:rPr lang="en-US" sz="1400" b="1" dirty="0">
                              <a:effectLst/>
                            </a:rPr>
                            <a:t>ce</a:t>
                          </a:r>
                          <a:endParaRPr lang="zh-CN" sz="1400" b="1" dirty="0">
                            <a:effectLst/>
                            <a:latin typeface="Calibri"/>
                            <a:ea typeface="宋体"/>
                            <a:cs typeface="Times New Roman"/>
                          </a:endParaRPr>
                        </a:p>
                      </a:txBody>
                      <a:tcPr marL="0" marR="0" marT="0" marB="0" anchor="ctr">
                        <a:lnL w="12700" cap="flat" cmpd="sng" algn="ctr">
                          <a:solidFill>
                            <a:schemeClr val="accent1">
                              <a:lumMod val="60000"/>
                              <a:lumOff val="40000"/>
                            </a:schemeClr>
                          </a:solidFill>
                          <a:prstDash val="solid"/>
                          <a:round/>
                          <a:headEnd type="none" w="med" len="med"/>
                          <a:tailEnd type="none" w="med" len="med"/>
                        </a:lnL>
                        <a:lnR w="12700" cap="flat" cmpd="sng" algn="ctr">
                          <a:solidFill>
                            <a:schemeClr val="accent1">
                              <a:lumMod val="60000"/>
                              <a:lumOff val="40000"/>
                            </a:schemeClr>
                          </a:solidFill>
                          <a:prstDash val="solid"/>
                          <a:round/>
                          <a:headEnd type="none" w="med" len="med"/>
                          <a:tailEnd type="none" w="med" len="med"/>
                        </a:lnR>
                        <a:lnT w="12700" cap="flat" cmpd="sng" algn="ctr">
                          <a:solidFill>
                            <a:schemeClr val="accent1">
                              <a:lumMod val="60000"/>
                              <a:lumOff val="40000"/>
                            </a:schemeClr>
                          </a:solidFill>
                          <a:prstDash val="solid"/>
                          <a:round/>
                          <a:headEnd type="none" w="med" len="med"/>
                          <a:tailEnd type="none" w="med" len="med"/>
                        </a:lnT>
                        <a:lnB w="12700" cap="flat" cmpd="sng" algn="ctr">
                          <a:solidFill>
                            <a:schemeClr val="accent1">
                              <a:lumMod val="60000"/>
                              <a:lumOff val="40000"/>
                            </a:schemeClr>
                          </a:solidFill>
                          <a:prstDash val="solid"/>
                          <a:round/>
                          <a:headEnd type="none" w="med" len="med"/>
                          <a:tailEnd type="none" w="med" len="med"/>
                        </a:lnB>
                        <a:solidFill>
                          <a:schemeClr val="accent6">
                            <a:lumMod val="40000"/>
                            <a:lumOff val="60000"/>
                          </a:schemeClr>
                        </a:solidFill>
                      </a:tcPr>
                    </a:tc>
                  </a:tr>
                  <a:tr h="329981">
                    <a:tc>
                      <a:txBody>
                        <a:bodyPr/>
                        <a:lstStyle/>
                        <a:p>
                          <a:pPr marL="69215">
                            <a:lnSpc>
                              <a:spcPct val="115000"/>
                            </a:lnSpc>
                            <a:spcBef>
                              <a:spcPts val="180"/>
                            </a:spcBef>
                            <a:spcAft>
                              <a:spcPts val="0"/>
                            </a:spcAft>
                          </a:pPr>
                          <a:r>
                            <a:rPr lang="en-US" sz="1400" b="0" dirty="0">
                              <a:effectLst/>
                            </a:rPr>
                            <a:t>E</a:t>
                          </a:r>
                          <a:r>
                            <a:rPr lang="en-US" sz="1400" b="0" spc="5" dirty="0">
                              <a:effectLst/>
                            </a:rPr>
                            <a:t>l</a:t>
                          </a:r>
                          <a:r>
                            <a:rPr lang="en-US" sz="1400" b="0" dirty="0">
                              <a:effectLst/>
                            </a:rPr>
                            <a:t>e</a:t>
                          </a:r>
                          <a:r>
                            <a:rPr lang="en-US" sz="1400" b="0" spc="-10" dirty="0">
                              <a:effectLst/>
                            </a:rPr>
                            <a:t>c</a:t>
                          </a:r>
                          <a:r>
                            <a:rPr lang="en-US" sz="1400" b="0" spc="5" dirty="0">
                              <a:effectLst/>
                            </a:rPr>
                            <a:t>tr</a:t>
                          </a:r>
                          <a:r>
                            <a:rPr lang="en-US" sz="1400" b="0" spc="-10" dirty="0">
                              <a:effectLst/>
                            </a:rPr>
                            <a:t>o</a:t>
                          </a:r>
                          <a:r>
                            <a:rPr lang="en-US" sz="1400" b="0" dirty="0">
                              <a:effectLst/>
                            </a:rPr>
                            <a:t>s</a:t>
                          </a:r>
                          <a:r>
                            <a:rPr lang="en-US" sz="1400" b="0" spc="5" dirty="0">
                              <a:effectLst/>
                            </a:rPr>
                            <a:t>t</a:t>
                          </a:r>
                          <a:r>
                            <a:rPr lang="en-US" sz="1400" b="0" spc="-10" dirty="0">
                              <a:effectLst/>
                            </a:rPr>
                            <a:t>a</a:t>
                          </a:r>
                          <a:r>
                            <a:rPr lang="en-US" sz="1400" b="0" spc="-5" dirty="0">
                              <a:effectLst/>
                            </a:rPr>
                            <a:t>t</a:t>
                          </a:r>
                          <a:r>
                            <a:rPr lang="en-US" sz="1400" b="0" spc="5" dirty="0">
                              <a:effectLst/>
                            </a:rPr>
                            <a:t>i</a:t>
                          </a:r>
                          <a:r>
                            <a:rPr lang="en-US" sz="1400" b="0" dirty="0">
                              <a:effectLst/>
                            </a:rPr>
                            <a:t>c</a:t>
                          </a:r>
                          <a:r>
                            <a:rPr lang="en-US" sz="1400" b="0" spc="5" dirty="0">
                              <a:effectLst/>
                            </a:rPr>
                            <a:t> </a:t>
                          </a:r>
                          <a:r>
                            <a:rPr lang="en-US" sz="1400" b="0" spc="-10" dirty="0">
                              <a:effectLst/>
                            </a:rPr>
                            <a:t>d</a:t>
                          </a:r>
                          <a:r>
                            <a:rPr lang="en-US" sz="1400" b="0" spc="5" dirty="0">
                              <a:effectLst/>
                            </a:rPr>
                            <a:t>i</a:t>
                          </a:r>
                          <a:r>
                            <a:rPr lang="en-US" sz="1400" b="0" dirty="0">
                              <a:effectLst/>
                            </a:rPr>
                            <a:t>sc</a:t>
                          </a:r>
                          <a:r>
                            <a:rPr lang="en-US" sz="1400" b="0" spc="-10" dirty="0">
                              <a:effectLst/>
                            </a:rPr>
                            <a:t>h</a:t>
                          </a:r>
                          <a:r>
                            <a:rPr lang="en-US" sz="1400" b="0" dirty="0">
                              <a:effectLst/>
                            </a:rPr>
                            <a:t>a</a:t>
                          </a:r>
                          <a:r>
                            <a:rPr lang="en-US" sz="1400" b="0" spc="5" dirty="0">
                              <a:effectLst/>
                            </a:rPr>
                            <a:t>r</a:t>
                          </a:r>
                          <a:r>
                            <a:rPr lang="en-US" sz="1400" b="0" spc="-10" dirty="0">
                              <a:effectLst/>
                            </a:rPr>
                            <a:t>g</a:t>
                          </a:r>
                          <a:r>
                            <a:rPr lang="en-US" sz="1400" b="0" dirty="0">
                              <a:effectLst/>
                            </a:rPr>
                            <a:t>e</a:t>
                          </a:r>
                          <a:endParaRPr lang="zh-CN" sz="1400" b="0" dirty="0">
                            <a:effectLst/>
                            <a:latin typeface="Calibri"/>
                            <a:ea typeface="宋体"/>
                            <a:cs typeface="Times New Roman"/>
                          </a:endParaRPr>
                        </a:p>
                      </a:txBody>
                      <a:tcPr marL="0" marR="0" marT="0" marB="0" anchor="ctr">
                        <a:lnL w="12700" cap="flat" cmpd="sng" algn="ctr">
                          <a:solidFill>
                            <a:schemeClr val="accent1">
                              <a:lumMod val="60000"/>
                              <a:lumOff val="40000"/>
                            </a:schemeClr>
                          </a:solidFill>
                          <a:prstDash val="solid"/>
                          <a:round/>
                          <a:headEnd type="none" w="med" len="med"/>
                          <a:tailEnd type="none" w="med" len="med"/>
                        </a:lnL>
                        <a:lnR w="12700" cap="flat" cmpd="sng" algn="ctr">
                          <a:solidFill>
                            <a:schemeClr val="accent1">
                              <a:lumMod val="60000"/>
                              <a:lumOff val="40000"/>
                            </a:schemeClr>
                          </a:solidFill>
                          <a:prstDash val="solid"/>
                          <a:round/>
                          <a:headEnd type="none" w="med" len="med"/>
                          <a:tailEnd type="none" w="med" len="med"/>
                        </a:lnR>
                        <a:lnT w="12700" cap="flat" cmpd="sng" algn="ctr">
                          <a:solidFill>
                            <a:schemeClr val="accent1">
                              <a:lumMod val="60000"/>
                              <a:lumOff val="40000"/>
                            </a:schemeClr>
                          </a:solidFill>
                          <a:prstDash val="solid"/>
                          <a:round/>
                          <a:headEnd type="none" w="med" len="med"/>
                          <a:tailEnd type="none" w="med" len="med"/>
                        </a:lnT>
                        <a:lnB w="12700" cap="flat" cmpd="sng" algn="ctr">
                          <a:solidFill>
                            <a:schemeClr val="accent1">
                              <a:lumMod val="60000"/>
                              <a:lumOff val="40000"/>
                            </a:schemeClr>
                          </a:solidFill>
                          <a:prstDash val="solid"/>
                          <a:round/>
                          <a:headEnd type="none" w="med" len="med"/>
                          <a:tailEnd type="none" w="med" len="med"/>
                        </a:lnB>
                      </a:tcPr>
                    </a:tc>
                    <a:tc>
                      <a:txBody>
                        <a:bodyPr/>
                        <a:lstStyle/>
                        <a:p>
                          <a:pPr marL="466725" marR="454025" algn="ctr">
                            <a:lnSpc>
                              <a:spcPct val="115000"/>
                            </a:lnSpc>
                            <a:spcBef>
                              <a:spcPts val="180"/>
                            </a:spcBef>
                            <a:spcAft>
                              <a:spcPts val="0"/>
                            </a:spcAft>
                          </a:pPr>
                          <a:r>
                            <a:rPr lang="en-US" sz="1400" b="0" dirty="0">
                              <a:effectLst/>
                            </a:rPr>
                            <a:t>2.10.7.8</a:t>
                          </a:r>
                          <a:endParaRPr lang="zh-CN" sz="1400" b="0" dirty="0">
                            <a:effectLst/>
                            <a:latin typeface="Calibri"/>
                            <a:ea typeface="宋体"/>
                            <a:cs typeface="Times New Roman"/>
                          </a:endParaRPr>
                        </a:p>
                      </a:txBody>
                      <a:tcPr marL="0" marR="0" marT="0" marB="0" anchor="ctr">
                        <a:lnL w="12700" cap="flat" cmpd="sng" algn="ctr">
                          <a:solidFill>
                            <a:schemeClr val="accent1">
                              <a:lumMod val="60000"/>
                              <a:lumOff val="40000"/>
                            </a:schemeClr>
                          </a:solidFill>
                          <a:prstDash val="solid"/>
                          <a:round/>
                          <a:headEnd type="none" w="med" len="med"/>
                          <a:tailEnd type="none" w="med" len="med"/>
                        </a:lnL>
                        <a:lnR w="12700" cap="flat" cmpd="sng" algn="ctr">
                          <a:solidFill>
                            <a:schemeClr val="accent1">
                              <a:lumMod val="60000"/>
                              <a:lumOff val="40000"/>
                            </a:schemeClr>
                          </a:solidFill>
                          <a:prstDash val="solid"/>
                          <a:round/>
                          <a:headEnd type="none" w="med" len="med"/>
                          <a:tailEnd type="none" w="med" len="med"/>
                        </a:lnR>
                        <a:lnT w="12700" cap="flat" cmpd="sng" algn="ctr">
                          <a:solidFill>
                            <a:schemeClr val="accent1">
                              <a:lumMod val="60000"/>
                              <a:lumOff val="40000"/>
                            </a:schemeClr>
                          </a:solidFill>
                          <a:prstDash val="solid"/>
                          <a:round/>
                          <a:headEnd type="none" w="med" len="med"/>
                          <a:tailEnd type="none" w="med" len="med"/>
                        </a:lnT>
                        <a:lnB w="12700" cap="flat" cmpd="sng" algn="ctr">
                          <a:solidFill>
                            <a:schemeClr val="accent1">
                              <a:lumMod val="60000"/>
                              <a:lumOff val="40000"/>
                            </a:schemeClr>
                          </a:solidFill>
                          <a:prstDash val="solid"/>
                          <a:round/>
                          <a:headEnd type="none" w="med" len="med"/>
                          <a:tailEnd type="none" w="med" len="med"/>
                        </a:lnB>
                        <a:solidFill>
                          <a:schemeClr val="bg1"/>
                        </a:solidFill>
                      </a:tcPr>
                    </a:tc>
                    <a:tc vMerge="1">
                      <a:txBody>
                        <a:bodyPr/>
                        <a:lstStyle/>
                        <a:p>
                          <a:endParaRPr lang="zh-CN" altLang="en-US"/>
                        </a:p>
                      </a:txBody>
                      <a:tcPr/>
                    </a:tc>
                    <a:tc>
                      <a:txBody>
                        <a:bodyPr/>
                        <a:lstStyle/>
                        <a:p>
                          <a:pPr marL="247650">
                            <a:lnSpc>
                              <a:spcPct val="115000"/>
                            </a:lnSpc>
                            <a:spcBef>
                              <a:spcPts val="180"/>
                            </a:spcBef>
                            <a:spcAft>
                              <a:spcPts val="0"/>
                            </a:spcAft>
                          </a:pPr>
                          <a:r>
                            <a:rPr lang="en-US" sz="1400" b="0" spc="-5" dirty="0">
                              <a:effectLst/>
                            </a:rPr>
                            <a:t>D</a:t>
                          </a:r>
                          <a:r>
                            <a:rPr lang="en-US" sz="1400" b="0" spc="5" dirty="0">
                              <a:effectLst/>
                            </a:rPr>
                            <a:t>i</a:t>
                          </a:r>
                          <a:r>
                            <a:rPr lang="en-US" sz="1400" b="0" dirty="0">
                              <a:effectLst/>
                            </a:rPr>
                            <a:t>s</a:t>
                          </a:r>
                          <a:r>
                            <a:rPr lang="en-US" sz="1400" b="0" spc="5" dirty="0">
                              <a:effectLst/>
                            </a:rPr>
                            <a:t>t</a:t>
                          </a:r>
                          <a:r>
                            <a:rPr lang="en-US" sz="1400" b="0" spc="-10" dirty="0">
                              <a:effectLst/>
                            </a:rPr>
                            <a:t>u</a:t>
                          </a:r>
                          <a:r>
                            <a:rPr lang="en-US" sz="1400" b="0" spc="5" dirty="0">
                              <a:effectLst/>
                            </a:rPr>
                            <a:t>r</a:t>
                          </a:r>
                          <a:r>
                            <a:rPr lang="en-US" sz="1400" b="0" dirty="0">
                              <a:effectLst/>
                            </a:rPr>
                            <a:t>ba</a:t>
                          </a:r>
                          <a:r>
                            <a:rPr lang="en-US" sz="1400" b="0" spc="-10" dirty="0">
                              <a:effectLst/>
                            </a:rPr>
                            <a:t>n</a:t>
                          </a:r>
                          <a:r>
                            <a:rPr lang="en-US" sz="1400" b="0" dirty="0">
                              <a:effectLst/>
                            </a:rPr>
                            <a:t>ce</a:t>
                          </a:r>
                          <a:endParaRPr lang="zh-CN" sz="1400" b="0" dirty="0">
                            <a:effectLst/>
                            <a:latin typeface="Calibri"/>
                            <a:ea typeface="宋体"/>
                            <a:cs typeface="Times New Roman"/>
                          </a:endParaRPr>
                        </a:p>
                      </a:txBody>
                      <a:tcPr marL="0" marR="0" marT="0" marB="0" anchor="ctr">
                        <a:lnL w="12700" cap="flat" cmpd="sng" algn="ctr">
                          <a:solidFill>
                            <a:schemeClr val="accent1">
                              <a:lumMod val="60000"/>
                              <a:lumOff val="40000"/>
                            </a:schemeClr>
                          </a:solidFill>
                          <a:prstDash val="solid"/>
                          <a:round/>
                          <a:headEnd type="none" w="med" len="med"/>
                          <a:tailEnd type="none" w="med" len="med"/>
                        </a:lnL>
                        <a:lnR w="12700" cap="flat" cmpd="sng" algn="ctr">
                          <a:solidFill>
                            <a:schemeClr val="accent1">
                              <a:lumMod val="60000"/>
                              <a:lumOff val="40000"/>
                            </a:schemeClr>
                          </a:solidFill>
                          <a:prstDash val="solid"/>
                          <a:round/>
                          <a:headEnd type="none" w="med" len="med"/>
                          <a:tailEnd type="none" w="med" len="med"/>
                        </a:lnR>
                        <a:lnT w="12700" cap="flat" cmpd="sng" algn="ctr">
                          <a:solidFill>
                            <a:schemeClr val="accent1">
                              <a:lumMod val="60000"/>
                              <a:lumOff val="40000"/>
                            </a:schemeClr>
                          </a:solidFill>
                          <a:prstDash val="solid"/>
                          <a:round/>
                          <a:headEnd type="none" w="med" len="med"/>
                          <a:tailEnd type="none" w="med" len="med"/>
                        </a:lnT>
                        <a:lnB w="12700" cap="flat" cmpd="sng" algn="ctr">
                          <a:solidFill>
                            <a:schemeClr val="accent1">
                              <a:lumMod val="60000"/>
                              <a:lumOff val="40000"/>
                            </a:schemeClr>
                          </a:solidFill>
                          <a:prstDash val="solid"/>
                          <a:round/>
                          <a:headEnd type="none" w="med" len="med"/>
                          <a:tailEnd type="none" w="med" len="med"/>
                        </a:lnB>
                      </a:tcPr>
                    </a:tc>
                  </a:tr>
                  <a:tr h="402351">
                    <a:tc>
                      <a:txBody>
                        <a:bodyPr/>
                        <a:lstStyle/>
                        <a:p>
                          <a:pPr marL="69215">
                            <a:lnSpc>
                              <a:spcPct val="115000"/>
                            </a:lnSpc>
                            <a:spcBef>
                              <a:spcPts val="180"/>
                            </a:spcBef>
                            <a:spcAft>
                              <a:spcPts val="0"/>
                            </a:spcAft>
                          </a:pPr>
                          <a:r>
                            <a:rPr lang="en-US" sz="1400" b="0" dirty="0">
                              <a:effectLst/>
                            </a:rPr>
                            <a:t>E</a:t>
                          </a:r>
                          <a:r>
                            <a:rPr lang="en-US" sz="1400" b="0" spc="5" dirty="0">
                              <a:effectLst/>
                            </a:rPr>
                            <a:t>l</a:t>
                          </a:r>
                          <a:r>
                            <a:rPr lang="en-US" sz="1400" b="0" dirty="0">
                              <a:effectLst/>
                            </a:rPr>
                            <a:t>e</a:t>
                          </a:r>
                          <a:r>
                            <a:rPr lang="en-US" sz="1400" b="0" spc="-10" dirty="0">
                              <a:effectLst/>
                            </a:rPr>
                            <a:t>c</a:t>
                          </a:r>
                          <a:r>
                            <a:rPr lang="en-US" sz="1400" b="0" spc="5" dirty="0">
                              <a:effectLst/>
                            </a:rPr>
                            <a:t>tr</a:t>
                          </a:r>
                          <a:r>
                            <a:rPr lang="en-US" sz="1400" b="0" dirty="0">
                              <a:effectLst/>
                            </a:rPr>
                            <a:t>o</a:t>
                          </a:r>
                          <a:r>
                            <a:rPr lang="en-US" sz="1400" b="0" spc="-20" dirty="0">
                              <a:effectLst/>
                            </a:rPr>
                            <a:t>m</a:t>
                          </a:r>
                          <a:r>
                            <a:rPr lang="en-US" sz="1400" b="0" dirty="0">
                              <a:effectLst/>
                            </a:rPr>
                            <a:t>a</a:t>
                          </a:r>
                          <a:r>
                            <a:rPr lang="en-US" sz="1400" b="0" spc="-10" dirty="0">
                              <a:effectLst/>
                            </a:rPr>
                            <a:t>g</a:t>
                          </a:r>
                          <a:r>
                            <a:rPr lang="en-US" sz="1400" b="0" dirty="0">
                              <a:effectLst/>
                            </a:rPr>
                            <a:t>ne</a:t>
                          </a:r>
                          <a:r>
                            <a:rPr lang="en-US" sz="1400" b="0" spc="5" dirty="0">
                              <a:effectLst/>
                            </a:rPr>
                            <a:t>ti</a:t>
                          </a:r>
                          <a:r>
                            <a:rPr lang="en-US" sz="1400" b="0" dirty="0">
                              <a:effectLst/>
                            </a:rPr>
                            <a:t>c</a:t>
                          </a:r>
                          <a:r>
                            <a:rPr lang="en-US" sz="1400" b="0" spc="-10" dirty="0">
                              <a:effectLst/>
                            </a:rPr>
                            <a:t> </a:t>
                          </a:r>
                          <a:r>
                            <a:rPr lang="en-US" sz="1400" b="0" dirty="0">
                              <a:effectLst/>
                            </a:rPr>
                            <a:t>su</a:t>
                          </a:r>
                          <a:r>
                            <a:rPr lang="en-US" sz="1400" b="0" spc="-10" dirty="0">
                              <a:effectLst/>
                            </a:rPr>
                            <a:t>s</a:t>
                          </a:r>
                          <a:r>
                            <a:rPr lang="en-US" sz="1400" b="0" dirty="0">
                              <a:effectLst/>
                            </a:rPr>
                            <a:t>ce</a:t>
                          </a:r>
                          <a:r>
                            <a:rPr lang="en-US" sz="1400" b="0" spc="-10" dirty="0">
                              <a:effectLst/>
                            </a:rPr>
                            <a:t>p</a:t>
                          </a:r>
                          <a:r>
                            <a:rPr lang="en-US" sz="1400" b="0" spc="5" dirty="0">
                              <a:effectLst/>
                            </a:rPr>
                            <a:t>ti</a:t>
                          </a:r>
                          <a:r>
                            <a:rPr lang="en-US" sz="1400" b="0" spc="-10" dirty="0">
                              <a:effectLst/>
                            </a:rPr>
                            <a:t>b</a:t>
                          </a:r>
                          <a:r>
                            <a:rPr lang="en-US" sz="1400" b="0" spc="5" dirty="0">
                              <a:effectLst/>
                            </a:rPr>
                            <a:t>i</a:t>
                          </a:r>
                          <a:r>
                            <a:rPr lang="en-US" sz="1400" b="0" spc="-5" dirty="0">
                              <a:effectLst/>
                            </a:rPr>
                            <a:t>l</a:t>
                          </a:r>
                          <a:r>
                            <a:rPr lang="en-US" sz="1400" b="0" spc="5" dirty="0">
                              <a:effectLst/>
                            </a:rPr>
                            <a:t>ity</a:t>
                          </a:r>
                          <a:endParaRPr lang="zh-CN" sz="1400" b="0" dirty="0">
                            <a:effectLst/>
                            <a:latin typeface="Calibri"/>
                            <a:ea typeface="宋体"/>
                            <a:cs typeface="Times New Roman"/>
                          </a:endParaRPr>
                        </a:p>
                      </a:txBody>
                      <a:tcPr marL="0" marR="0" marT="0" marB="0" anchor="ctr">
                        <a:lnL w="12700" cap="flat" cmpd="sng" algn="ctr">
                          <a:solidFill>
                            <a:schemeClr val="accent1">
                              <a:lumMod val="60000"/>
                              <a:lumOff val="40000"/>
                            </a:schemeClr>
                          </a:solidFill>
                          <a:prstDash val="solid"/>
                          <a:round/>
                          <a:headEnd type="none" w="med" len="med"/>
                          <a:tailEnd type="none" w="med" len="med"/>
                        </a:lnL>
                        <a:lnR w="12700" cap="flat" cmpd="sng" algn="ctr">
                          <a:solidFill>
                            <a:schemeClr val="accent1">
                              <a:lumMod val="60000"/>
                              <a:lumOff val="40000"/>
                            </a:schemeClr>
                          </a:solidFill>
                          <a:prstDash val="solid"/>
                          <a:round/>
                          <a:headEnd type="none" w="med" len="med"/>
                          <a:tailEnd type="none" w="med" len="med"/>
                        </a:lnR>
                        <a:lnT w="12700" cap="flat" cmpd="sng" algn="ctr">
                          <a:solidFill>
                            <a:schemeClr val="accent1">
                              <a:lumMod val="60000"/>
                              <a:lumOff val="40000"/>
                            </a:schemeClr>
                          </a:solidFill>
                          <a:prstDash val="solid"/>
                          <a:round/>
                          <a:headEnd type="none" w="med" len="med"/>
                          <a:tailEnd type="none" w="med" len="med"/>
                        </a:lnT>
                        <a:lnB w="12700" cap="flat" cmpd="sng" algn="ctr">
                          <a:solidFill>
                            <a:schemeClr val="accent1">
                              <a:lumMod val="60000"/>
                              <a:lumOff val="40000"/>
                            </a:schemeClr>
                          </a:solidFill>
                          <a:prstDash val="solid"/>
                          <a:round/>
                          <a:headEnd type="none" w="med" len="med"/>
                          <a:tailEnd type="none" w="med" len="med"/>
                        </a:lnB>
                      </a:tcPr>
                    </a:tc>
                    <a:tc>
                      <a:txBody>
                        <a:bodyPr/>
                        <a:lstStyle/>
                        <a:p>
                          <a:pPr marL="466725" marR="454025" algn="ctr">
                            <a:lnSpc>
                              <a:spcPct val="115000"/>
                            </a:lnSpc>
                            <a:spcBef>
                              <a:spcPts val="180"/>
                            </a:spcBef>
                            <a:spcAft>
                              <a:spcPts val="0"/>
                            </a:spcAft>
                          </a:pPr>
                          <a:r>
                            <a:rPr lang="en-US" sz="1400" b="0" dirty="0">
                              <a:effectLst/>
                            </a:rPr>
                            <a:t>2.10.7.9</a:t>
                          </a:r>
                          <a:endParaRPr lang="zh-CN" sz="1400" b="0" dirty="0">
                            <a:effectLst/>
                            <a:latin typeface="Calibri"/>
                            <a:ea typeface="宋体"/>
                            <a:cs typeface="Times New Roman"/>
                          </a:endParaRPr>
                        </a:p>
                      </a:txBody>
                      <a:tcPr marL="0" marR="0" marT="0" marB="0" anchor="ctr">
                        <a:lnL w="12700" cap="flat" cmpd="sng" algn="ctr">
                          <a:solidFill>
                            <a:schemeClr val="accent1">
                              <a:lumMod val="60000"/>
                              <a:lumOff val="40000"/>
                            </a:schemeClr>
                          </a:solidFill>
                          <a:prstDash val="solid"/>
                          <a:round/>
                          <a:headEnd type="none" w="med" len="med"/>
                          <a:tailEnd type="none" w="med" len="med"/>
                        </a:lnL>
                        <a:lnR w="12700" cap="flat" cmpd="sng" algn="ctr">
                          <a:solidFill>
                            <a:schemeClr val="accent1">
                              <a:lumMod val="60000"/>
                              <a:lumOff val="40000"/>
                            </a:schemeClr>
                          </a:solidFill>
                          <a:prstDash val="solid"/>
                          <a:round/>
                          <a:headEnd type="none" w="med" len="med"/>
                          <a:tailEnd type="none" w="med" len="med"/>
                        </a:lnR>
                        <a:lnT w="12700" cap="flat" cmpd="sng" algn="ctr">
                          <a:solidFill>
                            <a:schemeClr val="accent1">
                              <a:lumMod val="60000"/>
                              <a:lumOff val="40000"/>
                            </a:schemeClr>
                          </a:solidFill>
                          <a:prstDash val="solid"/>
                          <a:round/>
                          <a:headEnd type="none" w="med" len="med"/>
                          <a:tailEnd type="none" w="med" len="med"/>
                        </a:lnT>
                        <a:lnB w="12700" cap="flat" cmpd="sng" algn="ctr">
                          <a:solidFill>
                            <a:schemeClr val="accent1">
                              <a:lumMod val="60000"/>
                              <a:lumOff val="40000"/>
                            </a:schemeClr>
                          </a:solidFill>
                          <a:prstDash val="solid"/>
                          <a:round/>
                          <a:headEnd type="none" w="med" len="med"/>
                          <a:tailEnd type="none" w="med" len="med"/>
                        </a:lnB>
                      </a:tcPr>
                    </a:tc>
                    <a:tc vMerge="1">
                      <a:txBody>
                        <a:bodyPr/>
                        <a:lstStyle/>
                        <a:p>
                          <a:endParaRPr lang="zh-CN" altLang="en-US"/>
                        </a:p>
                      </a:txBody>
                      <a:tcPr/>
                    </a:tc>
                    <a:tc>
                      <a:txBody>
                        <a:bodyPr/>
                        <a:lstStyle/>
                        <a:p>
                          <a:pPr marL="247650">
                            <a:lnSpc>
                              <a:spcPct val="115000"/>
                            </a:lnSpc>
                            <a:spcBef>
                              <a:spcPts val="180"/>
                            </a:spcBef>
                            <a:spcAft>
                              <a:spcPts val="0"/>
                            </a:spcAft>
                          </a:pPr>
                          <a:r>
                            <a:rPr lang="en-US" sz="1400" b="0" spc="-5" dirty="0">
                              <a:effectLst/>
                            </a:rPr>
                            <a:t>D</a:t>
                          </a:r>
                          <a:r>
                            <a:rPr lang="en-US" sz="1400" b="0" spc="5" dirty="0">
                              <a:effectLst/>
                            </a:rPr>
                            <a:t>i</a:t>
                          </a:r>
                          <a:r>
                            <a:rPr lang="en-US" sz="1400" b="0" dirty="0">
                              <a:effectLst/>
                            </a:rPr>
                            <a:t>s</a:t>
                          </a:r>
                          <a:r>
                            <a:rPr lang="en-US" sz="1400" b="0" spc="5" dirty="0">
                              <a:effectLst/>
                            </a:rPr>
                            <a:t>t</a:t>
                          </a:r>
                          <a:r>
                            <a:rPr lang="en-US" sz="1400" b="0" spc="-10" dirty="0">
                              <a:effectLst/>
                            </a:rPr>
                            <a:t>u</a:t>
                          </a:r>
                          <a:r>
                            <a:rPr lang="en-US" sz="1400" b="0" spc="5" dirty="0">
                              <a:effectLst/>
                            </a:rPr>
                            <a:t>r</a:t>
                          </a:r>
                          <a:r>
                            <a:rPr lang="en-US" sz="1400" b="0" dirty="0">
                              <a:effectLst/>
                            </a:rPr>
                            <a:t>ba</a:t>
                          </a:r>
                          <a:r>
                            <a:rPr lang="en-US" sz="1400" b="0" spc="-10" dirty="0">
                              <a:effectLst/>
                            </a:rPr>
                            <a:t>n</a:t>
                          </a:r>
                          <a:r>
                            <a:rPr lang="en-US" sz="1400" b="0" dirty="0">
                              <a:effectLst/>
                            </a:rPr>
                            <a:t>ce</a:t>
                          </a:r>
                          <a:endParaRPr lang="zh-CN" sz="1400" b="0" dirty="0">
                            <a:effectLst/>
                            <a:latin typeface="Calibri"/>
                            <a:ea typeface="宋体"/>
                            <a:cs typeface="Times New Roman"/>
                          </a:endParaRPr>
                        </a:p>
                      </a:txBody>
                      <a:tcPr marL="0" marR="0" marT="0" marB="0" anchor="ctr">
                        <a:lnL w="12700" cap="flat" cmpd="sng" algn="ctr">
                          <a:solidFill>
                            <a:schemeClr val="accent1">
                              <a:lumMod val="60000"/>
                              <a:lumOff val="40000"/>
                            </a:schemeClr>
                          </a:solidFill>
                          <a:prstDash val="solid"/>
                          <a:round/>
                          <a:headEnd type="none" w="med" len="med"/>
                          <a:tailEnd type="none" w="med" len="med"/>
                        </a:lnL>
                        <a:lnR w="12700" cap="flat" cmpd="sng" algn="ctr">
                          <a:solidFill>
                            <a:schemeClr val="accent1">
                              <a:lumMod val="60000"/>
                              <a:lumOff val="40000"/>
                            </a:schemeClr>
                          </a:solidFill>
                          <a:prstDash val="solid"/>
                          <a:round/>
                          <a:headEnd type="none" w="med" len="med"/>
                          <a:tailEnd type="none" w="med" len="med"/>
                        </a:lnR>
                        <a:lnT w="12700" cap="flat" cmpd="sng" algn="ctr">
                          <a:solidFill>
                            <a:schemeClr val="accent1">
                              <a:lumMod val="60000"/>
                              <a:lumOff val="40000"/>
                            </a:schemeClr>
                          </a:solidFill>
                          <a:prstDash val="solid"/>
                          <a:round/>
                          <a:headEnd type="none" w="med" len="med"/>
                          <a:tailEnd type="none" w="med" len="med"/>
                        </a:lnT>
                        <a:lnB w="12700" cap="flat" cmpd="sng" algn="ctr">
                          <a:solidFill>
                            <a:schemeClr val="accent1">
                              <a:lumMod val="60000"/>
                              <a:lumOff val="40000"/>
                            </a:schemeClr>
                          </a:solidFill>
                          <a:prstDash val="solid"/>
                          <a:round/>
                          <a:headEnd type="none" w="med" len="med"/>
                          <a:tailEnd type="none" w="med" len="med"/>
                        </a:lnB>
                      </a:tcPr>
                    </a:tc>
                  </a:tr>
                  <a:tr h="544370">
                    <a:tc>
                      <a:txBody>
                        <a:bodyPr/>
                        <a:lstStyle/>
                        <a:p>
                          <a:pPr marL="69215" marR="576580">
                            <a:lnSpc>
                              <a:spcPct val="104000"/>
                            </a:lnSpc>
                            <a:spcBef>
                              <a:spcPts val="180"/>
                            </a:spcBef>
                            <a:spcAft>
                              <a:spcPts val="0"/>
                            </a:spcAft>
                          </a:pPr>
                          <a:r>
                            <a:rPr lang="en-US" sz="1400" b="1" spc="-10" dirty="0">
                              <a:effectLst/>
                            </a:rPr>
                            <a:t>I</a:t>
                          </a:r>
                          <a:r>
                            <a:rPr lang="en-US" sz="1400" b="1" spc="-5" dirty="0">
                              <a:effectLst/>
                            </a:rPr>
                            <a:t>mm</a:t>
                          </a:r>
                          <a:r>
                            <a:rPr lang="en-US" sz="1400" b="1" dirty="0">
                              <a:effectLst/>
                            </a:rPr>
                            <a:t>un</a:t>
                          </a:r>
                          <a:r>
                            <a:rPr lang="en-US" sz="1400" b="1" spc="5" dirty="0">
                              <a:effectLst/>
                            </a:rPr>
                            <a:t>it</a:t>
                          </a:r>
                          <a:r>
                            <a:rPr lang="en-US" sz="1400" b="1" dirty="0">
                              <a:effectLst/>
                            </a:rPr>
                            <a:t>y</a:t>
                          </a:r>
                          <a:r>
                            <a:rPr lang="en-US" sz="1400" b="1" spc="-10" dirty="0">
                              <a:effectLst/>
                            </a:rPr>
                            <a:t> </a:t>
                          </a:r>
                          <a:r>
                            <a:rPr lang="en-US" sz="1400" b="1" spc="5" dirty="0">
                              <a:effectLst/>
                            </a:rPr>
                            <a:t>t</a:t>
                          </a:r>
                          <a:r>
                            <a:rPr lang="en-US" sz="1400" b="1" dirty="0">
                              <a:effectLst/>
                            </a:rPr>
                            <a:t>o cond</a:t>
                          </a:r>
                          <a:r>
                            <a:rPr lang="en-US" sz="1400" b="1" spc="-10" dirty="0">
                              <a:effectLst/>
                            </a:rPr>
                            <a:t>u</a:t>
                          </a:r>
                          <a:r>
                            <a:rPr lang="en-US" sz="1400" b="1" dirty="0">
                              <a:effectLst/>
                            </a:rPr>
                            <a:t>c</a:t>
                          </a:r>
                          <a:r>
                            <a:rPr lang="en-US" sz="1400" b="1" spc="5" dirty="0">
                              <a:effectLst/>
                            </a:rPr>
                            <a:t>t</a:t>
                          </a:r>
                          <a:r>
                            <a:rPr lang="en-US" sz="1400" b="1" spc="-10" dirty="0">
                              <a:effectLst/>
                            </a:rPr>
                            <a:t>e</a:t>
                          </a:r>
                          <a:r>
                            <a:rPr lang="en-US" sz="1400" b="1" dirty="0">
                              <a:effectLst/>
                            </a:rPr>
                            <a:t>d e</a:t>
                          </a:r>
                          <a:r>
                            <a:rPr lang="en-US" sz="1400" b="1" spc="5" dirty="0">
                              <a:effectLst/>
                            </a:rPr>
                            <a:t>l</a:t>
                          </a:r>
                          <a:r>
                            <a:rPr lang="en-US" sz="1400" b="1" dirty="0">
                              <a:effectLst/>
                            </a:rPr>
                            <a:t>e</a:t>
                          </a:r>
                          <a:r>
                            <a:rPr lang="en-US" sz="1400" b="1" spc="-10" dirty="0">
                              <a:effectLst/>
                            </a:rPr>
                            <a:t>c</a:t>
                          </a:r>
                          <a:r>
                            <a:rPr lang="en-US" sz="1400" b="1" spc="5" dirty="0">
                              <a:effectLst/>
                            </a:rPr>
                            <a:t>t</a:t>
                          </a:r>
                          <a:r>
                            <a:rPr lang="en-US" sz="1400" b="1" spc="-5" dirty="0">
                              <a:effectLst/>
                            </a:rPr>
                            <a:t>r</a:t>
                          </a:r>
                          <a:r>
                            <a:rPr lang="en-US" sz="1400" b="1" dirty="0">
                              <a:effectLst/>
                            </a:rPr>
                            <a:t>o</a:t>
                          </a:r>
                          <a:r>
                            <a:rPr lang="en-US" sz="1400" b="1" spc="-20" dirty="0">
                              <a:effectLst/>
                            </a:rPr>
                            <a:t>m</a:t>
                          </a:r>
                          <a:r>
                            <a:rPr lang="en-US" sz="1400" b="1" dirty="0">
                              <a:effectLst/>
                            </a:rPr>
                            <a:t>a</a:t>
                          </a:r>
                          <a:r>
                            <a:rPr lang="en-US" sz="1400" b="1" spc="-10" dirty="0">
                              <a:effectLst/>
                            </a:rPr>
                            <a:t>g</a:t>
                          </a:r>
                          <a:r>
                            <a:rPr lang="en-US" sz="1400" b="1" dirty="0">
                              <a:effectLst/>
                            </a:rPr>
                            <a:t>ne</a:t>
                          </a:r>
                          <a:r>
                            <a:rPr lang="en-US" sz="1400" b="1" spc="5" dirty="0">
                              <a:effectLst/>
                            </a:rPr>
                            <a:t>ti</a:t>
                          </a:r>
                          <a:r>
                            <a:rPr lang="en-US" sz="1400" b="1" dirty="0">
                              <a:effectLst/>
                            </a:rPr>
                            <a:t>c</a:t>
                          </a:r>
                          <a:r>
                            <a:rPr lang="en-US" sz="1400" b="1" spc="5" dirty="0">
                              <a:effectLst/>
                            </a:rPr>
                            <a:t> </a:t>
                          </a:r>
                          <a:r>
                            <a:rPr lang="en-US" sz="1400" b="1" spc="-10" dirty="0">
                              <a:effectLst/>
                            </a:rPr>
                            <a:t>f</a:t>
                          </a:r>
                          <a:r>
                            <a:rPr lang="en-US" sz="1400" b="1" spc="5" dirty="0">
                              <a:effectLst/>
                            </a:rPr>
                            <a:t>i</a:t>
                          </a:r>
                          <a:r>
                            <a:rPr lang="en-US" sz="1400" b="1" spc="-10" dirty="0">
                              <a:effectLst/>
                            </a:rPr>
                            <a:t>e</a:t>
                          </a:r>
                          <a:r>
                            <a:rPr lang="en-US" sz="1400" b="1" spc="5" dirty="0">
                              <a:effectLst/>
                            </a:rPr>
                            <a:t>l</a:t>
                          </a:r>
                          <a:r>
                            <a:rPr lang="en-US" sz="1400" b="1" dirty="0">
                              <a:effectLst/>
                            </a:rPr>
                            <a:t>ds</a:t>
                          </a:r>
                          <a:endParaRPr lang="zh-CN" sz="1400" b="1" dirty="0">
                            <a:effectLst/>
                            <a:latin typeface="Calibri"/>
                            <a:ea typeface="宋体"/>
                            <a:cs typeface="Times New Roman"/>
                          </a:endParaRPr>
                        </a:p>
                      </a:txBody>
                      <a:tcPr marL="0" marR="0" marT="0" marB="0" anchor="ctr">
                        <a:lnL w="12700" cap="flat" cmpd="sng" algn="ctr">
                          <a:solidFill>
                            <a:schemeClr val="accent1">
                              <a:lumMod val="60000"/>
                              <a:lumOff val="40000"/>
                            </a:schemeClr>
                          </a:solidFill>
                          <a:prstDash val="solid"/>
                          <a:round/>
                          <a:headEnd type="none" w="med" len="med"/>
                          <a:tailEnd type="none" w="med" len="med"/>
                        </a:lnL>
                        <a:lnR w="12700" cap="flat" cmpd="sng" algn="ctr">
                          <a:solidFill>
                            <a:schemeClr val="accent1">
                              <a:lumMod val="60000"/>
                              <a:lumOff val="40000"/>
                            </a:schemeClr>
                          </a:solidFill>
                          <a:prstDash val="solid"/>
                          <a:round/>
                          <a:headEnd type="none" w="med" len="med"/>
                          <a:tailEnd type="none" w="med" len="med"/>
                        </a:lnR>
                        <a:lnT w="12700" cap="flat" cmpd="sng" algn="ctr">
                          <a:solidFill>
                            <a:schemeClr val="accent1">
                              <a:lumMod val="60000"/>
                              <a:lumOff val="40000"/>
                            </a:schemeClr>
                          </a:solidFill>
                          <a:prstDash val="solid"/>
                          <a:round/>
                          <a:headEnd type="none" w="med" len="med"/>
                          <a:tailEnd type="none" w="med" len="med"/>
                        </a:lnT>
                        <a:lnB w="12700" cap="flat" cmpd="sng" algn="ctr">
                          <a:solidFill>
                            <a:schemeClr val="accent1">
                              <a:lumMod val="60000"/>
                              <a:lumOff val="40000"/>
                            </a:schemeClr>
                          </a:solidFill>
                          <a:prstDash val="solid"/>
                          <a:round/>
                          <a:headEnd type="none" w="med" len="med"/>
                          <a:tailEnd type="none" w="med" len="med"/>
                        </a:lnB>
                        <a:solidFill>
                          <a:schemeClr val="accent6">
                            <a:lumMod val="40000"/>
                            <a:lumOff val="60000"/>
                          </a:schemeClr>
                        </a:solidFill>
                      </a:tcPr>
                    </a:tc>
                    <a:tc>
                      <a:txBody>
                        <a:bodyPr/>
                        <a:lstStyle/>
                        <a:p>
                          <a:pPr algn="ctr">
                            <a:lnSpc>
                              <a:spcPts val="800"/>
                            </a:lnSpc>
                            <a:spcBef>
                              <a:spcPts val="40"/>
                            </a:spcBef>
                            <a:spcAft>
                              <a:spcPts val="0"/>
                            </a:spcAft>
                          </a:pPr>
                          <a:r>
                            <a:rPr lang="en-US" sz="1400" b="1" dirty="0">
                              <a:effectLst/>
                            </a:rPr>
                            <a:t> </a:t>
                          </a:r>
                          <a:r>
                            <a:rPr lang="en-US" sz="1400" b="1" dirty="0" smtClean="0">
                              <a:effectLst/>
                            </a:rPr>
                            <a:t>2.10.7.10</a:t>
                          </a:r>
                          <a:endParaRPr lang="zh-CN" sz="1400" b="1" dirty="0">
                            <a:effectLst/>
                            <a:latin typeface="Calibri"/>
                            <a:ea typeface="宋体"/>
                            <a:cs typeface="Times New Roman"/>
                          </a:endParaRPr>
                        </a:p>
                      </a:txBody>
                      <a:tcPr marL="0" marR="0" marT="0" marB="0" anchor="ctr">
                        <a:lnL w="12700" cap="flat" cmpd="sng" algn="ctr">
                          <a:solidFill>
                            <a:schemeClr val="accent1">
                              <a:lumMod val="60000"/>
                              <a:lumOff val="40000"/>
                            </a:schemeClr>
                          </a:solidFill>
                          <a:prstDash val="solid"/>
                          <a:round/>
                          <a:headEnd type="none" w="med" len="med"/>
                          <a:tailEnd type="none" w="med" len="med"/>
                        </a:lnL>
                        <a:lnR w="12700" cap="flat" cmpd="sng" algn="ctr">
                          <a:solidFill>
                            <a:schemeClr val="accent1">
                              <a:lumMod val="60000"/>
                              <a:lumOff val="40000"/>
                            </a:schemeClr>
                          </a:solidFill>
                          <a:prstDash val="solid"/>
                          <a:round/>
                          <a:headEnd type="none" w="med" len="med"/>
                          <a:tailEnd type="none" w="med" len="med"/>
                        </a:lnR>
                        <a:lnT w="12700" cap="flat" cmpd="sng" algn="ctr">
                          <a:solidFill>
                            <a:schemeClr val="accent1">
                              <a:lumMod val="60000"/>
                              <a:lumOff val="40000"/>
                            </a:schemeClr>
                          </a:solidFill>
                          <a:prstDash val="solid"/>
                          <a:round/>
                          <a:headEnd type="none" w="med" len="med"/>
                          <a:tailEnd type="none" w="med" len="med"/>
                        </a:lnT>
                        <a:lnB w="12700" cap="flat" cmpd="sng" algn="ctr">
                          <a:solidFill>
                            <a:schemeClr val="accent1">
                              <a:lumMod val="60000"/>
                              <a:lumOff val="40000"/>
                            </a:schemeClr>
                          </a:solidFill>
                          <a:prstDash val="solid"/>
                          <a:round/>
                          <a:headEnd type="none" w="med" len="med"/>
                          <a:tailEnd type="none" w="med" len="med"/>
                        </a:lnB>
                        <a:solidFill>
                          <a:schemeClr val="accent6">
                            <a:lumMod val="40000"/>
                            <a:lumOff val="60000"/>
                          </a:schemeClr>
                        </a:solidFill>
                      </a:tcPr>
                    </a:tc>
                    <a:tc vMerge="1">
                      <a:txBody>
                        <a:bodyPr/>
                        <a:lstStyle/>
                        <a:p>
                          <a:endParaRPr lang="zh-CN" altLang="en-US"/>
                        </a:p>
                      </a:txBody>
                      <a:tcPr/>
                    </a:tc>
                    <a:tc>
                      <a:txBody>
                        <a:bodyPr/>
                        <a:lstStyle/>
                        <a:p>
                          <a:pPr>
                            <a:lnSpc>
                              <a:spcPts val="800"/>
                            </a:lnSpc>
                            <a:spcBef>
                              <a:spcPts val="40"/>
                            </a:spcBef>
                            <a:spcAft>
                              <a:spcPts val="0"/>
                            </a:spcAft>
                          </a:pPr>
                          <a:r>
                            <a:rPr lang="en-US" sz="1400" b="0" dirty="0">
                              <a:effectLst/>
                            </a:rPr>
                            <a:t> </a:t>
                          </a:r>
                          <a:endParaRPr lang="zh-CN" sz="1400" b="0" dirty="0">
                            <a:effectLst/>
                          </a:endParaRPr>
                        </a:p>
                        <a:p>
                          <a:pPr marL="247650">
                            <a:lnSpc>
                              <a:spcPct val="115000"/>
                            </a:lnSpc>
                            <a:spcAft>
                              <a:spcPts val="0"/>
                            </a:spcAft>
                          </a:pPr>
                          <a:r>
                            <a:rPr lang="en-US" sz="1400" b="1" spc="-5" dirty="0">
                              <a:effectLst/>
                            </a:rPr>
                            <a:t>D</a:t>
                          </a:r>
                          <a:r>
                            <a:rPr lang="en-US" sz="1400" b="1" spc="5" dirty="0">
                              <a:effectLst/>
                            </a:rPr>
                            <a:t>i</a:t>
                          </a:r>
                          <a:r>
                            <a:rPr lang="en-US" sz="1400" b="1" dirty="0">
                              <a:effectLst/>
                            </a:rPr>
                            <a:t>s</a:t>
                          </a:r>
                          <a:r>
                            <a:rPr lang="en-US" sz="1400" b="1" spc="5" dirty="0">
                              <a:effectLst/>
                            </a:rPr>
                            <a:t>t</a:t>
                          </a:r>
                          <a:r>
                            <a:rPr lang="en-US" sz="1400" b="1" spc="-10" dirty="0">
                              <a:effectLst/>
                            </a:rPr>
                            <a:t>u</a:t>
                          </a:r>
                          <a:r>
                            <a:rPr lang="en-US" sz="1400" b="1" spc="5" dirty="0">
                              <a:effectLst/>
                            </a:rPr>
                            <a:t>r</a:t>
                          </a:r>
                          <a:r>
                            <a:rPr lang="en-US" sz="1400" b="1" dirty="0">
                              <a:effectLst/>
                            </a:rPr>
                            <a:t>ba</a:t>
                          </a:r>
                          <a:r>
                            <a:rPr lang="en-US" sz="1400" b="1" spc="-10" dirty="0">
                              <a:effectLst/>
                            </a:rPr>
                            <a:t>n</a:t>
                          </a:r>
                          <a:r>
                            <a:rPr lang="en-US" sz="1400" b="1" dirty="0">
                              <a:effectLst/>
                            </a:rPr>
                            <a:t>ce</a:t>
                          </a:r>
                          <a:endParaRPr lang="zh-CN" sz="1400" b="1" dirty="0">
                            <a:effectLst/>
                            <a:latin typeface="Calibri"/>
                            <a:ea typeface="宋体"/>
                            <a:cs typeface="Times New Roman"/>
                          </a:endParaRPr>
                        </a:p>
                      </a:txBody>
                      <a:tcPr marL="0" marR="0" marT="0" marB="0" anchor="ctr">
                        <a:lnL w="12700" cap="flat" cmpd="sng" algn="ctr">
                          <a:solidFill>
                            <a:schemeClr val="accent1">
                              <a:lumMod val="60000"/>
                              <a:lumOff val="40000"/>
                            </a:schemeClr>
                          </a:solidFill>
                          <a:prstDash val="solid"/>
                          <a:round/>
                          <a:headEnd type="none" w="med" len="med"/>
                          <a:tailEnd type="none" w="med" len="med"/>
                        </a:lnL>
                        <a:lnR w="12700" cap="flat" cmpd="sng" algn="ctr">
                          <a:solidFill>
                            <a:schemeClr val="accent1">
                              <a:lumMod val="60000"/>
                              <a:lumOff val="40000"/>
                            </a:schemeClr>
                          </a:solidFill>
                          <a:prstDash val="solid"/>
                          <a:round/>
                          <a:headEnd type="none" w="med" len="med"/>
                          <a:tailEnd type="none" w="med" len="med"/>
                        </a:lnR>
                        <a:lnT w="12700" cap="flat" cmpd="sng" algn="ctr">
                          <a:solidFill>
                            <a:schemeClr val="accent1">
                              <a:lumMod val="60000"/>
                              <a:lumOff val="40000"/>
                            </a:schemeClr>
                          </a:solidFill>
                          <a:prstDash val="solid"/>
                          <a:round/>
                          <a:headEnd type="none" w="med" len="med"/>
                          <a:tailEnd type="none" w="med" len="med"/>
                        </a:lnT>
                        <a:lnB w="12700" cap="flat" cmpd="sng" algn="ctr">
                          <a:solidFill>
                            <a:schemeClr val="accent1">
                              <a:lumMod val="60000"/>
                              <a:lumOff val="40000"/>
                            </a:schemeClr>
                          </a:solidFill>
                          <a:prstDash val="solid"/>
                          <a:round/>
                          <a:headEnd type="none" w="med" len="med"/>
                          <a:tailEnd type="none" w="med" len="med"/>
                        </a:lnB>
                        <a:solidFill>
                          <a:schemeClr val="accent6">
                            <a:lumMod val="40000"/>
                            <a:lumOff val="60000"/>
                          </a:schemeClr>
                        </a:solidFill>
                      </a:tcPr>
                    </a:tc>
                  </a:tr>
                  <a:tr h="396512">
                    <a:tc>
                      <a:txBody>
                        <a:bodyPr/>
                        <a:lstStyle/>
                        <a:p>
                          <a:pPr marL="69215">
                            <a:lnSpc>
                              <a:spcPct val="115000"/>
                            </a:lnSpc>
                            <a:spcBef>
                              <a:spcPts val="180"/>
                            </a:spcBef>
                            <a:spcAft>
                              <a:spcPts val="0"/>
                            </a:spcAft>
                          </a:pPr>
                          <a:r>
                            <a:rPr lang="en-US" sz="1400" b="0" dirty="0">
                              <a:effectLst/>
                            </a:rPr>
                            <a:t>Span </a:t>
                          </a:r>
                          <a:r>
                            <a:rPr lang="en-US" sz="1400" b="0" spc="-10" dirty="0">
                              <a:effectLst/>
                            </a:rPr>
                            <a:t>s</a:t>
                          </a:r>
                          <a:r>
                            <a:rPr lang="en-US" sz="1400" b="0" spc="5" dirty="0">
                              <a:effectLst/>
                            </a:rPr>
                            <a:t>t</a:t>
                          </a:r>
                          <a:r>
                            <a:rPr lang="en-US" sz="1400" b="0" dirty="0">
                              <a:effectLst/>
                            </a:rPr>
                            <a:t>a</a:t>
                          </a:r>
                          <a:r>
                            <a:rPr lang="en-US" sz="1400" b="0" spc="-10" dirty="0">
                              <a:effectLst/>
                            </a:rPr>
                            <a:t>b</a:t>
                          </a:r>
                          <a:r>
                            <a:rPr lang="en-US" sz="1400" b="0" spc="5" dirty="0">
                              <a:effectLst/>
                            </a:rPr>
                            <a:t>i</a:t>
                          </a:r>
                          <a:r>
                            <a:rPr lang="en-US" sz="1400" b="0" spc="-5" dirty="0">
                              <a:effectLst/>
                            </a:rPr>
                            <a:t>l</a:t>
                          </a:r>
                          <a:r>
                            <a:rPr lang="en-US" sz="1400" b="0" spc="5" dirty="0">
                              <a:effectLst/>
                            </a:rPr>
                            <a:t>ity</a:t>
                          </a:r>
                          <a:endParaRPr lang="zh-CN" sz="1400" b="0" dirty="0">
                            <a:effectLst/>
                            <a:latin typeface="Calibri"/>
                            <a:ea typeface="宋体"/>
                            <a:cs typeface="Times New Roman"/>
                          </a:endParaRPr>
                        </a:p>
                      </a:txBody>
                      <a:tcPr marL="0" marR="0" marT="0" marB="0" anchor="ctr">
                        <a:lnL w="12700" cap="flat" cmpd="sng" algn="ctr">
                          <a:solidFill>
                            <a:schemeClr val="accent1">
                              <a:lumMod val="60000"/>
                              <a:lumOff val="40000"/>
                            </a:schemeClr>
                          </a:solidFill>
                          <a:prstDash val="solid"/>
                          <a:round/>
                          <a:headEnd type="none" w="med" len="med"/>
                          <a:tailEnd type="none" w="med" len="med"/>
                        </a:lnL>
                        <a:lnR w="12700" cap="flat" cmpd="sng" algn="ctr">
                          <a:solidFill>
                            <a:schemeClr val="accent1">
                              <a:lumMod val="60000"/>
                              <a:lumOff val="40000"/>
                            </a:schemeClr>
                          </a:solidFill>
                          <a:prstDash val="solid"/>
                          <a:round/>
                          <a:headEnd type="none" w="med" len="med"/>
                          <a:tailEnd type="none" w="med" len="med"/>
                        </a:lnR>
                        <a:lnT w="12700" cap="flat" cmpd="sng" algn="ctr">
                          <a:solidFill>
                            <a:schemeClr val="accent1">
                              <a:lumMod val="60000"/>
                              <a:lumOff val="40000"/>
                            </a:schemeClr>
                          </a:solidFill>
                          <a:prstDash val="solid"/>
                          <a:round/>
                          <a:headEnd type="none" w="med" len="med"/>
                          <a:tailEnd type="none" w="med" len="med"/>
                        </a:lnT>
                        <a:lnB w="12700" cap="flat" cmpd="sng" algn="ctr">
                          <a:solidFill>
                            <a:schemeClr val="accent1">
                              <a:lumMod val="60000"/>
                              <a:lumOff val="40000"/>
                            </a:schemeClr>
                          </a:solidFill>
                          <a:prstDash val="solid"/>
                          <a:round/>
                          <a:headEnd type="none" w="med" len="med"/>
                          <a:tailEnd type="none" w="med" len="med"/>
                        </a:lnB>
                        <a:solidFill>
                          <a:schemeClr val="bg1">
                            <a:lumMod val="95000"/>
                          </a:schemeClr>
                        </a:solidFill>
                      </a:tcPr>
                    </a:tc>
                    <a:tc>
                      <a:txBody>
                        <a:bodyPr/>
                        <a:lstStyle/>
                        <a:p>
                          <a:pPr marL="0" indent="0" algn="ctr">
                            <a:lnSpc>
                              <a:spcPct val="115000"/>
                            </a:lnSpc>
                            <a:spcBef>
                              <a:spcPts val="180"/>
                            </a:spcBef>
                            <a:spcAft>
                              <a:spcPts val="0"/>
                            </a:spcAft>
                          </a:pPr>
                          <a:r>
                            <a:rPr lang="en-US" sz="1400" b="0" dirty="0">
                              <a:effectLst/>
                            </a:rPr>
                            <a:t>2.10.7.11</a:t>
                          </a:r>
                          <a:endParaRPr lang="zh-CN" sz="1400" b="0" dirty="0">
                            <a:effectLst/>
                            <a:latin typeface="Calibri"/>
                            <a:ea typeface="宋体"/>
                            <a:cs typeface="Times New Roman"/>
                          </a:endParaRPr>
                        </a:p>
                      </a:txBody>
                      <a:tcPr marL="0" marR="0" marT="0" marB="0" anchor="ctr">
                        <a:lnL w="12700" cap="flat" cmpd="sng" algn="ctr">
                          <a:solidFill>
                            <a:schemeClr val="accent1">
                              <a:lumMod val="60000"/>
                              <a:lumOff val="40000"/>
                            </a:schemeClr>
                          </a:solidFill>
                          <a:prstDash val="solid"/>
                          <a:round/>
                          <a:headEnd type="none" w="med" len="med"/>
                          <a:tailEnd type="none" w="med" len="med"/>
                        </a:lnL>
                        <a:lnR w="12700" cap="flat" cmpd="sng" algn="ctr">
                          <a:solidFill>
                            <a:schemeClr val="accent1">
                              <a:lumMod val="60000"/>
                              <a:lumOff val="40000"/>
                            </a:schemeClr>
                          </a:solidFill>
                          <a:prstDash val="solid"/>
                          <a:round/>
                          <a:headEnd type="none" w="med" len="med"/>
                          <a:tailEnd type="none" w="med" len="med"/>
                        </a:lnR>
                        <a:lnT w="12700" cap="flat" cmpd="sng" algn="ctr">
                          <a:solidFill>
                            <a:schemeClr val="accent1">
                              <a:lumMod val="60000"/>
                              <a:lumOff val="40000"/>
                            </a:schemeClr>
                          </a:solidFill>
                          <a:prstDash val="solid"/>
                          <a:round/>
                          <a:headEnd type="none" w="med" len="med"/>
                          <a:tailEnd type="none" w="med" len="med"/>
                        </a:lnT>
                        <a:lnB w="12700" cap="flat" cmpd="sng" algn="ctr">
                          <a:solidFill>
                            <a:schemeClr val="accent1">
                              <a:lumMod val="60000"/>
                              <a:lumOff val="40000"/>
                            </a:schemeClr>
                          </a:solidFill>
                          <a:prstDash val="solid"/>
                          <a:round/>
                          <a:headEnd type="none" w="med" len="med"/>
                          <a:tailEnd type="none" w="med" len="med"/>
                        </a:lnB>
                        <a:solidFill>
                          <a:schemeClr val="bg1">
                            <a:lumMod val="95000"/>
                          </a:schemeClr>
                        </a:solidFill>
                      </a:tcPr>
                    </a:tc>
                    <a:tc vMerge="1">
                      <a:txBody>
                        <a:bodyPr/>
                        <a:lstStyle/>
                        <a:p>
                          <a:endParaRPr lang="zh-CN" altLang="en-US"/>
                        </a:p>
                      </a:txBody>
                      <a:tcPr/>
                    </a:tc>
                    <a:tc>
                      <a:txBody>
                        <a:bodyPr/>
                        <a:lstStyle/>
                        <a:p>
                          <a:pPr marL="140970">
                            <a:lnSpc>
                              <a:spcPct val="115000"/>
                            </a:lnSpc>
                            <a:spcBef>
                              <a:spcPts val="180"/>
                            </a:spcBef>
                            <a:spcAft>
                              <a:spcPts val="0"/>
                            </a:spcAft>
                          </a:pPr>
                          <a:r>
                            <a:rPr lang="en-US" sz="1400" b="0" spc="-20" dirty="0">
                              <a:effectLst/>
                            </a:rPr>
                            <a:t>I</a:t>
                          </a:r>
                          <a:r>
                            <a:rPr lang="en-US" sz="1400" b="0" dirty="0">
                              <a:effectLst/>
                            </a:rPr>
                            <a:t>n</a:t>
                          </a:r>
                          <a:r>
                            <a:rPr lang="en-US" sz="1400" b="0" spc="5" dirty="0">
                              <a:effectLst/>
                            </a:rPr>
                            <a:t>fl</a:t>
                          </a:r>
                          <a:r>
                            <a:rPr lang="en-US" sz="1400" b="0" dirty="0">
                              <a:effectLst/>
                            </a:rPr>
                            <a:t>uence</a:t>
                          </a:r>
                          <a:r>
                            <a:rPr lang="en-US" sz="1400" b="0" spc="5" dirty="0">
                              <a:effectLst/>
                            </a:rPr>
                            <a:t> </a:t>
                          </a:r>
                          <a:r>
                            <a:rPr lang="en-US" sz="1400" b="0" spc="-10" dirty="0">
                              <a:effectLst/>
                            </a:rPr>
                            <a:t>f</a:t>
                          </a:r>
                          <a:r>
                            <a:rPr lang="en-US" sz="1400" b="0" dirty="0">
                              <a:effectLst/>
                            </a:rPr>
                            <a:t>a</a:t>
                          </a:r>
                          <a:r>
                            <a:rPr lang="en-US" sz="1400" b="0" spc="-10" dirty="0">
                              <a:effectLst/>
                            </a:rPr>
                            <a:t>c</a:t>
                          </a:r>
                          <a:r>
                            <a:rPr lang="en-US" sz="1400" b="0" spc="5" dirty="0">
                              <a:effectLst/>
                            </a:rPr>
                            <a:t>t</a:t>
                          </a:r>
                          <a:r>
                            <a:rPr lang="en-US" sz="1400" b="0" dirty="0">
                              <a:effectLst/>
                            </a:rPr>
                            <a:t>or</a:t>
                          </a:r>
                          <a:endParaRPr lang="zh-CN" sz="1400" b="0" dirty="0">
                            <a:effectLst/>
                            <a:latin typeface="Calibri"/>
                            <a:ea typeface="宋体"/>
                            <a:cs typeface="Times New Roman"/>
                          </a:endParaRPr>
                        </a:p>
                      </a:txBody>
                      <a:tcPr marL="0" marR="0" marT="0" marB="0" anchor="ctr">
                        <a:lnL w="12700" cap="flat" cmpd="sng" algn="ctr">
                          <a:solidFill>
                            <a:schemeClr val="accent1">
                              <a:lumMod val="60000"/>
                              <a:lumOff val="40000"/>
                            </a:schemeClr>
                          </a:solidFill>
                          <a:prstDash val="solid"/>
                          <a:round/>
                          <a:headEnd type="none" w="med" len="med"/>
                          <a:tailEnd type="none" w="med" len="med"/>
                        </a:lnL>
                        <a:lnR w="12700" cap="flat" cmpd="sng" algn="ctr">
                          <a:solidFill>
                            <a:schemeClr val="accent1">
                              <a:lumMod val="60000"/>
                              <a:lumOff val="40000"/>
                            </a:schemeClr>
                          </a:solidFill>
                          <a:prstDash val="solid"/>
                          <a:round/>
                          <a:headEnd type="none" w="med" len="med"/>
                          <a:tailEnd type="none" w="med" len="med"/>
                        </a:lnR>
                        <a:lnT w="12700" cap="flat" cmpd="sng" algn="ctr">
                          <a:solidFill>
                            <a:schemeClr val="accent1">
                              <a:lumMod val="60000"/>
                              <a:lumOff val="40000"/>
                            </a:schemeClr>
                          </a:solidFill>
                          <a:prstDash val="solid"/>
                          <a:round/>
                          <a:headEnd type="none" w="med" len="med"/>
                          <a:tailEnd type="none" w="med" len="med"/>
                        </a:lnT>
                        <a:lnB w="12700" cap="flat" cmpd="sng" algn="ctr">
                          <a:solidFill>
                            <a:schemeClr val="accent1">
                              <a:lumMod val="60000"/>
                              <a:lumOff val="40000"/>
                            </a:schemeClr>
                          </a:solidFill>
                          <a:prstDash val="solid"/>
                          <a:round/>
                          <a:headEnd type="none" w="med" len="med"/>
                          <a:tailEnd type="none" w="med" len="med"/>
                        </a:lnB>
                        <a:solidFill>
                          <a:schemeClr val="bg1">
                            <a:lumMod val="95000"/>
                          </a:schemeClr>
                        </a:solidFill>
                      </a:tcPr>
                    </a:tc>
                  </a:tr>
                </a:tbl>
              </a:graphicData>
            </a:graphic>
          </p:graphicFrame>
        </mc:Choice>
        <mc:Fallback xmlns="">
          <p:graphicFrame>
            <p:nvGraphicFramePr>
              <p:cNvPr id="7" name="内容占位符 6"/>
              <p:cNvGraphicFramePr>
                <a:graphicFrameLocks noGrp="1"/>
              </p:cNvGraphicFramePr>
              <p:nvPr>
                <p:ph idx="1"/>
                <p:extLst>
                  <p:ext uri="{D42A27DB-BD31-4B8C-83A1-F6EECF244321}">
                    <p14:modId xmlns:p14="http://schemas.microsoft.com/office/powerpoint/2010/main" val="1480547719"/>
                  </p:ext>
                </p:extLst>
              </p:nvPr>
            </p:nvGraphicFramePr>
            <p:xfrm>
              <a:off x="605223" y="1488672"/>
              <a:ext cx="8172000" cy="4212000"/>
            </p:xfrm>
            <a:graphic>
              <a:graphicData uri="http://schemas.openxmlformats.org/drawingml/2006/table">
                <a:tbl>
                  <a:tblPr firstRow="1" firstCol="1" lastRow="1" lastCol="1" bandRow="1" bandCol="1">
                    <a:tableStyleId>{FABFCF23-3B69-468F-B69F-88F6DE6A72F2}</a:tableStyleId>
                  </a:tblPr>
                  <a:tblGrid>
                    <a:gridCol w="3177359"/>
                    <a:gridCol w="2298598"/>
                    <a:gridCol w="813076"/>
                    <a:gridCol w="1882967"/>
                  </a:tblGrid>
                  <a:tr h="819239">
                    <a:tc>
                      <a:txBody>
                        <a:bodyPr/>
                        <a:lstStyle/>
                        <a:p>
                          <a:pPr>
                            <a:lnSpc>
                              <a:spcPts val="500"/>
                            </a:lnSpc>
                            <a:spcBef>
                              <a:spcPts val="35"/>
                            </a:spcBef>
                            <a:spcAft>
                              <a:spcPts val="0"/>
                            </a:spcAft>
                          </a:pPr>
                          <a:r>
                            <a:rPr lang="en-US" sz="1600" b="1" dirty="0">
                              <a:effectLst/>
                            </a:rPr>
                            <a:t>  </a:t>
                          </a:r>
                          <a:endParaRPr lang="zh-CN" sz="1600" b="1" dirty="0">
                            <a:effectLst/>
                          </a:endParaRPr>
                        </a:p>
                        <a:p>
                          <a:pPr marL="840105" marR="830580" algn="ctr">
                            <a:lnSpc>
                              <a:spcPct val="115000"/>
                            </a:lnSpc>
                            <a:spcAft>
                              <a:spcPts val="0"/>
                            </a:spcAft>
                          </a:pPr>
                          <a:r>
                            <a:rPr lang="en-US" sz="1600" b="1" spc="-5" dirty="0">
                              <a:effectLst/>
                            </a:rPr>
                            <a:t>T</a:t>
                          </a:r>
                          <a:r>
                            <a:rPr lang="en-US" sz="1600" b="1" dirty="0">
                              <a:effectLst/>
                            </a:rPr>
                            <a:t>est</a:t>
                          </a:r>
                          <a:endParaRPr lang="zh-CN" sz="1600" b="1" dirty="0">
                            <a:effectLst/>
                            <a:latin typeface="Calibri"/>
                            <a:ea typeface="宋体"/>
                            <a:cs typeface="Times New Roman"/>
                          </a:endParaRP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5">
                            <a:lumMod val="50000"/>
                          </a:schemeClr>
                        </a:solidFill>
                      </a:tcPr>
                    </a:tc>
                    <a:tc>
                      <a:txBody>
                        <a:bodyPr/>
                        <a:lstStyle/>
                        <a:p>
                          <a:pPr marL="274955" marR="264160" indent="-1905" algn="ctr">
                            <a:lnSpc>
                              <a:spcPct val="104000"/>
                            </a:lnSpc>
                            <a:spcBef>
                              <a:spcPts val="205"/>
                            </a:spcBef>
                            <a:spcAft>
                              <a:spcPts val="0"/>
                            </a:spcAft>
                          </a:pPr>
                          <a:r>
                            <a:rPr lang="en-US" sz="1600" b="1" dirty="0" smtClean="0">
                              <a:effectLst/>
                            </a:rPr>
                            <a:t>Sub c</a:t>
                          </a:r>
                          <a:r>
                            <a:rPr lang="en-US" sz="1600" b="1" spc="5" dirty="0" smtClean="0">
                              <a:effectLst/>
                            </a:rPr>
                            <a:t>l</a:t>
                          </a:r>
                          <a:r>
                            <a:rPr lang="en-US" sz="1600" b="1" dirty="0" smtClean="0">
                              <a:effectLst/>
                            </a:rPr>
                            <a:t>au</a:t>
                          </a:r>
                          <a:r>
                            <a:rPr lang="en-US" sz="1600" b="1" spc="-10" dirty="0" smtClean="0">
                              <a:effectLst/>
                            </a:rPr>
                            <a:t>s</a:t>
                          </a:r>
                          <a:r>
                            <a:rPr lang="en-US" sz="1600" b="1" dirty="0" smtClean="0">
                              <a:effectLst/>
                            </a:rPr>
                            <a:t>e </a:t>
                          </a:r>
                          <a:r>
                            <a:rPr lang="en-US" sz="1600" b="1" dirty="0">
                              <a:effectLst/>
                            </a:rPr>
                            <a:t>R</a:t>
                          </a:r>
                          <a:r>
                            <a:rPr lang="en-US" sz="1600" b="1" spc="-5" dirty="0">
                              <a:effectLst/>
                            </a:rPr>
                            <a:t> </a:t>
                          </a:r>
                          <a:r>
                            <a:rPr lang="en-US" sz="1600" b="1" dirty="0">
                              <a:effectLst/>
                            </a:rPr>
                            <a:t>60</a:t>
                          </a:r>
                          <a:r>
                            <a:rPr lang="en-US" sz="1600" b="1" spc="5" dirty="0">
                              <a:effectLst/>
                            </a:rPr>
                            <a:t>-</a:t>
                          </a:r>
                          <a:r>
                            <a:rPr lang="en-US" sz="1600" b="1" dirty="0">
                              <a:effectLst/>
                            </a:rPr>
                            <a:t>2, 2.</a:t>
                          </a:r>
                          <a:r>
                            <a:rPr lang="en-US" sz="1600" b="1" spc="-10" dirty="0">
                              <a:effectLst/>
                            </a:rPr>
                            <a:t>1</a:t>
                          </a:r>
                          <a:r>
                            <a:rPr lang="en-US" sz="1600" b="1" dirty="0">
                              <a:effectLst/>
                            </a:rPr>
                            <a:t>0 </a:t>
                          </a:r>
                          <a:r>
                            <a:rPr lang="en-US" sz="1600" b="1" spc="5" dirty="0">
                              <a:effectLst/>
                            </a:rPr>
                            <a:t>t</a:t>
                          </a:r>
                          <a:r>
                            <a:rPr lang="en-US" sz="1600" b="1" dirty="0">
                              <a:effectLst/>
                            </a:rPr>
                            <a:t>e</a:t>
                          </a:r>
                          <a:r>
                            <a:rPr lang="en-US" sz="1600" b="1" spc="-10" dirty="0">
                              <a:effectLst/>
                            </a:rPr>
                            <a:t>s</a:t>
                          </a:r>
                          <a:r>
                            <a:rPr lang="en-US" sz="1600" b="1" dirty="0">
                              <a:effectLst/>
                            </a:rPr>
                            <a:t>t</a:t>
                          </a:r>
                          <a:r>
                            <a:rPr lang="en-US" sz="1600" b="1" spc="5" dirty="0">
                              <a:effectLst/>
                            </a:rPr>
                            <a:t> </a:t>
                          </a:r>
                          <a:r>
                            <a:rPr lang="en-US" sz="1600" b="1" dirty="0">
                              <a:effectLst/>
                            </a:rPr>
                            <a:t>pro</a:t>
                          </a:r>
                          <a:r>
                            <a:rPr lang="en-US" sz="1600" b="1" spc="-10" dirty="0">
                              <a:effectLst/>
                            </a:rPr>
                            <a:t>c</a:t>
                          </a:r>
                          <a:r>
                            <a:rPr lang="en-US" sz="1600" b="1" dirty="0">
                              <a:effectLst/>
                            </a:rPr>
                            <a:t>edure</a:t>
                          </a:r>
                          <a:endParaRPr lang="zh-CN" sz="1600" b="1" dirty="0">
                            <a:effectLst/>
                            <a:latin typeface="Calibri"/>
                            <a:ea typeface="宋体"/>
                            <a:cs typeface="Times New Roman"/>
                          </a:endParaRP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5">
                            <a:lumMod val="50000"/>
                          </a:schemeClr>
                        </a:solidFill>
                      </a:tcPr>
                    </a:tc>
                    <a:tc>
                      <a:txBody>
                        <a:bodyPr/>
                        <a:lstStyle/>
                        <a:p>
                          <a:endParaRPr lang="zh-CN"/>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blipFill rotWithShape="1">
                          <a:blip r:embed="rId2"/>
                          <a:stretch>
                            <a:fillRect l="-675940" t="-5224" r="-232331" b="-417164"/>
                          </a:stretch>
                        </a:blipFill>
                      </a:tcPr>
                    </a:tc>
                    <a:tc>
                      <a:txBody>
                        <a:bodyPr/>
                        <a:lstStyle/>
                        <a:p>
                          <a:pPr>
                            <a:lnSpc>
                              <a:spcPts val="850"/>
                            </a:lnSpc>
                            <a:spcBef>
                              <a:spcPts val="15"/>
                            </a:spcBef>
                            <a:spcAft>
                              <a:spcPts val="0"/>
                            </a:spcAft>
                          </a:pPr>
                          <a:r>
                            <a:rPr lang="en-US" sz="1600" b="1" dirty="0">
                              <a:effectLst/>
                            </a:rPr>
                            <a:t> </a:t>
                          </a:r>
                          <a:endParaRPr lang="zh-CN" sz="1600" b="1" dirty="0">
                            <a:effectLst/>
                          </a:endParaRPr>
                        </a:p>
                        <a:p>
                          <a:pPr marL="284480" marR="116205" indent="-126365">
                            <a:lnSpc>
                              <a:spcPct val="105000"/>
                            </a:lnSpc>
                            <a:spcAft>
                              <a:spcPts val="0"/>
                            </a:spcAft>
                          </a:pPr>
                          <a:r>
                            <a:rPr lang="en-US" sz="1600" b="1" spc="-5" dirty="0">
                              <a:effectLst/>
                            </a:rPr>
                            <a:t>C</a:t>
                          </a:r>
                          <a:r>
                            <a:rPr lang="en-US" sz="1600" b="1" dirty="0">
                              <a:effectLst/>
                            </a:rPr>
                            <a:t>harac</a:t>
                          </a:r>
                          <a:r>
                            <a:rPr lang="en-US" sz="1600" b="1" spc="-5" dirty="0">
                              <a:effectLst/>
                            </a:rPr>
                            <a:t>t</a:t>
                          </a:r>
                          <a:r>
                            <a:rPr lang="en-US" sz="1600" b="1" dirty="0">
                              <a:effectLst/>
                            </a:rPr>
                            <a:t>er</a:t>
                          </a:r>
                          <a:r>
                            <a:rPr lang="en-US" sz="1600" b="1" spc="-5" dirty="0">
                              <a:effectLst/>
                            </a:rPr>
                            <a:t>i</a:t>
                          </a:r>
                          <a:r>
                            <a:rPr lang="en-US" sz="1600" b="1" dirty="0">
                              <a:effectLst/>
                            </a:rPr>
                            <a:t>s</a:t>
                          </a:r>
                          <a:r>
                            <a:rPr lang="en-US" sz="1600" b="1" spc="-10" dirty="0">
                              <a:effectLst/>
                            </a:rPr>
                            <a:t>t</a:t>
                          </a:r>
                          <a:r>
                            <a:rPr lang="en-US" sz="1600" b="1" spc="5" dirty="0">
                              <a:effectLst/>
                            </a:rPr>
                            <a:t>i</a:t>
                          </a:r>
                          <a:r>
                            <a:rPr lang="en-US" sz="1600" b="1" dirty="0">
                              <a:effectLst/>
                            </a:rPr>
                            <a:t>c under</a:t>
                          </a:r>
                          <a:r>
                            <a:rPr lang="en-US" sz="1600" b="1" spc="5" dirty="0">
                              <a:effectLst/>
                            </a:rPr>
                            <a:t> </a:t>
                          </a:r>
                          <a:r>
                            <a:rPr lang="en-US" sz="1600" b="1" spc="-10" dirty="0">
                              <a:effectLst/>
                            </a:rPr>
                            <a:t>t</a:t>
                          </a:r>
                          <a:r>
                            <a:rPr lang="en-US" sz="1600" b="1" dirty="0">
                              <a:effectLst/>
                            </a:rPr>
                            <a:t>est</a:t>
                          </a:r>
                          <a:endParaRPr lang="zh-CN" sz="1600" b="1" dirty="0">
                            <a:effectLst/>
                            <a:latin typeface="Calibri"/>
                            <a:ea typeface="宋体"/>
                            <a:cs typeface="Times New Roman"/>
                          </a:endParaRP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5">
                            <a:lumMod val="50000"/>
                          </a:schemeClr>
                        </a:solidFill>
                      </a:tcPr>
                    </a:tc>
                  </a:tr>
                  <a:tr h="329981">
                    <a:tc>
                      <a:txBody>
                        <a:bodyPr/>
                        <a:lstStyle/>
                        <a:p>
                          <a:pPr marL="69215">
                            <a:lnSpc>
                              <a:spcPct val="115000"/>
                            </a:lnSpc>
                            <a:spcBef>
                              <a:spcPts val="180"/>
                            </a:spcBef>
                            <a:spcAft>
                              <a:spcPts val="0"/>
                            </a:spcAft>
                          </a:pPr>
                          <a:r>
                            <a:rPr lang="en-US" sz="1400" b="0" dirty="0">
                              <a:effectLst/>
                            </a:rPr>
                            <a:t>Wa</a:t>
                          </a:r>
                          <a:r>
                            <a:rPr lang="en-US" sz="1400" b="0" spc="5" dirty="0">
                              <a:effectLst/>
                            </a:rPr>
                            <a:t>r</a:t>
                          </a:r>
                          <a:r>
                            <a:rPr lang="en-US" sz="1400" b="0" spc="-10" dirty="0">
                              <a:effectLst/>
                            </a:rPr>
                            <a:t>m</a:t>
                          </a:r>
                          <a:r>
                            <a:rPr lang="en-US" sz="1400" b="0" spc="-20" dirty="0">
                              <a:effectLst/>
                            </a:rPr>
                            <a:t>-</a:t>
                          </a:r>
                          <a:r>
                            <a:rPr lang="en-US" sz="1400" b="0" dirty="0">
                              <a:effectLst/>
                            </a:rPr>
                            <a:t>up </a:t>
                          </a:r>
                          <a:r>
                            <a:rPr lang="en-US" sz="1400" b="0" spc="5" dirty="0">
                              <a:effectLst/>
                            </a:rPr>
                            <a:t>ti</a:t>
                          </a:r>
                          <a:r>
                            <a:rPr lang="en-US" sz="1400" b="0" spc="-20" dirty="0">
                              <a:effectLst/>
                            </a:rPr>
                            <a:t>m</a:t>
                          </a:r>
                          <a:r>
                            <a:rPr lang="en-US" sz="1400" b="0" dirty="0">
                              <a:effectLst/>
                            </a:rPr>
                            <a:t>e</a:t>
                          </a:r>
                          <a:endParaRPr lang="zh-CN" sz="1400" b="0" dirty="0">
                            <a:effectLst/>
                            <a:latin typeface="Calibri"/>
                            <a:ea typeface="宋体"/>
                            <a:cs typeface="Times New Roman"/>
                          </a:endParaRPr>
                        </a:p>
                      </a:txBody>
                      <a:tcPr marL="0" marR="0" marT="0" marB="0" anchor="ctr">
                        <a:lnL w="12700" cap="flat" cmpd="sng" algn="ctr">
                          <a:solidFill>
                            <a:schemeClr val="accent1">
                              <a:lumMod val="60000"/>
                              <a:lumOff val="40000"/>
                            </a:schemeClr>
                          </a:solidFill>
                          <a:prstDash val="solid"/>
                          <a:round/>
                          <a:headEnd type="none" w="med" len="med"/>
                          <a:tailEnd type="none" w="med" len="med"/>
                        </a:lnL>
                        <a:lnR w="12700" cap="flat" cmpd="sng" algn="ctr">
                          <a:solidFill>
                            <a:schemeClr val="accent1">
                              <a:lumMod val="60000"/>
                              <a:lumOff val="40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accent1">
                              <a:lumMod val="60000"/>
                              <a:lumOff val="40000"/>
                            </a:schemeClr>
                          </a:solidFill>
                          <a:prstDash val="solid"/>
                          <a:round/>
                          <a:headEnd type="none" w="med" len="med"/>
                          <a:tailEnd type="none" w="med" len="med"/>
                        </a:lnB>
                        <a:solidFill>
                          <a:schemeClr val="bg1">
                            <a:lumMod val="95000"/>
                          </a:schemeClr>
                        </a:solidFill>
                      </a:tcPr>
                    </a:tc>
                    <a:tc>
                      <a:txBody>
                        <a:bodyPr/>
                        <a:lstStyle/>
                        <a:p>
                          <a:pPr marL="466725" marR="454025" algn="ctr">
                            <a:lnSpc>
                              <a:spcPct val="115000"/>
                            </a:lnSpc>
                            <a:spcBef>
                              <a:spcPts val="180"/>
                            </a:spcBef>
                            <a:spcAft>
                              <a:spcPts val="0"/>
                            </a:spcAft>
                          </a:pPr>
                          <a:r>
                            <a:rPr lang="en-US" sz="1400" b="0" dirty="0">
                              <a:effectLst/>
                            </a:rPr>
                            <a:t>2.10.7.3</a:t>
                          </a:r>
                          <a:endParaRPr lang="zh-CN" sz="1400" b="0" dirty="0">
                            <a:effectLst/>
                            <a:latin typeface="Calibri"/>
                            <a:ea typeface="宋体"/>
                            <a:cs typeface="Times New Roman"/>
                          </a:endParaRPr>
                        </a:p>
                      </a:txBody>
                      <a:tcPr marL="0" marR="0" marT="0" marB="0" anchor="ctr">
                        <a:lnL w="12700" cap="flat" cmpd="sng" algn="ctr">
                          <a:solidFill>
                            <a:schemeClr val="accent1">
                              <a:lumMod val="60000"/>
                              <a:lumOff val="40000"/>
                            </a:schemeClr>
                          </a:solidFill>
                          <a:prstDash val="solid"/>
                          <a:round/>
                          <a:headEnd type="none" w="med" len="med"/>
                          <a:tailEnd type="none" w="med" len="med"/>
                        </a:lnL>
                        <a:lnR w="12700" cap="flat" cmpd="sng" algn="ctr">
                          <a:solidFill>
                            <a:schemeClr val="accent1">
                              <a:lumMod val="60000"/>
                              <a:lumOff val="40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accent1">
                              <a:lumMod val="60000"/>
                              <a:lumOff val="40000"/>
                            </a:schemeClr>
                          </a:solidFill>
                          <a:prstDash val="solid"/>
                          <a:round/>
                          <a:headEnd type="none" w="med" len="med"/>
                          <a:tailEnd type="none" w="med" len="med"/>
                        </a:lnB>
                        <a:solidFill>
                          <a:schemeClr val="bg1">
                            <a:lumMod val="95000"/>
                          </a:schemeClr>
                        </a:solidFill>
                      </a:tcPr>
                    </a:tc>
                    <a:tc rowSpan="9">
                      <a:txBody>
                        <a:bodyPr/>
                        <a:lstStyle/>
                        <a:p>
                          <a:pPr algn="ctr">
                            <a:lnSpc>
                              <a:spcPts val="1000"/>
                            </a:lnSpc>
                            <a:spcAft>
                              <a:spcPts val="0"/>
                            </a:spcAft>
                          </a:pPr>
                          <a:r>
                            <a:rPr lang="en-US" sz="1400" b="0" dirty="0">
                              <a:effectLst/>
                            </a:rPr>
                            <a:t> </a:t>
                          </a:r>
                          <a:r>
                            <a:rPr lang="en-US" sz="1400" b="0" dirty="0" smtClean="0">
                              <a:effectLst/>
                            </a:rPr>
                            <a:t>1.0</a:t>
                          </a:r>
                          <a:endParaRPr lang="zh-CN" sz="1400" b="0" dirty="0">
                            <a:effectLst/>
                            <a:latin typeface="Calibri"/>
                            <a:ea typeface="宋体"/>
                            <a:cs typeface="Times New Roman"/>
                          </a:endParaRPr>
                        </a:p>
                      </a:txBody>
                      <a:tcPr marL="0" marR="0" marT="0" marB="0" anchor="ctr">
                        <a:lnL w="12700" cap="flat" cmpd="sng" algn="ctr">
                          <a:solidFill>
                            <a:schemeClr val="accent1">
                              <a:lumMod val="60000"/>
                              <a:lumOff val="40000"/>
                            </a:schemeClr>
                          </a:solidFill>
                          <a:prstDash val="solid"/>
                          <a:round/>
                          <a:headEnd type="none" w="med" len="med"/>
                          <a:tailEnd type="none" w="med" len="med"/>
                        </a:lnL>
                        <a:lnR w="12700" cap="flat" cmpd="sng" algn="ctr">
                          <a:solidFill>
                            <a:schemeClr val="accent1">
                              <a:lumMod val="60000"/>
                              <a:lumOff val="40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marL="140970">
                            <a:lnSpc>
                              <a:spcPct val="115000"/>
                            </a:lnSpc>
                            <a:spcBef>
                              <a:spcPts val="180"/>
                            </a:spcBef>
                            <a:spcAft>
                              <a:spcPts val="0"/>
                            </a:spcAft>
                          </a:pPr>
                          <a:r>
                            <a:rPr lang="en-US" sz="1400" b="0" spc="-20" dirty="0">
                              <a:effectLst/>
                            </a:rPr>
                            <a:t>I</a:t>
                          </a:r>
                          <a:r>
                            <a:rPr lang="en-US" sz="1400" b="0" dirty="0">
                              <a:effectLst/>
                            </a:rPr>
                            <a:t>n</a:t>
                          </a:r>
                          <a:r>
                            <a:rPr lang="en-US" sz="1400" b="0" spc="5" dirty="0">
                              <a:effectLst/>
                            </a:rPr>
                            <a:t>fl</a:t>
                          </a:r>
                          <a:r>
                            <a:rPr lang="en-US" sz="1400" b="0" dirty="0">
                              <a:effectLst/>
                            </a:rPr>
                            <a:t>uence</a:t>
                          </a:r>
                          <a:r>
                            <a:rPr lang="en-US" sz="1400" b="0" spc="5" dirty="0">
                              <a:effectLst/>
                            </a:rPr>
                            <a:t> </a:t>
                          </a:r>
                          <a:r>
                            <a:rPr lang="en-US" sz="1400" b="0" spc="-10" dirty="0">
                              <a:effectLst/>
                            </a:rPr>
                            <a:t>f</a:t>
                          </a:r>
                          <a:r>
                            <a:rPr lang="en-US" sz="1400" b="0" dirty="0">
                              <a:effectLst/>
                            </a:rPr>
                            <a:t>a</a:t>
                          </a:r>
                          <a:r>
                            <a:rPr lang="en-US" sz="1400" b="0" spc="-10" dirty="0">
                              <a:effectLst/>
                            </a:rPr>
                            <a:t>c</a:t>
                          </a:r>
                          <a:r>
                            <a:rPr lang="en-US" sz="1400" b="0" spc="5" dirty="0">
                              <a:effectLst/>
                            </a:rPr>
                            <a:t>t</a:t>
                          </a:r>
                          <a:r>
                            <a:rPr lang="en-US" sz="1400" b="0" dirty="0">
                              <a:effectLst/>
                            </a:rPr>
                            <a:t>or</a:t>
                          </a:r>
                          <a:endParaRPr lang="zh-CN" sz="1400" b="0" dirty="0">
                            <a:effectLst/>
                            <a:latin typeface="Calibri"/>
                            <a:ea typeface="宋体"/>
                            <a:cs typeface="Times New Roman"/>
                          </a:endParaRPr>
                        </a:p>
                      </a:txBody>
                      <a:tcPr marL="0" marR="0" marT="0" marB="0" anchor="ctr">
                        <a:lnL w="12700" cap="flat" cmpd="sng" algn="ctr">
                          <a:solidFill>
                            <a:schemeClr val="accent1">
                              <a:lumMod val="60000"/>
                              <a:lumOff val="40000"/>
                            </a:schemeClr>
                          </a:solidFill>
                          <a:prstDash val="solid"/>
                          <a:round/>
                          <a:headEnd type="none" w="med" len="med"/>
                          <a:tailEnd type="none" w="med" len="med"/>
                        </a:lnL>
                        <a:lnR w="12700" cap="flat" cmpd="sng" algn="ctr">
                          <a:solidFill>
                            <a:schemeClr val="accent1">
                              <a:lumMod val="60000"/>
                              <a:lumOff val="40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accent1">
                              <a:lumMod val="60000"/>
                              <a:lumOff val="40000"/>
                            </a:schemeClr>
                          </a:solidFill>
                          <a:prstDash val="solid"/>
                          <a:round/>
                          <a:headEnd type="none" w="med" len="med"/>
                          <a:tailEnd type="none" w="med" len="med"/>
                        </a:lnB>
                        <a:solidFill>
                          <a:schemeClr val="bg1">
                            <a:lumMod val="95000"/>
                          </a:schemeClr>
                        </a:solidFill>
                      </a:tcPr>
                    </a:tc>
                  </a:tr>
                  <a:tr h="328617">
                    <a:tc>
                      <a:txBody>
                        <a:bodyPr/>
                        <a:lstStyle/>
                        <a:p>
                          <a:pPr marL="69215">
                            <a:lnSpc>
                              <a:spcPct val="115000"/>
                            </a:lnSpc>
                            <a:spcBef>
                              <a:spcPts val="180"/>
                            </a:spcBef>
                            <a:spcAft>
                              <a:spcPts val="0"/>
                            </a:spcAft>
                          </a:pPr>
                          <a:r>
                            <a:rPr lang="en-US" sz="1400" b="0" dirty="0">
                              <a:effectLst/>
                            </a:rPr>
                            <a:t>Po</a:t>
                          </a:r>
                          <a:r>
                            <a:rPr lang="en-US" sz="1400" b="0" spc="-5" dirty="0">
                              <a:effectLst/>
                            </a:rPr>
                            <a:t>w</a:t>
                          </a:r>
                          <a:r>
                            <a:rPr lang="en-US" sz="1400" b="0" dirty="0">
                              <a:effectLst/>
                            </a:rPr>
                            <a:t>er</a:t>
                          </a:r>
                          <a:r>
                            <a:rPr lang="en-US" sz="1400" b="0" spc="5" dirty="0">
                              <a:effectLst/>
                            </a:rPr>
                            <a:t> </a:t>
                          </a:r>
                          <a:r>
                            <a:rPr lang="en-US" sz="1400" b="0" spc="-10" dirty="0">
                              <a:effectLst/>
                            </a:rPr>
                            <a:t>v</a:t>
                          </a:r>
                          <a:r>
                            <a:rPr lang="en-US" sz="1400" b="0" dirty="0">
                              <a:effectLst/>
                            </a:rPr>
                            <a:t>o</a:t>
                          </a:r>
                          <a:r>
                            <a:rPr lang="en-US" sz="1400" b="0" spc="5" dirty="0">
                              <a:effectLst/>
                            </a:rPr>
                            <a:t>l</a:t>
                          </a:r>
                          <a:r>
                            <a:rPr lang="en-US" sz="1400" b="0" spc="-5" dirty="0">
                              <a:effectLst/>
                            </a:rPr>
                            <a:t>t</a:t>
                          </a:r>
                          <a:r>
                            <a:rPr lang="en-US" sz="1400" b="0" dirty="0">
                              <a:effectLst/>
                            </a:rPr>
                            <a:t>a</a:t>
                          </a:r>
                          <a:r>
                            <a:rPr lang="en-US" sz="1400" b="0" spc="-10" dirty="0">
                              <a:effectLst/>
                            </a:rPr>
                            <a:t>g</a:t>
                          </a:r>
                          <a:r>
                            <a:rPr lang="en-US" sz="1400" b="0" dirty="0">
                              <a:effectLst/>
                            </a:rPr>
                            <a:t>e</a:t>
                          </a:r>
                          <a:r>
                            <a:rPr lang="en-US" sz="1400" b="0" spc="5" dirty="0">
                              <a:effectLst/>
                            </a:rPr>
                            <a:t> </a:t>
                          </a:r>
                          <a:r>
                            <a:rPr lang="en-US" sz="1400" b="0" spc="-10" dirty="0">
                              <a:effectLst/>
                            </a:rPr>
                            <a:t>v</a:t>
                          </a:r>
                          <a:r>
                            <a:rPr lang="en-US" sz="1400" b="0" dirty="0">
                              <a:effectLst/>
                            </a:rPr>
                            <a:t>a</a:t>
                          </a:r>
                          <a:r>
                            <a:rPr lang="en-US" sz="1400" b="0" spc="5" dirty="0">
                              <a:effectLst/>
                            </a:rPr>
                            <a:t>ri</a:t>
                          </a:r>
                          <a:r>
                            <a:rPr lang="en-US" sz="1400" b="0" dirty="0">
                              <a:effectLst/>
                            </a:rPr>
                            <a:t>a</a:t>
                          </a:r>
                          <a:r>
                            <a:rPr lang="en-US" sz="1400" b="0" spc="-5" dirty="0">
                              <a:effectLst/>
                            </a:rPr>
                            <a:t>t</a:t>
                          </a:r>
                          <a:r>
                            <a:rPr lang="en-US" sz="1400" b="0" spc="5" dirty="0">
                              <a:effectLst/>
                            </a:rPr>
                            <a:t>i</a:t>
                          </a:r>
                          <a:r>
                            <a:rPr lang="en-US" sz="1400" b="0" dirty="0">
                              <a:effectLst/>
                            </a:rPr>
                            <a:t>o</a:t>
                          </a:r>
                          <a:r>
                            <a:rPr lang="en-US" sz="1400" b="0" spc="-10" dirty="0">
                              <a:effectLst/>
                            </a:rPr>
                            <a:t>n</a:t>
                          </a:r>
                          <a:r>
                            <a:rPr lang="en-US" sz="1400" b="0" dirty="0">
                              <a:effectLst/>
                            </a:rPr>
                            <a:t>s</a:t>
                          </a:r>
                          <a:endParaRPr lang="zh-CN" sz="1400" b="0" dirty="0">
                            <a:effectLst/>
                            <a:latin typeface="Calibri"/>
                            <a:ea typeface="宋体"/>
                            <a:cs typeface="Times New Roman"/>
                          </a:endParaRPr>
                        </a:p>
                      </a:txBody>
                      <a:tcPr marL="0" marR="0" marT="0" marB="0" anchor="ctr">
                        <a:lnL w="12700" cap="flat" cmpd="sng" algn="ctr">
                          <a:solidFill>
                            <a:schemeClr val="accent1">
                              <a:lumMod val="60000"/>
                              <a:lumOff val="40000"/>
                            </a:schemeClr>
                          </a:solidFill>
                          <a:prstDash val="solid"/>
                          <a:round/>
                          <a:headEnd type="none" w="med" len="med"/>
                          <a:tailEnd type="none" w="med" len="med"/>
                        </a:lnL>
                        <a:lnR w="12700" cap="flat" cmpd="sng" algn="ctr">
                          <a:solidFill>
                            <a:schemeClr val="accent1">
                              <a:lumMod val="60000"/>
                              <a:lumOff val="40000"/>
                            </a:schemeClr>
                          </a:solidFill>
                          <a:prstDash val="solid"/>
                          <a:round/>
                          <a:headEnd type="none" w="med" len="med"/>
                          <a:tailEnd type="none" w="med" len="med"/>
                        </a:lnR>
                        <a:lnT w="12700" cap="flat" cmpd="sng" algn="ctr">
                          <a:solidFill>
                            <a:schemeClr val="accent1">
                              <a:lumMod val="60000"/>
                              <a:lumOff val="40000"/>
                            </a:schemeClr>
                          </a:solidFill>
                          <a:prstDash val="solid"/>
                          <a:round/>
                          <a:headEnd type="none" w="med" len="med"/>
                          <a:tailEnd type="none" w="med" len="med"/>
                        </a:lnT>
                        <a:lnB w="12700" cap="flat" cmpd="sng" algn="ctr">
                          <a:solidFill>
                            <a:schemeClr val="accent1">
                              <a:lumMod val="60000"/>
                              <a:lumOff val="40000"/>
                            </a:schemeClr>
                          </a:solidFill>
                          <a:prstDash val="solid"/>
                          <a:round/>
                          <a:headEnd type="none" w="med" len="med"/>
                          <a:tailEnd type="none" w="med" len="med"/>
                        </a:lnB>
                        <a:solidFill>
                          <a:schemeClr val="bg1"/>
                        </a:solidFill>
                      </a:tcPr>
                    </a:tc>
                    <a:tc>
                      <a:txBody>
                        <a:bodyPr/>
                        <a:lstStyle/>
                        <a:p>
                          <a:pPr marL="466725" marR="454025" algn="ctr">
                            <a:lnSpc>
                              <a:spcPct val="115000"/>
                            </a:lnSpc>
                            <a:spcBef>
                              <a:spcPts val="180"/>
                            </a:spcBef>
                            <a:spcAft>
                              <a:spcPts val="0"/>
                            </a:spcAft>
                          </a:pPr>
                          <a:r>
                            <a:rPr lang="en-US" sz="1400" b="0" dirty="0">
                              <a:effectLst/>
                            </a:rPr>
                            <a:t>2.10.7.4</a:t>
                          </a:r>
                          <a:endParaRPr lang="zh-CN" sz="1400" b="0" dirty="0">
                            <a:effectLst/>
                            <a:latin typeface="Calibri"/>
                            <a:ea typeface="宋体"/>
                            <a:cs typeface="Times New Roman"/>
                          </a:endParaRPr>
                        </a:p>
                      </a:txBody>
                      <a:tcPr marL="0" marR="0" marT="0" marB="0" anchor="ctr">
                        <a:lnL w="12700" cap="flat" cmpd="sng" algn="ctr">
                          <a:solidFill>
                            <a:schemeClr val="accent1">
                              <a:lumMod val="60000"/>
                              <a:lumOff val="40000"/>
                            </a:schemeClr>
                          </a:solidFill>
                          <a:prstDash val="solid"/>
                          <a:round/>
                          <a:headEnd type="none" w="med" len="med"/>
                          <a:tailEnd type="none" w="med" len="med"/>
                        </a:lnL>
                        <a:lnR w="12700" cap="flat" cmpd="sng" algn="ctr">
                          <a:solidFill>
                            <a:schemeClr val="accent1">
                              <a:lumMod val="60000"/>
                              <a:lumOff val="40000"/>
                            </a:schemeClr>
                          </a:solidFill>
                          <a:prstDash val="solid"/>
                          <a:round/>
                          <a:headEnd type="none" w="med" len="med"/>
                          <a:tailEnd type="none" w="med" len="med"/>
                        </a:lnR>
                        <a:lnT w="12700" cap="flat" cmpd="sng" algn="ctr">
                          <a:solidFill>
                            <a:schemeClr val="accent1">
                              <a:lumMod val="60000"/>
                              <a:lumOff val="40000"/>
                            </a:schemeClr>
                          </a:solidFill>
                          <a:prstDash val="solid"/>
                          <a:round/>
                          <a:headEnd type="none" w="med" len="med"/>
                          <a:tailEnd type="none" w="med" len="med"/>
                        </a:lnT>
                        <a:lnB w="12700" cap="flat" cmpd="sng" algn="ctr">
                          <a:solidFill>
                            <a:schemeClr val="accent1">
                              <a:lumMod val="60000"/>
                              <a:lumOff val="40000"/>
                            </a:schemeClr>
                          </a:solidFill>
                          <a:prstDash val="solid"/>
                          <a:round/>
                          <a:headEnd type="none" w="med" len="med"/>
                          <a:tailEnd type="none" w="med" len="med"/>
                        </a:lnB>
                        <a:solidFill>
                          <a:schemeClr val="bg1"/>
                        </a:solidFill>
                      </a:tcPr>
                    </a:tc>
                    <a:tc vMerge="1">
                      <a:txBody>
                        <a:bodyPr/>
                        <a:lstStyle/>
                        <a:p>
                          <a:endParaRPr lang="zh-CN" altLang="en-US"/>
                        </a:p>
                      </a:txBody>
                      <a:tcPr/>
                    </a:tc>
                    <a:tc>
                      <a:txBody>
                        <a:bodyPr/>
                        <a:lstStyle/>
                        <a:p>
                          <a:pPr marL="140970">
                            <a:lnSpc>
                              <a:spcPct val="115000"/>
                            </a:lnSpc>
                            <a:spcBef>
                              <a:spcPts val="180"/>
                            </a:spcBef>
                            <a:spcAft>
                              <a:spcPts val="0"/>
                            </a:spcAft>
                          </a:pPr>
                          <a:r>
                            <a:rPr lang="en-US" sz="1400" b="0" spc="-20" dirty="0">
                              <a:effectLst/>
                            </a:rPr>
                            <a:t>I</a:t>
                          </a:r>
                          <a:r>
                            <a:rPr lang="en-US" sz="1400" b="0" dirty="0">
                              <a:effectLst/>
                            </a:rPr>
                            <a:t>n</a:t>
                          </a:r>
                          <a:r>
                            <a:rPr lang="en-US" sz="1400" b="0" spc="5" dirty="0">
                              <a:effectLst/>
                            </a:rPr>
                            <a:t>fl</a:t>
                          </a:r>
                          <a:r>
                            <a:rPr lang="en-US" sz="1400" b="0" dirty="0">
                              <a:effectLst/>
                            </a:rPr>
                            <a:t>uence</a:t>
                          </a:r>
                          <a:r>
                            <a:rPr lang="en-US" sz="1400" b="0" spc="5" dirty="0">
                              <a:effectLst/>
                            </a:rPr>
                            <a:t> </a:t>
                          </a:r>
                          <a:r>
                            <a:rPr lang="en-US" sz="1400" b="0" spc="-10" dirty="0">
                              <a:effectLst/>
                            </a:rPr>
                            <a:t>f</a:t>
                          </a:r>
                          <a:r>
                            <a:rPr lang="en-US" sz="1400" b="0" dirty="0">
                              <a:effectLst/>
                            </a:rPr>
                            <a:t>a</a:t>
                          </a:r>
                          <a:r>
                            <a:rPr lang="en-US" sz="1400" b="0" spc="-10" dirty="0">
                              <a:effectLst/>
                            </a:rPr>
                            <a:t>c</a:t>
                          </a:r>
                          <a:r>
                            <a:rPr lang="en-US" sz="1400" b="0" spc="5" dirty="0">
                              <a:effectLst/>
                            </a:rPr>
                            <a:t>t</a:t>
                          </a:r>
                          <a:r>
                            <a:rPr lang="en-US" sz="1400" b="0" dirty="0">
                              <a:effectLst/>
                            </a:rPr>
                            <a:t>or</a:t>
                          </a:r>
                          <a:endParaRPr lang="zh-CN" sz="1400" b="0" dirty="0">
                            <a:effectLst/>
                            <a:latin typeface="Calibri"/>
                            <a:ea typeface="宋体"/>
                            <a:cs typeface="Times New Roman"/>
                          </a:endParaRPr>
                        </a:p>
                      </a:txBody>
                      <a:tcPr marL="0" marR="0" marT="0" marB="0" anchor="ctr">
                        <a:lnL w="12700" cap="flat" cmpd="sng" algn="ctr">
                          <a:solidFill>
                            <a:schemeClr val="accent1">
                              <a:lumMod val="60000"/>
                              <a:lumOff val="40000"/>
                            </a:schemeClr>
                          </a:solidFill>
                          <a:prstDash val="solid"/>
                          <a:round/>
                          <a:headEnd type="none" w="med" len="med"/>
                          <a:tailEnd type="none" w="med" len="med"/>
                        </a:lnL>
                        <a:lnR w="12700" cap="flat" cmpd="sng" algn="ctr">
                          <a:solidFill>
                            <a:schemeClr val="accent1">
                              <a:lumMod val="60000"/>
                              <a:lumOff val="40000"/>
                            </a:schemeClr>
                          </a:solidFill>
                          <a:prstDash val="solid"/>
                          <a:round/>
                          <a:headEnd type="none" w="med" len="med"/>
                          <a:tailEnd type="none" w="med" len="med"/>
                        </a:lnR>
                        <a:lnT w="12700" cap="flat" cmpd="sng" algn="ctr">
                          <a:solidFill>
                            <a:schemeClr val="accent1">
                              <a:lumMod val="60000"/>
                              <a:lumOff val="40000"/>
                            </a:schemeClr>
                          </a:solidFill>
                          <a:prstDash val="solid"/>
                          <a:round/>
                          <a:headEnd type="none" w="med" len="med"/>
                          <a:tailEnd type="none" w="med" len="med"/>
                        </a:lnT>
                        <a:lnB w="12700" cap="flat" cmpd="sng" algn="ctr">
                          <a:solidFill>
                            <a:schemeClr val="accent1">
                              <a:lumMod val="60000"/>
                              <a:lumOff val="40000"/>
                            </a:schemeClr>
                          </a:solidFill>
                          <a:prstDash val="solid"/>
                          <a:round/>
                          <a:headEnd type="none" w="med" len="med"/>
                          <a:tailEnd type="none" w="med" len="med"/>
                        </a:lnB>
                      </a:tcPr>
                    </a:tc>
                  </a:tr>
                  <a:tr h="329981">
                    <a:tc>
                      <a:txBody>
                        <a:bodyPr/>
                        <a:lstStyle/>
                        <a:p>
                          <a:pPr marL="69215">
                            <a:lnSpc>
                              <a:spcPct val="115000"/>
                            </a:lnSpc>
                            <a:spcBef>
                              <a:spcPts val="180"/>
                            </a:spcBef>
                            <a:spcAft>
                              <a:spcPts val="0"/>
                            </a:spcAft>
                          </a:pPr>
                          <a:r>
                            <a:rPr lang="en-US" sz="1400" b="0" dirty="0">
                              <a:effectLst/>
                            </a:rPr>
                            <a:t>Sho</a:t>
                          </a:r>
                          <a:r>
                            <a:rPr lang="en-US" sz="1400" b="0" spc="5" dirty="0">
                              <a:effectLst/>
                            </a:rPr>
                            <a:t>rt</a:t>
                          </a:r>
                          <a:r>
                            <a:rPr lang="en-US" sz="1400" b="0" spc="-20" dirty="0">
                              <a:effectLst/>
                            </a:rPr>
                            <a:t>-</a:t>
                          </a:r>
                          <a:r>
                            <a:rPr lang="en-US" sz="1400" b="0" spc="5" dirty="0">
                              <a:effectLst/>
                            </a:rPr>
                            <a:t>ti</a:t>
                          </a:r>
                          <a:r>
                            <a:rPr lang="en-US" sz="1400" b="0" spc="-20" dirty="0">
                              <a:effectLst/>
                            </a:rPr>
                            <a:t>m</a:t>
                          </a:r>
                          <a:r>
                            <a:rPr lang="en-US" sz="1400" b="0" dirty="0">
                              <a:effectLst/>
                            </a:rPr>
                            <a:t>e</a:t>
                          </a:r>
                          <a:r>
                            <a:rPr lang="en-US" sz="1400" b="0" spc="5" dirty="0">
                              <a:effectLst/>
                            </a:rPr>
                            <a:t> </a:t>
                          </a:r>
                          <a:r>
                            <a:rPr lang="en-US" sz="1400" b="0" dirty="0">
                              <a:effectLst/>
                            </a:rPr>
                            <a:t>po</a:t>
                          </a:r>
                          <a:r>
                            <a:rPr lang="en-US" sz="1400" b="0" spc="-5" dirty="0">
                              <a:effectLst/>
                            </a:rPr>
                            <a:t>w</a:t>
                          </a:r>
                          <a:r>
                            <a:rPr lang="en-US" sz="1400" b="0" dirty="0">
                              <a:effectLst/>
                            </a:rPr>
                            <a:t>er</a:t>
                          </a:r>
                          <a:r>
                            <a:rPr lang="en-US" sz="1400" b="0" spc="5" dirty="0">
                              <a:effectLst/>
                            </a:rPr>
                            <a:t> </a:t>
                          </a:r>
                          <a:r>
                            <a:rPr lang="en-US" sz="1400" b="0" spc="-10" dirty="0">
                              <a:effectLst/>
                            </a:rPr>
                            <a:t>r</a:t>
                          </a:r>
                          <a:r>
                            <a:rPr lang="en-US" sz="1400" b="0" dirty="0">
                              <a:effectLst/>
                            </a:rPr>
                            <a:t>edu</a:t>
                          </a:r>
                          <a:r>
                            <a:rPr lang="en-US" sz="1400" b="0" spc="-10" dirty="0">
                              <a:effectLst/>
                            </a:rPr>
                            <a:t>c</a:t>
                          </a:r>
                          <a:r>
                            <a:rPr lang="en-US" sz="1400" b="0" spc="5" dirty="0">
                              <a:effectLst/>
                            </a:rPr>
                            <a:t>t</a:t>
                          </a:r>
                          <a:r>
                            <a:rPr lang="en-US" sz="1400" b="0" spc="-5" dirty="0">
                              <a:effectLst/>
                            </a:rPr>
                            <a:t>i</a:t>
                          </a:r>
                          <a:r>
                            <a:rPr lang="en-US" sz="1400" b="0" dirty="0">
                              <a:effectLst/>
                            </a:rPr>
                            <a:t>o</a:t>
                          </a:r>
                          <a:r>
                            <a:rPr lang="en-US" sz="1400" b="0" spc="-10" dirty="0">
                              <a:effectLst/>
                            </a:rPr>
                            <a:t>n</a:t>
                          </a:r>
                          <a:r>
                            <a:rPr lang="en-US" sz="1400" b="0" dirty="0">
                              <a:effectLst/>
                            </a:rPr>
                            <a:t>s</a:t>
                          </a:r>
                          <a:endParaRPr lang="zh-CN" sz="1400" b="0" dirty="0">
                            <a:effectLst/>
                            <a:latin typeface="Calibri"/>
                            <a:ea typeface="宋体"/>
                            <a:cs typeface="Times New Roman"/>
                          </a:endParaRPr>
                        </a:p>
                      </a:txBody>
                      <a:tcPr marL="0" marR="0" marT="0" marB="0" anchor="ctr">
                        <a:lnL w="12700" cap="flat" cmpd="sng" algn="ctr">
                          <a:solidFill>
                            <a:schemeClr val="accent1">
                              <a:lumMod val="60000"/>
                              <a:lumOff val="40000"/>
                            </a:schemeClr>
                          </a:solidFill>
                          <a:prstDash val="solid"/>
                          <a:round/>
                          <a:headEnd type="none" w="med" len="med"/>
                          <a:tailEnd type="none" w="med" len="med"/>
                        </a:lnL>
                        <a:lnR w="12700" cap="flat" cmpd="sng" algn="ctr">
                          <a:solidFill>
                            <a:schemeClr val="accent1">
                              <a:lumMod val="60000"/>
                              <a:lumOff val="40000"/>
                            </a:schemeClr>
                          </a:solidFill>
                          <a:prstDash val="solid"/>
                          <a:round/>
                          <a:headEnd type="none" w="med" len="med"/>
                          <a:tailEnd type="none" w="med" len="med"/>
                        </a:lnR>
                        <a:lnT w="12700" cap="flat" cmpd="sng" algn="ctr">
                          <a:solidFill>
                            <a:schemeClr val="accent1">
                              <a:lumMod val="60000"/>
                              <a:lumOff val="40000"/>
                            </a:schemeClr>
                          </a:solidFill>
                          <a:prstDash val="solid"/>
                          <a:round/>
                          <a:headEnd type="none" w="med" len="med"/>
                          <a:tailEnd type="none" w="med" len="med"/>
                        </a:lnT>
                        <a:lnB w="12700" cap="flat" cmpd="sng" algn="ctr">
                          <a:solidFill>
                            <a:schemeClr val="accent1">
                              <a:lumMod val="60000"/>
                              <a:lumOff val="40000"/>
                            </a:schemeClr>
                          </a:solidFill>
                          <a:prstDash val="solid"/>
                          <a:round/>
                          <a:headEnd type="none" w="med" len="med"/>
                          <a:tailEnd type="none" w="med" len="med"/>
                        </a:lnB>
                      </a:tcPr>
                    </a:tc>
                    <a:tc>
                      <a:txBody>
                        <a:bodyPr/>
                        <a:lstStyle/>
                        <a:p>
                          <a:pPr marL="466725" marR="454025" algn="ctr">
                            <a:lnSpc>
                              <a:spcPct val="115000"/>
                            </a:lnSpc>
                            <a:spcBef>
                              <a:spcPts val="180"/>
                            </a:spcBef>
                            <a:spcAft>
                              <a:spcPts val="0"/>
                            </a:spcAft>
                          </a:pPr>
                          <a:r>
                            <a:rPr lang="en-US" sz="1400" b="0" dirty="0">
                              <a:effectLst/>
                            </a:rPr>
                            <a:t>2.10.7.5</a:t>
                          </a:r>
                          <a:endParaRPr lang="zh-CN" sz="1400" b="0" dirty="0">
                            <a:effectLst/>
                            <a:latin typeface="Calibri"/>
                            <a:ea typeface="宋体"/>
                            <a:cs typeface="Times New Roman"/>
                          </a:endParaRPr>
                        </a:p>
                      </a:txBody>
                      <a:tcPr marL="0" marR="0" marT="0" marB="0" anchor="ctr">
                        <a:lnL w="12700" cap="flat" cmpd="sng" algn="ctr">
                          <a:solidFill>
                            <a:schemeClr val="accent1">
                              <a:lumMod val="60000"/>
                              <a:lumOff val="40000"/>
                            </a:schemeClr>
                          </a:solidFill>
                          <a:prstDash val="solid"/>
                          <a:round/>
                          <a:headEnd type="none" w="med" len="med"/>
                          <a:tailEnd type="none" w="med" len="med"/>
                        </a:lnL>
                        <a:lnR w="12700" cap="flat" cmpd="sng" algn="ctr">
                          <a:solidFill>
                            <a:schemeClr val="accent1">
                              <a:lumMod val="60000"/>
                              <a:lumOff val="40000"/>
                            </a:schemeClr>
                          </a:solidFill>
                          <a:prstDash val="solid"/>
                          <a:round/>
                          <a:headEnd type="none" w="med" len="med"/>
                          <a:tailEnd type="none" w="med" len="med"/>
                        </a:lnR>
                        <a:lnT w="12700" cap="flat" cmpd="sng" algn="ctr">
                          <a:solidFill>
                            <a:schemeClr val="accent1">
                              <a:lumMod val="60000"/>
                              <a:lumOff val="40000"/>
                            </a:schemeClr>
                          </a:solidFill>
                          <a:prstDash val="solid"/>
                          <a:round/>
                          <a:headEnd type="none" w="med" len="med"/>
                          <a:tailEnd type="none" w="med" len="med"/>
                        </a:lnT>
                        <a:lnB w="12700" cap="flat" cmpd="sng" algn="ctr">
                          <a:solidFill>
                            <a:schemeClr val="accent1">
                              <a:lumMod val="60000"/>
                              <a:lumOff val="40000"/>
                            </a:schemeClr>
                          </a:solidFill>
                          <a:prstDash val="solid"/>
                          <a:round/>
                          <a:headEnd type="none" w="med" len="med"/>
                          <a:tailEnd type="none" w="med" len="med"/>
                        </a:lnB>
                      </a:tcPr>
                    </a:tc>
                    <a:tc vMerge="1">
                      <a:txBody>
                        <a:bodyPr/>
                        <a:lstStyle/>
                        <a:p>
                          <a:endParaRPr lang="zh-CN" altLang="en-US"/>
                        </a:p>
                      </a:txBody>
                      <a:tcPr/>
                    </a:tc>
                    <a:tc>
                      <a:txBody>
                        <a:bodyPr/>
                        <a:lstStyle/>
                        <a:p>
                          <a:pPr marL="247650">
                            <a:lnSpc>
                              <a:spcPct val="115000"/>
                            </a:lnSpc>
                            <a:spcBef>
                              <a:spcPts val="180"/>
                            </a:spcBef>
                            <a:spcAft>
                              <a:spcPts val="0"/>
                            </a:spcAft>
                          </a:pPr>
                          <a:r>
                            <a:rPr lang="en-US" sz="1400" b="0" spc="-5" dirty="0">
                              <a:effectLst/>
                            </a:rPr>
                            <a:t>D</a:t>
                          </a:r>
                          <a:r>
                            <a:rPr lang="en-US" sz="1400" b="0" spc="5" dirty="0">
                              <a:effectLst/>
                            </a:rPr>
                            <a:t>i</a:t>
                          </a:r>
                          <a:r>
                            <a:rPr lang="en-US" sz="1400" b="0" dirty="0">
                              <a:effectLst/>
                            </a:rPr>
                            <a:t>s</a:t>
                          </a:r>
                          <a:r>
                            <a:rPr lang="en-US" sz="1400" b="0" spc="5" dirty="0">
                              <a:effectLst/>
                            </a:rPr>
                            <a:t>t</a:t>
                          </a:r>
                          <a:r>
                            <a:rPr lang="en-US" sz="1400" b="0" spc="-10" dirty="0">
                              <a:effectLst/>
                            </a:rPr>
                            <a:t>u</a:t>
                          </a:r>
                          <a:r>
                            <a:rPr lang="en-US" sz="1400" b="0" spc="5" dirty="0">
                              <a:effectLst/>
                            </a:rPr>
                            <a:t>r</a:t>
                          </a:r>
                          <a:r>
                            <a:rPr lang="en-US" sz="1400" b="0" dirty="0">
                              <a:effectLst/>
                            </a:rPr>
                            <a:t>ba</a:t>
                          </a:r>
                          <a:r>
                            <a:rPr lang="en-US" sz="1400" b="0" spc="-10" dirty="0">
                              <a:effectLst/>
                            </a:rPr>
                            <a:t>n</a:t>
                          </a:r>
                          <a:r>
                            <a:rPr lang="en-US" sz="1400" b="0" dirty="0">
                              <a:effectLst/>
                            </a:rPr>
                            <a:t>ce</a:t>
                          </a:r>
                          <a:endParaRPr lang="zh-CN" sz="1400" b="0" dirty="0">
                            <a:effectLst/>
                            <a:latin typeface="Calibri"/>
                            <a:ea typeface="宋体"/>
                            <a:cs typeface="Times New Roman"/>
                          </a:endParaRPr>
                        </a:p>
                      </a:txBody>
                      <a:tcPr marL="0" marR="0" marT="0" marB="0" anchor="ctr">
                        <a:lnL w="12700" cap="flat" cmpd="sng" algn="ctr">
                          <a:solidFill>
                            <a:schemeClr val="accent1">
                              <a:lumMod val="60000"/>
                              <a:lumOff val="40000"/>
                            </a:schemeClr>
                          </a:solidFill>
                          <a:prstDash val="solid"/>
                          <a:round/>
                          <a:headEnd type="none" w="med" len="med"/>
                          <a:tailEnd type="none" w="med" len="med"/>
                        </a:lnL>
                        <a:lnR w="12700" cap="flat" cmpd="sng" algn="ctr">
                          <a:solidFill>
                            <a:schemeClr val="accent1">
                              <a:lumMod val="60000"/>
                              <a:lumOff val="40000"/>
                            </a:schemeClr>
                          </a:solidFill>
                          <a:prstDash val="solid"/>
                          <a:round/>
                          <a:headEnd type="none" w="med" len="med"/>
                          <a:tailEnd type="none" w="med" len="med"/>
                        </a:lnR>
                        <a:lnT w="12700" cap="flat" cmpd="sng" algn="ctr">
                          <a:solidFill>
                            <a:schemeClr val="accent1">
                              <a:lumMod val="60000"/>
                              <a:lumOff val="40000"/>
                            </a:schemeClr>
                          </a:solidFill>
                          <a:prstDash val="solid"/>
                          <a:round/>
                          <a:headEnd type="none" w="med" len="med"/>
                          <a:tailEnd type="none" w="med" len="med"/>
                        </a:lnT>
                        <a:lnB w="12700" cap="flat" cmpd="sng" algn="ctr">
                          <a:solidFill>
                            <a:schemeClr val="accent1">
                              <a:lumMod val="60000"/>
                              <a:lumOff val="40000"/>
                            </a:schemeClr>
                          </a:solidFill>
                          <a:prstDash val="solid"/>
                          <a:round/>
                          <a:headEnd type="none" w="med" len="med"/>
                          <a:tailEnd type="none" w="med" len="med"/>
                        </a:lnB>
                        <a:solidFill>
                          <a:schemeClr val="bg1">
                            <a:lumMod val="95000"/>
                          </a:schemeClr>
                        </a:solidFill>
                      </a:tcPr>
                    </a:tc>
                  </a:tr>
                  <a:tr h="402351">
                    <a:tc>
                      <a:txBody>
                        <a:bodyPr/>
                        <a:lstStyle/>
                        <a:p>
                          <a:pPr marL="69215">
                            <a:lnSpc>
                              <a:spcPct val="115000"/>
                            </a:lnSpc>
                            <a:spcBef>
                              <a:spcPts val="180"/>
                            </a:spcBef>
                            <a:spcAft>
                              <a:spcPts val="0"/>
                            </a:spcAft>
                          </a:pPr>
                          <a:r>
                            <a:rPr lang="en-US" sz="1400" b="0" spc="-5" dirty="0">
                              <a:effectLst/>
                            </a:rPr>
                            <a:t>B</a:t>
                          </a:r>
                          <a:r>
                            <a:rPr lang="en-US" sz="1400" b="0" dirty="0">
                              <a:effectLst/>
                            </a:rPr>
                            <a:t>u</a:t>
                          </a:r>
                          <a:r>
                            <a:rPr lang="en-US" sz="1400" b="0" spc="5" dirty="0">
                              <a:effectLst/>
                            </a:rPr>
                            <a:t>r</a:t>
                          </a:r>
                          <a:r>
                            <a:rPr lang="en-US" sz="1400" b="0" dirty="0">
                              <a:effectLst/>
                            </a:rPr>
                            <a:t>s</a:t>
                          </a:r>
                          <a:r>
                            <a:rPr lang="en-US" sz="1400" b="0" spc="-5" dirty="0">
                              <a:effectLst/>
                            </a:rPr>
                            <a:t>t</a:t>
                          </a:r>
                          <a:r>
                            <a:rPr lang="en-US" sz="1400" b="0" dirty="0">
                              <a:effectLst/>
                            </a:rPr>
                            <a:t>s</a:t>
                          </a:r>
                          <a:r>
                            <a:rPr lang="en-US" sz="1400" b="0" spc="5" dirty="0">
                              <a:effectLst/>
                            </a:rPr>
                            <a:t> </a:t>
                          </a:r>
                          <a:r>
                            <a:rPr lang="en-US" sz="1400" b="0" spc="-10" dirty="0">
                              <a:effectLst/>
                            </a:rPr>
                            <a:t>(</a:t>
                          </a:r>
                          <a:r>
                            <a:rPr lang="en-US" sz="1400" b="0" dirty="0">
                              <a:effectLst/>
                            </a:rPr>
                            <a:t>e</a:t>
                          </a:r>
                          <a:r>
                            <a:rPr lang="en-US" sz="1400" b="0" spc="5" dirty="0">
                              <a:effectLst/>
                            </a:rPr>
                            <a:t>l</a:t>
                          </a:r>
                          <a:r>
                            <a:rPr lang="en-US" sz="1400" b="0" spc="-10" dirty="0">
                              <a:effectLst/>
                            </a:rPr>
                            <a:t>e</a:t>
                          </a:r>
                          <a:r>
                            <a:rPr lang="en-US" sz="1400" b="0" dirty="0">
                              <a:effectLst/>
                            </a:rPr>
                            <a:t>c</a:t>
                          </a:r>
                          <a:r>
                            <a:rPr lang="en-US" sz="1400" b="0" spc="-5" dirty="0">
                              <a:effectLst/>
                            </a:rPr>
                            <a:t>t</a:t>
                          </a:r>
                          <a:r>
                            <a:rPr lang="en-US" sz="1400" b="0" spc="5" dirty="0">
                              <a:effectLst/>
                            </a:rPr>
                            <a:t>r</a:t>
                          </a:r>
                          <a:r>
                            <a:rPr lang="en-US" sz="1400" b="0" spc="-5" dirty="0">
                              <a:effectLst/>
                            </a:rPr>
                            <a:t>i</a:t>
                          </a:r>
                          <a:r>
                            <a:rPr lang="en-US" sz="1400" b="0" dirty="0">
                              <a:effectLst/>
                            </a:rPr>
                            <a:t>cal</a:t>
                          </a:r>
                          <a:r>
                            <a:rPr lang="en-US" sz="1400" b="0" spc="-5" dirty="0">
                              <a:effectLst/>
                            </a:rPr>
                            <a:t> </a:t>
                          </a:r>
                          <a:r>
                            <a:rPr lang="en-US" sz="1400" b="0" spc="5" dirty="0">
                              <a:effectLst/>
                            </a:rPr>
                            <a:t>f</a:t>
                          </a:r>
                          <a:r>
                            <a:rPr lang="en-US" sz="1400" b="0" spc="-10" dirty="0">
                              <a:effectLst/>
                            </a:rPr>
                            <a:t>a</a:t>
                          </a:r>
                          <a:r>
                            <a:rPr lang="en-US" sz="1400" b="0" dirty="0">
                              <a:effectLst/>
                            </a:rPr>
                            <a:t>st</a:t>
                          </a:r>
                          <a:r>
                            <a:rPr lang="en-US" sz="1400" b="0" spc="-5" dirty="0">
                              <a:effectLst/>
                            </a:rPr>
                            <a:t> </a:t>
                          </a:r>
                          <a:r>
                            <a:rPr lang="en-US" sz="1400" b="0" spc="5" dirty="0">
                              <a:effectLst/>
                            </a:rPr>
                            <a:t>tr</a:t>
                          </a:r>
                          <a:r>
                            <a:rPr lang="en-US" sz="1400" b="0" spc="-10" dirty="0">
                              <a:effectLst/>
                            </a:rPr>
                            <a:t>a</a:t>
                          </a:r>
                          <a:r>
                            <a:rPr lang="en-US" sz="1400" b="0" dirty="0">
                              <a:effectLst/>
                            </a:rPr>
                            <a:t>ns</a:t>
                          </a:r>
                          <a:r>
                            <a:rPr lang="en-US" sz="1400" b="0" spc="-5" dirty="0">
                              <a:effectLst/>
                            </a:rPr>
                            <a:t>i</a:t>
                          </a:r>
                          <a:r>
                            <a:rPr lang="en-US" sz="1400" b="0" dirty="0">
                              <a:effectLst/>
                            </a:rPr>
                            <a:t>en</a:t>
                          </a:r>
                          <a:r>
                            <a:rPr lang="en-US" sz="1400" b="0" spc="5" dirty="0">
                              <a:effectLst/>
                            </a:rPr>
                            <a:t>t</a:t>
                          </a:r>
                          <a:r>
                            <a:rPr lang="en-US" sz="1400" b="0" spc="-10" dirty="0">
                              <a:effectLst/>
                            </a:rPr>
                            <a:t>s</a:t>
                          </a:r>
                          <a:r>
                            <a:rPr lang="en-US" sz="1400" b="0" dirty="0">
                              <a:effectLst/>
                            </a:rPr>
                            <a:t>)</a:t>
                          </a:r>
                          <a:endParaRPr lang="zh-CN" sz="1400" b="0" dirty="0">
                            <a:effectLst/>
                            <a:latin typeface="Calibri"/>
                            <a:ea typeface="宋体"/>
                            <a:cs typeface="Times New Roman"/>
                          </a:endParaRPr>
                        </a:p>
                      </a:txBody>
                      <a:tcPr marL="0" marR="0" marT="0" marB="0" anchor="ctr">
                        <a:lnL w="12700" cap="flat" cmpd="sng" algn="ctr">
                          <a:solidFill>
                            <a:schemeClr val="accent1">
                              <a:lumMod val="60000"/>
                              <a:lumOff val="40000"/>
                            </a:schemeClr>
                          </a:solidFill>
                          <a:prstDash val="solid"/>
                          <a:round/>
                          <a:headEnd type="none" w="med" len="med"/>
                          <a:tailEnd type="none" w="med" len="med"/>
                        </a:lnL>
                        <a:lnR w="12700" cap="flat" cmpd="sng" algn="ctr">
                          <a:solidFill>
                            <a:schemeClr val="accent1">
                              <a:lumMod val="60000"/>
                              <a:lumOff val="40000"/>
                            </a:schemeClr>
                          </a:solidFill>
                          <a:prstDash val="solid"/>
                          <a:round/>
                          <a:headEnd type="none" w="med" len="med"/>
                          <a:tailEnd type="none" w="med" len="med"/>
                        </a:lnR>
                        <a:lnT w="12700" cap="flat" cmpd="sng" algn="ctr">
                          <a:solidFill>
                            <a:schemeClr val="accent1">
                              <a:lumMod val="60000"/>
                              <a:lumOff val="40000"/>
                            </a:schemeClr>
                          </a:solidFill>
                          <a:prstDash val="solid"/>
                          <a:round/>
                          <a:headEnd type="none" w="med" len="med"/>
                          <a:tailEnd type="none" w="med" len="med"/>
                        </a:lnT>
                        <a:lnB w="12700" cap="flat" cmpd="sng" algn="ctr">
                          <a:solidFill>
                            <a:schemeClr val="accent1">
                              <a:lumMod val="60000"/>
                              <a:lumOff val="40000"/>
                            </a:schemeClr>
                          </a:solidFill>
                          <a:prstDash val="solid"/>
                          <a:round/>
                          <a:headEnd type="none" w="med" len="med"/>
                          <a:tailEnd type="none" w="med" len="med"/>
                        </a:lnB>
                        <a:solidFill>
                          <a:schemeClr val="bg1"/>
                        </a:solidFill>
                      </a:tcPr>
                    </a:tc>
                    <a:tc>
                      <a:txBody>
                        <a:bodyPr/>
                        <a:lstStyle/>
                        <a:p>
                          <a:pPr marL="466725" marR="454025" algn="ctr">
                            <a:lnSpc>
                              <a:spcPct val="115000"/>
                            </a:lnSpc>
                            <a:spcBef>
                              <a:spcPts val="180"/>
                            </a:spcBef>
                            <a:spcAft>
                              <a:spcPts val="0"/>
                            </a:spcAft>
                          </a:pPr>
                          <a:r>
                            <a:rPr lang="en-US" sz="1400" b="0" dirty="0">
                              <a:effectLst/>
                            </a:rPr>
                            <a:t>2.10.7.6</a:t>
                          </a:r>
                          <a:endParaRPr lang="zh-CN" sz="1400" b="0" dirty="0">
                            <a:effectLst/>
                            <a:latin typeface="Calibri"/>
                            <a:ea typeface="宋体"/>
                            <a:cs typeface="Times New Roman"/>
                          </a:endParaRPr>
                        </a:p>
                      </a:txBody>
                      <a:tcPr marL="0" marR="0" marT="0" marB="0" anchor="ctr">
                        <a:lnL w="12700" cap="flat" cmpd="sng" algn="ctr">
                          <a:solidFill>
                            <a:schemeClr val="accent1">
                              <a:lumMod val="60000"/>
                              <a:lumOff val="40000"/>
                            </a:schemeClr>
                          </a:solidFill>
                          <a:prstDash val="solid"/>
                          <a:round/>
                          <a:headEnd type="none" w="med" len="med"/>
                          <a:tailEnd type="none" w="med" len="med"/>
                        </a:lnL>
                        <a:lnR w="12700" cap="flat" cmpd="sng" algn="ctr">
                          <a:solidFill>
                            <a:schemeClr val="accent1">
                              <a:lumMod val="60000"/>
                              <a:lumOff val="40000"/>
                            </a:schemeClr>
                          </a:solidFill>
                          <a:prstDash val="solid"/>
                          <a:round/>
                          <a:headEnd type="none" w="med" len="med"/>
                          <a:tailEnd type="none" w="med" len="med"/>
                        </a:lnR>
                        <a:lnT w="12700" cap="flat" cmpd="sng" algn="ctr">
                          <a:solidFill>
                            <a:schemeClr val="accent1">
                              <a:lumMod val="60000"/>
                              <a:lumOff val="40000"/>
                            </a:schemeClr>
                          </a:solidFill>
                          <a:prstDash val="solid"/>
                          <a:round/>
                          <a:headEnd type="none" w="med" len="med"/>
                          <a:tailEnd type="none" w="med" len="med"/>
                        </a:lnT>
                        <a:lnB w="12700" cap="flat" cmpd="sng" algn="ctr">
                          <a:solidFill>
                            <a:schemeClr val="accent1">
                              <a:lumMod val="60000"/>
                              <a:lumOff val="40000"/>
                            </a:schemeClr>
                          </a:solidFill>
                          <a:prstDash val="solid"/>
                          <a:round/>
                          <a:headEnd type="none" w="med" len="med"/>
                          <a:tailEnd type="none" w="med" len="med"/>
                        </a:lnB>
                        <a:solidFill>
                          <a:schemeClr val="bg1"/>
                        </a:solidFill>
                      </a:tcPr>
                    </a:tc>
                    <a:tc vMerge="1">
                      <a:txBody>
                        <a:bodyPr/>
                        <a:lstStyle/>
                        <a:p>
                          <a:endParaRPr lang="zh-CN" altLang="en-US"/>
                        </a:p>
                      </a:txBody>
                      <a:tcPr/>
                    </a:tc>
                    <a:tc>
                      <a:txBody>
                        <a:bodyPr/>
                        <a:lstStyle/>
                        <a:p>
                          <a:pPr marL="247650">
                            <a:lnSpc>
                              <a:spcPct val="115000"/>
                            </a:lnSpc>
                            <a:spcBef>
                              <a:spcPts val="180"/>
                            </a:spcBef>
                            <a:spcAft>
                              <a:spcPts val="0"/>
                            </a:spcAft>
                          </a:pPr>
                          <a:r>
                            <a:rPr lang="en-US" sz="1400" b="0" spc="-5" dirty="0">
                              <a:effectLst/>
                            </a:rPr>
                            <a:t>D</a:t>
                          </a:r>
                          <a:r>
                            <a:rPr lang="en-US" sz="1400" b="0" spc="5" dirty="0">
                              <a:effectLst/>
                            </a:rPr>
                            <a:t>i</a:t>
                          </a:r>
                          <a:r>
                            <a:rPr lang="en-US" sz="1400" b="0" dirty="0">
                              <a:effectLst/>
                            </a:rPr>
                            <a:t>s</a:t>
                          </a:r>
                          <a:r>
                            <a:rPr lang="en-US" sz="1400" b="0" spc="5" dirty="0">
                              <a:effectLst/>
                            </a:rPr>
                            <a:t>t</a:t>
                          </a:r>
                          <a:r>
                            <a:rPr lang="en-US" sz="1400" b="0" spc="-10" dirty="0">
                              <a:effectLst/>
                            </a:rPr>
                            <a:t>u</a:t>
                          </a:r>
                          <a:r>
                            <a:rPr lang="en-US" sz="1400" b="0" spc="5" dirty="0">
                              <a:effectLst/>
                            </a:rPr>
                            <a:t>r</a:t>
                          </a:r>
                          <a:r>
                            <a:rPr lang="en-US" sz="1400" b="0" dirty="0">
                              <a:effectLst/>
                            </a:rPr>
                            <a:t>ba</a:t>
                          </a:r>
                          <a:r>
                            <a:rPr lang="en-US" sz="1400" b="0" spc="-10" dirty="0">
                              <a:effectLst/>
                            </a:rPr>
                            <a:t>n</a:t>
                          </a:r>
                          <a:r>
                            <a:rPr lang="en-US" sz="1400" b="0" dirty="0">
                              <a:effectLst/>
                            </a:rPr>
                            <a:t>ce</a:t>
                          </a:r>
                          <a:endParaRPr lang="zh-CN" sz="1400" b="0" dirty="0">
                            <a:effectLst/>
                            <a:latin typeface="Calibri"/>
                            <a:ea typeface="宋体"/>
                            <a:cs typeface="Times New Roman"/>
                          </a:endParaRPr>
                        </a:p>
                      </a:txBody>
                      <a:tcPr marL="0" marR="0" marT="0" marB="0" anchor="ctr">
                        <a:lnL w="12700" cap="flat" cmpd="sng" algn="ctr">
                          <a:solidFill>
                            <a:schemeClr val="accent1">
                              <a:lumMod val="60000"/>
                              <a:lumOff val="40000"/>
                            </a:schemeClr>
                          </a:solidFill>
                          <a:prstDash val="solid"/>
                          <a:round/>
                          <a:headEnd type="none" w="med" len="med"/>
                          <a:tailEnd type="none" w="med" len="med"/>
                        </a:lnL>
                        <a:lnR w="12700" cap="flat" cmpd="sng" algn="ctr">
                          <a:solidFill>
                            <a:schemeClr val="accent1">
                              <a:lumMod val="60000"/>
                              <a:lumOff val="40000"/>
                            </a:schemeClr>
                          </a:solidFill>
                          <a:prstDash val="solid"/>
                          <a:round/>
                          <a:headEnd type="none" w="med" len="med"/>
                          <a:tailEnd type="none" w="med" len="med"/>
                        </a:lnR>
                        <a:lnT w="12700" cap="flat" cmpd="sng" algn="ctr">
                          <a:solidFill>
                            <a:schemeClr val="accent1">
                              <a:lumMod val="60000"/>
                              <a:lumOff val="40000"/>
                            </a:schemeClr>
                          </a:solidFill>
                          <a:prstDash val="solid"/>
                          <a:round/>
                          <a:headEnd type="none" w="med" len="med"/>
                          <a:tailEnd type="none" w="med" len="med"/>
                        </a:lnT>
                        <a:lnB w="12700" cap="flat" cmpd="sng" algn="ctr">
                          <a:solidFill>
                            <a:schemeClr val="accent1">
                              <a:lumMod val="60000"/>
                              <a:lumOff val="40000"/>
                            </a:schemeClr>
                          </a:solidFill>
                          <a:prstDash val="solid"/>
                          <a:round/>
                          <a:headEnd type="none" w="med" len="med"/>
                          <a:tailEnd type="none" w="med" len="med"/>
                        </a:lnB>
                      </a:tcPr>
                    </a:tc>
                  </a:tr>
                  <a:tr h="328617">
                    <a:tc>
                      <a:txBody>
                        <a:bodyPr/>
                        <a:lstStyle/>
                        <a:p>
                          <a:pPr marL="69215">
                            <a:lnSpc>
                              <a:spcPct val="115000"/>
                            </a:lnSpc>
                            <a:spcBef>
                              <a:spcPts val="180"/>
                            </a:spcBef>
                            <a:spcAft>
                              <a:spcPts val="0"/>
                            </a:spcAft>
                          </a:pPr>
                          <a:r>
                            <a:rPr lang="en-US" sz="1400" b="1" dirty="0">
                              <a:effectLst/>
                            </a:rPr>
                            <a:t>Su</a:t>
                          </a:r>
                          <a:r>
                            <a:rPr lang="en-US" sz="1400" b="1" spc="5" dirty="0">
                              <a:effectLst/>
                            </a:rPr>
                            <a:t>r</a:t>
                          </a:r>
                          <a:r>
                            <a:rPr lang="en-US" sz="1400" b="1" spc="-10" dirty="0">
                              <a:effectLst/>
                            </a:rPr>
                            <a:t>ge</a:t>
                          </a:r>
                          <a:endParaRPr lang="zh-CN" sz="1400" b="1" dirty="0">
                            <a:effectLst/>
                            <a:latin typeface="Calibri"/>
                            <a:ea typeface="宋体"/>
                            <a:cs typeface="Times New Roman"/>
                          </a:endParaRPr>
                        </a:p>
                      </a:txBody>
                      <a:tcPr marL="0" marR="0" marT="0" marB="0" anchor="ctr">
                        <a:lnL w="12700" cap="flat" cmpd="sng" algn="ctr">
                          <a:solidFill>
                            <a:schemeClr val="accent1">
                              <a:lumMod val="60000"/>
                              <a:lumOff val="40000"/>
                            </a:schemeClr>
                          </a:solidFill>
                          <a:prstDash val="solid"/>
                          <a:round/>
                          <a:headEnd type="none" w="med" len="med"/>
                          <a:tailEnd type="none" w="med" len="med"/>
                        </a:lnL>
                        <a:lnR w="12700" cap="flat" cmpd="sng" algn="ctr">
                          <a:solidFill>
                            <a:schemeClr val="accent1">
                              <a:lumMod val="60000"/>
                              <a:lumOff val="40000"/>
                            </a:schemeClr>
                          </a:solidFill>
                          <a:prstDash val="solid"/>
                          <a:round/>
                          <a:headEnd type="none" w="med" len="med"/>
                          <a:tailEnd type="none" w="med" len="med"/>
                        </a:lnR>
                        <a:lnT w="12700" cap="flat" cmpd="sng" algn="ctr">
                          <a:solidFill>
                            <a:schemeClr val="accent1">
                              <a:lumMod val="60000"/>
                              <a:lumOff val="40000"/>
                            </a:schemeClr>
                          </a:solidFill>
                          <a:prstDash val="solid"/>
                          <a:round/>
                          <a:headEnd type="none" w="med" len="med"/>
                          <a:tailEnd type="none" w="med" len="med"/>
                        </a:lnT>
                        <a:lnB w="12700" cap="flat" cmpd="sng" algn="ctr">
                          <a:solidFill>
                            <a:schemeClr val="accent1">
                              <a:lumMod val="60000"/>
                              <a:lumOff val="40000"/>
                            </a:schemeClr>
                          </a:solidFill>
                          <a:prstDash val="solid"/>
                          <a:round/>
                          <a:headEnd type="none" w="med" len="med"/>
                          <a:tailEnd type="none" w="med" len="med"/>
                        </a:lnB>
                        <a:solidFill>
                          <a:schemeClr val="accent6">
                            <a:lumMod val="40000"/>
                            <a:lumOff val="60000"/>
                          </a:schemeClr>
                        </a:solidFill>
                      </a:tcPr>
                    </a:tc>
                    <a:tc>
                      <a:txBody>
                        <a:bodyPr/>
                        <a:lstStyle/>
                        <a:p>
                          <a:pPr marL="466725" marR="454025" algn="ctr">
                            <a:lnSpc>
                              <a:spcPct val="115000"/>
                            </a:lnSpc>
                            <a:spcBef>
                              <a:spcPts val="180"/>
                            </a:spcBef>
                            <a:spcAft>
                              <a:spcPts val="0"/>
                            </a:spcAft>
                          </a:pPr>
                          <a:r>
                            <a:rPr lang="en-US" sz="1400" b="1" dirty="0">
                              <a:effectLst/>
                            </a:rPr>
                            <a:t>2.10.7.7</a:t>
                          </a:r>
                          <a:endParaRPr lang="zh-CN" sz="1400" b="1" dirty="0">
                            <a:effectLst/>
                            <a:latin typeface="Calibri"/>
                            <a:ea typeface="宋体"/>
                            <a:cs typeface="Times New Roman"/>
                          </a:endParaRPr>
                        </a:p>
                      </a:txBody>
                      <a:tcPr marL="0" marR="0" marT="0" marB="0" anchor="ctr">
                        <a:lnL w="12700" cap="flat" cmpd="sng" algn="ctr">
                          <a:solidFill>
                            <a:schemeClr val="accent1">
                              <a:lumMod val="60000"/>
                              <a:lumOff val="40000"/>
                            </a:schemeClr>
                          </a:solidFill>
                          <a:prstDash val="solid"/>
                          <a:round/>
                          <a:headEnd type="none" w="med" len="med"/>
                          <a:tailEnd type="none" w="med" len="med"/>
                        </a:lnL>
                        <a:lnR w="12700" cap="flat" cmpd="sng" algn="ctr">
                          <a:solidFill>
                            <a:schemeClr val="accent1">
                              <a:lumMod val="60000"/>
                              <a:lumOff val="40000"/>
                            </a:schemeClr>
                          </a:solidFill>
                          <a:prstDash val="solid"/>
                          <a:round/>
                          <a:headEnd type="none" w="med" len="med"/>
                          <a:tailEnd type="none" w="med" len="med"/>
                        </a:lnR>
                        <a:lnT w="12700" cap="flat" cmpd="sng" algn="ctr">
                          <a:solidFill>
                            <a:schemeClr val="accent1">
                              <a:lumMod val="60000"/>
                              <a:lumOff val="40000"/>
                            </a:schemeClr>
                          </a:solidFill>
                          <a:prstDash val="solid"/>
                          <a:round/>
                          <a:headEnd type="none" w="med" len="med"/>
                          <a:tailEnd type="none" w="med" len="med"/>
                        </a:lnT>
                        <a:lnB w="12700" cap="flat" cmpd="sng" algn="ctr">
                          <a:solidFill>
                            <a:schemeClr val="accent1">
                              <a:lumMod val="60000"/>
                              <a:lumOff val="40000"/>
                            </a:schemeClr>
                          </a:solidFill>
                          <a:prstDash val="solid"/>
                          <a:round/>
                          <a:headEnd type="none" w="med" len="med"/>
                          <a:tailEnd type="none" w="med" len="med"/>
                        </a:lnB>
                        <a:solidFill>
                          <a:schemeClr val="accent6">
                            <a:lumMod val="40000"/>
                            <a:lumOff val="60000"/>
                          </a:schemeClr>
                        </a:solidFill>
                      </a:tcPr>
                    </a:tc>
                    <a:tc vMerge="1">
                      <a:txBody>
                        <a:bodyPr/>
                        <a:lstStyle/>
                        <a:p>
                          <a:endParaRPr lang="zh-CN" altLang="en-US"/>
                        </a:p>
                      </a:txBody>
                      <a:tcPr/>
                    </a:tc>
                    <a:tc>
                      <a:txBody>
                        <a:bodyPr/>
                        <a:lstStyle/>
                        <a:p>
                          <a:pPr marL="247650">
                            <a:lnSpc>
                              <a:spcPct val="115000"/>
                            </a:lnSpc>
                            <a:spcBef>
                              <a:spcPts val="180"/>
                            </a:spcBef>
                            <a:spcAft>
                              <a:spcPts val="0"/>
                            </a:spcAft>
                          </a:pPr>
                          <a:r>
                            <a:rPr lang="en-US" sz="1400" b="1" spc="-5" dirty="0">
                              <a:effectLst/>
                            </a:rPr>
                            <a:t>D</a:t>
                          </a:r>
                          <a:r>
                            <a:rPr lang="en-US" sz="1400" b="1" spc="5" dirty="0">
                              <a:effectLst/>
                            </a:rPr>
                            <a:t>i</a:t>
                          </a:r>
                          <a:r>
                            <a:rPr lang="en-US" sz="1400" b="1" dirty="0">
                              <a:effectLst/>
                            </a:rPr>
                            <a:t>s</a:t>
                          </a:r>
                          <a:r>
                            <a:rPr lang="en-US" sz="1400" b="1" spc="5" dirty="0">
                              <a:effectLst/>
                            </a:rPr>
                            <a:t>t</a:t>
                          </a:r>
                          <a:r>
                            <a:rPr lang="en-US" sz="1400" b="1" spc="-10" dirty="0">
                              <a:effectLst/>
                            </a:rPr>
                            <a:t>u</a:t>
                          </a:r>
                          <a:r>
                            <a:rPr lang="en-US" sz="1400" b="1" spc="5" dirty="0">
                              <a:effectLst/>
                            </a:rPr>
                            <a:t>r</a:t>
                          </a:r>
                          <a:r>
                            <a:rPr lang="en-US" sz="1400" b="1" dirty="0">
                              <a:effectLst/>
                            </a:rPr>
                            <a:t>ba</a:t>
                          </a:r>
                          <a:r>
                            <a:rPr lang="en-US" sz="1400" b="1" spc="-10" dirty="0">
                              <a:effectLst/>
                            </a:rPr>
                            <a:t>n</a:t>
                          </a:r>
                          <a:r>
                            <a:rPr lang="en-US" sz="1400" b="1" dirty="0">
                              <a:effectLst/>
                            </a:rPr>
                            <a:t>ce</a:t>
                          </a:r>
                          <a:endParaRPr lang="zh-CN" sz="1400" b="1" dirty="0">
                            <a:effectLst/>
                            <a:latin typeface="Calibri"/>
                            <a:ea typeface="宋体"/>
                            <a:cs typeface="Times New Roman"/>
                          </a:endParaRPr>
                        </a:p>
                      </a:txBody>
                      <a:tcPr marL="0" marR="0" marT="0" marB="0" anchor="ctr">
                        <a:lnL w="12700" cap="flat" cmpd="sng" algn="ctr">
                          <a:solidFill>
                            <a:schemeClr val="accent1">
                              <a:lumMod val="60000"/>
                              <a:lumOff val="40000"/>
                            </a:schemeClr>
                          </a:solidFill>
                          <a:prstDash val="solid"/>
                          <a:round/>
                          <a:headEnd type="none" w="med" len="med"/>
                          <a:tailEnd type="none" w="med" len="med"/>
                        </a:lnL>
                        <a:lnR w="12700" cap="flat" cmpd="sng" algn="ctr">
                          <a:solidFill>
                            <a:schemeClr val="accent1">
                              <a:lumMod val="60000"/>
                              <a:lumOff val="40000"/>
                            </a:schemeClr>
                          </a:solidFill>
                          <a:prstDash val="solid"/>
                          <a:round/>
                          <a:headEnd type="none" w="med" len="med"/>
                          <a:tailEnd type="none" w="med" len="med"/>
                        </a:lnR>
                        <a:lnT w="12700" cap="flat" cmpd="sng" algn="ctr">
                          <a:solidFill>
                            <a:schemeClr val="accent1">
                              <a:lumMod val="60000"/>
                              <a:lumOff val="40000"/>
                            </a:schemeClr>
                          </a:solidFill>
                          <a:prstDash val="solid"/>
                          <a:round/>
                          <a:headEnd type="none" w="med" len="med"/>
                          <a:tailEnd type="none" w="med" len="med"/>
                        </a:lnT>
                        <a:lnB w="12700" cap="flat" cmpd="sng" algn="ctr">
                          <a:solidFill>
                            <a:schemeClr val="accent1">
                              <a:lumMod val="60000"/>
                              <a:lumOff val="40000"/>
                            </a:schemeClr>
                          </a:solidFill>
                          <a:prstDash val="solid"/>
                          <a:round/>
                          <a:headEnd type="none" w="med" len="med"/>
                          <a:tailEnd type="none" w="med" len="med"/>
                        </a:lnB>
                        <a:solidFill>
                          <a:schemeClr val="accent6">
                            <a:lumMod val="40000"/>
                            <a:lumOff val="60000"/>
                          </a:schemeClr>
                        </a:solidFill>
                      </a:tcPr>
                    </a:tc>
                  </a:tr>
                  <a:tr h="329981">
                    <a:tc>
                      <a:txBody>
                        <a:bodyPr/>
                        <a:lstStyle/>
                        <a:p>
                          <a:pPr marL="69215">
                            <a:lnSpc>
                              <a:spcPct val="115000"/>
                            </a:lnSpc>
                            <a:spcBef>
                              <a:spcPts val="180"/>
                            </a:spcBef>
                            <a:spcAft>
                              <a:spcPts val="0"/>
                            </a:spcAft>
                          </a:pPr>
                          <a:r>
                            <a:rPr lang="en-US" sz="1400" b="0" dirty="0">
                              <a:effectLst/>
                            </a:rPr>
                            <a:t>E</a:t>
                          </a:r>
                          <a:r>
                            <a:rPr lang="en-US" sz="1400" b="0" spc="5" dirty="0">
                              <a:effectLst/>
                            </a:rPr>
                            <a:t>l</a:t>
                          </a:r>
                          <a:r>
                            <a:rPr lang="en-US" sz="1400" b="0" dirty="0">
                              <a:effectLst/>
                            </a:rPr>
                            <a:t>e</a:t>
                          </a:r>
                          <a:r>
                            <a:rPr lang="en-US" sz="1400" b="0" spc="-10" dirty="0">
                              <a:effectLst/>
                            </a:rPr>
                            <a:t>c</a:t>
                          </a:r>
                          <a:r>
                            <a:rPr lang="en-US" sz="1400" b="0" spc="5" dirty="0">
                              <a:effectLst/>
                            </a:rPr>
                            <a:t>tr</a:t>
                          </a:r>
                          <a:r>
                            <a:rPr lang="en-US" sz="1400" b="0" spc="-10" dirty="0">
                              <a:effectLst/>
                            </a:rPr>
                            <a:t>o</a:t>
                          </a:r>
                          <a:r>
                            <a:rPr lang="en-US" sz="1400" b="0" dirty="0">
                              <a:effectLst/>
                            </a:rPr>
                            <a:t>s</a:t>
                          </a:r>
                          <a:r>
                            <a:rPr lang="en-US" sz="1400" b="0" spc="5" dirty="0">
                              <a:effectLst/>
                            </a:rPr>
                            <a:t>t</a:t>
                          </a:r>
                          <a:r>
                            <a:rPr lang="en-US" sz="1400" b="0" spc="-10" dirty="0">
                              <a:effectLst/>
                            </a:rPr>
                            <a:t>a</a:t>
                          </a:r>
                          <a:r>
                            <a:rPr lang="en-US" sz="1400" b="0" spc="-5" dirty="0">
                              <a:effectLst/>
                            </a:rPr>
                            <a:t>t</a:t>
                          </a:r>
                          <a:r>
                            <a:rPr lang="en-US" sz="1400" b="0" spc="5" dirty="0">
                              <a:effectLst/>
                            </a:rPr>
                            <a:t>i</a:t>
                          </a:r>
                          <a:r>
                            <a:rPr lang="en-US" sz="1400" b="0" dirty="0">
                              <a:effectLst/>
                            </a:rPr>
                            <a:t>c</a:t>
                          </a:r>
                          <a:r>
                            <a:rPr lang="en-US" sz="1400" b="0" spc="5" dirty="0">
                              <a:effectLst/>
                            </a:rPr>
                            <a:t> </a:t>
                          </a:r>
                          <a:r>
                            <a:rPr lang="en-US" sz="1400" b="0" spc="-10" dirty="0">
                              <a:effectLst/>
                            </a:rPr>
                            <a:t>d</a:t>
                          </a:r>
                          <a:r>
                            <a:rPr lang="en-US" sz="1400" b="0" spc="5" dirty="0">
                              <a:effectLst/>
                            </a:rPr>
                            <a:t>i</a:t>
                          </a:r>
                          <a:r>
                            <a:rPr lang="en-US" sz="1400" b="0" dirty="0">
                              <a:effectLst/>
                            </a:rPr>
                            <a:t>sc</a:t>
                          </a:r>
                          <a:r>
                            <a:rPr lang="en-US" sz="1400" b="0" spc="-10" dirty="0">
                              <a:effectLst/>
                            </a:rPr>
                            <a:t>h</a:t>
                          </a:r>
                          <a:r>
                            <a:rPr lang="en-US" sz="1400" b="0" dirty="0">
                              <a:effectLst/>
                            </a:rPr>
                            <a:t>a</a:t>
                          </a:r>
                          <a:r>
                            <a:rPr lang="en-US" sz="1400" b="0" spc="5" dirty="0">
                              <a:effectLst/>
                            </a:rPr>
                            <a:t>r</a:t>
                          </a:r>
                          <a:r>
                            <a:rPr lang="en-US" sz="1400" b="0" spc="-10" dirty="0">
                              <a:effectLst/>
                            </a:rPr>
                            <a:t>g</a:t>
                          </a:r>
                          <a:r>
                            <a:rPr lang="en-US" sz="1400" b="0" dirty="0">
                              <a:effectLst/>
                            </a:rPr>
                            <a:t>e</a:t>
                          </a:r>
                          <a:endParaRPr lang="zh-CN" sz="1400" b="0" dirty="0">
                            <a:effectLst/>
                            <a:latin typeface="Calibri"/>
                            <a:ea typeface="宋体"/>
                            <a:cs typeface="Times New Roman"/>
                          </a:endParaRPr>
                        </a:p>
                      </a:txBody>
                      <a:tcPr marL="0" marR="0" marT="0" marB="0" anchor="ctr">
                        <a:lnL w="12700" cap="flat" cmpd="sng" algn="ctr">
                          <a:solidFill>
                            <a:schemeClr val="accent1">
                              <a:lumMod val="60000"/>
                              <a:lumOff val="40000"/>
                            </a:schemeClr>
                          </a:solidFill>
                          <a:prstDash val="solid"/>
                          <a:round/>
                          <a:headEnd type="none" w="med" len="med"/>
                          <a:tailEnd type="none" w="med" len="med"/>
                        </a:lnL>
                        <a:lnR w="12700" cap="flat" cmpd="sng" algn="ctr">
                          <a:solidFill>
                            <a:schemeClr val="accent1">
                              <a:lumMod val="60000"/>
                              <a:lumOff val="40000"/>
                            </a:schemeClr>
                          </a:solidFill>
                          <a:prstDash val="solid"/>
                          <a:round/>
                          <a:headEnd type="none" w="med" len="med"/>
                          <a:tailEnd type="none" w="med" len="med"/>
                        </a:lnR>
                        <a:lnT w="12700" cap="flat" cmpd="sng" algn="ctr">
                          <a:solidFill>
                            <a:schemeClr val="accent1">
                              <a:lumMod val="60000"/>
                              <a:lumOff val="40000"/>
                            </a:schemeClr>
                          </a:solidFill>
                          <a:prstDash val="solid"/>
                          <a:round/>
                          <a:headEnd type="none" w="med" len="med"/>
                          <a:tailEnd type="none" w="med" len="med"/>
                        </a:lnT>
                        <a:lnB w="12700" cap="flat" cmpd="sng" algn="ctr">
                          <a:solidFill>
                            <a:schemeClr val="accent1">
                              <a:lumMod val="60000"/>
                              <a:lumOff val="40000"/>
                            </a:schemeClr>
                          </a:solidFill>
                          <a:prstDash val="solid"/>
                          <a:round/>
                          <a:headEnd type="none" w="med" len="med"/>
                          <a:tailEnd type="none" w="med" len="med"/>
                        </a:lnB>
                      </a:tcPr>
                    </a:tc>
                    <a:tc>
                      <a:txBody>
                        <a:bodyPr/>
                        <a:lstStyle/>
                        <a:p>
                          <a:pPr marL="466725" marR="454025" algn="ctr">
                            <a:lnSpc>
                              <a:spcPct val="115000"/>
                            </a:lnSpc>
                            <a:spcBef>
                              <a:spcPts val="180"/>
                            </a:spcBef>
                            <a:spcAft>
                              <a:spcPts val="0"/>
                            </a:spcAft>
                          </a:pPr>
                          <a:r>
                            <a:rPr lang="en-US" sz="1400" b="0" dirty="0">
                              <a:effectLst/>
                            </a:rPr>
                            <a:t>2.10.7.8</a:t>
                          </a:r>
                          <a:endParaRPr lang="zh-CN" sz="1400" b="0" dirty="0">
                            <a:effectLst/>
                            <a:latin typeface="Calibri"/>
                            <a:ea typeface="宋体"/>
                            <a:cs typeface="Times New Roman"/>
                          </a:endParaRPr>
                        </a:p>
                      </a:txBody>
                      <a:tcPr marL="0" marR="0" marT="0" marB="0" anchor="ctr">
                        <a:lnL w="12700" cap="flat" cmpd="sng" algn="ctr">
                          <a:solidFill>
                            <a:schemeClr val="accent1">
                              <a:lumMod val="60000"/>
                              <a:lumOff val="40000"/>
                            </a:schemeClr>
                          </a:solidFill>
                          <a:prstDash val="solid"/>
                          <a:round/>
                          <a:headEnd type="none" w="med" len="med"/>
                          <a:tailEnd type="none" w="med" len="med"/>
                        </a:lnL>
                        <a:lnR w="12700" cap="flat" cmpd="sng" algn="ctr">
                          <a:solidFill>
                            <a:schemeClr val="accent1">
                              <a:lumMod val="60000"/>
                              <a:lumOff val="40000"/>
                            </a:schemeClr>
                          </a:solidFill>
                          <a:prstDash val="solid"/>
                          <a:round/>
                          <a:headEnd type="none" w="med" len="med"/>
                          <a:tailEnd type="none" w="med" len="med"/>
                        </a:lnR>
                        <a:lnT w="12700" cap="flat" cmpd="sng" algn="ctr">
                          <a:solidFill>
                            <a:schemeClr val="accent1">
                              <a:lumMod val="60000"/>
                              <a:lumOff val="40000"/>
                            </a:schemeClr>
                          </a:solidFill>
                          <a:prstDash val="solid"/>
                          <a:round/>
                          <a:headEnd type="none" w="med" len="med"/>
                          <a:tailEnd type="none" w="med" len="med"/>
                        </a:lnT>
                        <a:lnB w="12700" cap="flat" cmpd="sng" algn="ctr">
                          <a:solidFill>
                            <a:schemeClr val="accent1">
                              <a:lumMod val="60000"/>
                              <a:lumOff val="40000"/>
                            </a:schemeClr>
                          </a:solidFill>
                          <a:prstDash val="solid"/>
                          <a:round/>
                          <a:headEnd type="none" w="med" len="med"/>
                          <a:tailEnd type="none" w="med" len="med"/>
                        </a:lnB>
                        <a:solidFill>
                          <a:schemeClr val="bg1"/>
                        </a:solidFill>
                      </a:tcPr>
                    </a:tc>
                    <a:tc vMerge="1">
                      <a:txBody>
                        <a:bodyPr/>
                        <a:lstStyle/>
                        <a:p>
                          <a:endParaRPr lang="zh-CN" altLang="en-US"/>
                        </a:p>
                      </a:txBody>
                      <a:tcPr/>
                    </a:tc>
                    <a:tc>
                      <a:txBody>
                        <a:bodyPr/>
                        <a:lstStyle/>
                        <a:p>
                          <a:pPr marL="247650">
                            <a:lnSpc>
                              <a:spcPct val="115000"/>
                            </a:lnSpc>
                            <a:spcBef>
                              <a:spcPts val="180"/>
                            </a:spcBef>
                            <a:spcAft>
                              <a:spcPts val="0"/>
                            </a:spcAft>
                          </a:pPr>
                          <a:r>
                            <a:rPr lang="en-US" sz="1400" b="0" spc="-5" dirty="0">
                              <a:effectLst/>
                            </a:rPr>
                            <a:t>D</a:t>
                          </a:r>
                          <a:r>
                            <a:rPr lang="en-US" sz="1400" b="0" spc="5" dirty="0">
                              <a:effectLst/>
                            </a:rPr>
                            <a:t>i</a:t>
                          </a:r>
                          <a:r>
                            <a:rPr lang="en-US" sz="1400" b="0" dirty="0">
                              <a:effectLst/>
                            </a:rPr>
                            <a:t>s</a:t>
                          </a:r>
                          <a:r>
                            <a:rPr lang="en-US" sz="1400" b="0" spc="5" dirty="0">
                              <a:effectLst/>
                            </a:rPr>
                            <a:t>t</a:t>
                          </a:r>
                          <a:r>
                            <a:rPr lang="en-US" sz="1400" b="0" spc="-10" dirty="0">
                              <a:effectLst/>
                            </a:rPr>
                            <a:t>u</a:t>
                          </a:r>
                          <a:r>
                            <a:rPr lang="en-US" sz="1400" b="0" spc="5" dirty="0">
                              <a:effectLst/>
                            </a:rPr>
                            <a:t>r</a:t>
                          </a:r>
                          <a:r>
                            <a:rPr lang="en-US" sz="1400" b="0" dirty="0">
                              <a:effectLst/>
                            </a:rPr>
                            <a:t>ba</a:t>
                          </a:r>
                          <a:r>
                            <a:rPr lang="en-US" sz="1400" b="0" spc="-10" dirty="0">
                              <a:effectLst/>
                            </a:rPr>
                            <a:t>n</a:t>
                          </a:r>
                          <a:r>
                            <a:rPr lang="en-US" sz="1400" b="0" dirty="0">
                              <a:effectLst/>
                            </a:rPr>
                            <a:t>ce</a:t>
                          </a:r>
                          <a:endParaRPr lang="zh-CN" sz="1400" b="0" dirty="0">
                            <a:effectLst/>
                            <a:latin typeface="Calibri"/>
                            <a:ea typeface="宋体"/>
                            <a:cs typeface="Times New Roman"/>
                          </a:endParaRPr>
                        </a:p>
                      </a:txBody>
                      <a:tcPr marL="0" marR="0" marT="0" marB="0" anchor="ctr">
                        <a:lnL w="12700" cap="flat" cmpd="sng" algn="ctr">
                          <a:solidFill>
                            <a:schemeClr val="accent1">
                              <a:lumMod val="60000"/>
                              <a:lumOff val="40000"/>
                            </a:schemeClr>
                          </a:solidFill>
                          <a:prstDash val="solid"/>
                          <a:round/>
                          <a:headEnd type="none" w="med" len="med"/>
                          <a:tailEnd type="none" w="med" len="med"/>
                        </a:lnL>
                        <a:lnR w="12700" cap="flat" cmpd="sng" algn="ctr">
                          <a:solidFill>
                            <a:schemeClr val="accent1">
                              <a:lumMod val="60000"/>
                              <a:lumOff val="40000"/>
                            </a:schemeClr>
                          </a:solidFill>
                          <a:prstDash val="solid"/>
                          <a:round/>
                          <a:headEnd type="none" w="med" len="med"/>
                          <a:tailEnd type="none" w="med" len="med"/>
                        </a:lnR>
                        <a:lnT w="12700" cap="flat" cmpd="sng" algn="ctr">
                          <a:solidFill>
                            <a:schemeClr val="accent1">
                              <a:lumMod val="60000"/>
                              <a:lumOff val="40000"/>
                            </a:schemeClr>
                          </a:solidFill>
                          <a:prstDash val="solid"/>
                          <a:round/>
                          <a:headEnd type="none" w="med" len="med"/>
                          <a:tailEnd type="none" w="med" len="med"/>
                        </a:lnT>
                        <a:lnB w="12700" cap="flat" cmpd="sng" algn="ctr">
                          <a:solidFill>
                            <a:schemeClr val="accent1">
                              <a:lumMod val="60000"/>
                              <a:lumOff val="40000"/>
                            </a:schemeClr>
                          </a:solidFill>
                          <a:prstDash val="solid"/>
                          <a:round/>
                          <a:headEnd type="none" w="med" len="med"/>
                          <a:tailEnd type="none" w="med" len="med"/>
                        </a:lnB>
                      </a:tcPr>
                    </a:tc>
                  </a:tr>
                  <a:tr h="402351">
                    <a:tc>
                      <a:txBody>
                        <a:bodyPr/>
                        <a:lstStyle/>
                        <a:p>
                          <a:pPr marL="69215">
                            <a:lnSpc>
                              <a:spcPct val="115000"/>
                            </a:lnSpc>
                            <a:spcBef>
                              <a:spcPts val="180"/>
                            </a:spcBef>
                            <a:spcAft>
                              <a:spcPts val="0"/>
                            </a:spcAft>
                          </a:pPr>
                          <a:r>
                            <a:rPr lang="en-US" sz="1400" b="0" dirty="0">
                              <a:effectLst/>
                            </a:rPr>
                            <a:t>E</a:t>
                          </a:r>
                          <a:r>
                            <a:rPr lang="en-US" sz="1400" b="0" spc="5" dirty="0">
                              <a:effectLst/>
                            </a:rPr>
                            <a:t>l</a:t>
                          </a:r>
                          <a:r>
                            <a:rPr lang="en-US" sz="1400" b="0" dirty="0">
                              <a:effectLst/>
                            </a:rPr>
                            <a:t>e</a:t>
                          </a:r>
                          <a:r>
                            <a:rPr lang="en-US" sz="1400" b="0" spc="-10" dirty="0">
                              <a:effectLst/>
                            </a:rPr>
                            <a:t>c</a:t>
                          </a:r>
                          <a:r>
                            <a:rPr lang="en-US" sz="1400" b="0" spc="5" dirty="0">
                              <a:effectLst/>
                            </a:rPr>
                            <a:t>tr</a:t>
                          </a:r>
                          <a:r>
                            <a:rPr lang="en-US" sz="1400" b="0" dirty="0">
                              <a:effectLst/>
                            </a:rPr>
                            <a:t>o</a:t>
                          </a:r>
                          <a:r>
                            <a:rPr lang="en-US" sz="1400" b="0" spc="-20" dirty="0">
                              <a:effectLst/>
                            </a:rPr>
                            <a:t>m</a:t>
                          </a:r>
                          <a:r>
                            <a:rPr lang="en-US" sz="1400" b="0" dirty="0">
                              <a:effectLst/>
                            </a:rPr>
                            <a:t>a</a:t>
                          </a:r>
                          <a:r>
                            <a:rPr lang="en-US" sz="1400" b="0" spc="-10" dirty="0">
                              <a:effectLst/>
                            </a:rPr>
                            <a:t>g</a:t>
                          </a:r>
                          <a:r>
                            <a:rPr lang="en-US" sz="1400" b="0" dirty="0">
                              <a:effectLst/>
                            </a:rPr>
                            <a:t>ne</a:t>
                          </a:r>
                          <a:r>
                            <a:rPr lang="en-US" sz="1400" b="0" spc="5" dirty="0">
                              <a:effectLst/>
                            </a:rPr>
                            <a:t>ti</a:t>
                          </a:r>
                          <a:r>
                            <a:rPr lang="en-US" sz="1400" b="0" dirty="0">
                              <a:effectLst/>
                            </a:rPr>
                            <a:t>c</a:t>
                          </a:r>
                          <a:r>
                            <a:rPr lang="en-US" sz="1400" b="0" spc="-10" dirty="0">
                              <a:effectLst/>
                            </a:rPr>
                            <a:t> </a:t>
                          </a:r>
                          <a:r>
                            <a:rPr lang="en-US" sz="1400" b="0" dirty="0">
                              <a:effectLst/>
                            </a:rPr>
                            <a:t>su</a:t>
                          </a:r>
                          <a:r>
                            <a:rPr lang="en-US" sz="1400" b="0" spc="-10" dirty="0">
                              <a:effectLst/>
                            </a:rPr>
                            <a:t>s</a:t>
                          </a:r>
                          <a:r>
                            <a:rPr lang="en-US" sz="1400" b="0" dirty="0">
                              <a:effectLst/>
                            </a:rPr>
                            <a:t>ce</a:t>
                          </a:r>
                          <a:r>
                            <a:rPr lang="en-US" sz="1400" b="0" spc="-10" dirty="0">
                              <a:effectLst/>
                            </a:rPr>
                            <a:t>p</a:t>
                          </a:r>
                          <a:r>
                            <a:rPr lang="en-US" sz="1400" b="0" spc="5" dirty="0">
                              <a:effectLst/>
                            </a:rPr>
                            <a:t>ti</a:t>
                          </a:r>
                          <a:r>
                            <a:rPr lang="en-US" sz="1400" b="0" spc="-10" dirty="0">
                              <a:effectLst/>
                            </a:rPr>
                            <a:t>b</a:t>
                          </a:r>
                          <a:r>
                            <a:rPr lang="en-US" sz="1400" b="0" spc="5" dirty="0">
                              <a:effectLst/>
                            </a:rPr>
                            <a:t>i</a:t>
                          </a:r>
                          <a:r>
                            <a:rPr lang="en-US" sz="1400" b="0" spc="-5" dirty="0">
                              <a:effectLst/>
                            </a:rPr>
                            <a:t>l</a:t>
                          </a:r>
                          <a:r>
                            <a:rPr lang="en-US" sz="1400" b="0" spc="5" dirty="0">
                              <a:effectLst/>
                            </a:rPr>
                            <a:t>ity</a:t>
                          </a:r>
                          <a:endParaRPr lang="zh-CN" sz="1400" b="0" dirty="0">
                            <a:effectLst/>
                            <a:latin typeface="Calibri"/>
                            <a:ea typeface="宋体"/>
                            <a:cs typeface="Times New Roman"/>
                          </a:endParaRPr>
                        </a:p>
                      </a:txBody>
                      <a:tcPr marL="0" marR="0" marT="0" marB="0" anchor="ctr">
                        <a:lnL w="12700" cap="flat" cmpd="sng" algn="ctr">
                          <a:solidFill>
                            <a:schemeClr val="accent1">
                              <a:lumMod val="60000"/>
                              <a:lumOff val="40000"/>
                            </a:schemeClr>
                          </a:solidFill>
                          <a:prstDash val="solid"/>
                          <a:round/>
                          <a:headEnd type="none" w="med" len="med"/>
                          <a:tailEnd type="none" w="med" len="med"/>
                        </a:lnL>
                        <a:lnR w="12700" cap="flat" cmpd="sng" algn="ctr">
                          <a:solidFill>
                            <a:schemeClr val="accent1">
                              <a:lumMod val="60000"/>
                              <a:lumOff val="40000"/>
                            </a:schemeClr>
                          </a:solidFill>
                          <a:prstDash val="solid"/>
                          <a:round/>
                          <a:headEnd type="none" w="med" len="med"/>
                          <a:tailEnd type="none" w="med" len="med"/>
                        </a:lnR>
                        <a:lnT w="12700" cap="flat" cmpd="sng" algn="ctr">
                          <a:solidFill>
                            <a:schemeClr val="accent1">
                              <a:lumMod val="60000"/>
                              <a:lumOff val="40000"/>
                            </a:schemeClr>
                          </a:solidFill>
                          <a:prstDash val="solid"/>
                          <a:round/>
                          <a:headEnd type="none" w="med" len="med"/>
                          <a:tailEnd type="none" w="med" len="med"/>
                        </a:lnT>
                        <a:lnB w="12700" cap="flat" cmpd="sng" algn="ctr">
                          <a:solidFill>
                            <a:schemeClr val="accent1">
                              <a:lumMod val="60000"/>
                              <a:lumOff val="40000"/>
                            </a:schemeClr>
                          </a:solidFill>
                          <a:prstDash val="solid"/>
                          <a:round/>
                          <a:headEnd type="none" w="med" len="med"/>
                          <a:tailEnd type="none" w="med" len="med"/>
                        </a:lnB>
                      </a:tcPr>
                    </a:tc>
                    <a:tc>
                      <a:txBody>
                        <a:bodyPr/>
                        <a:lstStyle/>
                        <a:p>
                          <a:pPr marL="466725" marR="454025" algn="ctr">
                            <a:lnSpc>
                              <a:spcPct val="115000"/>
                            </a:lnSpc>
                            <a:spcBef>
                              <a:spcPts val="180"/>
                            </a:spcBef>
                            <a:spcAft>
                              <a:spcPts val="0"/>
                            </a:spcAft>
                          </a:pPr>
                          <a:r>
                            <a:rPr lang="en-US" sz="1400" b="0" dirty="0">
                              <a:effectLst/>
                            </a:rPr>
                            <a:t>2.10.7.9</a:t>
                          </a:r>
                          <a:endParaRPr lang="zh-CN" sz="1400" b="0" dirty="0">
                            <a:effectLst/>
                            <a:latin typeface="Calibri"/>
                            <a:ea typeface="宋体"/>
                            <a:cs typeface="Times New Roman"/>
                          </a:endParaRPr>
                        </a:p>
                      </a:txBody>
                      <a:tcPr marL="0" marR="0" marT="0" marB="0" anchor="ctr">
                        <a:lnL w="12700" cap="flat" cmpd="sng" algn="ctr">
                          <a:solidFill>
                            <a:schemeClr val="accent1">
                              <a:lumMod val="60000"/>
                              <a:lumOff val="40000"/>
                            </a:schemeClr>
                          </a:solidFill>
                          <a:prstDash val="solid"/>
                          <a:round/>
                          <a:headEnd type="none" w="med" len="med"/>
                          <a:tailEnd type="none" w="med" len="med"/>
                        </a:lnL>
                        <a:lnR w="12700" cap="flat" cmpd="sng" algn="ctr">
                          <a:solidFill>
                            <a:schemeClr val="accent1">
                              <a:lumMod val="60000"/>
                              <a:lumOff val="40000"/>
                            </a:schemeClr>
                          </a:solidFill>
                          <a:prstDash val="solid"/>
                          <a:round/>
                          <a:headEnd type="none" w="med" len="med"/>
                          <a:tailEnd type="none" w="med" len="med"/>
                        </a:lnR>
                        <a:lnT w="12700" cap="flat" cmpd="sng" algn="ctr">
                          <a:solidFill>
                            <a:schemeClr val="accent1">
                              <a:lumMod val="60000"/>
                              <a:lumOff val="40000"/>
                            </a:schemeClr>
                          </a:solidFill>
                          <a:prstDash val="solid"/>
                          <a:round/>
                          <a:headEnd type="none" w="med" len="med"/>
                          <a:tailEnd type="none" w="med" len="med"/>
                        </a:lnT>
                        <a:lnB w="12700" cap="flat" cmpd="sng" algn="ctr">
                          <a:solidFill>
                            <a:schemeClr val="accent1">
                              <a:lumMod val="60000"/>
                              <a:lumOff val="40000"/>
                            </a:schemeClr>
                          </a:solidFill>
                          <a:prstDash val="solid"/>
                          <a:round/>
                          <a:headEnd type="none" w="med" len="med"/>
                          <a:tailEnd type="none" w="med" len="med"/>
                        </a:lnB>
                      </a:tcPr>
                    </a:tc>
                    <a:tc vMerge="1">
                      <a:txBody>
                        <a:bodyPr/>
                        <a:lstStyle/>
                        <a:p>
                          <a:endParaRPr lang="zh-CN" altLang="en-US"/>
                        </a:p>
                      </a:txBody>
                      <a:tcPr/>
                    </a:tc>
                    <a:tc>
                      <a:txBody>
                        <a:bodyPr/>
                        <a:lstStyle/>
                        <a:p>
                          <a:pPr marL="247650">
                            <a:lnSpc>
                              <a:spcPct val="115000"/>
                            </a:lnSpc>
                            <a:spcBef>
                              <a:spcPts val="180"/>
                            </a:spcBef>
                            <a:spcAft>
                              <a:spcPts val="0"/>
                            </a:spcAft>
                          </a:pPr>
                          <a:r>
                            <a:rPr lang="en-US" sz="1400" b="0" spc="-5" dirty="0">
                              <a:effectLst/>
                            </a:rPr>
                            <a:t>D</a:t>
                          </a:r>
                          <a:r>
                            <a:rPr lang="en-US" sz="1400" b="0" spc="5" dirty="0">
                              <a:effectLst/>
                            </a:rPr>
                            <a:t>i</a:t>
                          </a:r>
                          <a:r>
                            <a:rPr lang="en-US" sz="1400" b="0" dirty="0">
                              <a:effectLst/>
                            </a:rPr>
                            <a:t>s</a:t>
                          </a:r>
                          <a:r>
                            <a:rPr lang="en-US" sz="1400" b="0" spc="5" dirty="0">
                              <a:effectLst/>
                            </a:rPr>
                            <a:t>t</a:t>
                          </a:r>
                          <a:r>
                            <a:rPr lang="en-US" sz="1400" b="0" spc="-10" dirty="0">
                              <a:effectLst/>
                            </a:rPr>
                            <a:t>u</a:t>
                          </a:r>
                          <a:r>
                            <a:rPr lang="en-US" sz="1400" b="0" spc="5" dirty="0">
                              <a:effectLst/>
                            </a:rPr>
                            <a:t>r</a:t>
                          </a:r>
                          <a:r>
                            <a:rPr lang="en-US" sz="1400" b="0" dirty="0">
                              <a:effectLst/>
                            </a:rPr>
                            <a:t>ba</a:t>
                          </a:r>
                          <a:r>
                            <a:rPr lang="en-US" sz="1400" b="0" spc="-10" dirty="0">
                              <a:effectLst/>
                            </a:rPr>
                            <a:t>n</a:t>
                          </a:r>
                          <a:r>
                            <a:rPr lang="en-US" sz="1400" b="0" dirty="0">
                              <a:effectLst/>
                            </a:rPr>
                            <a:t>ce</a:t>
                          </a:r>
                          <a:endParaRPr lang="zh-CN" sz="1400" b="0" dirty="0">
                            <a:effectLst/>
                            <a:latin typeface="Calibri"/>
                            <a:ea typeface="宋体"/>
                            <a:cs typeface="Times New Roman"/>
                          </a:endParaRPr>
                        </a:p>
                      </a:txBody>
                      <a:tcPr marL="0" marR="0" marT="0" marB="0" anchor="ctr">
                        <a:lnL w="12700" cap="flat" cmpd="sng" algn="ctr">
                          <a:solidFill>
                            <a:schemeClr val="accent1">
                              <a:lumMod val="60000"/>
                              <a:lumOff val="40000"/>
                            </a:schemeClr>
                          </a:solidFill>
                          <a:prstDash val="solid"/>
                          <a:round/>
                          <a:headEnd type="none" w="med" len="med"/>
                          <a:tailEnd type="none" w="med" len="med"/>
                        </a:lnL>
                        <a:lnR w="12700" cap="flat" cmpd="sng" algn="ctr">
                          <a:solidFill>
                            <a:schemeClr val="accent1">
                              <a:lumMod val="60000"/>
                              <a:lumOff val="40000"/>
                            </a:schemeClr>
                          </a:solidFill>
                          <a:prstDash val="solid"/>
                          <a:round/>
                          <a:headEnd type="none" w="med" len="med"/>
                          <a:tailEnd type="none" w="med" len="med"/>
                        </a:lnR>
                        <a:lnT w="12700" cap="flat" cmpd="sng" algn="ctr">
                          <a:solidFill>
                            <a:schemeClr val="accent1">
                              <a:lumMod val="60000"/>
                              <a:lumOff val="40000"/>
                            </a:schemeClr>
                          </a:solidFill>
                          <a:prstDash val="solid"/>
                          <a:round/>
                          <a:headEnd type="none" w="med" len="med"/>
                          <a:tailEnd type="none" w="med" len="med"/>
                        </a:lnT>
                        <a:lnB w="12700" cap="flat" cmpd="sng" algn="ctr">
                          <a:solidFill>
                            <a:schemeClr val="accent1">
                              <a:lumMod val="60000"/>
                              <a:lumOff val="40000"/>
                            </a:schemeClr>
                          </a:solidFill>
                          <a:prstDash val="solid"/>
                          <a:round/>
                          <a:headEnd type="none" w="med" len="med"/>
                          <a:tailEnd type="none" w="med" len="med"/>
                        </a:lnB>
                      </a:tcPr>
                    </a:tc>
                  </a:tr>
                  <a:tr h="544370">
                    <a:tc>
                      <a:txBody>
                        <a:bodyPr/>
                        <a:lstStyle/>
                        <a:p>
                          <a:pPr marL="69215" marR="576580">
                            <a:lnSpc>
                              <a:spcPct val="104000"/>
                            </a:lnSpc>
                            <a:spcBef>
                              <a:spcPts val="180"/>
                            </a:spcBef>
                            <a:spcAft>
                              <a:spcPts val="0"/>
                            </a:spcAft>
                          </a:pPr>
                          <a:r>
                            <a:rPr lang="en-US" sz="1400" b="1" spc="-10" dirty="0">
                              <a:effectLst/>
                            </a:rPr>
                            <a:t>I</a:t>
                          </a:r>
                          <a:r>
                            <a:rPr lang="en-US" sz="1400" b="1" spc="-5" dirty="0">
                              <a:effectLst/>
                            </a:rPr>
                            <a:t>mm</a:t>
                          </a:r>
                          <a:r>
                            <a:rPr lang="en-US" sz="1400" b="1" dirty="0">
                              <a:effectLst/>
                            </a:rPr>
                            <a:t>un</a:t>
                          </a:r>
                          <a:r>
                            <a:rPr lang="en-US" sz="1400" b="1" spc="5" dirty="0">
                              <a:effectLst/>
                            </a:rPr>
                            <a:t>it</a:t>
                          </a:r>
                          <a:r>
                            <a:rPr lang="en-US" sz="1400" b="1" dirty="0">
                              <a:effectLst/>
                            </a:rPr>
                            <a:t>y</a:t>
                          </a:r>
                          <a:r>
                            <a:rPr lang="en-US" sz="1400" b="1" spc="-10" dirty="0">
                              <a:effectLst/>
                            </a:rPr>
                            <a:t> </a:t>
                          </a:r>
                          <a:r>
                            <a:rPr lang="en-US" sz="1400" b="1" spc="5" dirty="0">
                              <a:effectLst/>
                            </a:rPr>
                            <a:t>t</a:t>
                          </a:r>
                          <a:r>
                            <a:rPr lang="en-US" sz="1400" b="1" dirty="0">
                              <a:effectLst/>
                            </a:rPr>
                            <a:t>o cond</a:t>
                          </a:r>
                          <a:r>
                            <a:rPr lang="en-US" sz="1400" b="1" spc="-10" dirty="0">
                              <a:effectLst/>
                            </a:rPr>
                            <a:t>u</a:t>
                          </a:r>
                          <a:r>
                            <a:rPr lang="en-US" sz="1400" b="1" dirty="0">
                              <a:effectLst/>
                            </a:rPr>
                            <a:t>c</a:t>
                          </a:r>
                          <a:r>
                            <a:rPr lang="en-US" sz="1400" b="1" spc="5" dirty="0">
                              <a:effectLst/>
                            </a:rPr>
                            <a:t>t</a:t>
                          </a:r>
                          <a:r>
                            <a:rPr lang="en-US" sz="1400" b="1" spc="-10" dirty="0">
                              <a:effectLst/>
                            </a:rPr>
                            <a:t>e</a:t>
                          </a:r>
                          <a:r>
                            <a:rPr lang="en-US" sz="1400" b="1" dirty="0">
                              <a:effectLst/>
                            </a:rPr>
                            <a:t>d e</a:t>
                          </a:r>
                          <a:r>
                            <a:rPr lang="en-US" sz="1400" b="1" spc="5" dirty="0">
                              <a:effectLst/>
                            </a:rPr>
                            <a:t>l</a:t>
                          </a:r>
                          <a:r>
                            <a:rPr lang="en-US" sz="1400" b="1" dirty="0">
                              <a:effectLst/>
                            </a:rPr>
                            <a:t>e</a:t>
                          </a:r>
                          <a:r>
                            <a:rPr lang="en-US" sz="1400" b="1" spc="-10" dirty="0">
                              <a:effectLst/>
                            </a:rPr>
                            <a:t>c</a:t>
                          </a:r>
                          <a:r>
                            <a:rPr lang="en-US" sz="1400" b="1" spc="5" dirty="0">
                              <a:effectLst/>
                            </a:rPr>
                            <a:t>t</a:t>
                          </a:r>
                          <a:r>
                            <a:rPr lang="en-US" sz="1400" b="1" spc="-5" dirty="0">
                              <a:effectLst/>
                            </a:rPr>
                            <a:t>r</a:t>
                          </a:r>
                          <a:r>
                            <a:rPr lang="en-US" sz="1400" b="1" dirty="0">
                              <a:effectLst/>
                            </a:rPr>
                            <a:t>o</a:t>
                          </a:r>
                          <a:r>
                            <a:rPr lang="en-US" sz="1400" b="1" spc="-20" dirty="0">
                              <a:effectLst/>
                            </a:rPr>
                            <a:t>m</a:t>
                          </a:r>
                          <a:r>
                            <a:rPr lang="en-US" sz="1400" b="1" dirty="0">
                              <a:effectLst/>
                            </a:rPr>
                            <a:t>a</a:t>
                          </a:r>
                          <a:r>
                            <a:rPr lang="en-US" sz="1400" b="1" spc="-10" dirty="0">
                              <a:effectLst/>
                            </a:rPr>
                            <a:t>g</a:t>
                          </a:r>
                          <a:r>
                            <a:rPr lang="en-US" sz="1400" b="1" dirty="0">
                              <a:effectLst/>
                            </a:rPr>
                            <a:t>ne</a:t>
                          </a:r>
                          <a:r>
                            <a:rPr lang="en-US" sz="1400" b="1" spc="5" dirty="0">
                              <a:effectLst/>
                            </a:rPr>
                            <a:t>ti</a:t>
                          </a:r>
                          <a:r>
                            <a:rPr lang="en-US" sz="1400" b="1" dirty="0">
                              <a:effectLst/>
                            </a:rPr>
                            <a:t>c</a:t>
                          </a:r>
                          <a:r>
                            <a:rPr lang="en-US" sz="1400" b="1" spc="5" dirty="0">
                              <a:effectLst/>
                            </a:rPr>
                            <a:t> </a:t>
                          </a:r>
                          <a:r>
                            <a:rPr lang="en-US" sz="1400" b="1" spc="-10" dirty="0">
                              <a:effectLst/>
                            </a:rPr>
                            <a:t>f</a:t>
                          </a:r>
                          <a:r>
                            <a:rPr lang="en-US" sz="1400" b="1" spc="5" dirty="0">
                              <a:effectLst/>
                            </a:rPr>
                            <a:t>i</a:t>
                          </a:r>
                          <a:r>
                            <a:rPr lang="en-US" sz="1400" b="1" spc="-10" dirty="0">
                              <a:effectLst/>
                            </a:rPr>
                            <a:t>e</a:t>
                          </a:r>
                          <a:r>
                            <a:rPr lang="en-US" sz="1400" b="1" spc="5" dirty="0">
                              <a:effectLst/>
                            </a:rPr>
                            <a:t>l</a:t>
                          </a:r>
                          <a:r>
                            <a:rPr lang="en-US" sz="1400" b="1" dirty="0">
                              <a:effectLst/>
                            </a:rPr>
                            <a:t>ds</a:t>
                          </a:r>
                          <a:endParaRPr lang="zh-CN" sz="1400" b="1" dirty="0">
                            <a:effectLst/>
                            <a:latin typeface="Calibri"/>
                            <a:ea typeface="宋体"/>
                            <a:cs typeface="Times New Roman"/>
                          </a:endParaRPr>
                        </a:p>
                      </a:txBody>
                      <a:tcPr marL="0" marR="0" marT="0" marB="0" anchor="ctr">
                        <a:lnL w="12700" cap="flat" cmpd="sng" algn="ctr">
                          <a:solidFill>
                            <a:schemeClr val="accent1">
                              <a:lumMod val="60000"/>
                              <a:lumOff val="40000"/>
                            </a:schemeClr>
                          </a:solidFill>
                          <a:prstDash val="solid"/>
                          <a:round/>
                          <a:headEnd type="none" w="med" len="med"/>
                          <a:tailEnd type="none" w="med" len="med"/>
                        </a:lnL>
                        <a:lnR w="12700" cap="flat" cmpd="sng" algn="ctr">
                          <a:solidFill>
                            <a:schemeClr val="accent1">
                              <a:lumMod val="60000"/>
                              <a:lumOff val="40000"/>
                            </a:schemeClr>
                          </a:solidFill>
                          <a:prstDash val="solid"/>
                          <a:round/>
                          <a:headEnd type="none" w="med" len="med"/>
                          <a:tailEnd type="none" w="med" len="med"/>
                        </a:lnR>
                        <a:lnT w="12700" cap="flat" cmpd="sng" algn="ctr">
                          <a:solidFill>
                            <a:schemeClr val="accent1">
                              <a:lumMod val="60000"/>
                              <a:lumOff val="40000"/>
                            </a:schemeClr>
                          </a:solidFill>
                          <a:prstDash val="solid"/>
                          <a:round/>
                          <a:headEnd type="none" w="med" len="med"/>
                          <a:tailEnd type="none" w="med" len="med"/>
                        </a:lnT>
                        <a:lnB w="12700" cap="flat" cmpd="sng" algn="ctr">
                          <a:solidFill>
                            <a:schemeClr val="accent1">
                              <a:lumMod val="60000"/>
                              <a:lumOff val="40000"/>
                            </a:schemeClr>
                          </a:solidFill>
                          <a:prstDash val="solid"/>
                          <a:round/>
                          <a:headEnd type="none" w="med" len="med"/>
                          <a:tailEnd type="none" w="med" len="med"/>
                        </a:lnB>
                        <a:solidFill>
                          <a:schemeClr val="accent6">
                            <a:lumMod val="40000"/>
                            <a:lumOff val="60000"/>
                          </a:schemeClr>
                        </a:solidFill>
                      </a:tcPr>
                    </a:tc>
                    <a:tc>
                      <a:txBody>
                        <a:bodyPr/>
                        <a:lstStyle/>
                        <a:p>
                          <a:pPr algn="ctr">
                            <a:lnSpc>
                              <a:spcPts val="800"/>
                            </a:lnSpc>
                            <a:spcBef>
                              <a:spcPts val="40"/>
                            </a:spcBef>
                            <a:spcAft>
                              <a:spcPts val="0"/>
                            </a:spcAft>
                          </a:pPr>
                          <a:r>
                            <a:rPr lang="en-US" sz="1400" b="1" dirty="0">
                              <a:effectLst/>
                            </a:rPr>
                            <a:t> </a:t>
                          </a:r>
                          <a:r>
                            <a:rPr lang="en-US" sz="1400" b="1" dirty="0" smtClean="0">
                              <a:effectLst/>
                            </a:rPr>
                            <a:t>2.10.7.10</a:t>
                          </a:r>
                          <a:endParaRPr lang="zh-CN" sz="1400" b="1" dirty="0">
                            <a:effectLst/>
                            <a:latin typeface="Calibri"/>
                            <a:ea typeface="宋体"/>
                            <a:cs typeface="Times New Roman"/>
                          </a:endParaRPr>
                        </a:p>
                      </a:txBody>
                      <a:tcPr marL="0" marR="0" marT="0" marB="0" anchor="ctr">
                        <a:lnL w="12700" cap="flat" cmpd="sng" algn="ctr">
                          <a:solidFill>
                            <a:schemeClr val="accent1">
                              <a:lumMod val="60000"/>
                              <a:lumOff val="40000"/>
                            </a:schemeClr>
                          </a:solidFill>
                          <a:prstDash val="solid"/>
                          <a:round/>
                          <a:headEnd type="none" w="med" len="med"/>
                          <a:tailEnd type="none" w="med" len="med"/>
                        </a:lnL>
                        <a:lnR w="12700" cap="flat" cmpd="sng" algn="ctr">
                          <a:solidFill>
                            <a:schemeClr val="accent1">
                              <a:lumMod val="60000"/>
                              <a:lumOff val="40000"/>
                            </a:schemeClr>
                          </a:solidFill>
                          <a:prstDash val="solid"/>
                          <a:round/>
                          <a:headEnd type="none" w="med" len="med"/>
                          <a:tailEnd type="none" w="med" len="med"/>
                        </a:lnR>
                        <a:lnT w="12700" cap="flat" cmpd="sng" algn="ctr">
                          <a:solidFill>
                            <a:schemeClr val="accent1">
                              <a:lumMod val="60000"/>
                              <a:lumOff val="40000"/>
                            </a:schemeClr>
                          </a:solidFill>
                          <a:prstDash val="solid"/>
                          <a:round/>
                          <a:headEnd type="none" w="med" len="med"/>
                          <a:tailEnd type="none" w="med" len="med"/>
                        </a:lnT>
                        <a:lnB w="12700" cap="flat" cmpd="sng" algn="ctr">
                          <a:solidFill>
                            <a:schemeClr val="accent1">
                              <a:lumMod val="60000"/>
                              <a:lumOff val="40000"/>
                            </a:schemeClr>
                          </a:solidFill>
                          <a:prstDash val="solid"/>
                          <a:round/>
                          <a:headEnd type="none" w="med" len="med"/>
                          <a:tailEnd type="none" w="med" len="med"/>
                        </a:lnB>
                        <a:solidFill>
                          <a:schemeClr val="accent6">
                            <a:lumMod val="40000"/>
                            <a:lumOff val="60000"/>
                          </a:schemeClr>
                        </a:solidFill>
                      </a:tcPr>
                    </a:tc>
                    <a:tc vMerge="1">
                      <a:txBody>
                        <a:bodyPr/>
                        <a:lstStyle/>
                        <a:p>
                          <a:endParaRPr lang="zh-CN" altLang="en-US"/>
                        </a:p>
                      </a:txBody>
                      <a:tcPr/>
                    </a:tc>
                    <a:tc>
                      <a:txBody>
                        <a:bodyPr/>
                        <a:lstStyle/>
                        <a:p>
                          <a:pPr>
                            <a:lnSpc>
                              <a:spcPts val="800"/>
                            </a:lnSpc>
                            <a:spcBef>
                              <a:spcPts val="40"/>
                            </a:spcBef>
                            <a:spcAft>
                              <a:spcPts val="0"/>
                            </a:spcAft>
                          </a:pPr>
                          <a:r>
                            <a:rPr lang="en-US" sz="1400" b="0" dirty="0">
                              <a:effectLst/>
                            </a:rPr>
                            <a:t> </a:t>
                          </a:r>
                          <a:endParaRPr lang="zh-CN" sz="1400" b="0" dirty="0">
                            <a:effectLst/>
                          </a:endParaRPr>
                        </a:p>
                        <a:p>
                          <a:pPr marL="247650">
                            <a:lnSpc>
                              <a:spcPct val="115000"/>
                            </a:lnSpc>
                            <a:spcAft>
                              <a:spcPts val="0"/>
                            </a:spcAft>
                          </a:pPr>
                          <a:r>
                            <a:rPr lang="en-US" sz="1400" b="1" spc="-5" dirty="0">
                              <a:effectLst/>
                            </a:rPr>
                            <a:t>D</a:t>
                          </a:r>
                          <a:r>
                            <a:rPr lang="en-US" sz="1400" b="1" spc="5" dirty="0">
                              <a:effectLst/>
                            </a:rPr>
                            <a:t>i</a:t>
                          </a:r>
                          <a:r>
                            <a:rPr lang="en-US" sz="1400" b="1" dirty="0">
                              <a:effectLst/>
                            </a:rPr>
                            <a:t>s</a:t>
                          </a:r>
                          <a:r>
                            <a:rPr lang="en-US" sz="1400" b="1" spc="5" dirty="0">
                              <a:effectLst/>
                            </a:rPr>
                            <a:t>t</a:t>
                          </a:r>
                          <a:r>
                            <a:rPr lang="en-US" sz="1400" b="1" spc="-10" dirty="0">
                              <a:effectLst/>
                            </a:rPr>
                            <a:t>u</a:t>
                          </a:r>
                          <a:r>
                            <a:rPr lang="en-US" sz="1400" b="1" spc="5" dirty="0">
                              <a:effectLst/>
                            </a:rPr>
                            <a:t>r</a:t>
                          </a:r>
                          <a:r>
                            <a:rPr lang="en-US" sz="1400" b="1" dirty="0">
                              <a:effectLst/>
                            </a:rPr>
                            <a:t>ba</a:t>
                          </a:r>
                          <a:r>
                            <a:rPr lang="en-US" sz="1400" b="1" spc="-10" dirty="0">
                              <a:effectLst/>
                            </a:rPr>
                            <a:t>n</a:t>
                          </a:r>
                          <a:r>
                            <a:rPr lang="en-US" sz="1400" b="1" dirty="0">
                              <a:effectLst/>
                            </a:rPr>
                            <a:t>ce</a:t>
                          </a:r>
                          <a:endParaRPr lang="zh-CN" sz="1400" b="1" dirty="0">
                            <a:effectLst/>
                            <a:latin typeface="Calibri"/>
                            <a:ea typeface="宋体"/>
                            <a:cs typeface="Times New Roman"/>
                          </a:endParaRPr>
                        </a:p>
                      </a:txBody>
                      <a:tcPr marL="0" marR="0" marT="0" marB="0" anchor="ctr">
                        <a:lnL w="12700" cap="flat" cmpd="sng" algn="ctr">
                          <a:solidFill>
                            <a:schemeClr val="accent1">
                              <a:lumMod val="60000"/>
                              <a:lumOff val="40000"/>
                            </a:schemeClr>
                          </a:solidFill>
                          <a:prstDash val="solid"/>
                          <a:round/>
                          <a:headEnd type="none" w="med" len="med"/>
                          <a:tailEnd type="none" w="med" len="med"/>
                        </a:lnL>
                        <a:lnR w="12700" cap="flat" cmpd="sng" algn="ctr">
                          <a:solidFill>
                            <a:schemeClr val="accent1">
                              <a:lumMod val="60000"/>
                              <a:lumOff val="40000"/>
                            </a:schemeClr>
                          </a:solidFill>
                          <a:prstDash val="solid"/>
                          <a:round/>
                          <a:headEnd type="none" w="med" len="med"/>
                          <a:tailEnd type="none" w="med" len="med"/>
                        </a:lnR>
                        <a:lnT w="12700" cap="flat" cmpd="sng" algn="ctr">
                          <a:solidFill>
                            <a:schemeClr val="accent1">
                              <a:lumMod val="60000"/>
                              <a:lumOff val="40000"/>
                            </a:schemeClr>
                          </a:solidFill>
                          <a:prstDash val="solid"/>
                          <a:round/>
                          <a:headEnd type="none" w="med" len="med"/>
                          <a:tailEnd type="none" w="med" len="med"/>
                        </a:lnT>
                        <a:lnB w="12700" cap="flat" cmpd="sng" algn="ctr">
                          <a:solidFill>
                            <a:schemeClr val="accent1">
                              <a:lumMod val="60000"/>
                              <a:lumOff val="40000"/>
                            </a:schemeClr>
                          </a:solidFill>
                          <a:prstDash val="solid"/>
                          <a:round/>
                          <a:headEnd type="none" w="med" len="med"/>
                          <a:tailEnd type="none" w="med" len="med"/>
                        </a:lnB>
                        <a:solidFill>
                          <a:schemeClr val="accent6">
                            <a:lumMod val="40000"/>
                            <a:lumOff val="60000"/>
                          </a:schemeClr>
                        </a:solidFill>
                      </a:tcPr>
                    </a:tc>
                  </a:tr>
                  <a:tr h="396512">
                    <a:tc>
                      <a:txBody>
                        <a:bodyPr/>
                        <a:lstStyle/>
                        <a:p>
                          <a:pPr marL="69215">
                            <a:lnSpc>
                              <a:spcPct val="115000"/>
                            </a:lnSpc>
                            <a:spcBef>
                              <a:spcPts val="180"/>
                            </a:spcBef>
                            <a:spcAft>
                              <a:spcPts val="0"/>
                            </a:spcAft>
                          </a:pPr>
                          <a:r>
                            <a:rPr lang="en-US" sz="1400" b="0" dirty="0">
                              <a:effectLst/>
                            </a:rPr>
                            <a:t>Span </a:t>
                          </a:r>
                          <a:r>
                            <a:rPr lang="en-US" sz="1400" b="0" spc="-10" dirty="0">
                              <a:effectLst/>
                            </a:rPr>
                            <a:t>s</a:t>
                          </a:r>
                          <a:r>
                            <a:rPr lang="en-US" sz="1400" b="0" spc="5" dirty="0">
                              <a:effectLst/>
                            </a:rPr>
                            <a:t>t</a:t>
                          </a:r>
                          <a:r>
                            <a:rPr lang="en-US" sz="1400" b="0" dirty="0">
                              <a:effectLst/>
                            </a:rPr>
                            <a:t>a</a:t>
                          </a:r>
                          <a:r>
                            <a:rPr lang="en-US" sz="1400" b="0" spc="-10" dirty="0">
                              <a:effectLst/>
                            </a:rPr>
                            <a:t>b</a:t>
                          </a:r>
                          <a:r>
                            <a:rPr lang="en-US" sz="1400" b="0" spc="5" dirty="0">
                              <a:effectLst/>
                            </a:rPr>
                            <a:t>i</a:t>
                          </a:r>
                          <a:r>
                            <a:rPr lang="en-US" sz="1400" b="0" spc="-5" dirty="0">
                              <a:effectLst/>
                            </a:rPr>
                            <a:t>l</a:t>
                          </a:r>
                          <a:r>
                            <a:rPr lang="en-US" sz="1400" b="0" spc="5" dirty="0">
                              <a:effectLst/>
                            </a:rPr>
                            <a:t>ity</a:t>
                          </a:r>
                          <a:endParaRPr lang="zh-CN" sz="1400" b="0" dirty="0">
                            <a:effectLst/>
                            <a:latin typeface="Calibri"/>
                            <a:ea typeface="宋体"/>
                            <a:cs typeface="Times New Roman"/>
                          </a:endParaRPr>
                        </a:p>
                      </a:txBody>
                      <a:tcPr marL="0" marR="0" marT="0" marB="0" anchor="ctr">
                        <a:lnL w="12700" cap="flat" cmpd="sng" algn="ctr">
                          <a:solidFill>
                            <a:schemeClr val="accent1">
                              <a:lumMod val="60000"/>
                              <a:lumOff val="40000"/>
                            </a:schemeClr>
                          </a:solidFill>
                          <a:prstDash val="solid"/>
                          <a:round/>
                          <a:headEnd type="none" w="med" len="med"/>
                          <a:tailEnd type="none" w="med" len="med"/>
                        </a:lnL>
                        <a:lnR w="12700" cap="flat" cmpd="sng" algn="ctr">
                          <a:solidFill>
                            <a:schemeClr val="accent1">
                              <a:lumMod val="60000"/>
                              <a:lumOff val="40000"/>
                            </a:schemeClr>
                          </a:solidFill>
                          <a:prstDash val="solid"/>
                          <a:round/>
                          <a:headEnd type="none" w="med" len="med"/>
                          <a:tailEnd type="none" w="med" len="med"/>
                        </a:lnR>
                        <a:lnT w="12700" cap="flat" cmpd="sng" algn="ctr">
                          <a:solidFill>
                            <a:schemeClr val="accent1">
                              <a:lumMod val="60000"/>
                              <a:lumOff val="40000"/>
                            </a:schemeClr>
                          </a:solidFill>
                          <a:prstDash val="solid"/>
                          <a:round/>
                          <a:headEnd type="none" w="med" len="med"/>
                          <a:tailEnd type="none" w="med" len="med"/>
                        </a:lnT>
                        <a:lnB w="12700" cap="flat" cmpd="sng" algn="ctr">
                          <a:solidFill>
                            <a:schemeClr val="accent1">
                              <a:lumMod val="60000"/>
                              <a:lumOff val="40000"/>
                            </a:schemeClr>
                          </a:solidFill>
                          <a:prstDash val="solid"/>
                          <a:round/>
                          <a:headEnd type="none" w="med" len="med"/>
                          <a:tailEnd type="none" w="med" len="med"/>
                        </a:lnB>
                        <a:solidFill>
                          <a:schemeClr val="bg1">
                            <a:lumMod val="95000"/>
                          </a:schemeClr>
                        </a:solidFill>
                      </a:tcPr>
                    </a:tc>
                    <a:tc>
                      <a:txBody>
                        <a:bodyPr/>
                        <a:lstStyle/>
                        <a:p>
                          <a:pPr marL="0" indent="0" algn="ctr">
                            <a:lnSpc>
                              <a:spcPct val="115000"/>
                            </a:lnSpc>
                            <a:spcBef>
                              <a:spcPts val="180"/>
                            </a:spcBef>
                            <a:spcAft>
                              <a:spcPts val="0"/>
                            </a:spcAft>
                          </a:pPr>
                          <a:r>
                            <a:rPr lang="en-US" sz="1400" b="0" dirty="0">
                              <a:effectLst/>
                            </a:rPr>
                            <a:t>2.10.7.11</a:t>
                          </a:r>
                          <a:endParaRPr lang="zh-CN" sz="1400" b="0" dirty="0">
                            <a:effectLst/>
                            <a:latin typeface="Calibri"/>
                            <a:ea typeface="宋体"/>
                            <a:cs typeface="Times New Roman"/>
                          </a:endParaRPr>
                        </a:p>
                      </a:txBody>
                      <a:tcPr marL="0" marR="0" marT="0" marB="0" anchor="ctr">
                        <a:lnL w="12700" cap="flat" cmpd="sng" algn="ctr">
                          <a:solidFill>
                            <a:schemeClr val="accent1">
                              <a:lumMod val="60000"/>
                              <a:lumOff val="40000"/>
                            </a:schemeClr>
                          </a:solidFill>
                          <a:prstDash val="solid"/>
                          <a:round/>
                          <a:headEnd type="none" w="med" len="med"/>
                          <a:tailEnd type="none" w="med" len="med"/>
                        </a:lnL>
                        <a:lnR w="12700" cap="flat" cmpd="sng" algn="ctr">
                          <a:solidFill>
                            <a:schemeClr val="accent1">
                              <a:lumMod val="60000"/>
                              <a:lumOff val="40000"/>
                            </a:schemeClr>
                          </a:solidFill>
                          <a:prstDash val="solid"/>
                          <a:round/>
                          <a:headEnd type="none" w="med" len="med"/>
                          <a:tailEnd type="none" w="med" len="med"/>
                        </a:lnR>
                        <a:lnT w="12700" cap="flat" cmpd="sng" algn="ctr">
                          <a:solidFill>
                            <a:schemeClr val="accent1">
                              <a:lumMod val="60000"/>
                              <a:lumOff val="40000"/>
                            </a:schemeClr>
                          </a:solidFill>
                          <a:prstDash val="solid"/>
                          <a:round/>
                          <a:headEnd type="none" w="med" len="med"/>
                          <a:tailEnd type="none" w="med" len="med"/>
                        </a:lnT>
                        <a:lnB w="12700" cap="flat" cmpd="sng" algn="ctr">
                          <a:solidFill>
                            <a:schemeClr val="accent1">
                              <a:lumMod val="60000"/>
                              <a:lumOff val="40000"/>
                            </a:schemeClr>
                          </a:solidFill>
                          <a:prstDash val="solid"/>
                          <a:round/>
                          <a:headEnd type="none" w="med" len="med"/>
                          <a:tailEnd type="none" w="med" len="med"/>
                        </a:lnB>
                        <a:solidFill>
                          <a:schemeClr val="bg1">
                            <a:lumMod val="95000"/>
                          </a:schemeClr>
                        </a:solidFill>
                      </a:tcPr>
                    </a:tc>
                    <a:tc vMerge="1">
                      <a:txBody>
                        <a:bodyPr/>
                        <a:lstStyle/>
                        <a:p>
                          <a:endParaRPr lang="zh-CN" altLang="en-US"/>
                        </a:p>
                      </a:txBody>
                      <a:tcPr/>
                    </a:tc>
                    <a:tc>
                      <a:txBody>
                        <a:bodyPr/>
                        <a:lstStyle/>
                        <a:p>
                          <a:pPr marL="140970">
                            <a:lnSpc>
                              <a:spcPct val="115000"/>
                            </a:lnSpc>
                            <a:spcBef>
                              <a:spcPts val="180"/>
                            </a:spcBef>
                            <a:spcAft>
                              <a:spcPts val="0"/>
                            </a:spcAft>
                          </a:pPr>
                          <a:r>
                            <a:rPr lang="en-US" sz="1400" b="0" spc="-20" dirty="0">
                              <a:effectLst/>
                            </a:rPr>
                            <a:t>I</a:t>
                          </a:r>
                          <a:r>
                            <a:rPr lang="en-US" sz="1400" b="0" dirty="0">
                              <a:effectLst/>
                            </a:rPr>
                            <a:t>n</a:t>
                          </a:r>
                          <a:r>
                            <a:rPr lang="en-US" sz="1400" b="0" spc="5" dirty="0">
                              <a:effectLst/>
                            </a:rPr>
                            <a:t>fl</a:t>
                          </a:r>
                          <a:r>
                            <a:rPr lang="en-US" sz="1400" b="0" dirty="0">
                              <a:effectLst/>
                            </a:rPr>
                            <a:t>uence</a:t>
                          </a:r>
                          <a:r>
                            <a:rPr lang="en-US" sz="1400" b="0" spc="5" dirty="0">
                              <a:effectLst/>
                            </a:rPr>
                            <a:t> </a:t>
                          </a:r>
                          <a:r>
                            <a:rPr lang="en-US" sz="1400" b="0" spc="-10" dirty="0">
                              <a:effectLst/>
                            </a:rPr>
                            <a:t>f</a:t>
                          </a:r>
                          <a:r>
                            <a:rPr lang="en-US" sz="1400" b="0" dirty="0">
                              <a:effectLst/>
                            </a:rPr>
                            <a:t>a</a:t>
                          </a:r>
                          <a:r>
                            <a:rPr lang="en-US" sz="1400" b="0" spc="-10" dirty="0">
                              <a:effectLst/>
                            </a:rPr>
                            <a:t>c</a:t>
                          </a:r>
                          <a:r>
                            <a:rPr lang="en-US" sz="1400" b="0" spc="5" dirty="0">
                              <a:effectLst/>
                            </a:rPr>
                            <a:t>t</a:t>
                          </a:r>
                          <a:r>
                            <a:rPr lang="en-US" sz="1400" b="0" dirty="0">
                              <a:effectLst/>
                            </a:rPr>
                            <a:t>or</a:t>
                          </a:r>
                          <a:endParaRPr lang="zh-CN" sz="1400" b="0" dirty="0">
                            <a:effectLst/>
                            <a:latin typeface="Calibri"/>
                            <a:ea typeface="宋体"/>
                            <a:cs typeface="Times New Roman"/>
                          </a:endParaRPr>
                        </a:p>
                      </a:txBody>
                      <a:tcPr marL="0" marR="0" marT="0" marB="0" anchor="ctr">
                        <a:lnL w="12700" cap="flat" cmpd="sng" algn="ctr">
                          <a:solidFill>
                            <a:schemeClr val="accent1">
                              <a:lumMod val="60000"/>
                              <a:lumOff val="40000"/>
                            </a:schemeClr>
                          </a:solidFill>
                          <a:prstDash val="solid"/>
                          <a:round/>
                          <a:headEnd type="none" w="med" len="med"/>
                          <a:tailEnd type="none" w="med" len="med"/>
                        </a:lnL>
                        <a:lnR w="12700" cap="flat" cmpd="sng" algn="ctr">
                          <a:solidFill>
                            <a:schemeClr val="accent1">
                              <a:lumMod val="60000"/>
                              <a:lumOff val="40000"/>
                            </a:schemeClr>
                          </a:solidFill>
                          <a:prstDash val="solid"/>
                          <a:round/>
                          <a:headEnd type="none" w="med" len="med"/>
                          <a:tailEnd type="none" w="med" len="med"/>
                        </a:lnR>
                        <a:lnT w="12700" cap="flat" cmpd="sng" algn="ctr">
                          <a:solidFill>
                            <a:schemeClr val="accent1">
                              <a:lumMod val="60000"/>
                              <a:lumOff val="40000"/>
                            </a:schemeClr>
                          </a:solidFill>
                          <a:prstDash val="solid"/>
                          <a:round/>
                          <a:headEnd type="none" w="med" len="med"/>
                          <a:tailEnd type="none" w="med" len="med"/>
                        </a:lnT>
                        <a:lnB w="12700" cap="flat" cmpd="sng" algn="ctr">
                          <a:solidFill>
                            <a:schemeClr val="accent1">
                              <a:lumMod val="60000"/>
                              <a:lumOff val="40000"/>
                            </a:schemeClr>
                          </a:solidFill>
                          <a:prstDash val="solid"/>
                          <a:round/>
                          <a:headEnd type="none" w="med" len="med"/>
                          <a:tailEnd type="none" w="med" len="med"/>
                        </a:lnB>
                        <a:solidFill>
                          <a:schemeClr val="bg1">
                            <a:lumMod val="95000"/>
                          </a:schemeClr>
                        </a:solidFill>
                      </a:tcPr>
                    </a:tc>
                  </a:tr>
                </a:tbl>
              </a:graphicData>
            </a:graphic>
          </p:graphicFrame>
        </mc:Fallback>
      </mc:AlternateContent>
      <p:sp>
        <p:nvSpPr>
          <p:cNvPr id="5" name="灯片编号占位符 4"/>
          <p:cNvSpPr>
            <a:spLocks noGrp="1"/>
          </p:cNvSpPr>
          <p:nvPr>
            <p:ph type="sldNum" sz="quarter" idx="100"/>
          </p:nvPr>
        </p:nvSpPr>
        <p:spPr/>
        <p:txBody>
          <a:bodyPr/>
          <a:lstStyle/>
          <a:p>
            <a:fld id="{2B2B68EE-DD1E-4368-AFCE-24A50EC7BF18}" type="slidenum">
              <a:rPr lang="en-US" smtClean="0"/>
              <a:pPr/>
              <a:t>59</a:t>
            </a:fld>
            <a:endParaRPr lang="en-US" dirty="0"/>
          </a:p>
        </p:txBody>
      </p:sp>
      <p:sp>
        <p:nvSpPr>
          <p:cNvPr id="6" name="页脚占位符 5"/>
          <p:cNvSpPr>
            <a:spLocks noGrp="1"/>
          </p:cNvSpPr>
          <p:nvPr>
            <p:ph type="ftr" sz="quarter" idx="101"/>
          </p:nvPr>
        </p:nvSpPr>
        <p:spPr/>
        <p:txBody>
          <a:bodyPr/>
          <a:lstStyle/>
          <a:p>
            <a:r>
              <a:rPr lang="en-US" smtClean="0"/>
              <a:t>For internal use - Confidential</a:t>
            </a:r>
            <a:endParaRPr lang="en-US" dirty="0"/>
          </a:p>
        </p:txBody>
      </p:sp>
      <mc:AlternateContent xmlns:mc="http://schemas.openxmlformats.org/markup-compatibility/2006" xmlns:a14="http://schemas.microsoft.com/office/drawing/2010/main">
        <mc:Choice Requires="a14">
          <p:sp>
            <p:nvSpPr>
              <p:cNvPr id="8" name="TextBox 7"/>
              <p:cNvSpPr txBox="1"/>
              <p:nvPr/>
            </p:nvSpPr>
            <p:spPr>
              <a:xfrm>
                <a:off x="796413" y="5914103"/>
                <a:ext cx="8172000" cy="246221"/>
              </a:xfrm>
              <a:prstGeom prst="rect">
                <a:avLst/>
              </a:prstGeom>
              <a:noFill/>
            </p:spPr>
            <p:txBody>
              <a:bodyPr wrap="square" lIns="0" tIns="0" rIns="0" bIns="0" rtlCol="0">
                <a:spAutoFit/>
              </a:bodyPr>
              <a:lstStyle/>
              <a:p>
                <a:pPr>
                  <a:spcBef>
                    <a:spcPts val="400"/>
                  </a:spcBef>
                  <a:spcAft>
                    <a:spcPts val="600"/>
                  </a:spcAft>
                  <a:buClr>
                    <a:schemeClr val="accent1"/>
                  </a:buClr>
                </a:pPr>
                <a:r>
                  <a:rPr lang="en-US" altLang="zh-CN" sz="1600" dirty="0" smtClean="0"/>
                  <a:t>*Note: </a:t>
                </a:r>
                <a14:m>
                  <m:oMath xmlns:m="http://schemas.openxmlformats.org/officeDocument/2006/math">
                    <m:sSub>
                      <m:sSubPr>
                        <m:ctrlPr>
                          <a:rPr lang="en-US" altLang="zh-CN" sz="1600" i="1" dirty="0" smtClean="0">
                            <a:latin typeface="Cambria Math"/>
                          </a:rPr>
                        </m:ctrlPr>
                      </m:sSubPr>
                      <m:e>
                        <m:r>
                          <a:rPr lang="en-US" altLang="zh-CN" sz="1600" b="0" i="1" dirty="0" smtClean="0">
                            <a:latin typeface="Cambria Math"/>
                          </a:rPr>
                          <m:t>𝑝</m:t>
                        </m:r>
                      </m:e>
                      <m:sub>
                        <m:r>
                          <a:rPr lang="en-US" altLang="zh-CN" sz="1600" b="0" i="1" dirty="0" smtClean="0">
                            <a:latin typeface="Cambria Math"/>
                          </a:rPr>
                          <m:t>𝐿𝐶</m:t>
                        </m:r>
                      </m:sub>
                    </m:sSub>
                  </m:oMath>
                </a14:m>
                <a:r>
                  <a:rPr lang="en-US" altLang="zh-CN" sz="1600" dirty="0"/>
                  <a:t> 0.7 shall be used for analog-active load cells during influence factors tests.</a:t>
                </a:r>
                <a:endParaRPr lang="zh-CN" altLang="en-US" sz="1600" dirty="0" err="1" smtClean="0"/>
              </a:p>
            </p:txBody>
          </p:sp>
        </mc:Choice>
        <mc:Fallback xmlns="">
          <p:sp>
            <p:nvSpPr>
              <p:cNvPr id="8" name="TextBox 7"/>
              <p:cNvSpPr txBox="1">
                <a:spLocks noRot="1" noChangeAspect="1" noMove="1" noResize="1" noEditPoints="1" noAdjustHandles="1" noChangeArrowheads="1" noChangeShapeType="1" noTextEdit="1"/>
              </p:cNvSpPr>
              <p:nvPr/>
            </p:nvSpPr>
            <p:spPr>
              <a:xfrm>
                <a:off x="796413" y="5914103"/>
                <a:ext cx="8172000" cy="246221"/>
              </a:xfrm>
              <a:prstGeom prst="rect">
                <a:avLst/>
              </a:prstGeom>
              <a:blipFill rotWithShape="1">
                <a:blip r:embed="rId3"/>
                <a:stretch>
                  <a:fillRect l="-1567" t="-24390" b="-48780"/>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458466048"/>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计量要求</a:t>
            </a:r>
            <a:endParaRPr lang="zh-CN" altLang="en-US" dirty="0"/>
          </a:p>
        </p:txBody>
      </p:sp>
      <mc:AlternateContent xmlns:mc="http://schemas.openxmlformats.org/markup-compatibility/2006" xmlns:a14="http://schemas.microsoft.com/office/drawing/2010/main">
        <mc:Choice Requires="a14">
          <p:sp>
            <p:nvSpPr>
              <p:cNvPr id="4" name="内容占位符 3"/>
              <p:cNvSpPr>
                <a:spLocks noGrp="1"/>
              </p:cNvSpPr>
              <p:nvPr>
                <p:ph idx="1"/>
              </p:nvPr>
            </p:nvSpPr>
            <p:spPr>
              <a:xfrm>
                <a:off x="596762" y="1382664"/>
                <a:ext cx="8136000" cy="4895850"/>
              </a:xfrm>
            </p:spPr>
            <p:txBody>
              <a:bodyPr/>
              <a:lstStyle/>
              <a:p>
                <a:pPr>
                  <a:spcAft>
                    <a:spcPts val="1200"/>
                  </a:spcAft>
                </a:pPr>
                <a:r>
                  <a:rPr lang="en-US" altLang="zh-CN" b="1" dirty="0" smtClean="0">
                    <a:latin typeface="Arial" panose="020B0604020202020204" pitchFamily="34" charset="0"/>
                    <a:ea typeface="黑体" panose="02010609060101010101" pitchFamily="49" charset="-122"/>
                    <a:cs typeface="Arial" panose="020B0604020202020204" pitchFamily="34" charset="0"/>
                  </a:rPr>
                  <a:t>Warm-up time</a:t>
                </a:r>
              </a:p>
              <a:p>
                <a:pPr marL="179387" lvl="1" indent="0">
                  <a:spcAft>
                    <a:spcPts val="1200"/>
                  </a:spcAft>
                  <a:buNone/>
                </a:pPr>
                <a:r>
                  <a:rPr lang="en-US" altLang="zh-CN" dirty="0" smtClean="0">
                    <a:latin typeface="Arial" panose="020B0604020202020204" pitchFamily="34" charset="0"/>
                    <a:ea typeface="黑体" panose="02010609060101010101" pitchFamily="49" charset="-122"/>
                    <a:cs typeface="Arial" panose="020B0604020202020204" pitchFamily="34" charset="0"/>
                  </a:rPr>
                  <a:t>During the designed warm-up time of an analog-active and digital load cell there shall be no transmission of measurement results.</a:t>
                </a:r>
              </a:p>
              <a:p>
                <a:pPr marL="179387" lvl="1" indent="457200">
                  <a:spcAft>
                    <a:spcPts val="1200"/>
                  </a:spcAft>
                  <a:buNone/>
                </a:pPr>
                <a:r>
                  <a:rPr lang="zh-CN" altLang="en-US" dirty="0" smtClean="0">
                    <a:latin typeface="Arial" panose="020B0604020202020204" pitchFamily="34" charset="0"/>
                    <a:ea typeface="黑体" panose="02010609060101010101" pitchFamily="49" charset="-122"/>
                    <a:cs typeface="Arial" panose="020B0604020202020204" pitchFamily="34" charset="0"/>
                  </a:rPr>
                  <a:t>在规定的预热时间内有源模拟传感器、数字式称重传感器应不传输测量结果。</a:t>
                </a:r>
                <a:endParaRPr lang="en-US" altLang="zh-CN" dirty="0" smtClean="0">
                  <a:latin typeface="Arial" panose="020B0604020202020204" pitchFamily="34" charset="0"/>
                  <a:ea typeface="黑体" panose="02010609060101010101" pitchFamily="49" charset="-122"/>
                  <a:cs typeface="Arial" panose="020B0604020202020204" pitchFamily="34" charset="0"/>
                </a:endParaRPr>
              </a:p>
              <a:p>
                <a:pPr marL="179387" lvl="1" indent="457200">
                  <a:spcAft>
                    <a:spcPts val="1200"/>
                  </a:spcAft>
                  <a:buNone/>
                </a:pPr>
                <a:r>
                  <a:rPr lang="zh-CN" altLang="en-US" dirty="0" smtClean="0">
                    <a:latin typeface="Arial" panose="020B0604020202020204" pitchFamily="34" charset="0"/>
                    <a:ea typeface="黑体" panose="02010609060101010101" pitchFamily="49" charset="-122"/>
                    <a:cs typeface="Arial" panose="020B0604020202020204" pitchFamily="34" charset="0"/>
                  </a:rPr>
                  <a:t>预热时间是一个功能，该时间的值根据产品在通电后零点和灵敏度（放大器增益）由于工作温度变化是否产生不可接受的性能变化确定的，预热时间可以是</a:t>
                </a:r>
                <a:r>
                  <a:rPr lang="en-US" altLang="zh-CN" dirty="0" smtClean="0">
                    <a:latin typeface="Arial" panose="020B0604020202020204" pitchFamily="34" charset="0"/>
                    <a:ea typeface="黑体" panose="02010609060101010101" pitchFamily="49" charset="-122"/>
                    <a:cs typeface="Arial" panose="020B0604020202020204" pitchFamily="34" charset="0"/>
                  </a:rPr>
                  <a:t>0</a:t>
                </a:r>
                <a:r>
                  <a:rPr lang="zh-CN" altLang="en-US" dirty="0" smtClean="0">
                    <a:latin typeface="Arial" panose="020B0604020202020204" pitchFamily="34" charset="0"/>
                    <a:ea typeface="黑体" panose="02010609060101010101" pitchFamily="49" charset="-122"/>
                    <a:cs typeface="Arial" panose="020B0604020202020204" pitchFamily="34" charset="0"/>
                  </a:rPr>
                  <a:t>，几分钟或几个小时，不受使用人员的控制。预热时间的设计是否合适是通过该时间结束后</a:t>
                </a:r>
                <a:r>
                  <a:rPr lang="en-US" altLang="zh-CN" dirty="0" smtClean="0">
                    <a:latin typeface="Arial" panose="020B0604020202020204" pitchFamily="34" charset="0"/>
                    <a:ea typeface="黑体" panose="02010609060101010101" pitchFamily="49" charset="-122"/>
                    <a:cs typeface="Arial" panose="020B0604020202020204" pitchFamily="34" charset="0"/>
                  </a:rPr>
                  <a:t>30min</a:t>
                </a:r>
                <a:r>
                  <a:rPr lang="zh-CN" altLang="en-US" dirty="0" smtClean="0">
                    <a:latin typeface="Arial" panose="020B0604020202020204" pitchFamily="34" charset="0"/>
                    <a:ea typeface="黑体" panose="02010609060101010101" pitchFamily="49" charset="-122"/>
                    <a:cs typeface="Arial" panose="020B0604020202020204" pitchFamily="34" charset="0"/>
                  </a:rPr>
                  <a:t>内多次零点和满量程误差测试来判断的，多次测试的称量误差都符合要求，且量程变化不大于 </a:t>
                </a:r>
                <a14:m>
                  <m:oMath xmlns:m="http://schemas.openxmlformats.org/officeDocument/2006/math">
                    <m:sSub>
                      <m:sSubPr>
                        <m:ctrlPr>
                          <a:rPr lang="en-US" altLang="zh-CN" i="1" smtClean="0">
                            <a:latin typeface="Cambria Math"/>
                            <a:ea typeface="黑体" panose="02010609060101010101" pitchFamily="49" charset="-122"/>
                            <a:cs typeface="Arial" panose="020B0604020202020204" pitchFamily="34" charset="0"/>
                          </a:rPr>
                        </m:ctrlPr>
                      </m:sSubPr>
                      <m:e>
                        <m:r>
                          <a:rPr lang="en-US" altLang="zh-CN" b="0" i="1" smtClean="0">
                            <a:latin typeface="Cambria Math"/>
                            <a:ea typeface="黑体" panose="02010609060101010101" pitchFamily="49" charset="-122"/>
                            <a:cs typeface="Arial" panose="020B0604020202020204" pitchFamily="34" charset="0"/>
                          </a:rPr>
                          <m:t>𝑣</m:t>
                        </m:r>
                      </m:e>
                      <m:sub>
                        <m:r>
                          <a:rPr lang="en-US" altLang="zh-CN" b="0" i="1" smtClean="0">
                            <a:latin typeface="Cambria Math"/>
                            <a:ea typeface="黑体" panose="02010609060101010101" pitchFamily="49" charset="-122"/>
                            <a:cs typeface="Arial" panose="020B0604020202020204" pitchFamily="34" charset="0"/>
                          </a:rPr>
                          <m:t>𝑚𝑖𝑛</m:t>
                        </m:r>
                      </m:sub>
                    </m:sSub>
                  </m:oMath>
                </a14:m>
                <a:r>
                  <a:rPr lang="zh-CN" altLang="en-US" dirty="0" smtClean="0">
                    <a:latin typeface="Arial" panose="020B0604020202020204" pitchFamily="34" charset="0"/>
                    <a:ea typeface="黑体" panose="02010609060101010101" pitchFamily="49" charset="-122"/>
                    <a:cs typeface="Arial" panose="020B0604020202020204" pitchFamily="34" charset="0"/>
                  </a:rPr>
                  <a:t> 说明预热时间的设计是合适的。</a:t>
                </a:r>
                <a:endParaRPr lang="en-US" altLang="zh-CN" dirty="0" smtClean="0">
                  <a:latin typeface="Arial" panose="020B0604020202020204" pitchFamily="34" charset="0"/>
                  <a:ea typeface="黑体" panose="02010609060101010101" pitchFamily="49" charset="-122"/>
                  <a:cs typeface="Arial" panose="020B0604020202020204" pitchFamily="34" charset="0"/>
                </a:endParaRPr>
              </a:p>
              <a:p>
                <a:pPr marL="179387" lvl="1" indent="457200">
                  <a:spcAft>
                    <a:spcPts val="1200"/>
                  </a:spcAft>
                  <a:buNone/>
                </a:pPr>
                <a:r>
                  <a:rPr lang="zh-CN" altLang="en-US" dirty="0" smtClean="0">
                    <a:latin typeface="Arial" panose="020B0604020202020204" pitchFamily="34" charset="0"/>
                    <a:ea typeface="黑体" panose="02010609060101010101" pitchFamily="49" charset="-122"/>
                    <a:cs typeface="Arial" panose="020B0604020202020204" pitchFamily="34" charset="0"/>
                  </a:rPr>
                  <a:t>预热时间是电子衡器的附加要求，如果没有预热时间功能，说明预热时间恒等于</a:t>
                </a:r>
                <a:r>
                  <a:rPr lang="en-US" altLang="zh-CN" dirty="0" smtClean="0">
                    <a:latin typeface="Arial" panose="020B0604020202020204" pitchFamily="34" charset="0"/>
                    <a:ea typeface="黑体" panose="02010609060101010101" pitchFamily="49" charset="-122"/>
                    <a:cs typeface="Arial" panose="020B0604020202020204" pitchFamily="34" charset="0"/>
                  </a:rPr>
                  <a:t>0</a:t>
                </a:r>
                <a:r>
                  <a:rPr lang="zh-CN" altLang="en-US" dirty="0" smtClean="0">
                    <a:latin typeface="Arial" panose="020B0604020202020204" pitchFamily="34" charset="0"/>
                    <a:ea typeface="黑体" panose="02010609060101010101" pitchFamily="49" charset="-122"/>
                    <a:cs typeface="Arial" panose="020B0604020202020204" pitchFamily="34" charset="0"/>
                  </a:rPr>
                  <a:t>，一旦完成初始化就能提供正确的称量结果。</a:t>
                </a:r>
                <a:endParaRPr lang="en-US" altLang="zh-CN" dirty="0" smtClean="0">
                  <a:latin typeface="Arial" panose="020B0604020202020204" pitchFamily="34" charset="0"/>
                  <a:ea typeface="黑体" panose="02010609060101010101" pitchFamily="49" charset="-122"/>
                  <a:cs typeface="Arial" panose="020B0604020202020204" pitchFamily="34" charset="0"/>
                </a:endParaRPr>
              </a:p>
              <a:p>
                <a:pPr marL="179387" lvl="1" indent="457200">
                  <a:spcAft>
                    <a:spcPts val="1200"/>
                  </a:spcAft>
                  <a:buNone/>
                </a:pPr>
                <a:r>
                  <a:rPr lang="zh-CN" altLang="en-US" dirty="0" smtClean="0">
                    <a:latin typeface="Arial" panose="020B0604020202020204" pitchFamily="34" charset="0"/>
                    <a:ea typeface="黑体" panose="02010609060101010101" pitchFamily="49" charset="-122"/>
                    <a:cs typeface="Arial" panose="020B0604020202020204" pitchFamily="34" charset="0"/>
                  </a:rPr>
                  <a:t>该功能在高精度产品上是必须的，否则不易通过评价测试。</a:t>
                </a:r>
                <a:endParaRPr lang="en-US" altLang="zh-CN" dirty="0" smtClean="0">
                  <a:latin typeface="Arial" panose="020B0604020202020204" pitchFamily="34" charset="0"/>
                  <a:ea typeface="黑体" panose="02010609060101010101" pitchFamily="49" charset="-122"/>
                  <a:cs typeface="Arial" panose="020B0604020202020204" pitchFamily="34" charset="0"/>
                </a:endParaRPr>
              </a:p>
              <a:p>
                <a:pPr marL="179387" lvl="1" indent="457200">
                  <a:spcAft>
                    <a:spcPts val="1200"/>
                  </a:spcAft>
                  <a:buNone/>
                </a:pPr>
                <a:r>
                  <a:rPr lang="zh-CN" altLang="en-US" dirty="0" smtClean="0">
                    <a:latin typeface="Arial" panose="020B0604020202020204" pitchFamily="34" charset="0"/>
                    <a:ea typeface="黑体" panose="02010609060101010101" pitchFamily="49" charset="-122"/>
                    <a:cs typeface="Arial" panose="020B0604020202020204" pitchFamily="34" charset="0"/>
                  </a:rPr>
                  <a:t>尽管该要求可以由指示器实现，但作为通用传感器（适用于各种指示器）不能要求所有适配指示器都设置预热时间功能，所以功能应在传感器中实现。</a:t>
                </a:r>
                <a:endParaRPr lang="en-US" altLang="zh-CN" dirty="0" smtClean="0">
                  <a:latin typeface="Arial" panose="020B0604020202020204" pitchFamily="34" charset="0"/>
                  <a:ea typeface="黑体" panose="02010609060101010101" pitchFamily="49" charset="-122"/>
                  <a:cs typeface="Arial" panose="020B0604020202020204" pitchFamily="34" charset="0"/>
                </a:endParaRPr>
              </a:p>
              <a:p>
                <a:pPr>
                  <a:spcAft>
                    <a:spcPts val="1200"/>
                  </a:spcAft>
                </a:pPr>
                <a:endParaRPr lang="en-US" altLang="zh-CN" dirty="0" smtClean="0">
                  <a:latin typeface="Arial" panose="020B0604020202020204" pitchFamily="34" charset="0"/>
                  <a:ea typeface="黑体" panose="02010609060101010101" pitchFamily="49" charset="-122"/>
                  <a:cs typeface="Arial" panose="020B0604020202020204" pitchFamily="34" charset="0"/>
                </a:endParaRPr>
              </a:p>
            </p:txBody>
          </p:sp>
        </mc:Choice>
        <mc:Fallback xmlns="">
          <p:sp>
            <p:nvSpPr>
              <p:cNvPr id="4" name="内容占位符 3"/>
              <p:cNvSpPr>
                <a:spLocks noGrp="1" noRot="1" noChangeAspect="1" noMove="1" noResize="1" noEditPoints="1" noAdjustHandles="1" noChangeArrowheads="1" noChangeShapeType="1" noTextEdit="1"/>
              </p:cNvSpPr>
              <p:nvPr>
                <p:ph idx="1"/>
              </p:nvPr>
            </p:nvSpPr>
            <p:spPr>
              <a:xfrm>
                <a:off x="596762" y="1382664"/>
                <a:ext cx="8136000" cy="4895850"/>
              </a:xfrm>
              <a:blipFill rotWithShape="1">
                <a:blip r:embed="rId2"/>
                <a:stretch>
                  <a:fillRect l="-1423" t="-1370" r="-1873"/>
                </a:stretch>
              </a:blipFill>
            </p:spPr>
            <p:txBody>
              <a:bodyPr/>
              <a:lstStyle/>
              <a:p>
                <a:r>
                  <a:rPr lang="zh-CN" altLang="en-US">
                    <a:noFill/>
                  </a:rPr>
                  <a:t> </a:t>
                </a:r>
              </a:p>
            </p:txBody>
          </p:sp>
        </mc:Fallback>
      </mc:AlternateContent>
      <p:sp>
        <p:nvSpPr>
          <p:cNvPr id="5" name="灯片编号占位符 4"/>
          <p:cNvSpPr>
            <a:spLocks noGrp="1"/>
          </p:cNvSpPr>
          <p:nvPr>
            <p:ph type="sldNum" sz="quarter" idx="100"/>
          </p:nvPr>
        </p:nvSpPr>
        <p:spPr/>
        <p:txBody>
          <a:bodyPr/>
          <a:lstStyle/>
          <a:p>
            <a:fld id="{2B2B68EE-DD1E-4368-AFCE-24A50EC7BF18}" type="slidenum">
              <a:rPr lang="en-US" smtClean="0"/>
              <a:pPr/>
              <a:t>60</a:t>
            </a:fld>
            <a:endParaRPr lang="en-US" dirty="0"/>
          </a:p>
        </p:txBody>
      </p:sp>
      <p:sp>
        <p:nvSpPr>
          <p:cNvPr id="6" name="页脚占位符 5"/>
          <p:cNvSpPr>
            <a:spLocks noGrp="1"/>
          </p:cNvSpPr>
          <p:nvPr>
            <p:ph type="ftr" sz="quarter" idx="101"/>
          </p:nvPr>
        </p:nvSpPr>
        <p:spPr/>
        <p:txBody>
          <a:bodyPr/>
          <a:lstStyle/>
          <a:p>
            <a:r>
              <a:rPr lang="en-US" smtClean="0"/>
              <a:t>For internal use - Confidential</a:t>
            </a:r>
            <a:endParaRPr lang="en-US" dirty="0"/>
          </a:p>
        </p:txBody>
      </p:sp>
    </p:spTree>
    <p:extLst>
      <p:ext uri="{BB962C8B-B14F-4D97-AF65-F5344CB8AC3E}">
        <p14:creationId xmlns:p14="http://schemas.microsoft.com/office/powerpoint/2010/main" val="2692204211"/>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latin typeface="黑体" panose="02010609060101010101" pitchFamily="49" charset="-122"/>
                <a:ea typeface="黑体" panose="02010609060101010101" pitchFamily="49" charset="-122"/>
              </a:rPr>
              <a:t>计量</a:t>
            </a:r>
            <a:r>
              <a:rPr lang="zh-CN" altLang="en-US" dirty="0">
                <a:latin typeface="黑体" panose="02010609060101010101" pitchFamily="49" charset="-122"/>
                <a:ea typeface="黑体" panose="02010609060101010101" pitchFamily="49" charset="-122"/>
              </a:rPr>
              <a:t>要求</a:t>
            </a:r>
            <a:endParaRPr lang="zh-CN" altLang="en-US" dirty="0"/>
          </a:p>
        </p:txBody>
      </p:sp>
      <mc:AlternateContent xmlns:mc="http://schemas.openxmlformats.org/markup-compatibility/2006" xmlns:a14="http://schemas.microsoft.com/office/drawing/2010/main">
        <mc:Choice Requires="a14">
          <p:sp>
            <p:nvSpPr>
              <p:cNvPr id="4" name="内容占位符 3"/>
              <p:cNvSpPr>
                <a:spLocks noGrp="1"/>
              </p:cNvSpPr>
              <p:nvPr>
                <p:ph idx="1"/>
              </p:nvPr>
            </p:nvSpPr>
            <p:spPr>
              <a:xfrm>
                <a:off x="813734" y="1117200"/>
                <a:ext cx="7812000" cy="5436000"/>
              </a:xfrm>
            </p:spPr>
            <p:txBody>
              <a:bodyPr/>
              <a:lstStyle/>
              <a:p>
                <a:pPr>
                  <a:spcBef>
                    <a:spcPts val="0"/>
                  </a:spcBef>
                </a:pPr>
                <a:r>
                  <a:rPr lang="en-US" altLang="zh-CN" b="1" dirty="0" smtClean="0">
                    <a:latin typeface="Arial" panose="020B0604020202020204" pitchFamily="34" charset="0"/>
                    <a:ea typeface="黑体" panose="02010609060101010101" pitchFamily="49" charset="-122"/>
                    <a:cs typeface="Arial" panose="020B0604020202020204" pitchFamily="34" charset="0"/>
                  </a:rPr>
                  <a:t>Warm-up time test</a:t>
                </a:r>
              </a:p>
              <a:p>
                <a:pPr marL="179387" lvl="1" indent="0">
                  <a:buNone/>
                </a:pPr>
                <a:r>
                  <a:rPr lang="en-US" altLang="zh-CN" dirty="0" smtClean="0">
                    <a:latin typeface="Arial" panose="020B0604020202020204" pitchFamily="34" charset="0"/>
                    <a:ea typeface="黑体" panose="02010609060101010101" pitchFamily="49" charset="-122"/>
                    <a:cs typeface="Arial" panose="020B0604020202020204" pitchFamily="34" charset="0"/>
                  </a:rPr>
                  <a:t>Disconnect </a:t>
                </a:r>
                <a:r>
                  <a:rPr lang="en-US" altLang="zh-CN" dirty="0">
                    <a:latin typeface="Arial" panose="020B0604020202020204" pitchFamily="34" charset="0"/>
                    <a:ea typeface="黑体" panose="02010609060101010101" pitchFamily="49" charset="-122"/>
                    <a:cs typeface="Arial" panose="020B0604020202020204" pitchFamily="34" charset="0"/>
                  </a:rPr>
                  <a:t>from any electrical supply for a period of </a:t>
                </a:r>
                <a:r>
                  <a:rPr lang="en-US" altLang="zh-CN" dirty="0" smtClean="0">
                    <a:latin typeface="Arial" panose="020B0604020202020204" pitchFamily="34" charset="0"/>
                    <a:ea typeface="黑体" panose="02010609060101010101" pitchFamily="49" charset="-122"/>
                    <a:cs typeface="Arial" panose="020B0604020202020204" pitchFamily="34" charset="0"/>
                  </a:rPr>
                  <a:t>at least </a:t>
                </a:r>
                <a:r>
                  <a:rPr lang="en-US" altLang="zh-CN" dirty="0">
                    <a:latin typeface="Arial" panose="020B0604020202020204" pitchFamily="34" charset="0"/>
                    <a:ea typeface="黑体" panose="02010609060101010101" pitchFamily="49" charset="-122"/>
                    <a:cs typeface="Arial" panose="020B0604020202020204" pitchFamily="34" charset="0"/>
                  </a:rPr>
                  <a:t>8 hours prior to the test.</a:t>
                </a:r>
              </a:p>
              <a:p>
                <a:pPr marL="179387" lvl="1" indent="0">
                  <a:buNone/>
                </a:pPr>
                <a:r>
                  <a:rPr lang="en-US" altLang="zh-CN" dirty="0">
                    <a:latin typeface="Arial" panose="020B0604020202020204" pitchFamily="34" charset="0"/>
                    <a:ea typeface="黑体" panose="02010609060101010101" pitchFamily="49" charset="-122"/>
                    <a:cs typeface="Arial" panose="020B0604020202020204" pitchFamily="34" charset="0"/>
                  </a:rPr>
                  <a:t>Insert the load cell into the force-generating system.</a:t>
                </a:r>
              </a:p>
              <a:p>
                <a:pPr marL="179387" lvl="1" indent="0">
                  <a:buNone/>
                </a:pPr>
                <a:r>
                  <a:rPr lang="en-US" altLang="zh-CN" dirty="0">
                    <a:latin typeface="Arial" panose="020B0604020202020204" pitchFamily="34" charset="0"/>
                    <a:ea typeface="黑体" panose="02010609060101010101" pitchFamily="49" charset="-122"/>
                    <a:cs typeface="Arial" panose="020B0604020202020204" pitchFamily="34" charset="0"/>
                  </a:rPr>
                  <a:t>Preload the load cell by applying a maximum test load, </a:t>
                </a:r>
                <a14:m>
                  <m:oMath xmlns:m="http://schemas.openxmlformats.org/officeDocument/2006/math">
                    <m:sSub>
                      <m:sSubPr>
                        <m:ctrlPr>
                          <a:rPr lang="en-US" altLang="zh-CN" i="1" smtClean="0">
                            <a:latin typeface="Cambria Math"/>
                            <a:ea typeface="黑体" panose="02010609060101010101" pitchFamily="49" charset="-122"/>
                            <a:cs typeface="Arial" panose="020B0604020202020204" pitchFamily="34" charset="0"/>
                          </a:rPr>
                        </m:ctrlPr>
                      </m:sSubPr>
                      <m:e>
                        <m:r>
                          <a:rPr lang="en-US" altLang="zh-CN" b="0" i="1" smtClean="0">
                            <a:latin typeface="Cambria Math"/>
                            <a:ea typeface="黑体" panose="02010609060101010101" pitchFamily="49" charset="-122"/>
                            <a:cs typeface="Arial" panose="020B0604020202020204" pitchFamily="34" charset="0"/>
                          </a:rPr>
                          <m:t>𝐷</m:t>
                        </m:r>
                      </m:e>
                      <m:sub>
                        <m:r>
                          <a:rPr lang="en-US" altLang="zh-CN" b="0" i="1" smtClean="0">
                            <a:latin typeface="Cambria Math"/>
                            <a:ea typeface="黑体" panose="02010609060101010101" pitchFamily="49" charset="-122"/>
                            <a:cs typeface="Arial" panose="020B0604020202020204" pitchFamily="34" charset="0"/>
                          </a:rPr>
                          <m:t>𝑚𝑎𝑥</m:t>
                        </m:r>
                      </m:sub>
                    </m:sSub>
                  </m:oMath>
                </a14:m>
                <a:r>
                  <a:rPr lang="en-US" altLang="zh-CN" dirty="0">
                    <a:latin typeface="Arial" panose="020B0604020202020204" pitchFamily="34" charset="0"/>
                    <a:ea typeface="黑体" panose="02010609060101010101" pitchFamily="49" charset="-122"/>
                    <a:cs typeface="Arial" panose="020B0604020202020204" pitchFamily="34" charset="0"/>
                  </a:rPr>
                  <a:t>, then, returning to the minimum test load</a:t>
                </a:r>
                <a:r>
                  <a:rPr lang="en-US" altLang="zh-CN" dirty="0" smtClean="0">
                    <a:latin typeface="Arial" panose="020B0604020202020204" pitchFamily="34" charset="0"/>
                    <a:ea typeface="黑体" panose="02010609060101010101" pitchFamily="49" charset="-122"/>
                    <a:cs typeface="Arial" panose="020B0604020202020204" pitchFamily="34" charset="0"/>
                  </a:rPr>
                  <a:t>, </a:t>
                </a:r>
                <a14:m>
                  <m:oMath xmlns:m="http://schemas.openxmlformats.org/officeDocument/2006/math">
                    <m:sSub>
                      <m:sSubPr>
                        <m:ctrlPr>
                          <a:rPr lang="en-US" altLang="zh-CN" i="1" smtClean="0">
                            <a:latin typeface="Cambria Math"/>
                            <a:ea typeface="黑体" panose="02010609060101010101" pitchFamily="49" charset="-122"/>
                            <a:cs typeface="Arial" panose="020B0604020202020204" pitchFamily="34" charset="0"/>
                          </a:rPr>
                        </m:ctrlPr>
                      </m:sSubPr>
                      <m:e>
                        <m:r>
                          <a:rPr lang="en-US" altLang="zh-CN" b="0" i="1" smtClean="0">
                            <a:latin typeface="Cambria Math"/>
                            <a:ea typeface="黑体" panose="02010609060101010101" pitchFamily="49" charset="-122"/>
                            <a:cs typeface="Arial" panose="020B0604020202020204" pitchFamily="34" charset="0"/>
                          </a:rPr>
                          <m:t>𝐷</m:t>
                        </m:r>
                      </m:e>
                      <m:sub>
                        <m:r>
                          <a:rPr lang="en-US" altLang="zh-CN" b="0" i="1" smtClean="0">
                            <a:latin typeface="Cambria Math"/>
                            <a:ea typeface="黑体" panose="02010609060101010101" pitchFamily="49" charset="-122"/>
                            <a:cs typeface="Arial" panose="020B0604020202020204" pitchFamily="34" charset="0"/>
                          </a:rPr>
                          <m:t>𝑚𝑖𝑛</m:t>
                        </m:r>
                      </m:sub>
                    </m:sSub>
                  </m:oMath>
                </a14:m>
                <a:r>
                  <a:rPr lang="en-US" altLang="zh-CN" dirty="0">
                    <a:latin typeface="Arial" panose="020B0604020202020204" pitchFamily="34" charset="0"/>
                    <a:ea typeface="黑体" panose="02010609060101010101" pitchFamily="49" charset="-122"/>
                    <a:cs typeface="Arial" panose="020B0604020202020204" pitchFamily="34" charset="0"/>
                  </a:rPr>
                  <a:t>, three times</a:t>
                </a:r>
                <a:r>
                  <a:rPr lang="en-US" altLang="zh-CN" dirty="0" smtClean="0">
                    <a:latin typeface="Arial" panose="020B0604020202020204" pitchFamily="34" charset="0"/>
                    <a:ea typeface="黑体" panose="02010609060101010101" pitchFamily="49" charset="-122"/>
                    <a:cs typeface="Arial" panose="020B0604020202020204" pitchFamily="34" charset="0"/>
                  </a:rPr>
                  <a:t>.</a:t>
                </a:r>
              </a:p>
              <a:p>
                <a:pPr marL="179387" lvl="1" indent="0">
                  <a:buNone/>
                </a:pPr>
                <a:r>
                  <a:rPr lang="en-US" altLang="zh-CN" b="1" dirty="0" smtClean="0">
                    <a:latin typeface="Arial" panose="020B0604020202020204" pitchFamily="34" charset="0"/>
                    <a:ea typeface="黑体" panose="02010609060101010101" pitchFamily="49" charset="-122"/>
                    <a:cs typeface="Arial" panose="020B0604020202020204" pitchFamily="34" charset="0"/>
                  </a:rPr>
                  <a:t>Allow </a:t>
                </a:r>
                <a:r>
                  <a:rPr lang="en-US" altLang="zh-CN" b="1" dirty="0">
                    <a:latin typeface="Arial" panose="020B0604020202020204" pitchFamily="34" charset="0"/>
                    <a:ea typeface="黑体" panose="02010609060101010101" pitchFamily="49" charset="-122"/>
                    <a:cs typeface="Arial" panose="020B0604020202020204" pitchFamily="34" charset="0"/>
                  </a:rPr>
                  <a:t>the load cell to rest for 5 minutes. Connect the load cell to the power supply and switch on.</a:t>
                </a:r>
              </a:p>
              <a:p>
                <a:pPr marL="179387" lvl="1" indent="0">
                  <a:buNone/>
                </a:pPr>
                <a:r>
                  <a:rPr lang="en-US" altLang="zh-CN" dirty="0" smtClean="0">
                    <a:latin typeface="Arial" panose="020B0604020202020204" pitchFamily="34" charset="0"/>
                    <a:ea typeface="黑体" panose="02010609060101010101" pitchFamily="49" charset="-122"/>
                    <a:cs typeface="Arial" panose="020B0604020202020204" pitchFamily="34" charset="0"/>
                  </a:rPr>
                  <a:t>Record </a:t>
                </a:r>
                <a:r>
                  <a:rPr lang="en-US" altLang="zh-CN" dirty="0">
                    <a:latin typeface="Arial" panose="020B0604020202020204" pitchFamily="34" charset="0"/>
                    <a:ea typeface="黑体" panose="02010609060101010101" pitchFamily="49" charset="-122"/>
                    <a:cs typeface="Arial" panose="020B0604020202020204" pitchFamily="34" charset="0"/>
                  </a:rPr>
                  <a:t>data:</a:t>
                </a:r>
              </a:p>
              <a:p>
                <a:pPr marL="179387" lvl="1" indent="0">
                  <a:buNone/>
                </a:pPr>
                <a:r>
                  <a:rPr lang="en-US" altLang="zh-CN" dirty="0">
                    <a:latin typeface="Arial" panose="020B0604020202020204" pitchFamily="34" charset="0"/>
                    <a:ea typeface="黑体" panose="02010609060101010101" pitchFamily="49" charset="-122"/>
                    <a:cs typeface="Arial" panose="020B0604020202020204" pitchFamily="34" charset="0"/>
                  </a:rPr>
                  <a:t>As soon as a measurement result can be obtained, record the minimum test load output and </a:t>
                </a:r>
                <a:r>
                  <a:rPr lang="en-US" altLang="zh-CN" dirty="0" smtClean="0">
                    <a:latin typeface="Arial" panose="020B0604020202020204" pitchFamily="34" charset="0"/>
                    <a:ea typeface="黑体" panose="02010609060101010101" pitchFamily="49" charset="-122"/>
                    <a:cs typeface="Arial" panose="020B0604020202020204" pitchFamily="34" charset="0"/>
                  </a:rPr>
                  <a:t>the maximum </a:t>
                </a:r>
                <a:r>
                  <a:rPr lang="en-US" altLang="zh-CN" dirty="0">
                    <a:latin typeface="Arial" panose="020B0604020202020204" pitchFamily="34" charset="0"/>
                    <a:ea typeface="黑体" panose="02010609060101010101" pitchFamily="49" charset="-122"/>
                    <a:cs typeface="Arial" panose="020B0604020202020204" pitchFamily="34" charset="0"/>
                  </a:rPr>
                  <a:t>test load, </a:t>
                </a:r>
                <a14:m>
                  <m:oMath xmlns:m="http://schemas.openxmlformats.org/officeDocument/2006/math">
                    <m:sSub>
                      <m:sSubPr>
                        <m:ctrlPr>
                          <a:rPr lang="en-US" altLang="zh-CN" i="1" smtClean="0">
                            <a:latin typeface="Cambria Math"/>
                            <a:ea typeface="黑体" panose="02010609060101010101" pitchFamily="49" charset="-122"/>
                            <a:cs typeface="Arial" panose="020B0604020202020204" pitchFamily="34" charset="0"/>
                          </a:rPr>
                        </m:ctrlPr>
                      </m:sSubPr>
                      <m:e>
                        <m:r>
                          <a:rPr lang="en-US" altLang="zh-CN" b="0" i="1" smtClean="0">
                            <a:latin typeface="Cambria Math"/>
                            <a:ea typeface="黑体" panose="02010609060101010101" pitchFamily="49" charset="-122"/>
                            <a:cs typeface="Arial" panose="020B0604020202020204" pitchFamily="34" charset="0"/>
                          </a:rPr>
                          <m:t>𝐷</m:t>
                        </m:r>
                      </m:e>
                      <m:sub>
                        <m:r>
                          <a:rPr lang="en-US" altLang="zh-CN" b="0" i="1" smtClean="0">
                            <a:latin typeface="Cambria Math"/>
                            <a:ea typeface="黑体" panose="02010609060101010101" pitchFamily="49" charset="-122"/>
                            <a:cs typeface="Arial" panose="020B0604020202020204" pitchFamily="34" charset="0"/>
                          </a:rPr>
                          <m:t>𝑚𝑎𝑥</m:t>
                        </m:r>
                      </m:sub>
                    </m:sSub>
                  </m:oMath>
                </a14:m>
                <a:r>
                  <a:rPr lang="en-US" altLang="zh-CN" dirty="0">
                    <a:latin typeface="Arial" panose="020B0604020202020204" pitchFamily="34" charset="0"/>
                    <a:ea typeface="黑体" panose="02010609060101010101" pitchFamily="49" charset="-122"/>
                    <a:cs typeface="Arial" panose="020B0604020202020204" pitchFamily="34" charset="0"/>
                  </a:rPr>
                  <a:t>, applied.</a:t>
                </a:r>
              </a:p>
              <a:p>
                <a:pPr marL="179387" lvl="1" indent="0">
                  <a:buNone/>
                </a:pPr>
                <a:r>
                  <a:rPr lang="en-US" altLang="zh-CN" dirty="0">
                    <a:latin typeface="Arial" panose="020B0604020202020204" pitchFamily="34" charset="0"/>
                    <a:ea typeface="黑体" panose="02010609060101010101" pitchFamily="49" charset="-122"/>
                    <a:cs typeface="Arial" panose="020B0604020202020204" pitchFamily="34" charset="0"/>
                  </a:rPr>
                  <a:t>Loading and unloading:</a:t>
                </a:r>
              </a:p>
              <a:p>
                <a:pPr marL="179387" lvl="1" indent="0">
                  <a:buNone/>
                </a:pPr>
                <a:r>
                  <a:rPr lang="en-US" altLang="zh-CN" dirty="0">
                    <a:latin typeface="Arial" panose="020B0604020202020204" pitchFamily="34" charset="0"/>
                    <a:ea typeface="黑体" panose="02010609060101010101" pitchFamily="49" charset="-122"/>
                    <a:cs typeface="Arial" panose="020B0604020202020204" pitchFamily="34" charset="0"/>
                  </a:rPr>
                  <a:t>The maximum test load output shall be determined at time intervals as close as possible to </a:t>
                </a:r>
                <a:r>
                  <a:rPr lang="en-US" altLang="zh-CN" dirty="0" smtClean="0">
                    <a:latin typeface="Arial" panose="020B0604020202020204" pitchFamily="34" charset="0"/>
                    <a:ea typeface="黑体" panose="02010609060101010101" pitchFamily="49" charset="-122"/>
                    <a:cs typeface="Arial" panose="020B0604020202020204" pitchFamily="34" charset="0"/>
                  </a:rPr>
                  <a:t>those specified </a:t>
                </a:r>
                <a:r>
                  <a:rPr lang="en-US" altLang="zh-CN" dirty="0">
                    <a:latin typeface="Arial" panose="020B0604020202020204" pitchFamily="34" charset="0"/>
                    <a:ea typeface="黑体" panose="02010609060101010101" pitchFamily="49" charset="-122"/>
                    <a:cs typeface="Arial" panose="020B0604020202020204" pitchFamily="34" charset="0"/>
                  </a:rPr>
                  <a:t>in Table 1 in 2.8.3 and recorded and the load should be returned to the minimum test load</a:t>
                </a:r>
                <a:r>
                  <a:rPr lang="en-US" altLang="zh-CN" dirty="0" smtClean="0">
                    <a:latin typeface="Arial" panose="020B0604020202020204" pitchFamily="34" charset="0"/>
                    <a:ea typeface="黑体" panose="02010609060101010101" pitchFamily="49" charset="-122"/>
                    <a:cs typeface="Arial" panose="020B0604020202020204" pitchFamily="34" charset="0"/>
                  </a:rPr>
                  <a:t>, </a:t>
                </a:r>
                <a14:m>
                  <m:oMath xmlns:m="http://schemas.openxmlformats.org/officeDocument/2006/math">
                    <m:sSub>
                      <m:sSubPr>
                        <m:ctrlPr>
                          <a:rPr lang="en-US" altLang="zh-CN" i="1" smtClean="0">
                            <a:latin typeface="Cambria Math"/>
                            <a:ea typeface="黑体" panose="02010609060101010101" pitchFamily="49" charset="-122"/>
                            <a:cs typeface="Arial" panose="020B0604020202020204" pitchFamily="34" charset="0"/>
                          </a:rPr>
                        </m:ctrlPr>
                      </m:sSubPr>
                      <m:e>
                        <m:r>
                          <a:rPr lang="en-US" altLang="zh-CN" b="0" i="1" smtClean="0">
                            <a:latin typeface="Cambria Math"/>
                            <a:ea typeface="黑体" panose="02010609060101010101" pitchFamily="49" charset="-122"/>
                            <a:cs typeface="Arial" panose="020B0604020202020204" pitchFamily="34" charset="0"/>
                          </a:rPr>
                          <m:t>𝐷</m:t>
                        </m:r>
                      </m:e>
                      <m:sub>
                        <m:r>
                          <a:rPr lang="en-US" altLang="zh-CN" b="0" i="1" smtClean="0">
                            <a:latin typeface="Cambria Math"/>
                            <a:ea typeface="黑体" panose="02010609060101010101" pitchFamily="49" charset="-122"/>
                            <a:cs typeface="Arial" panose="020B0604020202020204" pitchFamily="34" charset="0"/>
                          </a:rPr>
                          <m:t>𝑚𝑖𝑛</m:t>
                        </m:r>
                      </m:sub>
                    </m:sSub>
                  </m:oMath>
                </a14:m>
                <a:r>
                  <a:rPr lang="en-US" altLang="zh-CN" dirty="0">
                    <a:latin typeface="Arial" panose="020B0604020202020204" pitchFamily="34" charset="0"/>
                    <a:ea typeface="黑体" panose="02010609060101010101" pitchFamily="49" charset="-122"/>
                    <a:cs typeface="Arial" panose="020B0604020202020204" pitchFamily="34" charset="0"/>
                  </a:rPr>
                  <a:t>. These measurements shall be repeated after 5, 15 and 30 minutes</a:t>
                </a:r>
                <a:r>
                  <a:rPr lang="en-US" altLang="zh-CN" dirty="0" smtClean="0">
                    <a:latin typeface="Arial" panose="020B0604020202020204" pitchFamily="34" charset="0"/>
                    <a:ea typeface="黑体" panose="02010609060101010101" pitchFamily="49" charset="-122"/>
                    <a:cs typeface="Arial" panose="020B0604020202020204" pitchFamily="34" charset="0"/>
                  </a:rPr>
                  <a:t>.</a:t>
                </a:r>
              </a:p>
              <a:p>
                <a:pPr marL="179387" lvl="1" indent="0">
                  <a:buNone/>
                </a:pPr>
                <a:r>
                  <a:rPr lang="zh-CN" altLang="en-US" dirty="0">
                    <a:latin typeface="Arial" panose="020B0604020202020204" pitchFamily="34" charset="0"/>
                    <a:ea typeface="黑体" panose="02010609060101010101" pitchFamily="49" charset="-122"/>
                    <a:cs typeface="Arial" panose="020B0604020202020204" pitchFamily="34" charset="0"/>
                  </a:rPr>
                  <a:t>预加载是在接通电源以前完成的。在预加载</a:t>
                </a:r>
                <a:r>
                  <a:rPr lang="zh-CN" altLang="en-US" dirty="0" smtClean="0">
                    <a:latin typeface="Arial" panose="020B0604020202020204" pitchFamily="34" charset="0"/>
                    <a:ea typeface="黑体" panose="02010609060101010101" pitchFamily="49" charset="-122"/>
                    <a:cs typeface="Arial" panose="020B0604020202020204" pitchFamily="34" charset="0"/>
                  </a:rPr>
                  <a:t>后</a:t>
                </a:r>
                <a:r>
                  <a:rPr lang="zh-CN" altLang="en-US" dirty="0">
                    <a:latin typeface="Arial" panose="020B0604020202020204" pitchFamily="34" charset="0"/>
                    <a:ea typeface="黑体" panose="02010609060101010101" pitchFamily="49" charset="-122"/>
                    <a:cs typeface="Arial" panose="020B0604020202020204" pitchFamily="34" charset="0"/>
                  </a:rPr>
                  <a:t>恢复</a:t>
                </a:r>
                <a:r>
                  <a:rPr lang="en-US" altLang="zh-CN" dirty="0" smtClean="0">
                    <a:latin typeface="Arial" panose="020B0604020202020204" pitchFamily="34" charset="0"/>
                    <a:ea typeface="黑体" panose="02010609060101010101" pitchFamily="49" charset="-122"/>
                    <a:cs typeface="Arial" panose="020B0604020202020204" pitchFamily="34" charset="0"/>
                  </a:rPr>
                  <a:t>5min</a:t>
                </a:r>
                <a:r>
                  <a:rPr lang="zh-CN" altLang="en-US" dirty="0" smtClean="0">
                    <a:latin typeface="Arial" panose="020B0604020202020204" pitchFamily="34" charset="0"/>
                    <a:ea typeface="黑体" panose="02010609060101010101" pitchFamily="49" charset="-122"/>
                    <a:cs typeface="Arial" panose="020B0604020202020204" pitchFamily="34" charset="0"/>
                  </a:rPr>
                  <a:t>再接通电源，尽快读取最小静载荷输出和最大试验载荷下的输出，在后续的</a:t>
                </a:r>
                <a:r>
                  <a:rPr lang="en-US" altLang="zh-CN" dirty="0" smtClean="0">
                    <a:latin typeface="Arial" panose="020B0604020202020204" pitchFamily="34" charset="0"/>
                    <a:ea typeface="黑体" panose="02010609060101010101" pitchFamily="49" charset="-122"/>
                    <a:cs typeface="Arial" panose="020B0604020202020204" pitchFamily="34" charset="0"/>
                  </a:rPr>
                  <a:t>5min</a:t>
                </a:r>
                <a:r>
                  <a:rPr lang="zh-CN" altLang="en-US" dirty="0" smtClean="0">
                    <a:latin typeface="Arial" panose="020B0604020202020204" pitchFamily="34" charset="0"/>
                    <a:ea typeface="黑体" panose="02010609060101010101" pitchFamily="49" charset="-122"/>
                    <a:cs typeface="Arial" panose="020B0604020202020204" pitchFamily="34" charset="0"/>
                  </a:rPr>
                  <a:t>、</a:t>
                </a:r>
                <a:r>
                  <a:rPr lang="en-US" altLang="zh-CN" dirty="0" smtClean="0">
                    <a:latin typeface="Arial" panose="020B0604020202020204" pitchFamily="34" charset="0"/>
                    <a:ea typeface="黑体" panose="02010609060101010101" pitchFamily="49" charset="-122"/>
                    <a:cs typeface="Arial" panose="020B0604020202020204" pitchFamily="34" charset="0"/>
                  </a:rPr>
                  <a:t>15min</a:t>
                </a:r>
                <a:r>
                  <a:rPr lang="zh-CN" altLang="en-US" dirty="0" smtClean="0">
                    <a:latin typeface="Arial" panose="020B0604020202020204" pitchFamily="34" charset="0"/>
                    <a:ea typeface="黑体" panose="02010609060101010101" pitchFamily="49" charset="-122"/>
                    <a:cs typeface="Arial" panose="020B0604020202020204" pitchFamily="34" charset="0"/>
                  </a:rPr>
                  <a:t>和</a:t>
                </a:r>
                <a:r>
                  <a:rPr lang="en-US" altLang="zh-CN" dirty="0" smtClean="0">
                    <a:latin typeface="Arial" panose="020B0604020202020204" pitchFamily="34" charset="0"/>
                    <a:ea typeface="黑体" panose="02010609060101010101" pitchFamily="49" charset="-122"/>
                    <a:cs typeface="Arial" panose="020B0604020202020204" pitchFamily="34" charset="0"/>
                  </a:rPr>
                  <a:t>30min</a:t>
                </a:r>
                <a:r>
                  <a:rPr lang="zh-CN" altLang="en-US" dirty="0" smtClean="0">
                    <a:latin typeface="Arial" panose="020B0604020202020204" pitchFamily="34" charset="0"/>
                    <a:ea typeface="黑体" panose="02010609060101010101" pitchFamily="49" charset="-122"/>
                    <a:cs typeface="Arial" panose="020B0604020202020204" pitchFamily="34" charset="0"/>
                  </a:rPr>
                  <a:t>时刻重复加载和读数。</a:t>
                </a:r>
                <a:endParaRPr lang="en-US" altLang="zh-CN" dirty="0">
                  <a:latin typeface="Arial" panose="020B0604020202020204" pitchFamily="34" charset="0"/>
                  <a:ea typeface="黑体" panose="02010609060101010101" pitchFamily="49" charset="-122"/>
                  <a:cs typeface="Arial" panose="020B0604020202020204" pitchFamily="34" charset="0"/>
                </a:endParaRPr>
              </a:p>
              <a:p>
                <a:pPr marL="179387" lvl="1" indent="0">
                  <a:buNone/>
                </a:pPr>
                <a:endParaRPr lang="en-US" altLang="zh-CN" dirty="0" smtClean="0">
                  <a:latin typeface="Arial" panose="020B0604020202020204" pitchFamily="34" charset="0"/>
                  <a:ea typeface="黑体" panose="02010609060101010101" pitchFamily="49" charset="-122"/>
                  <a:cs typeface="Arial" panose="020B0604020202020204" pitchFamily="34" charset="0"/>
                </a:endParaRPr>
              </a:p>
            </p:txBody>
          </p:sp>
        </mc:Choice>
        <mc:Fallback xmlns="">
          <p:sp>
            <p:nvSpPr>
              <p:cNvPr id="4" name="内容占位符 3"/>
              <p:cNvSpPr>
                <a:spLocks noGrp="1" noRot="1" noChangeAspect="1" noMove="1" noResize="1" noEditPoints="1" noAdjustHandles="1" noChangeArrowheads="1" noChangeShapeType="1" noTextEdit="1"/>
              </p:cNvSpPr>
              <p:nvPr>
                <p:ph idx="1"/>
              </p:nvPr>
            </p:nvSpPr>
            <p:spPr>
              <a:xfrm>
                <a:off x="813734" y="1117200"/>
                <a:ext cx="7812000" cy="5436000"/>
              </a:xfrm>
              <a:blipFill rotWithShape="1">
                <a:blip r:embed="rId2"/>
                <a:stretch>
                  <a:fillRect l="-1404" t="-1121" r="-780"/>
                </a:stretch>
              </a:blipFill>
            </p:spPr>
            <p:txBody>
              <a:bodyPr/>
              <a:lstStyle/>
              <a:p>
                <a:r>
                  <a:rPr lang="zh-CN" altLang="en-US">
                    <a:noFill/>
                  </a:rPr>
                  <a:t> </a:t>
                </a:r>
              </a:p>
            </p:txBody>
          </p:sp>
        </mc:Fallback>
      </mc:AlternateContent>
      <p:sp>
        <p:nvSpPr>
          <p:cNvPr id="5" name="灯片编号占位符 4"/>
          <p:cNvSpPr>
            <a:spLocks noGrp="1"/>
          </p:cNvSpPr>
          <p:nvPr>
            <p:ph type="sldNum" sz="quarter" idx="100"/>
          </p:nvPr>
        </p:nvSpPr>
        <p:spPr/>
        <p:txBody>
          <a:bodyPr/>
          <a:lstStyle/>
          <a:p>
            <a:fld id="{2B2B68EE-DD1E-4368-AFCE-24A50EC7BF18}" type="slidenum">
              <a:rPr lang="en-US" smtClean="0"/>
              <a:pPr/>
              <a:t>61</a:t>
            </a:fld>
            <a:endParaRPr lang="en-US" dirty="0"/>
          </a:p>
        </p:txBody>
      </p:sp>
      <p:sp>
        <p:nvSpPr>
          <p:cNvPr id="6" name="页脚占位符 5"/>
          <p:cNvSpPr>
            <a:spLocks noGrp="1"/>
          </p:cNvSpPr>
          <p:nvPr>
            <p:ph type="ftr" sz="quarter" idx="101"/>
          </p:nvPr>
        </p:nvSpPr>
        <p:spPr/>
        <p:txBody>
          <a:bodyPr/>
          <a:lstStyle/>
          <a:p>
            <a:r>
              <a:rPr lang="en-US" smtClean="0"/>
              <a:t>For internal use - Confidential</a:t>
            </a:r>
            <a:endParaRPr lang="en-US" dirty="0"/>
          </a:p>
        </p:txBody>
      </p:sp>
    </p:spTree>
    <p:extLst>
      <p:ext uri="{BB962C8B-B14F-4D97-AF65-F5344CB8AC3E}">
        <p14:creationId xmlns:p14="http://schemas.microsoft.com/office/powerpoint/2010/main" val="67824379"/>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黑体" panose="02010609060101010101" pitchFamily="49" charset="-122"/>
                <a:ea typeface="黑体" panose="02010609060101010101" pitchFamily="49" charset="-122"/>
              </a:rPr>
              <a:t>计量要求</a:t>
            </a:r>
            <a:endParaRPr lang="zh-CN" altLang="en-US" dirty="0"/>
          </a:p>
        </p:txBody>
      </p:sp>
      <p:sp>
        <p:nvSpPr>
          <p:cNvPr id="10" name="标题 9"/>
          <p:cNvSpPr>
            <a:spLocks noGrp="1"/>
          </p:cNvSpPr>
          <p:nvPr>
            <p:ph type="title" idx="99"/>
          </p:nvPr>
        </p:nvSpPr>
        <p:spPr>
          <a:xfrm>
            <a:off x="395288" y="809528"/>
            <a:ext cx="6732000" cy="324768"/>
          </a:xfrm>
        </p:spPr>
        <p:txBody>
          <a:bodyPr/>
          <a:lstStyle/>
          <a:p>
            <a:pPr algn="ctr"/>
            <a:r>
              <a:rPr lang="en-US" altLang="zh-CN" dirty="0" smtClean="0">
                <a:solidFill>
                  <a:schemeClr val="tx1"/>
                </a:solidFill>
              </a:rPr>
              <a:t>The </a:t>
            </a:r>
            <a:r>
              <a:rPr lang="en-US" altLang="zh-CN" dirty="0">
                <a:solidFill>
                  <a:schemeClr val="tx1"/>
                </a:solidFill>
              </a:rPr>
              <a:t>span change requirement </a:t>
            </a:r>
            <a:r>
              <a:rPr lang="en-US" altLang="zh-CN" dirty="0" smtClean="0">
                <a:solidFill>
                  <a:schemeClr val="tx1"/>
                </a:solidFill>
              </a:rPr>
              <a:t>of Warm-up time test</a:t>
            </a:r>
            <a:r>
              <a:rPr lang="en-US" altLang="zh-CN" dirty="0">
                <a:solidFill>
                  <a:schemeClr val="tx1"/>
                </a:solidFill>
              </a:rPr>
              <a:t/>
            </a:r>
            <a:br>
              <a:rPr lang="en-US" altLang="zh-CN" dirty="0">
                <a:solidFill>
                  <a:schemeClr val="tx1"/>
                </a:solidFill>
              </a:rPr>
            </a:br>
            <a:endParaRPr lang="zh-CN" altLang="en-US" dirty="0">
              <a:solidFill>
                <a:schemeClr val="tx1"/>
              </a:solidFill>
            </a:endParaRPr>
          </a:p>
        </p:txBody>
      </p:sp>
      <mc:AlternateContent xmlns:mc="http://schemas.openxmlformats.org/markup-compatibility/2006" xmlns:a14="http://schemas.microsoft.com/office/drawing/2010/main">
        <mc:Choice Requires="a14">
          <p:sp>
            <p:nvSpPr>
              <p:cNvPr id="4" name="内容占位符 3"/>
              <p:cNvSpPr>
                <a:spLocks noGrp="1"/>
              </p:cNvSpPr>
              <p:nvPr>
                <p:ph idx="1"/>
              </p:nvPr>
            </p:nvSpPr>
            <p:spPr>
              <a:xfrm>
                <a:off x="4231637" y="1305237"/>
                <a:ext cx="4608000" cy="4895850"/>
              </a:xfrm>
            </p:spPr>
            <p:txBody>
              <a:bodyPr/>
              <a:lstStyle/>
              <a:p>
                <a:pPr marL="179387" lvl="1" indent="0">
                  <a:buNone/>
                </a:pPr>
                <a:r>
                  <a:rPr lang="en-US" altLang="zh-CN" dirty="0" smtClean="0"/>
                  <a:t>From </a:t>
                </a:r>
                <a:r>
                  <a:rPr lang="en-US" altLang="zh-CN" dirty="0"/>
                  <a:t>R60 </a:t>
                </a:r>
                <a:r>
                  <a:rPr lang="en-US" altLang="zh-CN" dirty="0" smtClean="0"/>
                  <a:t>2017 part </a:t>
                </a:r>
                <a:r>
                  <a:rPr lang="en-US" altLang="zh-CN" dirty="0"/>
                  <a:t>3 </a:t>
                </a:r>
                <a:r>
                  <a:rPr lang="en-US" altLang="zh-CN" dirty="0" smtClean="0"/>
                  <a:t>Test Report Form 6.11</a:t>
                </a:r>
              </a:p>
              <a:p>
                <a:pPr marL="179387" lvl="1" indent="0">
                  <a:buNone/>
                </a:pPr>
                <a:r>
                  <a:rPr lang="en-US" altLang="zh-CN" dirty="0" smtClean="0"/>
                  <a:t>Notes:</a:t>
                </a:r>
              </a:p>
              <a:p>
                <a:pPr marL="522287" lvl="1" indent="-342900">
                  <a:buFont typeface="+mj-lt"/>
                  <a:buAutoNum type="arabicPeriod"/>
                </a:pPr>
                <a:r>
                  <a:rPr lang="en-US" altLang="zh-CN" dirty="0" smtClean="0"/>
                  <a:t>Absolute </a:t>
                </a:r>
                <a:r>
                  <a:rPr lang="en-US" altLang="zh-CN" dirty="0"/>
                  <a:t>(not relative) time shall be recorded.</a:t>
                </a:r>
              </a:p>
              <a:p>
                <a:pPr marL="522287" lvl="1" indent="-342900">
                  <a:buFont typeface="+mj-lt"/>
                  <a:buAutoNum type="arabicPeriod"/>
                </a:pPr>
                <a:r>
                  <a:rPr lang="en-US" altLang="zh-CN" dirty="0" smtClean="0"/>
                  <a:t>Span</a:t>
                </a:r>
                <a:r>
                  <a:rPr lang="en-US" altLang="zh-CN" dirty="0"/>
                  <a:t>: the result of subtraction of the indication at minimum test load from the indication at maximum test load. </a:t>
                </a:r>
                <a:r>
                  <a:rPr lang="en-US" altLang="zh-CN" dirty="0" smtClean="0"/>
                  <a:t>All span </a:t>
                </a:r>
                <a:r>
                  <a:rPr lang="en-US" altLang="zh-CN" dirty="0"/>
                  <a:t>errors (error at maximum test load minus the error at minimum test load) shall be within the </a:t>
                </a:r>
                <a:r>
                  <a:rPr lang="en-US" altLang="zh-CN" dirty="0" smtClean="0"/>
                  <a:t>maximum permissible </a:t>
                </a:r>
                <a:r>
                  <a:rPr lang="en-US" altLang="zh-CN" dirty="0"/>
                  <a:t>error during the 30 minute test.</a:t>
                </a:r>
              </a:p>
              <a:p>
                <a:pPr marL="522287" lvl="1" indent="-342900">
                  <a:buFont typeface="+mj-lt"/>
                  <a:buAutoNum type="arabicPeriod"/>
                </a:pPr>
                <a:r>
                  <a:rPr lang="en-US" altLang="zh-CN" b="1" dirty="0" smtClean="0">
                    <a:solidFill>
                      <a:srgbClr val="FF0000"/>
                    </a:solidFill>
                  </a:rPr>
                  <a:t>The </a:t>
                </a:r>
                <a:r>
                  <a:rPr lang="en-US" altLang="zh-CN" b="1" dirty="0">
                    <a:solidFill>
                      <a:srgbClr val="FF0000"/>
                    </a:solidFill>
                  </a:rPr>
                  <a:t>change of span must not exceed </a:t>
                </a:r>
                <a14:m>
                  <m:oMath xmlns:m="http://schemas.openxmlformats.org/officeDocument/2006/math">
                    <m:sSub>
                      <m:sSubPr>
                        <m:ctrlPr>
                          <a:rPr lang="en-US" altLang="zh-CN" b="1" i="1" smtClean="0">
                            <a:solidFill>
                              <a:srgbClr val="FF0000"/>
                            </a:solidFill>
                            <a:latin typeface="Cambria Math"/>
                          </a:rPr>
                        </m:ctrlPr>
                      </m:sSubPr>
                      <m:e>
                        <m:r>
                          <a:rPr lang="en-US" altLang="zh-CN" b="1" i="1" smtClean="0">
                            <a:solidFill>
                              <a:srgbClr val="FF0000"/>
                            </a:solidFill>
                            <a:latin typeface="Cambria Math"/>
                          </a:rPr>
                          <m:t>𝒗</m:t>
                        </m:r>
                      </m:e>
                      <m:sub>
                        <m:r>
                          <a:rPr lang="en-US" altLang="zh-CN" b="1" i="1" smtClean="0">
                            <a:solidFill>
                              <a:srgbClr val="FF0000"/>
                            </a:solidFill>
                            <a:latin typeface="Cambria Math"/>
                          </a:rPr>
                          <m:t>𝒎𝒊𝒏</m:t>
                        </m:r>
                      </m:sub>
                    </m:sSub>
                  </m:oMath>
                </a14:m>
                <a:r>
                  <a:rPr lang="en-US" altLang="zh-CN" dirty="0">
                    <a:solidFill>
                      <a:srgbClr val="FF0000"/>
                    </a:solidFill>
                  </a:rPr>
                  <a:t>.</a:t>
                </a:r>
              </a:p>
              <a:p>
                <a:pPr marL="522287" lvl="1" indent="-342900">
                  <a:buFont typeface="+mj-lt"/>
                  <a:buAutoNum type="arabicPeriod"/>
                </a:pPr>
                <a:r>
                  <a:rPr lang="en-US" altLang="zh-CN" dirty="0" smtClean="0"/>
                  <a:t>Change</a:t>
                </a:r>
                <a:r>
                  <a:rPr lang="en-US" altLang="zh-CN" dirty="0"/>
                  <a:t>: the difference between the span and the initial run span.</a:t>
                </a:r>
              </a:p>
              <a:p>
                <a:pPr marL="522287" lvl="1" indent="-342900">
                  <a:buFont typeface="+mj-lt"/>
                  <a:buAutoNum type="arabicPeriod"/>
                </a:pPr>
                <a:r>
                  <a:rPr lang="en-US" altLang="zh-CN" dirty="0" smtClean="0"/>
                  <a:t>Maximum </a:t>
                </a:r>
                <a:r>
                  <a:rPr lang="en-US" altLang="zh-CN" dirty="0"/>
                  <a:t>permissible change, </a:t>
                </a:r>
                <a14:m>
                  <m:oMath xmlns:m="http://schemas.openxmlformats.org/officeDocument/2006/math">
                    <m:r>
                      <a:rPr lang="en-US" altLang="zh-CN" dirty="0" smtClean="0">
                        <a:latin typeface="Cambria Math"/>
                      </a:rPr>
                      <m:t>𝑚𝑝𝑐</m:t>
                    </m:r>
                  </m:oMath>
                </a14:m>
                <a:r>
                  <a:rPr lang="en-US" altLang="zh-CN" dirty="0"/>
                  <a:t>: the absolute value of the maximum permissible error for the maximum </a:t>
                </a:r>
                <a:r>
                  <a:rPr lang="en-US" altLang="zh-CN" dirty="0" smtClean="0"/>
                  <a:t>test load </a:t>
                </a:r>
                <a:r>
                  <a:rPr lang="en-US" altLang="zh-CN" dirty="0"/>
                  <a:t>applied.</a:t>
                </a:r>
              </a:p>
              <a:p>
                <a:pPr marL="522287" lvl="1" indent="-342900">
                  <a:buFont typeface="+mj-lt"/>
                  <a:buAutoNum type="arabicPeriod"/>
                </a:pPr>
                <a:r>
                  <a:rPr lang="en-US" altLang="zh-CN" dirty="0" smtClean="0"/>
                  <a:t>Exercises </a:t>
                </a:r>
                <a:r>
                  <a:rPr lang="en-US" altLang="zh-CN" dirty="0"/>
                  <a:t>have to be run before disconnection</a:t>
                </a:r>
                <a:r>
                  <a:rPr lang="en-US" altLang="zh-CN" dirty="0" smtClean="0"/>
                  <a:t>.</a:t>
                </a:r>
              </a:p>
              <a:p>
                <a:pPr lvl="1"/>
                <a:endParaRPr lang="en-US" altLang="zh-CN" dirty="0"/>
              </a:p>
              <a:p>
                <a:pPr lvl="1"/>
                <a:endParaRPr lang="en-US" altLang="zh-CN" dirty="0" smtClean="0"/>
              </a:p>
            </p:txBody>
          </p:sp>
        </mc:Choice>
        <mc:Fallback xmlns="">
          <p:sp>
            <p:nvSpPr>
              <p:cNvPr id="4" name="内容占位符 3"/>
              <p:cNvSpPr>
                <a:spLocks noGrp="1" noRot="1" noChangeAspect="1" noMove="1" noResize="1" noEditPoints="1" noAdjustHandles="1" noChangeArrowheads="1" noChangeShapeType="1" noTextEdit="1"/>
              </p:cNvSpPr>
              <p:nvPr>
                <p:ph idx="1"/>
              </p:nvPr>
            </p:nvSpPr>
            <p:spPr>
              <a:xfrm>
                <a:off x="4231637" y="1305237"/>
                <a:ext cx="4608000" cy="4895850"/>
              </a:xfrm>
              <a:blipFill rotWithShape="1">
                <a:blip r:embed="rId2"/>
                <a:stretch>
                  <a:fillRect t="-1245" r="-3968"/>
                </a:stretch>
              </a:blipFill>
            </p:spPr>
            <p:txBody>
              <a:bodyPr/>
              <a:lstStyle/>
              <a:p>
                <a:r>
                  <a:rPr lang="zh-CN" altLang="en-US">
                    <a:noFill/>
                  </a:rPr>
                  <a:t> </a:t>
                </a:r>
              </a:p>
            </p:txBody>
          </p:sp>
        </mc:Fallback>
      </mc:AlternateContent>
      <p:sp>
        <p:nvSpPr>
          <p:cNvPr id="5" name="灯片编号占位符 4"/>
          <p:cNvSpPr>
            <a:spLocks noGrp="1"/>
          </p:cNvSpPr>
          <p:nvPr>
            <p:ph type="sldNum" sz="quarter" idx="100"/>
          </p:nvPr>
        </p:nvSpPr>
        <p:spPr/>
        <p:txBody>
          <a:bodyPr/>
          <a:lstStyle/>
          <a:p>
            <a:fld id="{2B2B68EE-DD1E-4368-AFCE-24A50EC7BF18}" type="slidenum">
              <a:rPr lang="en-US" smtClean="0"/>
              <a:pPr/>
              <a:t>62</a:t>
            </a:fld>
            <a:endParaRPr lang="en-US" dirty="0"/>
          </a:p>
        </p:txBody>
      </p:sp>
      <p:sp>
        <p:nvSpPr>
          <p:cNvPr id="6" name="页脚占位符 5"/>
          <p:cNvSpPr>
            <a:spLocks noGrp="1"/>
          </p:cNvSpPr>
          <p:nvPr>
            <p:ph type="ftr" sz="quarter" idx="101"/>
          </p:nvPr>
        </p:nvSpPr>
        <p:spPr/>
        <p:txBody>
          <a:bodyPr/>
          <a:lstStyle/>
          <a:p>
            <a:r>
              <a:rPr lang="en-US" smtClean="0"/>
              <a:t>For internal use - Confidential</a:t>
            </a:r>
            <a:endParaRPr lang="en-US" dirty="0"/>
          </a:p>
        </p:txBody>
      </p:sp>
      <mc:AlternateContent xmlns:mc="http://schemas.openxmlformats.org/markup-compatibility/2006" xmlns:a14="http://schemas.microsoft.com/office/drawing/2010/main">
        <mc:Choice Requires="a14">
          <p:sp>
            <p:nvSpPr>
              <p:cNvPr id="11" name="内容占位符 3"/>
              <p:cNvSpPr txBox="1">
                <a:spLocks/>
              </p:cNvSpPr>
              <p:nvPr/>
            </p:nvSpPr>
            <p:spPr>
              <a:xfrm>
                <a:off x="336796" y="1365436"/>
                <a:ext cx="3456000" cy="5436000"/>
              </a:xfrm>
              <a:prstGeom prst="rect">
                <a:avLst/>
              </a:prstGeom>
            </p:spPr>
            <p:txBody>
              <a:bodyPr vert="horz" lIns="0" tIns="0" rIns="0" bIns="0" rtlCol="0" anchor="t" anchorCtr="0">
                <a:noAutofit/>
              </a:bodyPr>
              <a:lstStyle>
                <a:lvl1pPr marL="179388" indent="-179388" algn="l" defTabSz="914400" rtl="0" eaLnBrk="1" latinLnBrk="0" hangingPunct="1">
                  <a:spcBef>
                    <a:spcPts val="400"/>
                  </a:spcBef>
                  <a:spcAft>
                    <a:spcPts val="600"/>
                  </a:spcAft>
                  <a:buClr>
                    <a:schemeClr val="accent1"/>
                  </a:buClr>
                  <a:buFont typeface="Wingdings" pitchFamily="2" charset="2"/>
                  <a:buChar char="§"/>
                  <a:defRPr sz="1600" kern="1200" baseline="0">
                    <a:solidFill>
                      <a:schemeClr val="tx1"/>
                    </a:solidFill>
                    <a:latin typeface="+mn-lt"/>
                    <a:ea typeface="+mn-ea"/>
                    <a:cs typeface="+mn-cs"/>
                  </a:defRPr>
                </a:lvl1pPr>
                <a:lvl2pPr marL="358775" indent="-179388" algn="l" defTabSz="914400" rtl="0" eaLnBrk="1" latinLnBrk="0" hangingPunct="1">
                  <a:spcBef>
                    <a:spcPts val="0"/>
                  </a:spcBef>
                  <a:spcAft>
                    <a:spcPts val="400"/>
                  </a:spcAft>
                  <a:buClr>
                    <a:schemeClr val="accent1"/>
                  </a:buClr>
                  <a:buFont typeface="Arial" pitchFamily="34" charset="0"/>
                  <a:buChar char="-"/>
                  <a:defRPr sz="1600" kern="1200">
                    <a:solidFill>
                      <a:schemeClr val="tx1"/>
                    </a:solidFill>
                    <a:latin typeface="+mn-lt"/>
                    <a:ea typeface="+mn-ea"/>
                    <a:cs typeface="+mn-cs"/>
                  </a:defRPr>
                </a:lvl2pPr>
                <a:lvl3pPr marL="541338" indent="-184150" algn="l" defTabSz="914400" rtl="0" eaLnBrk="1" latinLnBrk="0" hangingPunct="1">
                  <a:spcBef>
                    <a:spcPts val="0"/>
                  </a:spcBef>
                  <a:spcAft>
                    <a:spcPts val="400"/>
                  </a:spcAft>
                  <a:buClr>
                    <a:schemeClr val="accent1"/>
                  </a:buClr>
                  <a:buFont typeface="Arial" pitchFamily="34" charset="0"/>
                  <a:buChar char="-"/>
                  <a:tabLst/>
                  <a:defRPr sz="1600" kern="1200">
                    <a:solidFill>
                      <a:schemeClr val="tx1"/>
                    </a:solidFill>
                    <a:latin typeface="+mn-lt"/>
                    <a:ea typeface="+mn-ea"/>
                    <a:cs typeface="+mn-cs"/>
                  </a:defRPr>
                </a:lvl3pPr>
                <a:lvl4pPr marL="715963" indent="-174625" algn="l" defTabSz="914400" rtl="0" eaLnBrk="1" latinLnBrk="0" hangingPunct="1">
                  <a:spcBef>
                    <a:spcPts val="0"/>
                  </a:spcBef>
                  <a:spcAft>
                    <a:spcPts val="400"/>
                  </a:spcAft>
                  <a:buClr>
                    <a:schemeClr val="accent1"/>
                  </a:buClr>
                  <a:buFont typeface="Arial" panose="020B0604020202020204" pitchFamily="34" charset="0"/>
                  <a:buChar char="-"/>
                  <a:defRPr sz="1600" kern="1200">
                    <a:solidFill>
                      <a:schemeClr val="tx1"/>
                    </a:solidFill>
                    <a:latin typeface="+mn-lt"/>
                    <a:ea typeface="+mn-ea"/>
                    <a:cs typeface="+mn-cs"/>
                  </a:defRPr>
                </a:lvl4pPr>
                <a:lvl5pPr marL="715963" indent="182563" algn="l" defTabSz="914400" rtl="0" eaLnBrk="1" latinLnBrk="0" hangingPunct="1">
                  <a:spcBef>
                    <a:spcPts val="0"/>
                  </a:spcBef>
                  <a:spcAft>
                    <a:spcPts val="400"/>
                  </a:spcAft>
                  <a:buClr>
                    <a:schemeClr val="accent1"/>
                  </a:buClr>
                  <a:buFont typeface="Arial" panose="020B0604020202020204" pitchFamily="34" charset="0"/>
                  <a:buChar char="-"/>
                  <a:tabLst/>
                  <a:defRPr sz="1600" kern="1200">
                    <a:solidFill>
                      <a:schemeClr val="tx1"/>
                    </a:solidFill>
                    <a:latin typeface="+mn-lt"/>
                    <a:ea typeface="+mn-ea"/>
                    <a:cs typeface="+mn-cs"/>
                  </a:defRPr>
                </a:lvl5pPr>
                <a:lvl6pPr marL="1073150" indent="-174625" algn="l" defTabSz="914400" rtl="0" eaLnBrk="1" latinLnBrk="0" hangingPunct="1">
                  <a:spcBef>
                    <a:spcPts val="0"/>
                  </a:spcBef>
                  <a:spcAft>
                    <a:spcPts val="400"/>
                  </a:spcAft>
                  <a:buClr>
                    <a:schemeClr val="accent1"/>
                  </a:buClr>
                  <a:buFont typeface="Arial" panose="020B0604020202020204" pitchFamily="34" charset="0"/>
                  <a:buChar char="-"/>
                  <a:defRPr sz="1600" kern="1200">
                    <a:solidFill>
                      <a:schemeClr val="tx1"/>
                    </a:solidFill>
                    <a:latin typeface="+mn-lt"/>
                    <a:ea typeface="+mn-ea"/>
                    <a:cs typeface="+mn-cs"/>
                  </a:defRPr>
                </a:lvl6pPr>
                <a:lvl7pPr marL="1255713" indent="-182563" algn="l" defTabSz="914400" rtl="0" eaLnBrk="1" latinLnBrk="0" hangingPunct="1">
                  <a:spcBef>
                    <a:spcPts val="0"/>
                  </a:spcBef>
                  <a:spcAft>
                    <a:spcPts val="400"/>
                  </a:spcAft>
                  <a:buClr>
                    <a:schemeClr val="accent1"/>
                  </a:buClr>
                  <a:buFont typeface="Arial" pitchFamily="34" charset="0"/>
                  <a:buChar char="-"/>
                  <a:defRPr sz="1600" kern="1200">
                    <a:solidFill>
                      <a:schemeClr val="tx1"/>
                    </a:solidFill>
                    <a:latin typeface="+mn-lt"/>
                    <a:ea typeface="+mn-ea"/>
                    <a:cs typeface="+mn-cs"/>
                  </a:defRPr>
                </a:lvl7pPr>
                <a:lvl8pPr marL="1431925" indent="-176213" algn="l" defTabSz="914400" rtl="0" eaLnBrk="1" latinLnBrk="0" hangingPunct="1">
                  <a:spcBef>
                    <a:spcPts val="0"/>
                  </a:spcBef>
                  <a:spcAft>
                    <a:spcPts val="400"/>
                  </a:spcAft>
                  <a:buClr>
                    <a:schemeClr val="accent1"/>
                  </a:buClr>
                  <a:buFont typeface="Arial" pitchFamily="34" charset="0"/>
                  <a:buChar char="-"/>
                  <a:defRPr sz="1600" kern="1200">
                    <a:solidFill>
                      <a:schemeClr val="tx1"/>
                    </a:solidFill>
                    <a:latin typeface="+mn-lt"/>
                    <a:ea typeface="+mn-ea"/>
                    <a:cs typeface="+mn-cs"/>
                  </a:defRPr>
                </a:lvl8pPr>
                <a:lvl9pPr marL="1614488" indent="-182563" algn="l" defTabSz="914400" rtl="0" eaLnBrk="1" latinLnBrk="0" hangingPunct="1">
                  <a:spcBef>
                    <a:spcPts val="0"/>
                  </a:spcBef>
                  <a:spcAft>
                    <a:spcPts val="400"/>
                  </a:spcAft>
                  <a:buClr>
                    <a:schemeClr val="accent1"/>
                  </a:buClr>
                  <a:buFont typeface="Arial" pitchFamily="34" charset="0"/>
                  <a:buChar char="-"/>
                  <a:defRPr sz="1600" kern="1200">
                    <a:solidFill>
                      <a:schemeClr val="tx1"/>
                    </a:solidFill>
                    <a:latin typeface="+mn-lt"/>
                    <a:ea typeface="+mn-ea"/>
                    <a:cs typeface="+mn-cs"/>
                  </a:defRPr>
                </a:lvl9pPr>
              </a:lstStyle>
              <a:p>
                <a:pPr marL="179387" lvl="1" indent="0">
                  <a:buNone/>
                </a:pPr>
                <a:r>
                  <a:rPr lang="en-US" altLang="zh-CN" dirty="0" smtClean="0"/>
                  <a:t>From </a:t>
                </a:r>
                <a:r>
                  <a:rPr lang="en-US" altLang="zh-CN" dirty="0"/>
                  <a:t>R60 </a:t>
                </a:r>
                <a:r>
                  <a:rPr lang="en-US" altLang="zh-CN" dirty="0" smtClean="0"/>
                  <a:t>2000 Test Report Form D.11</a:t>
                </a:r>
              </a:p>
              <a:p>
                <a:pPr marL="522287" lvl="1" indent="-342900">
                  <a:spcAft>
                    <a:spcPts val="0"/>
                  </a:spcAft>
                  <a:buFont typeface="+mj-lt"/>
                  <a:buAutoNum type="arabicPeriod"/>
                </a:pPr>
                <a:r>
                  <a:rPr lang="en-US" altLang="zh-CN" dirty="0"/>
                  <a:t>Absolute (not relative) time shall be recorded.</a:t>
                </a:r>
              </a:p>
              <a:p>
                <a:pPr marL="522287" lvl="1" indent="-342900">
                  <a:buFont typeface="+mj-lt"/>
                  <a:buAutoNum type="arabicPeriod"/>
                </a:pPr>
                <a:r>
                  <a:rPr lang="en-US" altLang="zh-CN" dirty="0" smtClean="0"/>
                  <a:t>Span</a:t>
                </a:r>
                <a:r>
                  <a:rPr lang="en-US" altLang="zh-CN" dirty="0"/>
                  <a:t>: the result of subtracting the indication at minimum test load from the indication at maximum </a:t>
                </a:r>
                <a:r>
                  <a:rPr lang="en-US" altLang="zh-CN" dirty="0" smtClean="0"/>
                  <a:t>test load</a:t>
                </a:r>
                <a:r>
                  <a:rPr lang="en-US" altLang="zh-CN" dirty="0"/>
                  <a:t>. All span errors (error at maximum test load minus the error at minimum test load) shall be </a:t>
                </a:r>
                <a:r>
                  <a:rPr lang="en-US" altLang="zh-CN" dirty="0" smtClean="0"/>
                  <a:t>within the </a:t>
                </a:r>
                <a:r>
                  <a:rPr lang="en-US" altLang="zh-CN" dirty="0"/>
                  <a:t>maximum permissible error during the 30 minute test.</a:t>
                </a:r>
              </a:p>
              <a:p>
                <a:pPr marL="522287" lvl="1" indent="-342900">
                  <a:buFont typeface="+mj-lt"/>
                  <a:buAutoNum type="arabicPeriod"/>
                </a:pPr>
                <a:r>
                  <a:rPr lang="en-US" altLang="zh-CN" dirty="0" smtClean="0"/>
                  <a:t>Change</a:t>
                </a:r>
                <a:r>
                  <a:rPr lang="en-US" altLang="zh-CN" dirty="0"/>
                  <a:t>: the difference between the span and the initial run span.</a:t>
                </a:r>
              </a:p>
              <a:p>
                <a:pPr marL="522287" lvl="1" indent="-342900">
                  <a:buFont typeface="+mj-lt"/>
                  <a:buAutoNum type="arabicPeriod"/>
                </a:pPr>
                <a:r>
                  <a:rPr lang="en-US" altLang="zh-CN" dirty="0" smtClean="0"/>
                  <a:t>Maximum </a:t>
                </a:r>
                <a:r>
                  <a:rPr lang="en-US" altLang="zh-CN" dirty="0"/>
                  <a:t>permissible change, </a:t>
                </a:r>
                <a14:m>
                  <m:oMath xmlns:m="http://schemas.openxmlformats.org/officeDocument/2006/math">
                    <m:r>
                      <a:rPr lang="en-US" altLang="zh-CN" i="1" dirty="0" smtClean="0">
                        <a:latin typeface="Cambria Math"/>
                      </a:rPr>
                      <m:t>𝑚𝑝𝑐</m:t>
                    </m:r>
                  </m:oMath>
                </a14:m>
                <a:r>
                  <a:rPr lang="en-US" altLang="zh-CN" dirty="0"/>
                  <a:t>: the absolute value of the maximum permissible error for </a:t>
                </a:r>
                <a:r>
                  <a:rPr lang="en-US" altLang="zh-CN" dirty="0" smtClean="0"/>
                  <a:t>the maximum </a:t>
                </a:r>
                <a:r>
                  <a:rPr lang="en-US" altLang="zh-CN" dirty="0"/>
                  <a:t>test load applied.</a:t>
                </a:r>
              </a:p>
              <a:p>
                <a:pPr lvl="1"/>
                <a:endParaRPr lang="en-US" altLang="zh-CN" dirty="0" smtClean="0"/>
              </a:p>
            </p:txBody>
          </p:sp>
        </mc:Choice>
        <mc:Fallback xmlns="">
          <p:sp>
            <p:nvSpPr>
              <p:cNvPr id="11" name="内容占位符 3"/>
              <p:cNvSpPr txBox="1">
                <a:spLocks noRot="1" noChangeAspect="1" noMove="1" noResize="1" noEditPoints="1" noAdjustHandles="1" noChangeArrowheads="1" noChangeShapeType="1" noTextEdit="1"/>
              </p:cNvSpPr>
              <p:nvPr/>
            </p:nvSpPr>
            <p:spPr>
              <a:xfrm>
                <a:off x="336796" y="1365436"/>
                <a:ext cx="3456000" cy="5436000"/>
              </a:xfrm>
              <a:prstGeom prst="rect">
                <a:avLst/>
              </a:prstGeom>
              <a:blipFill rotWithShape="1">
                <a:blip r:embed="rId3"/>
                <a:stretch>
                  <a:fillRect t="-1233" r="-4938"/>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147351015"/>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5107" y="3526100"/>
            <a:ext cx="7740000" cy="300877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标题 1"/>
          <p:cNvSpPr>
            <a:spLocks noGrp="1"/>
          </p:cNvSpPr>
          <p:nvPr>
            <p:ph type="title"/>
          </p:nvPr>
        </p:nvSpPr>
        <p:spPr/>
        <p:txBody>
          <a:bodyPr/>
          <a:lstStyle/>
          <a:p>
            <a:r>
              <a:rPr lang="zh-CN" altLang="en-US" dirty="0">
                <a:latin typeface="黑体" panose="02010609060101010101" pitchFamily="49" charset="-122"/>
                <a:ea typeface="黑体" panose="02010609060101010101" pitchFamily="49" charset="-122"/>
              </a:rPr>
              <a:t>计量要求</a:t>
            </a:r>
            <a:endParaRPr lang="zh-CN" altLang="en-US" dirty="0"/>
          </a:p>
        </p:txBody>
      </p:sp>
      <p:sp>
        <p:nvSpPr>
          <p:cNvPr id="3" name="标题 2"/>
          <p:cNvSpPr>
            <a:spLocks noGrp="1"/>
          </p:cNvSpPr>
          <p:nvPr>
            <p:ph type="title" idx="99"/>
          </p:nvPr>
        </p:nvSpPr>
        <p:spPr/>
        <p:txBody>
          <a:bodyPr/>
          <a:lstStyle/>
          <a:p>
            <a:r>
              <a:rPr lang="en-US" altLang="zh-CN" dirty="0">
                <a:solidFill>
                  <a:schemeClr val="tx1"/>
                </a:solidFill>
              </a:rPr>
              <a:t>Warm-up time </a:t>
            </a:r>
            <a:r>
              <a:rPr lang="en-US" altLang="zh-CN" dirty="0" smtClean="0">
                <a:solidFill>
                  <a:schemeClr val="tx1"/>
                </a:solidFill>
              </a:rPr>
              <a:t>test record</a:t>
            </a:r>
            <a:br>
              <a:rPr lang="en-US" altLang="zh-CN" dirty="0" smtClean="0">
                <a:solidFill>
                  <a:schemeClr val="tx1"/>
                </a:solidFill>
              </a:rPr>
            </a:br>
            <a:r>
              <a:rPr lang="en-US" altLang="zh-CN" dirty="0" smtClean="0">
                <a:solidFill>
                  <a:schemeClr val="tx1"/>
                </a:solidFill>
              </a:rPr>
              <a:t>2000</a:t>
            </a:r>
            <a:br>
              <a:rPr lang="en-US" altLang="zh-CN" dirty="0" smtClean="0">
                <a:solidFill>
                  <a:schemeClr val="tx1"/>
                </a:solidFill>
              </a:rPr>
            </a:br>
            <a:r>
              <a:rPr lang="en-US" altLang="zh-CN" dirty="0">
                <a:solidFill>
                  <a:schemeClr val="tx1"/>
                </a:solidFill>
              </a:rPr>
              <a:t/>
            </a:r>
            <a:br>
              <a:rPr lang="en-US" altLang="zh-CN" dirty="0">
                <a:solidFill>
                  <a:schemeClr val="tx1"/>
                </a:solidFill>
              </a:rPr>
            </a:br>
            <a:r>
              <a:rPr lang="en-US" altLang="zh-CN" dirty="0" smtClean="0">
                <a:solidFill>
                  <a:schemeClr val="tx1"/>
                </a:solidFill>
              </a:rPr>
              <a:t/>
            </a:r>
            <a:br>
              <a:rPr lang="en-US" altLang="zh-CN" dirty="0" smtClean="0">
                <a:solidFill>
                  <a:schemeClr val="tx1"/>
                </a:solidFill>
              </a:rPr>
            </a:br>
            <a:r>
              <a:rPr lang="en-US" altLang="zh-CN" dirty="0">
                <a:solidFill>
                  <a:schemeClr val="tx1"/>
                </a:solidFill>
              </a:rPr>
              <a:t/>
            </a:r>
            <a:br>
              <a:rPr lang="en-US" altLang="zh-CN" dirty="0">
                <a:solidFill>
                  <a:schemeClr val="tx1"/>
                </a:solidFill>
              </a:rPr>
            </a:br>
            <a:r>
              <a:rPr lang="en-US" altLang="zh-CN" dirty="0" smtClean="0">
                <a:solidFill>
                  <a:schemeClr val="tx1"/>
                </a:solidFill>
              </a:rPr>
              <a:t/>
            </a:r>
            <a:br>
              <a:rPr lang="en-US" altLang="zh-CN" dirty="0" smtClean="0">
                <a:solidFill>
                  <a:schemeClr val="tx1"/>
                </a:solidFill>
              </a:rPr>
            </a:br>
            <a:r>
              <a:rPr lang="en-US" altLang="zh-CN" dirty="0">
                <a:solidFill>
                  <a:schemeClr val="tx1"/>
                </a:solidFill>
              </a:rPr>
              <a:t/>
            </a:r>
            <a:br>
              <a:rPr lang="en-US" altLang="zh-CN" dirty="0">
                <a:solidFill>
                  <a:schemeClr val="tx1"/>
                </a:solidFill>
              </a:rPr>
            </a:br>
            <a:r>
              <a:rPr lang="en-US" altLang="zh-CN" dirty="0" smtClean="0">
                <a:solidFill>
                  <a:schemeClr val="tx1"/>
                </a:solidFill>
              </a:rPr>
              <a:t/>
            </a:r>
            <a:br>
              <a:rPr lang="en-US" altLang="zh-CN" dirty="0" smtClean="0">
                <a:solidFill>
                  <a:schemeClr val="tx1"/>
                </a:solidFill>
              </a:rPr>
            </a:br>
            <a:r>
              <a:rPr lang="en-US" altLang="zh-CN" dirty="0">
                <a:solidFill>
                  <a:schemeClr val="tx1"/>
                </a:solidFill>
              </a:rPr>
              <a:t/>
            </a:r>
            <a:br>
              <a:rPr lang="en-US" altLang="zh-CN" dirty="0">
                <a:solidFill>
                  <a:schemeClr val="tx1"/>
                </a:solidFill>
              </a:rPr>
            </a:br>
            <a:r>
              <a:rPr lang="en-US" altLang="zh-CN" dirty="0" smtClean="0">
                <a:solidFill>
                  <a:schemeClr val="tx1"/>
                </a:solidFill>
              </a:rPr>
              <a:t>2017</a:t>
            </a:r>
            <a:endParaRPr lang="zh-CN" altLang="en-US" dirty="0">
              <a:solidFill>
                <a:schemeClr val="tx1"/>
              </a:solidFill>
            </a:endParaRPr>
          </a:p>
        </p:txBody>
      </p:sp>
      <p:sp>
        <p:nvSpPr>
          <p:cNvPr id="5" name="灯片编号占位符 4"/>
          <p:cNvSpPr>
            <a:spLocks noGrp="1"/>
          </p:cNvSpPr>
          <p:nvPr>
            <p:ph type="sldNum" sz="quarter" idx="100"/>
          </p:nvPr>
        </p:nvSpPr>
        <p:spPr/>
        <p:txBody>
          <a:bodyPr/>
          <a:lstStyle/>
          <a:p>
            <a:fld id="{2B2B68EE-DD1E-4368-AFCE-24A50EC7BF18}" type="slidenum">
              <a:rPr lang="en-US" smtClean="0"/>
              <a:pPr/>
              <a:t>63</a:t>
            </a:fld>
            <a:endParaRPr lang="en-US" dirty="0"/>
          </a:p>
        </p:txBody>
      </p:sp>
      <p:sp>
        <p:nvSpPr>
          <p:cNvPr id="6" name="页脚占位符 5"/>
          <p:cNvSpPr>
            <a:spLocks noGrp="1"/>
          </p:cNvSpPr>
          <p:nvPr>
            <p:ph type="ftr" sz="quarter" idx="101"/>
          </p:nvPr>
        </p:nvSpPr>
        <p:spPr/>
        <p:txBody>
          <a:bodyPr/>
          <a:lstStyle/>
          <a:p>
            <a:r>
              <a:rPr lang="en-US" smtClean="0"/>
              <a:t>For internal use - Confidential</a:t>
            </a:r>
            <a:endParaRPr lang="en-US" dirty="0"/>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6613" y="1577028"/>
            <a:ext cx="7810508" cy="1944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7" name="TextBox 6"/>
          <p:cNvSpPr txBox="1"/>
          <p:nvPr/>
        </p:nvSpPr>
        <p:spPr>
          <a:xfrm>
            <a:off x="811194" y="2374490"/>
            <a:ext cx="7236000" cy="830997"/>
          </a:xfrm>
          <a:prstGeom prst="rect">
            <a:avLst/>
          </a:prstGeom>
          <a:noFill/>
        </p:spPr>
        <p:txBody>
          <a:bodyPr wrap="square" lIns="0" tIns="0" rIns="0" bIns="0" rtlCol="0">
            <a:spAutoFit/>
          </a:bodyPr>
          <a:lstStyle/>
          <a:p>
            <a:pPr indent="457200">
              <a:spcBef>
                <a:spcPts val="400"/>
              </a:spcBef>
              <a:spcAft>
                <a:spcPts val="600"/>
              </a:spcAft>
              <a:buClr>
                <a:schemeClr val="accent1"/>
              </a:buClr>
            </a:pPr>
            <a:r>
              <a:rPr lang="en-US" altLang="zh-CN" sz="1800" dirty="0" smtClean="0">
                <a:latin typeface="Arial" panose="020B0604020202020204" pitchFamily="34" charset="0"/>
                <a:ea typeface="黑体" panose="02010609060101010101" pitchFamily="49" charset="-122"/>
                <a:cs typeface="Arial" panose="020B0604020202020204" pitchFamily="34" charset="0"/>
              </a:rPr>
              <a:t>2000</a:t>
            </a:r>
            <a:r>
              <a:rPr lang="zh-CN" altLang="en-US" sz="1800" dirty="0" smtClean="0">
                <a:latin typeface="Arial" panose="020B0604020202020204" pitchFamily="34" charset="0"/>
                <a:ea typeface="黑体" panose="02010609060101010101" pitchFamily="49" charset="-122"/>
                <a:cs typeface="Arial" panose="020B0604020202020204" pitchFamily="34" charset="0"/>
              </a:rPr>
              <a:t>版每次测试的</a:t>
            </a:r>
            <a:r>
              <a:rPr lang="zh-CN" altLang="en-US" sz="1800" dirty="0">
                <a:latin typeface="Arial" panose="020B0604020202020204" pitchFamily="34" charset="0"/>
                <a:ea typeface="黑体" panose="02010609060101010101" pitchFamily="49" charset="-122"/>
                <a:cs typeface="Arial" panose="020B0604020202020204" pitchFamily="34" charset="0"/>
              </a:rPr>
              <a:t>量程输出和量程</a:t>
            </a:r>
            <a:r>
              <a:rPr lang="zh-CN" altLang="en-US" sz="1800" dirty="0" smtClean="0">
                <a:latin typeface="Arial" panose="020B0604020202020204" pitchFamily="34" charset="0"/>
                <a:ea typeface="黑体" panose="02010609060101010101" pitchFamily="49" charset="-122"/>
                <a:cs typeface="Arial" panose="020B0604020202020204" pitchFamily="34" charset="0"/>
              </a:rPr>
              <a:t>变化为</a:t>
            </a:r>
            <a:r>
              <a:rPr lang="en-US" altLang="zh-CN" sz="1800" dirty="0" err="1" smtClean="0">
                <a:latin typeface="Arial" panose="020B0604020202020204" pitchFamily="34" charset="0"/>
                <a:ea typeface="黑体" panose="02010609060101010101" pitchFamily="49" charset="-122"/>
                <a:cs typeface="Arial" panose="020B0604020202020204" pitchFamily="34" charset="0"/>
              </a:rPr>
              <a:t>mpe</a:t>
            </a:r>
            <a:r>
              <a:rPr lang="zh-CN" altLang="en-US" sz="1800" dirty="0" smtClean="0">
                <a:latin typeface="Arial" panose="020B0604020202020204" pitchFamily="34" charset="0"/>
                <a:ea typeface="黑体" panose="02010609060101010101" pitchFamily="49" charset="-122"/>
                <a:cs typeface="Arial" panose="020B0604020202020204" pitchFamily="34" charset="0"/>
              </a:rPr>
              <a:t>，</a:t>
            </a:r>
            <a:r>
              <a:rPr lang="en-US" altLang="zh-CN" sz="1800" dirty="0" smtClean="0">
                <a:latin typeface="Arial" panose="020B0604020202020204" pitchFamily="34" charset="0"/>
                <a:ea typeface="黑体" panose="02010609060101010101" pitchFamily="49" charset="-122"/>
                <a:cs typeface="Arial" panose="020B0604020202020204" pitchFamily="34" charset="0"/>
              </a:rPr>
              <a:t>2017</a:t>
            </a:r>
            <a:r>
              <a:rPr lang="zh-CN" altLang="en-US" sz="1800" dirty="0" smtClean="0">
                <a:latin typeface="Arial" panose="020B0604020202020204" pitchFamily="34" charset="0"/>
                <a:ea typeface="黑体" panose="02010609060101010101" pitchFamily="49" charset="-122"/>
                <a:cs typeface="Arial" panose="020B0604020202020204" pitchFamily="34" charset="0"/>
              </a:rPr>
              <a:t>版量程输出要符合要求，且量程的变化考核以最小检定分度值计算，对于高</a:t>
            </a:r>
            <a:r>
              <a:rPr lang="en-US" altLang="zh-CN" sz="1800" dirty="0" smtClean="0">
                <a:latin typeface="Arial" panose="020B0604020202020204" pitchFamily="34" charset="0"/>
                <a:ea typeface="黑体" panose="02010609060101010101" pitchFamily="49" charset="-122"/>
                <a:cs typeface="Arial" panose="020B0604020202020204" pitchFamily="34" charset="0"/>
              </a:rPr>
              <a:t>Y</a:t>
            </a:r>
            <a:r>
              <a:rPr lang="zh-CN" altLang="en-US" sz="1800" dirty="0" smtClean="0">
                <a:latin typeface="Arial" panose="020B0604020202020204" pitchFamily="34" charset="0"/>
                <a:ea typeface="黑体" panose="02010609060101010101" pitchFamily="49" charset="-122"/>
                <a:cs typeface="Arial" panose="020B0604020202020204" pitchFamily="34" charset="0"/>
              </a:rPr>
              <a:t>值数字式称重传感器，该要求变化很大！！！</a:t>
            </a:r>
          </a:p>
        </p:txBody>
      </p:sp>
    </p:spTree>
    <p:extLst>
      <p:ext uri="{BB962C8B-B14F-4D97-AF65-F5344CB8AC3E}">
        <p14:creationId xmlns:p14="http://schemas.microsoft.com/office/powerpoint/2010/main" val="8584048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nodeType="clickEffect">
                                  <p:stCondLst>
                                    <p:cond delay="0"/>
                                  </p:stCondLst>
                                  <p:childTnLst>
                                    <p:animEffect transition="out" filter="fade">
                                      <p:cBhvr>
                                        <p:cTn id="6" dur="500"/>
                                        <p:tgtEl>
                                          <p:spTgt spid="1026"/>
                                        </p:tgtEl>
                                      </p:cBhvr>
                                    </p:animEffect>
                                    <p:set>
                                      <p:cBhvr>
                                        <p:cTn id="7" dur="1" fill="hold">
                                          <p:stCondLst>
                                            <p:cond delay="499"/>
                                          </p:stCondLst>
                                        </p:cTn>
                                        <p:tgtEl>
                                          <p:spTgt spid="1026"/>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1000"/>
                                        <p:tgtEl>
                                          <p:spTgt spid="7"/>
                                        </p:tgtEl>
                                      </p:cBhvr>
                                    </p:animEffect>
                                    <p:anim calcmode="lin" valueType="num">
                                      <p:cBhvr>
                                        <p:cTn id="13" dur="1000" fill="hold"/>
                                        <p:tgtEl>
                                          <p:spTgt spid="7"/>
                                        </p:tgtEl>
                                        <p:attrNameLst>
                                          <p:attrName>ppt_x</p:attrName>
                                        </p:attrNameLst>
                                      </p:cBhvr>
                                      <p:tavLst>
                                        <p:tav tm="0">
                                          <p:val>
                                            <p:strVal val="#ppt_x"/>
                                          </p:val>
                                        </p:tav>
                                        <p:tav tm="100000">
                                          <p:val>
                                            <p:strVal val="#ppt_x"/>
                                          </p:val>
                                        </p:tav>
                                      </p:tavLst>
                                    </p:anim>
                                    <p:anim calcmode="lin" valueType="num">
                                      <p:cBhvr>
                                        <p:cTn id="14"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latin typeface="黑体" panose="02010609060101010101" pitchFamily="49" charset="-122"/>
                <a:ea typeface="黑体" panose="02010609060101010101" pitchFamily="49" charset="-122"/>
              </a:rPr>
              <a:t>计量</a:t>
            </a:r>
            <a:r>
              <a:rPr lang="zh-CN" altLang="en-US" dirty="0">
                <a:latin typeface="黑体" panose="02010609060101010101" pitchFamily="49" charset="-122"/>
                <a:ea typeface="黑体" panose="02010609060101010101" pitchFamily="49" charset="-122"/>
              </a:rPr>
              <a:t>要求</a:t>
            </a:r>
            <a:endParaRPr lang="zh-CN" altLang="en-US" dirty="0"/>
          </a:p>
        </p:txBody>
      </p:sp>
      <mc:AlternateContent xmlns:mc="http://schemas.openxmlformats.org/markup-compatibility/2006" xmlns:a14="http://schemas.microsoft.com/office/drawing/2010/main">
        <mc:Choice Requires="a14">
          <p:sp>
            <p:nvSpPr>
              <p:cNvPr id="4" name="内容占位符 3"/>
              <p:cNvSpPr>
                <a:spLocks noGrp="1"/>
              </p:cNvSpPr>
              <p:nvPr>
                <p:ph idx="1"/>
              </p:nvPr>
            </p:nvSpPr>
            <p:spPr>
              <a:xfrm>
                <a:off x="813734" y="1117200"/>
                <a:ext cx="7812000" cy="5436000"/>
              </a:xfrm>
            </p:spPr>
            <p:txBody>
              <a:bodyPr/>
              <a:lstStyle/>
              <a:p>
                <a:pPr>
                  <a:spcBef>
                    <a:spcPts val="0"/>
                  </a:spcBef>
                  <a:spcAft>
                    <a:spcPts val="1800"/>
                  </a:spcAft>
                </a:pPr>
                <a:r>
                  <a:rPr lang="en-US" altLang="zh-CN" b="1" dirty="0" smtClean="0">
                    <a:latin typeface="Arial" panose="020B0604020202020204" pitchFamily="34" charset="0"/>
                    <a:ea typeface="黑体" panose="02010609060101010101" pitchFamily="49" charset="-122"/>
                    <a:cs typeface="Arial" panose="020B0604020202020204" pitchFamily="34" charset="0"/>
                  </a:rPr>
                  <a:t>Warm-up time test</a:t>
                </a:r>
              </a:p>
              <a:p>
                <a:pPr marL="179387" lvl="1" indent="457200">
                  <a:spcAft>
                    <a:spcPts val="1800"/>
                  </a:spcAft>
                  <a:buNone/>
                </a:pPr>
                <a:r>
                  <a:rPr lang="zh-CN" altLang="en-US" dirty="0" smtClean="0">
                    <a:latin typeface="Arial" panose="020B0604020202020204" pitchFamily="34" charset="0"/>
                    <a:ea typeface="黑体" panose="02010609060101010101" pitchFamily="49" charset="-122"/>
                    <a:cs typeface="Arial" panose="020B0604020202020204" pitchFamily="34" charset="0"/>
                  </a:rPr>
                  <a:t>对于衡器而言，预热时间是不允许预加载的。如果传感器的预热时间作为一个独立项目测试，即为测试进行单独安装，为消除安装带来的不确定影响，允许传感器在不通电的状态下进行预加载，接通电源进行</a:t>
                </a:r>
                <a14:m>
                  <m:oMath xmlns:m="http://schemas.openxmlformats.org/officeDocument/2006/math">
                    <m:sSub>
                      <m:sSubPr>
                        <m:ctrlPr>
                          <a:rPr lang="en-US" altLang="zh-CN" i="1" smtClean="0">
                            <a:latin typeface="Cambria Math"/>
                            <a:ea typeface="黑体" panose="02010609060101010101" pitchFamily="49" charset="-122"/>
                            <a:cs typeface="Arial" panose="020B0604020202020204" pitchFamily="34" charset="0"/>
                          </a:rPr>
                        </m:ctrlPr>
                      </m:sSubPr>
                      <m:e>
                        <m:r>
                          <a:rPr lang="en-US" altLang="zh-CN" b="0" i="1" smtClean="0">
                            <a:latin typeface="Cambria Math"/>
                            <a:ea typeface="黑体" panose="02010609060101010101" pitchFamily="49" charset="-122"/>
                            <a:cs typeface="Arial" panose="020B0604020202020204" pitchFamily="34" charset="0"/>
                          </a:rPr>
                          <m:t>𝐷</m:t>
                        </m:r>
                      </m:e>
                      <m:sub>
                        <m:r>
                          <a:rPr lang="en-US" altLang="zh-CN" b="0" i="1" smtClean="0">
                            <a:latin typeface="Cambria Math"/>
                            <a:ea typeface="黑体" panose="02010609060101010101" pitchFamily="49" charset="-122"/>
                            <a:cs typeface="Arial" panose="020B0604020202020204" pitchFamily="34" charset="0"/>
                          </a:rPr>
                          <m:t>𝑚𝑖𝑛</m:t>
                        </m:r>
                      </m:sub>
                    </m:sSub>
                  </m:oMath>
                </a14:m>
                <a:r>
                  <a:rPr lang="zh-CN" altLang="en-US" dirty="0" smtClean="0">
                    <a:latin typeface="Arial" panose="020B0604020202020204" pitchFamily="34" charset="0"/>
                    <a:ea typeface="黑体" panose="02010609060101010101" pitchFamily="49" charset="-122"/>
                    <a:cs typeface="Arial" panose="020B0604020202020204" pitchFamily="34" charset="0"/>
                  </a:rPr>
                  <a:t> 和加载到 </a:t>
                </a:r>
                <a14:m>
                  <m:oMath xmlns:m="http://schemas.openxmlformats.org/officeDocument/2006/math">
                    <m:sSub>
                      <m:sSubPr>
                        <m:ctrlPr>
                          <a:rPr lang="en-US" altLang="zh-CN" i="1" smtClean="0">
                            <a:latin typeface="Cambria Math"/>
                            <a:ea typeface="黑体" panose="02010609060101010101" pitchFamily="49" charset="-122"/>
                            <a:cs typeface="Arial" panose="020B0604020202020204" pitchFamily="34" charset="0"/>
                          </a:rPr>
                        </m:ctrlPr>
                      </m:sSubPr>
                      <m:e>
                        <m:r>
                          <a:rPr lang="en-US" altLang="zh-CN" b="0" i="1" smtClean="0">
                            <a:latin typeface="Cambria Math"/>
                            <a:ea typeface="黑体" panose="02010609060101010101" pitchFamily="49" charset="-122"/>
                            <a:cs typeface="Arial" panose="020B0604020202020204" pitchFamily="34" charset="0"/>
                          </a:rPr>
                          <m:t>𝐷</m:t>
                        </m:r>
                      </m:e>
                      <m:sub>
                        <m:r>
                          <a:rPr lang="en-US" altLang="zh-CN" b="0" i="1" smtClean="0">
                            <a:latin typeface="Cambria Math"/>
                            <a:ea typeface="黑体" panose="02010609060101010101" pitchFamily="49" charset="-122"/>
                            <a:cs typeface="Arial" panose="020B0604020202020204" pitchFamily="34" charset="0"/>
                          </a:rPr>
                          <m:t>𝑚𝑎𝑥</m:t>
                        </m:r>
                      </m:sub>
                    </m:sSub>
                  </m:oMath>
                </a14:m>
                <a:r>
                  <a:rPr lang="zh-CN" altLang="en-US" dirty="0" smtClean="0">
                    <a:latin typeface="Arial" panose="020B0604020202020204" pitchFamily="34" charset="0"/>
                    <a:ea typeface="黑体" panose="02010609060101010101" pitchFamily="49" charset="-122"/>
                    <a:cs typeface="Arial" panose="020B0604020202020204" pitchFamily="34" charset="0"/>
                  </a:rPr>
                  <a:t>读数。</a:t>
                </a:r>
                <a:endParaRPr lang="en-US" altLang="zh-CN" dirty="0" smtClean="0">
                  <a:latin typeface="Arial" panose="020B0604020202020204" pitchFamily="34" charset="0"/>
                  <a:ea typeface="黑体" panose="02010609060101010101" pitchFamily="49" charset="-122"/>
                  <a:cs typeface="Arial" panose="020B0604020202020204" pitchFamily="34" charset="0"/>
                </a:endParaRPr>
              </a:p>
              <a:p>
                <a:pPr marL="179387" lvl="1" indent="457200">
                  <a:spcAft>
                    <a:spcPts val="1800"/>
                  </a:spcAft>
                  <a:buNone/>
                </a:pPr>
                <a:r>
                  <a:rPr lang="zh-CN" altLang="en-US" dirty="0" smtClean="0">
                    <a:latin typeface="Arial" panose="020B0604020202020204" pitchFamily="34" charset="0"/>
                    <a:ea typeface="黑体" panose="02010609060101010101" pitchFamily="49" charset="-122"/>
                    <a:cs typeface="Arial" panose="020B0604020202020204" pitchFamily="34" charset="0"/>
                  </a:rPr>
                  <a:t>在</a:t>
                </a:r>
                <a:r>
                  <a:rPr lang="en-US" altLang="zh-CN" dirty="0" smtClean="0">
                    <a:latin typeface="Arial" panose="020B0604020202020204" pitchFamily="34" charset="0"/>
                    <a:ea typeface="黑体" panose="02010609060101010101" pitchFamily="49" charset="-122"/>
                    <a:cs typeface="Arial" panose="020B0604020202020204" pitchFamily="34" charset="0"/>
                  </a:rPr>
                  <a:t>R60</a:t>
                </a:r>
                <a:r>
                  <a:rPr lang="zh-CN" altLang="en-US" dirty="0" smtClean="0">
                    <a:latin typeface="Arial" panose="020B0604020202020204" pitchFamily="34" charset="0"/>
                    <a:ea typeface="黑体" panose="02010609060101010101" pitchFamily="49" charset="-122"/>
                    <a:cs typeface="Arial" panose="020B0604020202020204" pitchFamily="34" charset="0"/>
                  </a:rPr>
                  <a:t>中，预热时间测试没有对零点的变化提出要求，但为传感器能适用于不同的自动衡器，需要关注零点变化。很多自动衡器预热时间要求的零点变化不大于</a:t>
                </a:r>
                <a:r>
                  <a:rPr lang="en-US" altLang="zh-CN" dirty="0" smtClean="0">
                    <a:latin typeface="Arial" panose="020B0604020202020204" pitchFamily="34" charset="0"/>
                    <a:ea typeface="黑体" panose="02010609060101010101" pitchFamily="49" charset="-122"/>
                    <a:cs typeface="Arial" panose="020B0604020202020204" pitchFamily="34" charset="0"/>
                  </a:rPr>
                  <a:t>0.25e</a:t>
                </a:r>
                <a:r>
                  <a:rPr lang="zh-CN" altLang="en-US" dirty="0" smtClean="0">
                    <a:latin typeface="Arial" panose="020B0604020202020204" pitchFamily="34" charset="0"/>
                    <a:ea typeface="黑体" panose="02010609060101010101" pitchFamily="49" charset="-122"/>
                    <a:cs typeface="Arial" panose="020B0604020202020204" pitchFamily="34" charset="0"/>
                  </a:rPr>
                  <a:t>或</a:t>
                </a:r>
                <a:r>
                  <a:rPr lang="en-US" altLang="zh-CN" dirty="0" smtClean="0">
                    <a:latin typeface="Arial" panose="020B0604020202020204" pitchFamily="34" charset="0"/>
                    <a:ea typeface="黑体" panose="02010609060101010101" pitchFamily="49" charset="-122"/>
                    <a:cs typeface="Arial" panose="020B0604020202020204" pitchFamily="34" charset="0"/>
                  </a:rPr>
                  <a:t>0.25MPD</a:t>
                </a:r>
                <a:r>
                  <a:rPr lang="zh-CN" altLang="en-US" dirty="0" smtClean="0">
                    <a:latin typeface="Arial" panose="020B0604020202020204" pitchFamily="34" charset="0"/>
                    <a:ea typeface="黑体" panose="02010609060101010101" pitchFamily="49" charset="-122"/>
                    <a:cs typeface="Arial" panose="020B0604020202020204" pitchFamily="34" charset="0"/>
                  </a:rPr>
                  <a:t>。</a:t>
                </a:r>
                <a:endParaRPr lang="en-US" altLang="zh-CN" dirty="0" smtClean="0">
                  <a:latin typeface="Arial" panose="020B0604020202020204" pitchFamily="34" charset="0"/>
                  <a:ea typeface="黑体" panose="02010609060101010101" pitchFamily="49" charset="-122"/>
                  <a:cs typeface="Arial" panose="020B0604020202020204" pitchFamily="34" charset="0"/>
                </a:endParaRPr>
              </a:p>
              <a:p>
                <a:pPr marL="179387" lvl="1" indent="457200">
                  <a:spcAft>
                    <a:spcPts val="1800"/>
                  </a:spcAft>
                  <a:buNone/>
                </a:pPr>
                <a:r>
                  <a:rPr lang="zh-CN" altLang="en-US" dirty="0" smtClean="0">
                    <a:latin typeface="Arial" panose="020B0604020202020204" pitchFamily="34" charset="0"/>
                    <a:ea typeface="黑体" panose="02010609060101010101" pitchFamily="49" charset="-122"/>
                    <a:cs typeface="Arial" panose="020B0604020202020204" pitchFamily="34" charset="0"/>
                  </a:rPr>
                  <a:t>如果该型式的传感器用于某个自动衡器，在自动衡器的型式评价中检查如果传感器预热时间零点变化大于自动衡器的规定值会通不过，否则自动衡器必须每个称量都置零操作，带来的影响是影响效率，乃是不可接受。例如实际运行中由多种设备配合运行实施自动称量的，根据置零要求需要衡器平衡稳定，这要求所有周边设备都停止运行，这个周期的时间远大于称量周期。</a:t>
                </a:r>
                <a:endParaRPr lang="en-US" altLang="zh-CN" dirty="0" smtClean="0">
                  <a:latin typeface="Arial" panose="020B0604020202020204" pitchFamily="34" charset="0"/>
                  <a:ea typeface="黑体" panose="02010609060101010101" pitchFamily="49" charset="-122"/>
                  <a:cs typeface="Arial" panose="020B0604020202020204" pitchFamily="34" charset="0"/>
                </a:endParaRPr>
              </a:p>
              <a:p>
                <a:pPr marL="179387" lvl="1" indent="457200">
                  <a:spcAft>
                    <a:spcPts val="1800"/>
                  </a:spcAft>
                  <a:buNone/>
                </a:pPr>
                <a:r>
                  <a:rPr lang="zh-CN" altLang="en-US" dirty="0" smtClean="0">
                    <a:latin typeface="Arial" panose="020B0604020202020204" pitchFamily="34" charset="0"/>
                    <a:ea typeface="黑体" panose="02010609060101010101" pitchFamily="49" charset="-122"/>
                    <a:cs typeface="Arial" panose="020B0604020202020204" pitchFamily="34" charset="0"/>
                  </a:rPr>
                  <a:t>只有在可实施的置零时间周期内，零点变化在规定范围内才满足自动衡器预热时间的规定。</a:t>
                </a:r>
                <a:endParaRPr lang="en-US" altLang="zh-CN" dirty="0" smtClean="0">
                  <a:latin typeface="Arial" panose="020B0604020202020204" pitchFamily="34" charset="0"/>
                  <a:ea typeface="黑体" panose="02010609060101010101" pitchFamily="49" charset="-122"/>
                  <a:cs typeface="Arial" panose="020B0604020202020204" pitchFamily="34" charset="0"/>
                </a:endParaRPr>
              </a:p>
            </p:txBody>
          </p:sp>
        </mc:Choice>
        <mc:Fallback xmlns="">
          <p:sp>
            <p:nvSpPr>
              <p:cNvPr id="4" name="内容占位符 3"/>
              <p:cNvSpPr>
                <a:spLocks noGrp="1" noRot="1" noChangeAspect="1" noMove="1" noResize="1" noEditPoints="1" noAdjustHandles="1" noChangeArrowheads="1" noChangeShapeType="1" noTextEdit="1"/>
              </p:cNvSpPr>
              <p:nvPr>
                <p:ph idx="1"/>
              </p:nvPr>
            </p:nvSpPr>
            <p:spPr>
              <a:xfrm>
                <a:off x="813734" y="1117200"/>
                <a:ext cx="7812000" cy="5436000"/>
              </a:xfrm>
              <a:blipFill rotWithShape="1">
                <a:blip r:embed="rId2"/>
                <a:stretch>
                  <a:fillRect l="-1404" t="-1121" r="-1404"/>
                </a:stretch>
              </a:blipFill>
            </p:spPr>
            <p:txBody>
              <a:bodyPr/>
              <a:lstStyle/>
              <a:p>
                <a:r>
                  <a:rPr lang="zh-CN" altLang="en-US">
                    <a:noFill/>
                  </a:rPr>
                  <a:t> </a:t>
                </a:r>
              </a:p>
            </p:txBody>
          </p:sp>
        </mc:Fallback>
      </mc:AlternateContent>
      <p:sp>
        <p:nvSpPr>
          <p:cNvPr id="5" name="灯片编号占位符 4"/>
          <p:cNvSpPr>
            <a:spLocks noGrp="1"/>
          </p:cNvSpPr>
          <p:nvPr>
            <p:ph type="sldNum" sz="quarter" idx="100"/>
          </p:nvPr>
        </p:nvSpPr>
        <p:spPr/>
        <p:txBody>
          <a:bodyPr/>
          <a:lstStyle/>
          <a:p>
            <a:fld id="{2B2B68EE-DD1E-4368-AFCE-24A50EC7BF18}" type="slidenum">
              <a:rPr lang="en-US" smtClean="0"/>
              <a:pPr/>
              <a:t>64</a:t>
            </a:fld>
            <a:endParaRPr lang="en-US" dirty="0"/>
          </a:p>
        </p:txBody>
      </p:sp>
      <p:sp>
        <p:nvSpPr>
          <p:cNvPr id="6" name="页脚占位符 5"/>
          <p:cNvSpPr>
            <a:spLocks noGrp="1"/>
          </p:cNvSpPr>
          <p:nvPr>
            <p:ph type="ftr" sz="quarter" idx="101"/>
          </p:nvPr>
        </p:nvSpPr>
        <p:spPr/>
        <p:txBody>
          <a:bodyPr/>
          <a:lstStyle/>
          <a:p>
            <a:r>
              <a:rPr lang="en-US" smtClean="0"/>
              <a:t>For internal use - Confidential</a:t>
            </a:r>
            <a:endParaRPr lang="en-US" dirty="0"/>
          </a:p>
        </p:txBody>
      </p:sp>
    </p:spTree>
    <p:extLst>
      <p:ext uri="{BB962C8B-B14F-4D97-AF65-F5344CB8AC3E}">
        <p14:creationId xmlns:p14="http://schemas.microsoft.com/office/powerpoint/2010/main" val="1525978982"/>
      </p:ext>
    </p:extLst>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latin typeface="黑体" panose="02010609060101010101" pitchFamily="49" charset="-122"/>
                <a:ea typeface="黑体" panose="02010609060101010101" pitchFamily="49" charset="-122"/>
              </a:rPr>
              <a:t>计量</a:t>
            </a:r>
            <a:r>
              <a:rPr lang="zh-CN" altLang="en-US" dirty="0">
                <a:latin typeface="黑体" panose="02010609060101010101" pitchFamily="49" charset="-122"/>
                <a:ea typeface="黑体" panose="02010609060101010101" pitchFamily="49" charset="-122"/>
              </a:rPr>
              <a:t>要求</a:t>
            </a:r>
            <a:endParaRPr lang="zh-CN" altLang="en-US" dirty="0"/>
          </a:p>
        </p:txBody>
      </p:sp>
      <p:sp>
        <p:nvSpPr>
          <p:cNvPr id="4" name="内容占位符 3"/>
          <p:cNvSpPr>
            <a:spLocks noGrp="1"/>
          </p:cNvSpPr>
          <p:nvPr>
            <p:ph idx="1"/>
          </p:nvPr>
        </p:nvSpPr>
        <p:spPr>
          <a:xfrm>
            <a:off x="395288" y="1391476"/>
            <a:ext cx="8280000" cy="4284000"/>
          </a:xfrm>
        </p:spPr>
        <p:txBody>
          <a:bodyPr/>
          <a:lstStyle/>
          <a:p>
            <a:pPr>
              <a:spcAft>
                <a:spcPts val="1200"/>
              </a:spcAft>
            </a:pPr>
            <a:r>
              <a:rPr lang="en-US" altLang="zh-CN" b="1" dirty="0" smtClean="0">
                <a:latin typeface="Arial" panose="020B0604020202020204" pitchFamily="34" charset="0"/>
                <a:ea typeface="黑体" panose="02010609060101010101" pitchFamily="49" charset="-122"/>
                <a:cs typeface="Arial" panose="020B0604020202020204" pitchFamily="34" charset="0"/>
              </a:rPr>
              <a:t>Mains </a:t>
            </a:r>
            <a:r>
              <a:rPr lang="en-US" altLang="zh-CN" b="1" dirty="0">
                <a:latin typeface="Arial" panose="020B0604020202020204" pitchFamily="34" charset="0"/>
                <a:ea typeface="黑体" panose="02010609060101010101" pitchFamily="49" charset="-122"/>
                <a:cs typeface="Arial" panose="020B0604020202020204" pitchFamily="34" charset="0"/>
              </a:rPr>
              <a:t>power supply (AC</a:t>
            </a:r>
            <a:r>
              <a:rPr lang="en-US" altLang="zh-CN" b="1" dirty="0" smtClean="0">
                <a:latin typeface="Arial" panose="020B0604020202020204" pitchFamily="34" charset="0"/>
                <a:ea typeface="黑体" panose="02010609060101010101" pitchFamily="49" charset="-122"/>
                <a:cs typeface="Arial" panose="020B0604020202020204" pitchFamily="34" charset="0"/>
              </a:rPr>
              <a:t>)</a:t>
            </a:r>
          </a:p>
          <a:p>
            <a:pPr marL="179387" lvl="1" indent="0">
              <a:spcAft>
                <a:spcPts val="600"/>
              </a:spcAft>
              <a:buNone/>
            </a:pPr>
            <a:r>
              <a:rPr lang="en-US" altLang="zh-CN" dirty="0">
                <a:latin typeface="Arial" panose="020B0604020202020204" pitchFamily="34" charset="0"/>
                <a:ea typeface="黑体" panose="02010609060101010101" pitchFamily="49" charset="-122"/>
                <a:cs typeface="Arial" panose="020B0604020202020204" pitchFamily="34" charset="0"/>
              </a:rPr>
              <a:t>An analog-active </a:t>
            </a:r>
            <a:r>
              <a:rPr lang="en-US" altLang="zh-CN" dirty="0" smtClean="0">
                <a:solidFill>
                  <a:srgbClr val="FF0000"/>
                </a:solidFill>
                <a:latin typeface="Arial" panose="020B0604020202020204" pitchFamily="34" charset="0"/>
                <a:ea typeface="黑体" panose="02010609060101010101" pitchFamily="49" charset="-122"/>
                <a:cs typeface="Arial" panose="020B0604020202020204" pitchFamily="34" charset="0"/>
              </a:rPr>
              <a:t>and digital </a:t>
            </a:r>
            <a:r>
              <a:rPr lang="en-US" altLang="zh-CN" dirty="0" smtClean="0">
                <a:latin typeface="Arial" panose="020B0604020202020204" pitchFamily="34" charset="0"/>
                <a:ea typeface="黑体" panose="02010609060101010101" pitchFamily="49" charset="-122"/>
                <a:cs typeface="Arial" panose="020B0604020202020204" pitchFamily="34" charset="0"/>
              </a:rPr>
              <a:t>load </a:t>
            </a:r>
            <a:r>
              <a:rPr lang="en-US" altLang="zh-CN" dirty="0">
                <a:latin typeface="Arial" panose="020B0604020202020204" pitchFamily="34" charset="0"/>
                <a:ea typeface="黑体" panose="02010609060101010101" pitchFamily="49" charset="-122"/>
                <a:cs typeface="Arial" panose="020B0604020202020204" pitchFamily="34" charset="0"/>
              </a:rPr>
              <a:t>cell that operates from a mains power supply shall be designed to comply with the metrological requirements if the mains power supply varies in voltage from – 15 % to + 10 % of the supply voltage</a:t>
            </a:r>
            <a:r>
              <a:rPr lang="en-US" altLang="zh-CN" dirty="0" smtClean="0">
                <a:latin typeface="Arial" panose="020B0604020202020204" pitchFamily="34" charset="0"/>
                <a:ea typeface="黑体" panose="02010609060101010101" pitchFamily="49" charset="-122"/>
                <a:cs typeface="Arial" panose="020B0604020202020204" pitchFamily="34" charset="0"/>
              </a:rPr>
              <a:t>.</a:t>
            </a:r>
          </a:p>
          <a:p>
            <a:pPr marL="179387" lvl="1" indent="457200">
              <a:spcAft>
                <a:spcPts val="600"/>
              </a:spcAft>
              <a:buNone/>
            </a:pPr>
            <a:r>
              <a:rPr lang="zh-CN" altLang="en-US" dirty="0" smtClean="0">
                <a:latin typeface="Arial" panose="020B0604020202020204" pitchFamily="34" charset="0"/>
                <a:ea typeface="黑体" panose="02010609060101010101" pitchFamily="49" charset="-122"/>
                <a:cs typeface="Arial" panose="020B0604020202020204" pitchFamily="34" charset="0"/>
              </a:rPr>
              <a:t>除非传感器设计单独配备交流供电电源，一般不会使用交流电源供电。本标准没有对详细描述宽电压电源设计的电压波动要求，例如产品电源电压适用于</a:t>
            </a:r>
            <a:r>
              <a:rPr lang="en-US" altLang="zh-CN" dirty="0" smtClean="0">
                <a:latin typeface="Arial" panose="020B0604020202020204" pitchFamily="34" charset="0"/>
                <a:ea typeface="黑体" panose="02010609060101010101" pitchFamily="49" charset="-122"/>
                <a:cs typeface="Arial" panose="020B0604020202020204" pitchFamily="34" charset="0"/>
              </a:rPr>
              <a:t>100 ~ 240 VAC</a:t>
            </a:r>
            <a:r>
              <a:rPr lang="zh-CN" altLang="en-US" dirty="0" smtClean="0">
                <a:latin typeface="Arial" panose="020B0604020202020204" pitchFamily="34" charset="0"/>
                <a:ea typeface="黑体" panose="02010609060101010101" pitchFamily="49" charset="-122"/>
                <a:cs typeface="Arial" panose="020B0604020202020204" pitchFamily="34" charset="0"/>
              </a:rPr>
              <a:t>，根据其它衡器标准试验电压为</a:t>
            </a:r>
            <a:r>
              <a:rPr lang="en-US" altLang="zh-CN" dirty="0" smtClean="0">
                <a:latin typeface="Arial" panose="020B0604020202020204" pitchFamily="34" charset="0"/>
                <a:ea typeface="黑体" panose="02010609060101010101" pitchFamily="49" charset="-122"/>
                <a:cs typeface="Arial" panose="020B0604020202020204" pitchFamily="34" charset="0"/>
              </a:rPr>
              <a:t>85 ~ 264VAC</a:t>
            </a:r>
            <a:r>
              <a:rPr lang="zh-CN" altLang="en-US" dirty="0" smtClean="0">
                <a:latin typeface="Arial" panose="020B0604020202020204" pitchFamily="34" charset="0"/>
                <a:ea typeface="黑体" panose="02010609060101010101" pitchFamily="49" charset="-122"/>
                <a:cs typeface="Arial" panose="020B0604020202020204" pitchFamily="34" charset="0"/>
              </a:rPr>
              <a:t>。</a:t>
            </a:r>
            <a:endParaRPr lang="en-US" altLang="zh-CN" dirty="0" smtClean="0">
              <a:latin typeface="Arial" panose="020B0604020202020204" pitchFamily="34" charset="0"/>
              <a:ea typeface="黑体" panose="02010609060101010101" pitchFamily="49" charset="-122"/>
              <a:cs typeface="Arial" panose="020B0604020202020204" pitchFamily="34" charset="0"/>
            </a:endParaRPr>
          </a:p>
          <a:p>
            <a:pPr marL="179387" lvl="1" indent="457200">
              <a:spcAft>
                <a:spcPts val="1200"/>
              </a:spcAft>
              <a:buNone/>
            </a:pPr>
            <a:r>
              <a:rPr lang="en-US" altLang="zh-CN" dirty="0" smtClean="0">
                <a:latin typeface="Arial" panose="020B0604020202020204" pitchFamily="34" charset="0"/>
                <a:ea typeface="黑体" panose="02010609060101010101" pitchFamily="49" charset="-122"/>
                <a:cs typeface="Arial" panose="020B0604020202020204" pitchFamily="34" charset="0"/>
              </a:rPr>
              <a:t>2017</a:t>
            </a:r>
            <a:r>
              <a:rPr lang="zh-CN" altLang="en-US" dirty="0" smtClean="0">
                <a:latin typeface="Arial" panose="020B0604020202020204" pitchFamily="34" charset="0"/>
                <a:ea typeface="黑体" panose="02010609060101010101" pitchFamily="49" charset="-122"/>
                <a:cs typeface="Arial" panose="020B0604020202020204" pitchFamily="34" charset="0"/>
              </a:rPr>
              <a:t>删除了频率变化影响的要求。</a:t>
            </a:r>
            <a:endParaRPr lang="en-US" altLang="zh-CN" dirty="0" smtClean="0">
              <a:latin typeface="Arial" panose="020B0604020202020204" pitchFamily="34" charset="0"/>
              <a:ea typeface="黑体" panose="02010609060101010101" pitchFamily="49" charset="-122"/>
              <a:cs typeface="Arial" panose="020B0604020202020204" pitchFamily="34" charset="0"/>
            </a:endParaRPr>
          </a:p>
          <a:p>
            <a:pPr>
              <a:spcAft>
                <a:spcPts val="1200"/>
              </a:spcAft>
            </a:pPr>
            <a:r>
              <a:rPr lang="en-US" altLang="zh-CN" b="1" dirty="0">
                <a:latin typeface="Arial" panose="020B0604020202020204" pitchFamily="34" charset="0"/>
                <a:ea typeface="黑体" panose="02010609060101010101" pitchFamily="49" charset="-122"/>
                <a:cs typeface="Arial" panose="020B0604020202020204" pitchFamily="34" charset="0"/>
              </a:rPr>
              <a:t>Battery power supply (DC</a:t>
            </a:r>
            <a:r>
              <a:rPr lang="en-US" altLang="zh-CN" b="1" dirty="0" smtClean="0">
                <a:latin typeface="Arial" panose="020B0604020202020204" pitchFamily="34" charset="0"/>
                <a:ea typeface="黑体" panose="02010609060101010101" pitchFamily="49" charset="-122"/>
                <a:cs typeface="Arial" panose="020B0604020202020204" pitchFamily="34" charset="0"/>
              </a:rPr>
              <a:t>)</a:t>
            </a:r>
          </a:p>
          <a:p>
            <a:pPr marL="179387" lvl="1" indent="0">
              <a:spcAft>
                <a:spcPts val="600"/>
              </a:spcAft>
              <a:buNone/>
            </a:pPr>
            <a:r>
              <a:rPr lang="en-US" altLang="zh-CN" dirty="0">
                <a:latin typeface="Arial" panose="020B0604020202020204" pitchFamily="34" charset="0"/>
                <a:ea typeface="黑体" panose="02010609060101010101" pitchFamily="49" charset="-122"/>
                <a:cs typeface="Arial" panose="020B0604020202020204" pitchFamily="34" charset="0"/>
              </a:rPr>
              <a:t>An analog-active </a:t>
            </a:r>
            <a:r>
              <a:rPr lang="en-US" altLang="zh-CN" dirty="0" smtClean="0">
                <a:solidFill>
                  <a:srgbClr val="FF0000"/>
                </a:solidFill>
                <a:latin typeface="Arial" panose="020B0604020202020204" pitchFamily="34" charset="0"/>
                <a:ea typeface="黑体" panose="02010609060101010101" pitchFamily="49" charset="-122"/>
                <a:cs typeface="Arial" panose="020B0604020202020204" pitchFamily="34" charset="0"/>
              </a:rPr>
              <a:t>and digital </a:t>
            </a:r>
            <a:r>
              <a:rPr lang="en-US" altLang="zh-CN" dirty="0" smtClean="0">
                <a:latin typeface="Arial" panose="020B0604020202020204" pitchFamily="34" charset="0"/>
                <a:ea typeface="黑体" panose="02010609060101010101" pitchFamily="49" charset="-122"/>
                <a:cs typeface="Arial" panose="020B0604020202020204" pitchFamily="34" charset="0"/>
              </a:rPr>
              <a:t>load </a:t>
            </a:r>
            <a:r>
              <a:rPr lang="en-US" altLang="zh-CN" dirty="0">
                <a:latin typeface="Arial" panose="020B0604020202020204" pitchFamily="34" charset="0"/>
                <a:ea typeface="黑体" panose="02010609060101010101" pitchFamily="49" charset="-122"/>
                <a:cs typeface="Arial" panose="020B0604020202020204" pitchFamily="34" charset="0"/>
              </a:rPr>
              <a:t>cell that operates from a battery power supply shall either continue to function correctly, or not provide a measurement result whenever the voltage is below the value specified by the manufacturer</a:t>
            </a:r>
            <a:r>
              <a:rPr lang="en-US" altLang="zh-CN" dirty="0" smtClean="0">
                <a:latin typeface="Arial" panose="020B0604020202020204" pitchFamily="34" charset="0"/>
                <a:ea typeface="黑体" panose="02010609060101010101" pitchFamily="49" charset="-122"/>
                <a:cs typeface="Arial" panose="020B0604020202020204" pitchFamily="34" charset="0"/>
              </a:rPr>
              <a:t>.</a:t>
            </a:r>
          </a:p>
          <a:p>
            <a:pPr marL="179387" lvl="1" indent="457200">
              <a:spcAft>
                <a:spcPts val="600"/>
              </a:spcAft>
              <a:buNone/>
            </a:pPr>
            <a:r>
              <a:rPr lang="zh-CN" altLang="en-US" dirty="0" smtClean="0">
                <a:latin typeface="Arial" panose="020B0604020202020204" pitchFamily="34" charset="0"/>
                <a:ea typeface="黑体" panose="02010609060101010101" pitchFamily="49" charset="-122"/>
                <a:cs typeface="Arial" panose="020B0604020202020204" pitchFamily="34" charset="0"/>
              </a:rPr>
              <a:t>直流供电是这类传感器的主流，制造商需要规定传感器的最低工作电压，低于该规定值时要么继续运行并符合所有性能和技术要求，要么不提供测量结果。</a:t>
            </a:r>
            <a:endParaRPr lang="en-US" altLang="zh-CN" dirty="0" smtClean="0">
              <a:latin typeface="Arial" panose="020B0604020202020204" pitchFamily="34" charset="0"/>
              <a:ea typeface="黑体" panose="02010609060101010101" pitchFamily="49" charset="-122"/>
              <a:cs typeface="Arial" panose="020B0604020202020204" pitchFamily="34" charset="0"/>
            </a:endParaRPr>
          </a:p>
          <a:p>
            <a:pPr>
              <a:spcAft>
                <a:spcPts val="1200"/>
              </a:spcAft>
            </a:pPr>
            <a:endParaRPr lang="en-US" altLang="zh-CN" dirty="0" smtClean="0">
              <a:latin typeface="Arial" panose="020B0604020202020204" pitchFamily="34" charset="0"/>
              <a:ea typeface="黑体" panose="02010609060101010101" pitchFamily="49" charset="-122"/>
              <a:cs typeface="Arial" panose="020B0604020202020204" pitchFamily="34" charset="0"/>
            </a:endParaRPr>
          </a:p>
        </p:txBody>
      </p:sp>
      <p:sp>
        <p:nvSpPr>
          <p:cNvPr id="5" name="灯片编号占位符 4"/>
          <p:cNvSpPr>
            <a:spLocks noGrp="1"/>
          </p:cNvSpPr>
          <p:nvPr>
            <p:ph type="sldNum" sz="quarter" idx="100"/>
          </p:nvPr>
        </p:nvSpPr>
        <p:spPr/>
        <p:txBody>
          <a:bodyPr/>
          <a:lstStyle/>
          <a:p>
            <a:fld id="{2B2B68EE-DD1E-4368-AFCE-24A50EC7BF18}" type="slidenum">
              <a:rPr lang="en-US" smtClean="0"/>
              <a:pPr/>
              <a:t>65</a:t>
            </a:fld>
            <a:endParaRPr lang="en-US" dirty="0"/>
          </a:p>
        </p:txBody>
      </p:sp>
      <p:sp>
        <p:nvSpPr>
          <p:cNvPr id="6" name="页脚占位符 5"/>
          <p:cNvSpPr>
            <a:spLocks noGrp="1"/>
          </p:cNvSpPr>
          <p:nvPr>
            <p:ph type="ftr" sz="quarter" idx="101"/>
          </p:nvPr>
        </p:nvSpPr>
        <p:spPr/>
        <p:txBody>
          <a:bodyPr/>
          <a:lstStyle/>
          <a:p>
            <a:r>
              <a:rPr lang="en-US" dirty="0" smtClean="0"/>
              <a:t>For internal use - Confidential</a:t>
            </a:r>
            <a:endParaRPr lang="en-US" dirty="0"/>
          </a:p>
        </p:txBody>
      </p:sp>
      <p:sp>
        <p:nvSpPr>
          <p:cNvPr id="7" name="标题 2"/>
          <p:cNvSpPr>
            <a:spLocks noGrp="1"/>
          </p:cNvSpPr>
          <p:nvPr>
            <p:ph type="title" idx="99"/>
          </p:nvPr>
        </p:nvSpPr>
        <p:spPr>
          <a:xfrm>
            <a:off x="395288" y="876518"/>
            <a:ext cx="8353176" cy="324768"/>
          </a:xfrm>
        </p:spPr>
        <p:txBody>
          <a:bodyPr/>
          <a:lstStyle/>
          <a:p>
            <a:r>
              <a:rPr lang="en-US" altLang="zh-CN" dirty="0">
                <a:solidFill>
                  <a:schemeClr val="tx1"/>
                </a:solidFill>
              </a:rPr>
              <a:t>Power supply voltage variation test</a:t>
            </a:r>
            <a:r>
              <a:rPr lang="zh-CN" altLang="en-US" dirty="0">
                <a:solidFill>
                  <a:schemeClr val="tx1"/>
                </a:solidFill>
              </a:rPr>
              <a:t/>
            </a:r>
            <a:br>
              <a:rPr lang="zh-CN" altLang="en-US" dirty="0">
                <a:solidFill>
                  <a:schemeClr val="tx1"/>
                </a:solidFill>
              </a:rPr>
            </a:br>
            <a:endParaRPr lang="zh-CN" altLang="en-US" dirty="0">
              <a:solidFill>
                <a:schemeClr val="tx1"/>
              </a:solidFill>
            </a:endParaRPr>
          </a:p>
        </p:txBody>
      </p:sp>
    </p:spTree>
    <p:extLst>
      <p:ext uri="{BB962C8B-B14F-4D97-AF65-F5344CB8AC3E}">
        <p14:creationId xmlns:p14="http://schemas.microsoft.com/office/powerpoint/2010/main" val="1852356447"/>
      </p:ext>
    </p:extLst>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黑体" panose="02010609060101010101" pitchFamily="49" charset="-122"/>
                <a:ea typeface="黑体" panose="02010609060101010101" pitchFamily="49" charset="-122"/>
              </a:rPr>
              <a:t>计量要求</a:t>
            </a:r>
            <a:endParaRPr lang="zh-CN" altLang="en-US" dirty="0"/>
          </a:p>
        </p:txBody>
      </p:sp>
      <p:sp>
        <p:nvSpPr>
          <p:cNvPr id="10" name="标题 9"/>
          <p:cNvSpPr>
            <a:spLocks noGrp="1"/>
          </p:cNvSpPr>
          <p:nvPr>
            <p:ph type="title" idx="99"/>
          </p:nvPr>
        </p:nvSpPr>
        <p:spPr>
          <a:xfrm>
            <a:off x="395288" y="809528"/>
            <a:ext cx="8352000" cy="324768"/>
          </a:xfrm>
        </p:spPr>
        <p:txBody>
          <a:bodyPr/>
          <a:lstStyle/>
          <a:p>
            <a:pPr algn="ctr"/>
            <a:r>
              <a:rPr lang="en-US" altLang="zh-CN" dirty="0" smtClean="0">
                <a:solidFill>
                  <a:schemeClr val="tx1"/>
                </a:solidFill>
              </a:rPr>
              <a:t>The span change requirement of Power </a:t>
            </a:r>
            <a:r>
              <a:rPr lang="en-US" altLang="zh-CN" dirty="0">
                <a:solidFill>
                  <a:schemeClr val="tx1"/>
                </a:solidFill>
              </a:rPr>
              <a:t>supply </a:t>
            </a:r>
            <a:r>
              <a:rPr lang="en-US" altLang="zh-CN" dirty="0" smtClean="0">
                <a:solidFill>
                  <a:schemeClr val="tx1"/>
                </a:solidFill>
              </a:rPr>
              <a:t>voltage variation test</a:t>
            </a:r>
            <a:endParaRPr lang="zh-CN" altLang="en-US" dirty="0">
              <a:solidFill>
                <a:schemeClr val="tx1"/>
              </a:solidFill>
            </a:endParaRPr>
          </a:p>
        </p:txBody>
      </p:sp>
      <mc:AlternateContent xmlns:mc="http://schemas.openxmlformats.org/markup-compatibility/2006" xmlns:a14="http://schemas.microsoft.com/office/drawing/2010/main">
        <mc:Choice Requires="a14">
          <p:sp>
            <p:nvSpPr>
              <p:cNvPr id="4" name="内容占位符 3"/>
              <p:cNvSpPr>
                <a:spLocks noGrp="1"/>
              </p:cNvSpPr>
              <p:nvPr>
                <p:ph idx="1"/>
              </p:nvPr>
            </p:nvSpPr>
            <p:spPr>
              <a:xfrm>
                <a:off x="4185143" y="1227747"/>
                <a:ext cx="4752000" cy="5328000"/>
              </a:xfrm>
            </p:spPr>
            <p:txBody>
              <a:bodyPr/>
              <a:lstStyle/>
              <a:p>
                <a:pPr marL="179387" lvl="1" indent="0">
                  <a:buNone/>
                </a:pPr>
                <a:r>
                  <a:rPr lang="en-US" altLang="zh-CN" dirty="0" smtClean="0"/>
                  <a:t>From </a:t>
                </a:r>
                <a:r>
                  <a:rPr lang="en-US" altLang="zh-CN" dirty="0"/>
                  <a:t>R60 </a:t>
                </a:r>
                <a:r>
                  <a:rPr lang="en-US" altLang="zh-CN" dirty="0" smtClean="0"/>
                  <a:t>2017 part </a:t>
                </a:r>
                <a:r>
                  <a:rPr lang="en-US" altLang="zh-CN" dirty="0"/>
                  <a:t>3 </a:t>
                </a:r>
                <a:r>
                  <a:rPr lang="en-US" altLang="zh-CN" dirty="0" smtClean="0"/>
                  <a:t>Test Report Form 6.12</a:t>
                </a:r>
              </a:p>
              <a:p>
                <a:pPr marL="179387" lvl="1" indent="0">
                  <a:buNone/>
                </a:pPr>
                <a:r>
                  <a:rPr lang="en-US" altLang="zh-CN" dirty="0"/>
                  <a:t>Notes: </a:t>
                </a:r>
                <a:endParaRPr lang="en-US" altLang="zh-CN" dirty="0" smtClean="0"/>
              </a:p>
              <a:p>
                <a:pPr marL="522287" lvl="1" indent="-342900">
                  <a:buFont typeface="+mj-lt"/>
                  <a:buAutoNum type="arabicPeriod"/>
                </a:pPr>
                <a:r>
                  <a:rPr lang="en-US" altLang="zh-CN" dirty="0" smtClean="0"/>
                  <a:t>Reference </a:t>
                </a:r>
                <a:r>
                  <a:rPr lang="en-US" altLang="zh-CN" dirty="0"/>
                  <a:t>indications: if at 75 % load point was </a:t>
                </a:r>
                <a:r>
                  <a:rPr lang="en-US" altLang="zh-CN" dirty="0" smtClean="0"/>
                  <a:t>not obtained</a:t>
                </a:r>
                <a:r>
                  <a:rPr lang="en-US" altLang="zh-CN" dirty="0"/>
                  <a:t>, a straight line interpolation between </a:t>
                </a:r>
                <a:r>
                  <a:rPr lang="en-US" altLang="zh-CN" dirty="0" smtClean="0"/>
                  <a:t>the adjacent </a:t>
                </a:r>
                <a:r>
                  <a:rPr lang="en-US" altLang="zh-CN" dirty="0"/>
                  <a:t>higher and lower indication is used (see </a:t>
                </a:r>
                <a:r>
                  <a:rPr lang="en-US" altLang="zh-CN" dirty="0" smtClean="0"/>
                  <a:t>2.8.2 in </a:t>
                </a:r>
                <a:r>
                  <a:rPr lang="en-US" altLang="zh-CN" dirty="0"/>
                  <a:t>R 60-2 and calculation procedures in R 60-3, 2.1.2)</a:t>
                </a:r>
              </a:p>
              <a:p>
                <a:pPr marL="522287" lvl="1" indent="-342900">
                  <a:buFont typeface="+mj-lt"/>
                  <a:buAutoNum type="arabicPeriod"/>
                </a:pPr>
                <a:r>
                  <a:rPr lang="en-US" altLang="zh-CN" dirty="0" smtClean="0"/>
                  <a:t>Error</a:t>
                </a:r>
                <a:r>
                  <a:rPr lang="en-US" altLang="zh-CN" dirty="0"/>
                  <a:t>: the difference between the test indication </a:t>
                </a:r>
                <a:r>
                  <a:rPr lang="en-US" altLang="zh-CN" dirty="0" smtClean="0"/>
                  <a:t>and the </a:t>
                </a:r>
                <a:r>
                  <a:rPr lang="en-US" altLang="zh-CN" dirty="0"/>
                  <a:t>reference indication divided by the </a:t>
                </a:r>
                <a:r>
                  <a:rPr lang="en-US" altLang="zh-CN" dirty="0" smtClean="0"/>
                  <a:t>conversion factor</a:t>
                </a:r>
                <a:r>
                  <a:rPr lang="en-US" altLang="zh-CN" dirty="0"/>
                  <a:t>, f.</a:t>
                </a:r>
              </a:p>
              <a:p>
                <a:pPr marL="522287" lvl="1" indent="-342900">
                  <a:buFont typeface="+mj-lt"/>
                  <a:buAutoNum type="arabicPeriod"/>
                </a:pPr>
                <a:r>
                  <a:rPr lang="en-US" altLang="zh-CN" b="1" dirty="0" smtClean="0">
                    <a:solidFill>
                      <a:srgbClr val="FF0000"/>
                    </a:solidFill>
                  </a:rPr>
                  <a:t>The </a:t>
                </a:r>
                <a:r>
                  <a:rPr lang="en-US" altLang="zh-CN" b="1" dirty="0">
                    <a:solidFill>
                      <a:srgbClr val="FF0000"/>
                    </a:solidFill>
                  </a:rPr>
                  <a:t>change of span must not exceed </a:t>
                </a:r>
                <a14:m>
                  <m:oMath xmlns:m="http://schemas.openxmlformats.org/officeDocument/2006/math">
                    <m:sSub>
                      <m:sSubPr>
                        <m:ctrlPr>
                          <a:rPr lang="en-US" altLang="zh-CN" b="1" i="1" dirty="0" smtClean="0">
                            <a:solidFill>
                              <a:srgbClr val="FF0000"/>
                            </a:solidFill>
                            <a:latin typeface="Cambria Math"/>
                          </a:rPr>
                        </m:ctrlPr>
                      </m:sSubPr>
                      <m:e>
                        <m:r>
                          <a:rPr lang="en-US" altLang="zh-CN" b="1" i="1" dirty="0" smtClean="0">
                            <a:solidFill>
                              <a:srgbClr val="FF0000"/>
                            </a:solidFill>
                            <a:latin typeface="Cambria Math"/>
                          </a:rPr>
                          <m:t>𝒗</m:t>
                        </m:r>
                      </m:e>
                      <m:sub>
                        <m:r>
                          <a:rPr lang="en-US" altLang="zh-CN" b="1" i="1" dirty="0">
                            <a:solidFill>
                              <a:srgbClr val="FF0000"/>
                            </a:solidFill>
                            <a:latin typeface="Cambria Math"/>
                          </a:rPr>
                          <m:t>𝒎𝒊𝒏</m:t>
                        </m:r>
                      </m:sub>
                    </m:sSub>
                  </m:oMath>
                </a14:m>
                <a:r>
                  <a:rPr lang="en-US" altLang="zh-CN" b="1" dirty="0"/>
                  <a:t>.</a:t>
                </a:r>
              </a:p>
              <a:p>
                <a:pPr marL="522287" lvl="1" indent="-342900">
                  <a:buFont typeface="+mj-lt"/>
                  <a:buAutoNum type="arabicPeriod"/>
                </a:pPr>
                <a:r>
                  <a:rPr lang="en-US" altLang="zh-CN" dirty="0" smtClean="0"/>
                  <a:t>When </a:t>
                </a:r>
                <a:r>
                  <a:rPr lang="en-US" altLang="zh-CN" dirty="0"/>
                  <a:t>a voltage range is marked, use the </a:t>
                </a:r>
                <a:r>
                  <a:rPr lang="en-US" altLang="zh-CN" dirty="0" smtClean="0"/>
                  <a:t>average value </a:t>
                </a:r>
                <a:r>
                  <a:rPr lang="en-US" altLang="zh-CN" dirty="0"/>
                  <a:t>as the reference value </a:t>
                </a:r>
                <a:r>
                  <a:rPr lang="en-US" altLang="zh-CN" dirty="0" smtClean="0"/>
                  <a:t>and determine </a:t>
                </a:r>
                <a:r>
                  <a:rPr lang="en-US" altLang="zh-CN" dirty="0"/>
                  <a:t>upper </a:t>
                </a:r>
                <a:r>
                  <a:rPr lang="en-US" altLang="zh-CN" dirty="0" smtClean="0"/>
                  <a:t>and lower </a:t>
                </a:r>
                <a:r>
                  <a:rPr lang="en-US" altLang="zh-CN" dirty="0"/>
                  <a:t>values of applied voltage according to R 60-2</a:t>
                </a:r>
                <a:r>
                  <a:rPr lang="en-US" altLang="zh-CN" dirty="0" smtClean="0"/>
                  <a:t>, 2.10.7.4</a:t>
                </a:r>
                <a:r>
                  <a:rPr lang="en-US" altLang="zh-CN" dirty="0"/>
                  <a:t>.</a:t>
                </a:r>
              </a:p>
              <a:p>
                <a:pPr marL="522287" lvl="1" indent="-342900">
                  <a:buFont typeface="+mj-lt"/>
                  <a:buAutoNum type="arabicPeriod"/>
                </a:pPr>
                <a:r>
                  <a:rPr lang="en-US" altLang="zh-CN" dirty="0" smtClean="0"/>
                  <a:t>Upper </a:t>
                </a:r>
                <a:r>
                  <a:rPr lang="en-US" altLang="zh-CN" dirty="0"/>
                  <a:t>limit not applicable to battery powered </a:t>
                </a:r>
                <a:r>
                  <a:rPr lang="en-US" altLang="zh-CN" dirty="0" smtClean="0"/>
                  <a:t>load cells</a:t>
                </a:r>
                <a:endParaRPr lang="en-US" altLang="zh-CN" dirty="0"/>
              </a:p>
              <a:p>
                <a:pPr marL="522287" lvl="1" indent="-342900">
                  <a:buFont typeface="+mj-lt"/>
                  <a:buAutoNum type="arabicPeriod"/>
                </a:pPr>
                <a:r>
                  <a:rPr lang="en-US" altLang="zh-CN" dirty="0" smtClean="0"/>
                  <a:t>At </a:t>
                </a:r>
                <a:r>
                  <a:rPr lang="en-US" altLang="zh-CN" dirty="0"/>
                  <a:t>lower limit, battery powered load cells </a:t>
                </a:r>
                <a:r>
                  <a:rPr lang="en-US" altLang="zh-CN" dirty="0" smtClean="0"/>
                  <a:t>shall function </a:t>
                </a:r>
                <a:r>
                  <a:rPr lang="en-US" altLang="zh-CN" dirty="0"/>
                  <a:t>and be within MPE, or cease to function.</a:t>
                </a:r>
                <a:endParaRPr lang="en-US" altLang="zh-CN" dirty="0" smtClean="0"/>
              </a:p>
              <a:p>
                <a:pPr lvl="1"/>
                <a:endParaRPr lang="en-US" altLang="zh-CN" dirty="0"/>
              </a:p>
              <a:p>
                <a:pPr lvl="1"/>
                <a:endParaRPr lang="en-US" altLang="zh-CN" dirty="0" smtClean="0"/>
              </a:p>
            </p:txBody>
          </p:sp>
        </mc:Choice>
        <mc:Fallback xmlns="">
          <p:sp>
            <p:nvSpPr>
              <p:cNvPr id="4" name="内容占位符 3"/>
              <p:cNvSpPr>
                <a:spLocks noGrp="1" noRot="1" noChangeAspect="1" noMove="1" noResize="1" noEditPoints="1" noAdjustHandles="1" noChangeArrowheads="1" noChangeShapeType="1" noTextEdit="1"/>
              </p:cNvSpPr>
              <p:nvPr>
                <p:ph idx="1"/>
              </p:nvPr>
            </p:nvSpPr>
            <p:spPr>
              <a:xfrm>
                <a:off x="4185143" y="1227747"/>
                <a:ext cx="4752000" cy="5328000"/>
              </a:xfrm>
              <a:blipFill rotWithShape="1">
                <a:blip r:embed="rId2"/>
                <a:stretch>
                  <a:fillRect t="-1144" r="-1540" b="-686"/>
                </a:stretch>
              </a:blipFill>
            </p:spPr>
            <p:txBody>
              <a:bodyPr/>
              <a:lstStyle/>
              <a:p>
                <a:r>
                  <a:rPr lang="zh-CN" altLang="en-US">
                    <a:noFill/>
                  </a:rPr>
                  <a:t> </a:t>
                </a:r>
              </a:p>
            </p:txBody>
          </p:sp>
        </mc:Fallback>
      </mc:AlternateContent>
      <p:sp>
        <p:nvSpPr>
          <p:cNvPr id="5" name="灯片编号占位符 4"/>
          <p:cNvSpPr>
            <a:spLocks noGrp="1"/>
          </p:cNvSpPr>
          <p:nvPr>
            <p:ph type="sldNum" sz="quarter" idx="100"/>
          </p:nvPr>
        </p:nvSpPr>
        <p:spPr/>
        <p:txBody>
          <a:bodyPr/>
          <a:lstStyle/>
          <a:p>
            <a:fld id="{2B2B68EE-DD1E-4368-AFCE-24A50EC7BF18}" type="slidenum">
              <a:rPr lang="en-US" smtClean="0"/>
              <a:pPr/>
              <a:t>66</a:t>
            </a:fld>
            <a:endParaRPr lang="en-US" dirty="0"/>
          </a:p>
        </p:txBody>
      </p:sp>
      <p:sp>
        <p:nvSpPr>
          <p:cNvPr id="6" name="页脚占位符 5"/>
          <p:cNvSpPr>
            <a:spLocks noGrp="1"/>
          </p:cNvSpPr>
          <p:nvPr>
            <p:ph type="ftr" sz="quarter" idx="101"/>
          </p:nvPr>
        </p:nvSpPr>
        <p:spPr/>
        <p:txBody>
          <a:bodyPr/>
          <a:lstStyle/>
          <a:p>
            <a:r>
              <a:rPr lang="en-US" smtClean="0"/>
              <a:t>For internal use - Confidential</a:t>
            </a:r>
            <a:endParaRPr lang="en-US" dirty="0"/>
          </a:p>
        </p:txBody>
      </p:sp>
      <p:sp>
        <p:nvSpPr>
          <p:cNvPr id="11" name="内容占位符 3"/>
          <p:cNvSpPr txBox="1">
            <a:spLocks/>
          </p:cNvSpPr>
          <p:nvPr/>
        </p:nvSpPr>
        <p:spPr>
          <a:xfrm>
            <a:off x="26836" y="1210456"/>
            <a:ext cx="3924000" cy="5436000"/>
          </a:xfrm>
          <a:prstGeom prst="rect">
            <a:avLst/>
          </a:prstGeom>
        </p:spPr>
        <p:txBody>
          <a:bodyPr vert="horz" lIns="0" tIns="0" rIns="0" bIns="0" rtlCol="0" anchor="t" anchorCtr="0">
            <a:noAutofit/>
          </a:bodyPr>
          <a:lstStyle>
            <a:lvl1pPr marL="179388" indent="-179388" algn="l" defTabSz="914400" rtl="0" eaLnBrk="1" latinLnBrk="0" hangingPunct="1">
              <a:spcBef>
                <a:spcPts val="400"/>
              </a:spcBef>
              <a:spcAft>
                <a:spcPts val="600"/>
              </a:spcAft>
              <a:buClr>
                <a:schemeClr val="accent1"/>
              </a:buClr>
              <a:buFont typeface="Wingdings" pitchFamily="2" charset="2"/>
              <a:buChar char="§"/>
              <a:defRPr sz="1600" kern="1200" baseline="0">
                <a:solidFill>
                  <a:schemeClr val="tx1"/>
                </a:solidFill>
                <a:latin typeface="+mn-lt"/>
                <a:ea typeface="+mn-ea"/>
                <a:cs typeface="+mn-cs"/>
              </a:defRPr>
            </a:lvl1pPr>
            <a:lvl2pPr marL="358775" indent="-179388" algn="l" defTabSz="914400" rtl="0" eaLnBrk="1" latinLnBrk="0" hangingPunct="1">
              <a:spcBef>
                <a:spcPts val="0"/>
              </a:spcBef>
              <a:spcAft>
                <a:spcPts val="400"/>
              </a:spcAft>
              <a:buClr>
                <a:schemeClr val="accent1"/>
              </a:buClr>
              <a:buFont typeface="Arial" pitchFamily="34" charset="0"/>
              <a:buChar char="-"/>
              <a:defRPr sz="1600" kern="1200">
                <a:solidFill>
                  <a:schemeClr val="tx1"/>
                </a:solidFill>
                <a:latin typeface="+mn-lt"/>
                <a:ea typeface="+mn-ea"/>
                <a:cs typeface="+mn-cs"/>
              </a:defRPr>
            </a:lvl2pPr>
            <a:lvl3pPr marL="541338" indent="-184150" algn="l" defTabSz="914400" rtl="0" eaLnBrk="1" latinLnBrk="0" hangingPunct="1">
              <a:spcBef>
                <a:spcPts val="0"/>
              </a:spcBef>
              <a:spcAft>
                <a:spcPts val="400"/>
              </a:spcAft>
              <a:buClr>
                <a:schemeClr val="accent1"/>
              </a:buClr>
              <a:buFont typeface="Arial" pitchFamily="34" charset="0"/>
              <a:buChar char="-"/>
              <a:tabLst/>
              <a:defRPr sz="1600" kern="1200">
                <a:solidFill>
                  <a:schemeClr val="tx1"/>
                </a:solidFill>
                <a:latin typeface="+mn-lt"/>
                <a:ea typeface="+mn-ea"/>
                <a:cs typeface="+mn-cs"/>
              </a:defRPr>
            </a:lvl3pPr>
            <a:lvl4pPr marL="715963" indent="-174625" algn="l" defTabSz="914400" rtl="0" eaLnBrk="1" latinLnBrk="0" hangingPunct="1">
              <a:spcBef>
                <a:spcPts val="0"/>
              </a:spcBef>
              <a:spcAft>
                <a:spcPts val="400"/>
              </a:spcAft>
              <a:buClr>
                <a:schemeClr val="accent1"/>
              </a:buClr>
              <a:buFont typeface="Arial" panose="020B0604020202020204" pitchFamily="34" charset="0"/>
              <a:buChar char="-"/>
              <a:defRPr sz="1600" kern="1200">
                <a:solidFill>
                  <a:schemeClr val="tx1"/>
                </a:solidFill>
                <a:latin typeface="+mn-lt"/>
                <a:ea typeface="+mn-ea"/>
                <a:cs typeface="+mn-cs"/>
              </a:defRPr>
            </a:lvl4pPr>
            <a:lvl5pPr marL="715963" indent="182563" algn="l" defTabSz="914400" rtl="0" eaLnBrk="1" latinLnBrk="0" hangingPunct="1">
              <a:spcBef>
                <a:spcPts val="0"/>
              </a:spcBef>
              <a:spcAft>
                <a:spcPts val="400"/>
              </a:spcAft>
              <a:buClr>
                <a:schemeClr val="accent1"/>
              </a:buClr>
              <a:buFont typeface="Arial" panose="020B0604020202020204" pitchFamily="34" charset="0"/>
              <a:buChar char="-"/>
              <a:tabLst/>
              <a:defRPr sz="1600" kern="1200">
                <a:solidFill>
                  <a:schemeClr val="tx1"/>
                </a:solidFill>
                <a:latin typeface="+mn-lt"/>
                <a:ea typeface="+mn-ea"/>
                <a:cs typeface="+mn-cs"/>
              </a:defRPr>
            </a:lvl5pPr>
            <a:lvl6pPr marL="1073150" indent="-174625" algn="l" defTabSz="914400" rtl="0" eaLnBrk="1" latinLnBrk="0" hangingPunct="1">
              <a:spcBef>
                <a:spcPts val="0"/>
              </a:spcBef>
              <a:spcAft>
                <a:spcPts val="400"/>
              </a:spcAft>
              <a:buClr>
                <a:schemeClr val="accent1"/>
              </a:buClr>
              <a:buFont typeface="Arial" panose="020B0604020202020204" pitchFamily="34" charset="0"/>
              <a:buChar char="-"/>
              <a:defRPr sz="1600" kern="1200">
                <a:solidFill>
                  <a:schemeClr val="tx1"/>
                </a:solidFill>
                <a:latin typeface="+mn-lt"/>
                <a:ea typeface="+mn-ea"/>
                <a:cs typeface="+mn-cs"/>
              </a:defRPr>
            </a:lvl6pPr>
            <a:lvl7pPr marL="1255713" indent="-182563" algn="l" defTabSz="914400" rtl="0" eaLnBrk="1" latinLnBrk="0" hangingPunct="1">
              <a:spcBef>
                <a:spcPts val="0"/>
              </a:spcBef>
              <a:spcAft>
                <a:spcPts val="400"/>
              </a:spcAft>
              <a:buClr>
                <a:schemeClr val="accent1"/>
              </a:buClr>
              <a:buFont typeface="Arial" pitchFamily="34" charset="0"/>
              <a:buChar char="-"/>
              <a:defRPr sz="1600" kern="1200">
                <a:solidFill>
                  <a:schemeClr val="tx1"/>
                </a:solidFill>
                <a:latin typeface="+mn-lt"/>
                <a:ea typeface="+mn-ea"/>
                <a:cs typeface="+mn-cs"/>
              </a:defRPr>
            </a:lvl7pPr>
            <a:lvl8pPr marL="1431925" indent="-176213" algn="l" defTabSz="914400" rtl="0" eaLnBrk="1" latinLnBrk="0" hangingPunct="1">
              <a:spcBef>
                <a:spcPts val="0"/>
              </a:spcBef>
              <a:spcAft>
                <a:spcPts val="400"/>
              </a:spcAft>
              <a:buClr>
                <a:schemeClr val="accent1"/>
              </a:buClr>
              <a:buFont typeface="Arial" pitchFamily="34" charset="0"/>
              <a:buChar char="-"/>
              <a:defRPr sz="1600" kern="1200">
                <a:solidFill>
                  <a:schemeClr val="tx1"/>
                </a:solidFill>
                <a:latin typeface="+mn-lt"/>
                <a:ea typeface="+mn-ea"/>
                <a:cs typeface="+mn-cs"/>
              </a:defRPr>
            </a:lvl8pPr>
            <a:lvl9pPr marL="1614488" indent="-182563" algn="l" defTabSz="914400" rtl="0" eaLnBrk="1" latinLnBrk="0" hangingPunct="1">
              <a:spcBef>
                <a:spcPts val="0"/>
              </a:spcBef>
              <a:spcAft>
                <a:spcPts val="400"/>
              </a:spcAft>
              <a:buClr>
                <a:schemeClr val="accent1"/>
              </a:buClr>
              <a:buFont typeface="Arial" pitchFamily="34" charset="0"/>
              <a:buChar char="-"/>
              <a:defRPr sz="1600" kern="1200">
                <a:solidFill>
                  <a:schemeClr val="tx1"/>
                </a:solidFill>
                <a:latin typeface="+mn-lt"/>
                <a:ea typeface="+mn-ea"/>
                <a:cs typeface="+mn-cs"/>
              </a:defRPr>
            </a:lvl9pPr>
          </a:lstStyle>
          <a:p>
            <a:pPr marL="179387" lvl="1" indent="0">
              <a:buNone/>
            </a:pPr>
            <a:r>
              <a:rPr lang="en-US" altLang="zh-CN" dirty="0" smtClean="0"/>
              <a:t>From </a:t>
            </a:r>
            <a:r>
              <a:rPr lang="en-US" altLang="zh-CN" dirty="0"/>
              <a:t>R60 </a:t>
            </a:r>
            <a:r>
              <a:rPr lang="en-US" altLang="zh-CN" dirty="0" smtClean="0"/>
              <a:t>2000 Test Report Form D.12</a:t>
            </a:r>
          </a:p>
          <a:p>
            <a:pPr marL="522287" lvl="1" indent="-342900">
              <a:buFont typeface="+mj-lt"/>
              <a:buAutoNum type="arabicPeriod"/>
            </a:pPr>
            <a:r>
              <a:rPr lang="en-US" altLang="zh-CN" dirty="0" smtClean="0"/>
              <a:t>Upper </a:t>
            </a:r>
            <a:r>
              <a:rPr lang="en-US" altLang="zh-CN" dirty="0"/>
              <a:t>limit not applicable to battery powered load cells.</a:t>
            </a:r>
          </a:p>
          <a:p>
            <a:pPr marL="522287" lvl="1" indent="-342900">
              <a:buFont typeface="+mj-lt"/>
              <a:buAutoNum type="arabicPeriod"/>
            </a:pPr>
            <a:r>
              <a:rPr lang="en-US" altLang="zh-CN" dirty="0" smtClean="0"/>
              <a:t>At </a:t>
            </a:r>
            <a:r>
              <a:rPr lang="en-US" altLang="zh-CN" dirty="0"/>
              <a:t>lower limit, battery powered load cells shall function and be within </a:t>
            </a:r>
            <a:r>
              <a:rPr lang="en-US" altLang="zh-CN" dirty="0" err="1"/>
              <a:t>mpe</a:t>
            </a:r>
            <a:r>
              <a:rPr lang="en-US" altLang="zh-CN" dirty="0"/>
              <a:t>, or cease to function.</a:t>
            </a:r>
          </a:p>
          <a:p>
            <a:pPr marL="522287" lvl="1" indent="-342900">
              <a:buFont typeface="+mj-lt"/>
              <a:buAutoNum type="arabicPeriod"/>
            </a:pPr>
            <a:r>
              <a:rPr lang="en-US" altLang="zh-CN" dirty="0" smtClean="0"/>
              <a:t>Reference </a:t>
            </a:r>
            <a:r>
              <a:rPr lang="en-US" altLang="zh-CN" dirty="0"/>
              <a:t>indications: if a 75 % load point was not obtained, a straight line interpolation between </a:t>
            </a:r>
            <a:r>
              <a:rPr lang="en-US" altLang="zh-CN" dirty="0" smtClean="0"/>
              <a:t>the adjacent </a:t>
            </a:r>
            <a:r>
              <a:rPr lang="en-US" altLang="zh-CN" dirty="0"/>
              <a:t>higher and lower load point indications is used (see 5.2.2 and calculation procedures in C.2.2).</a:t>
            </a:r>
          </a:p>
          <a:p>
            <a:pPr marL="522287" lvl="1" indent="-342900">
              <a:buFont typeface="+mj-lt"/>
              <a:buAutoNum type="arabicPeriod"/>
            </a:pPr>
            <a:r>
              <a:rPr lang="en-US" altLang="zh-CN" dirty="0" smtClean="0"/>
              <a:t>Error</a:t>
            </a:r>
            <a:r>
              <a:rPr lang="en-US" altLang="zh-CN" dirty="0"/>
              <a:t>: the difference between the test indication and the reference </a:t>
            </a:r>
            <a:r>
              <a:rPr lang="en-US" altLang="zh-CN" dirty="0" smtClean="0"/>
              <a:t>indication divided </a:t>
            </a:r>
            <a:r>
              <a:rPr lang="en-US" altLang="zh-CN" dirty="0"/>
              <a:t>by the conversion factor, f.</a:t>
            </a:r>
          </a:p>
          <a:p>
            <a:pPr marL="522287" lvl="1" indent="-342900">
              <a:buFont typeface="+mj-lt"/>
              <a:buAutoNum type="arabicPeriod"/>
            </a:pPr>
            <a:r>
              <a:rPr lang="en-US" altLang="zh-CN" dirty="0" smtClean="0"/>
              <a:t>When </a:t>
            </a:r>
            <a:r>
              <a:rPr lang="en-US" altLang="zh-CN" dirty="0"/>
              <a:t>a voltage range is marked, use the average value as the reference value and determine the </a:t>
            </a:r>
            <a:r>
              <a:rPr lang="en-US" altLang="zh-CN" dirty="0" smtClean="0"/>
              <a:t>upper and </a:t>
            </a:r>
            <a:r>
              <a:rPr lang="en-US" altLang="zh-CN" dirty="0"/>
              <a:t>lower values of applied voltage according to A.4.7.3.</a:t>
            </a:r>
            <a:endParaRPr lang="en-US" altLang="zh-CN" dirty="0" smtClean="0"/>
          </a:p>
        </p:txBody>
      </p:sp>
    </p:spTree>
    <p:extLst>
      <p:ext uri="{BB962C8B-B14F-4D97-AF65-F5344CB8AC3E}">
        <p14:creationId xmlns:p14="http://schemas.microsoft.com/office/powerpoint/2010/main" val="3555545399"/>
      </p:ext>
    </p:extLst>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黑体" panose="02010609060101010101" pitchFamily="49" charset="-122"/>
                <a:ea typeface="黑体" panose="02010609060101010101" pitchFamily="49" charset="-122"/>
              </a:rPr>
              <a:t>计量要求</a:t>
            </a:r>
            <a:endParaRPr lang="zh-CN" altLang="en-US" dirty="0"/>
          </a:p>
        </p:txBody>
      </p:sp>
      <p:sp>
        <p:nvSpPr>
          <p:cNvPr id="3" name="标题 2"/>
          <p:cNvSpPr>
            <a:spLocks noGrp="1"/>
          </p:cNvSpPr>
          <p:nvPr>
            <p:ph type="title" idx="99"/>
          </p:nvPr>
        </p:nvSpPr>
        <p:spPr/>
        <p:txBody>
          <a:bodyPr/>
          <a:lstStyle/>
          <a:p>
            <a:r>
              <a:rPr lang="en-US" altLang="zh-CN" dirty="0">
                <a:solidFill>
                  <a:schemeClr val="tx1"/>
                </a:solidFill>
              </a:rPr>
              <a:t>Power supply voltage variation test</a:t>
            </a:r>
            <a:r>
              <a:rPr lang="zh-CN" altLang="en-US" dirty="0">
                <a:solidFill>
                  <a:schemeClr val="tx1"/>
                </a:solidFill>
              </a:rPr>
              <a:t/>
            </a:r>
            <a:br>
              <a:rPr lang="zh-CN" altLang="en-US" dirty="0">
                <a:solidFill>
                  <a:schemeClr val="tx1"/>
                </a:solidFill>
              </a:rPr>
            </a:br>
            <a:r>
              <a:rPr lang="en-US" altLang="zh-CN" dirty="0" smtClean="0">
                <a:solidFill>
                  <a:schemeClr val="tx1"/>
                </a:solidFill>
              </a:rPr>
              <a:t>2000</a:t>
            </a:r>
            <a:br>
              <a:rPr lang="en-US" altLang="zh-CN" dirty="0" smtClean="0">
                <a:solidFill>
                  <a:schemeClr val="tx1"/>
                </a:solidFill>
              </a:rPr>
            </a:br>
            <a:r>
              <a:rPr lang="en-US" altLang="zh-CN" dirty="0">
                <a:solidFill>
                  <a:schemeClr val="tx1"/>
                </a:solidFill>
              </a:rPr>
              <a:t/>
            </a:r>
            <a:br>
              <a:rPr lang="en-US" altLang="zh-CN" dirty="0">
                <a:solidFill>
                  <a:schemeClr val="tx1"/>
                </a:solidFill>
              </a:rPr>
            </a:br>
            <a:r>
              <a:rPr lang="en-US" altLang="zh-CN" dirty="0" smtClean="0">
                <a:solidFill>
                  <a:schemeClr val="tx1"/>
                </a:solidFill>
              </a:rPr>
              <a:t/>
            </a:r>
            <a:br>
              <a:rPr lang="en-US" altLang="zh-CN" dirty="0" smtClean="0">
                <a:solidFill>
                  <a:schemeClr val="tx1"/>
                </a:solidFill>
              </a:rPr>
            </a:br>
            <a:r>
              <a:rPr lang="en-US" altLang="zh-CN" dirty="0">
                <a:solidFill>
                  <a:schemeClr val="tx1"/>
                </a:solidFill>
              </a:rPr>
              <a:t/>
            </a:r>
            <a:br>
              <a:rPr lang="en-US" altLang="zh-CN" dirty="0">
                <a:solidFill>
                  <a:schemeClr val="tx1"/>
                </a:solidFill>
              </a:rPr>
            </a:br>
            <a:r>
              <a:rPr lang="en-US" altLang="zh-CN" dirty="0" smtClean="0">
                <a:solidFill>
                  <a:schemeClr val="tx1"/>
                </a:solidFill>
              </a:rPr>
              <a:t/>
            </a:r>
            <a:br>
              <a:rPr lang="en-US" altLang="zh-CN" dirty="0" smtClean="0">
                <a:solidFill>
                  <a:schemeClr val="tx1"/>
                </a:solidFill>
              </a:rPr>
            </a:br>
            <a:r>
              <a:rPr lang="en-US" altLang="zh-CN" dirty="0">
                <a:solidFill>
                  <a:schemeClr val="tx1"/>
                </a:solidFill>
              </a:rPr>
              <a:t/>
            </a:r>
            <a:br>
              <a:rPr lang="en-US" altLang="zh-CN" dirty="0">
                <a:solidFill>
                  <a:schemeClr val="tx1"/>
                </a:solidFill>
              </a:rPr>
            </a:br>
            <a:r>
              <a:rPr lang="en-US" altLang="zh-CN" dirty="0" smtClean="0">
                <a:solidFill>
                  <a:schemeClr val="tx1"/>
                </a:solidFill>
              </a:rPr>
              <a:t/>
            </a:r>
            <a:br>
              <a:rPr lang="en-US" altLang="zh-CN" dirty="0" smtClean="0">
                <a:solidFill>
                  <a:schemeClr val="tx1"/>
                </a:solidFill>
              </a:rPr>
            </a:br>
            <a:r>
              <a:rPr lang="en-US" altLang="zh-CN" dirty="0">
                <a:solidFill>
                  <a:schemeClr val="tx1"/>
                </a:solidFill>
              </a:rPr>
              <a:t/>
            </a:r>
            <a:br>
              <a:rPr lang="en-US" altLang="zh-CN" dirty="0">
                <a:solidFill>
                  <a:schemeClr val="tx1"/>
                </a:solidFill>
              </a:rPr>
            </a:br>
            <a:r>
              <a:rPr lang="en-US" altLang="zh-CN" dirty="0" smtClean="0">
                <a:solidFill>
                  <a:schemeClr val="tx1"/>
                </a:solidFill>
              </a:rPr>
              <a:t/>
            </a:r>
            <a:br>
              <a:rPr lang="en-US" altLang="zh-CN" dirty="0" smtClean="0">
                <a:solidFill>
                  <a:schemeClr val="tx1"/>
                </a:solidFill>
              </a:rPr>
            </a:br>
            <a:r>
              <a:rPr lang="en-US" altLang="zh-CN" dirty="0" smtClean="0">
                <a:solidFill>
                  <a:schemeClr val="tx1"/>
                </a:solidFill>
              </a:rPr>
              <a:t>2017</a:t>
            </a:r>
            <a:endParaRPr lang="zh-CN" altLang="en-US" dirty="0">
              <a:solidFill>
                <a:schemeClr val="tx1"/>
              </a:solidFill>
            </a:endParaRPr>
          </a:p>
        </p:txBody>
      </p:sp>
      <p:sp>
        <p:nvSpPr>
          <p:cNvPr id="5" name="灯片编号占位符 4"/>
          <p:cNvSpPr>
            <a:spLocks noGrp="1"/>
          </p:cNvSpPr>
          <p:nvPr>
            <p:ph type="sldNum" sz="quarter" idx="100"/>
          </p:nvPr>
        </p:nvSpPr>
        <p:spPr/>
        <p:txBody>
          <a:bodyPr/>
          <a:lstStyle/>
          <a:p>
            <a:fld id="{2B2B68EE-DD1E-4368-AFCE-24A50EC7BF18}" type="slidenum">
              <a:rPr lang="en-US" smtClean="0"/>
              <a:pPr/>
              <a:t>67</a:t>
            </a:fld>
            <a:endParaRPr lang="en-US" dirty="0"/>
          </a:p>
        </p:txBody>
      </p:sp>
      <p:sp>
        <p:nvSpPr>
          <p:cNvPr id="6" name="页脚占位符 5"/>
          <p:cNvSpPr>
            <a:spLocks noGrp="1"/>
          </p:cNvSpPr>
          <p:nvPr>
            <p:ph type="ftr" sz="quarter" idx="101"/>
          </p:nvPr>
        </p:nvSpPr>
        <p:spPr/>
        <p:txBody>
          <a:bodyPr/>
          <a:lstStyle/>
          <a:p>
            <a:r>
              <a:rPr lang="en-US" smtClean="0"/>
              <a:t>For internal use - Confidential</a:t>
            </a:r>
            <a:endParaRPr lang="en-US" dirty="0"/>
          </a:p>
        </p:txBody>
      </p:sp>
      <p:pic>
        <p:nvPicPr>
          <p:cNvPr id="2050" name="Picture 2"/>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15847" y="1340767"/>
            <a:ext cx="6084000" cy="231369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7" name="TextBox 6"/>
          <p:cNvSpPr txBox="1"/>
          <p:nvPr/>
        </p:nvSpPr>
        <p:spPr>
          <a:xfrm>
            <a:off x="811194" y="2219510"/>
            <a:ext cx="7236000" cy="830997"/>
          </a:xfrm>
          <a:prstGeom prst="rect">
            <a:avLst/>
          </a:prstGeom>
          <a:noFill/>
        </p:spPr>
        <p:txBody>
          <a:bodyPr wrap="square" lIns="0" tIns="0" rIns="0" bIns="0" rtlCol="0">
            <a:spAutoFit/>
          </a:bodyPr>
          <a:lstStyle/>
          <a:p>
            <a:pPr indent="457200">
              <a:spcBef>
                <a:spcPts val="400"/>
              </a:spcBef>
              <a:spcAft>
                <a:spcPts val="600"/>
              </a:spcAft>
              <a:buClr>
                <a:schemeClr val="accent1"/>
              </a:buClr>
            </a:pPr>
            <a:r>
              <a:rPr lang="en-US" altLang="zh-CN" sz="1800" dirty="0" smtClean="0">
                <a:latin typeface="Arial" panose="020B0604020202020204" pitchFamily="34" charset="0"/>
                <a:ea typeface="黑体" panose="02010609060101010101" pitchFamily="49" charset="-122"/>
                <a:cs typeface="Arial" panose="020B0604020202020204" pitchFamily="34" charset="0"/>
              </a:rPr>
              <a:t>2017</a:t>
            </a:r>
            <a:r>
              <a:rPr lang="zh-CN" altLang="en-US" sz="1800" dirty="0" smtClean="0">
                <a:latin typeface="Arial" panose="020B0604020202020204" pitchFamily="34" charset="0"/>
                <a:ea typeface="黑体" panose="02010609060101010101" pitchFamily="49" charset="-122"/>
                <a:cs typeface="Arial" panose="020B0604020202020204" pitchFamily="34" charset="0"/>
              </a:rPr>
              <a:t>版在原来的基础上（量程误差符合称量误差要求）增加了量程和量程的变化，以最小检定分度值计算，对于高</a:t>
            </a:r>
            <a:r>
              <a:rPr lang="en-US" altLang="zh-CN" sz="1800" dirty="0" smtClean="0">
                <a:latin typeface="Arial" panose="020B0604020202020204" pitchFamily="34" charset="0"/>
                <a:ea typeface="黑体" panose="02010609060101010101" pitchFamily="49" charset="-122"/>
                <a:cs typeface="Arial" panose="020B0604020202020204" pitchFamily="34" charset="0"/>
              </a:rPr>
              <a:t>Y</a:t>
            </a:r>
            <a:r>
              <a:rPr lang="zh-CN" altLang="en-US" sz="1800" dirty="0" smtClean="0">
                <a:latin typeface="Arial" panose="020B0604020202020204" pitchFamily="34" charset="0"/>
                <a:ea typeface="黑体" panose="02010609060101010101" pitchFamily="49" charset="-122"/>
                <a:cs typeface="Arial" panose="020B0604020202020204" pitchFamily="34" charset="0"/>
              </a:rPr>
              <a:t>值数字式称重传感器，该要求变化很大！！！</a:t>
            </a:r>
          </a:p>
        </p:txBody>
      </p:sp>
      <p:pic>
        <p:nvPicPr>
          <p:cNvPr id="2051" name="Picture 3"/>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61467" y="3921475"/>
            <a:ext cx="5832000" cy="19907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0831780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nodeType="clickEffect">
                                  <p:stCondLst>
                                    <p:cond delay="0"/>
                                  </p:stCondLst>
                                  <p:childTnLst>
                                    <p:animEffect transition="out" filter="fade">
                                      <p:cBhvr>
                                        <p:cTn id="6" dur="500"/>
                                        <p:tgtEl>
                                          <p:spTgt spid="2050"/>
                                        </p:tgtEl>
                                      </p:cBhvr>
                                    </p:animEffect>
                                    <p:set>
                                      <p:cBhvr>
                                        <p:cTn id="7" dur="1" fill="hold">
                                          <p:stCondLst>
                                            <p:cond delay="499"/>
                                          </p:stCondLst>
                                        </p:cTn>
                                        <p:tgtEl>
                                          <p:spTgt spid="2050"/>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1000"/>
                                        <p:tgtEl>
                                          <p:spTgt spid="7"/>
                                        </p:tgtEl>
                                      </p:cBhvr>
                                    </p:animEffect>
                                    <p:anim calcmode="lin" valueType="num">
                                      <p:cBhvr>
                                        <p:cTn id="13" dur="1000" fill="hold"/>
                                        <p:tgtEl>
                                          <p:spTgt spid="7"/>
                                        </p:tgtEl>
                                        <p:attrNameLst>
                                          <p:attrName>ppt_x</p:attrName>
                                        </p:attrNameLst>
                                      </p:cBhvr>
                                      <p:tavLst>
                                        <p:tav tm="0">
                                          <p:val>
                                            <p:strVal val="#ppt_x"/>
                                          </p:val>
                                        </p:tav>
                                        <p:tav tm="100000">
                                          <p:val>
                                            <p:strVal val="#ppt_x"/>
                                          </p:val>
                                        </p:tav>
                                      </p:tavLst>
                                    </p:anim>
                                    <p:anim calcmode="lin" valueType="num">
                                      <p:cBhvr>
                                        <p:cTn id="14"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latin typeface="黑体" panose="02010609060101010101" pitchFamily="49" charset="-122"/>
                <a:ea typeface="黑体" panose="02010609060101010101" pitchFamily="49" charset="-122"/>
              </a:rPr>
              <a:t>计量</a:t>
            </a:r>
            <a:r>
              <a:rPr lang="zh-CN" altLang="en-US" dirty="0">
                <a:latin typeface="黑体" panose="02010609060101010101" pitchFamily="49" charset="-122"/>
                <a:ea typeface="黑体" panose="02010609060101010101" pitchFamily="49" charset="-122"/>
              </a:rPr>
              <a:t>要求</a:t>
            </a:r>
            <a:endParaRPr lang="zh-CN" altLang="en-US" dirty="0"/>
          </a:p>
        </p:txBody>
      </p:sp>
      <p:sp>
        <p:nvSpPr>
          <p:cNvPr id="4" name="内容占位符 3"/>
          <p:cNvSpPr>
            <a:spLocks noGrp="1"/>
          </p:cNvSpPr>
          <p:nvPr>
            <p:ph idx="1"/>
          </p:nvPr>
        </p:nvSpPr>
        <p:spPr>
          <a:xfrm>
            <a:off x="395288" y="1618632"/>
            <a:ext cx="3277060" cy="2268000"/>
          </a:xfrm>
        </p:spPr>
        <p:txBody>
          <a:bodyPr/>
          <a:lstStyle/>
          <a:p>
            <a:pPr>
              <a:spcAft>
                <a:spcPts val="1200"/>
              </a:spcAft>
            </a:pPr>
            <a:r>
              <a:rPr lang="en-US" altLang="zh-CN" b="1" dirty="0" smtClean="0">
                <a:latin typeface="Arial" panose="020B0604020202020204" pitchFamily="34" charset="0"/>
                <a:ea typeface="黑体" panose="02010609060101010101" pitchFamily="49" charset="-122"/>
                <a:cs typeface="Arial" panose="020B0604020202020204" pitchFamily="34" charset="0"/>
              </a:rPr>
              <a:t>2000 version</a:t>
            </a:r>
          </a:p>
          <a:p>
            <a:pPr marL="179387" lvl="1" indent="0">
              <a:spcAft>
                <a:spcPts val="600"/>
              </a:spcAft>
              <a:buNone/>
            </a:pPr>
            <a:r>
              <a:rPr lang="en-US" altLang="zh-CN" sz="1400" dirty="0" smtClean="0">
                <a:latin typeface="Arial" panose="020B0604020202020204" pitchFamily="34" charset="0"/>
                <a:ea typeface="黑体" panose="02010609060101010101" pitchFamily="49" charset="-122"/>
                <a:cs typeface="Arial" panose="020B0604020202020204" pitchFamily="34" charset="0"/>
              </a:rPr>
              <a:t>Test severity:</a:t>
            </a:r>
          </a:p>
          <a:p>
            <a:pPr marL="179387" lvl="1" indent="0">
              <a:spcAft>
                <a:spcPts val="600"/>
              </a:spcAft>
              <a:buNone/>
            </a:pPr>
            <a:r>
              <a:rPr lang="en-US" altLang="zh-CN" sz="1400" dirty="0" smtClean="0">
                <a:latin typeface="Arial" panose="020B0604020202020204" pitchFamily="34" charset="0"/>
                <a:ea typeface="黑体" panose="02010609060101010101" pitchFamily="49" charset="-122"/>
                <a:cs typeface="Arial" panose="020B0604020202020204" pitchFamily="34" charset="0"/>
              </a:rPr>
              <a:t>Reduction</a:t>
            </a:r>
            <a:r>
              <a:rPr lang="en-US" altLang="zh-CN" sz="1400" dirty="0">
                <a:latin typeface="Arial" panose="020B0604020202020204" pitchFamily="34" charset="0"/>
                <a:ea typeface="黑体" panose="02010609060101010101" pitchFamily="49" charset="-122"/>
                <a:cs typeface="Arial" panose="020B0604020202020204" pitchFamily="34" charset="0"/>
              </a:rPr>
              <a:t>: </a:t>
            </a:r>
            <a:r>
              <a:rPr lang="en-US" altLang="zh-CN" sz="1400" dirty="0" smtClean="0">
                <a:latin typeface="Arial" panose="020B0604020202020204" pitchFamily="34" charset="0"/>
                <a:ea typeface="黑体" panose="02010609060101010101" pitchFamily="49" charset="-122"/>
                <a:cs typeface="Arial" panose="020B0604020202020204" pitchFamily="34" charset="0"/>
              </a:rPr>
              <a:t>                   100 %     </a:t>
            </a:r>
            <a:r>
              <a:rPr lang="en-US" altLang="zh-CN" sz="1400" dirty="0">
                <a:latin typeface="Arial" panose="020B0604020202020204" pitchFamily="34" charset="0"/>
                <a:ea typeface="黑体" panose="02010609060101010101" pitchFamily="49" charset="-122"/>
                <a:cs typeface="Arial" panose="020B0604020202020204" pitchFamily="34" charset="0"/>
              </a:rPr>
              <a:t>50 %</a:t>
            </a:r>
          </a:p>
          <a:p>
            <a:pPr marL="179387" lvl="1" indent="0">
              <a:spcAft>
                <a:spcPts val="600"/>
              </a:spcAft>
              <a:buNone/>
            </a:pPr>
            <a:r>
              <a:rPr lang="en-US" altLang="zh-CN" sz="1400" dirty="0">
                <a:latin typeface="Arial" panose="020B0604020202020204" pitchFamily="34" charset="0"/>
                <a:ea typeface="黑体" panose="02010609060101010101" pitchFamily="49" charset="-122"/>
                <a:cs typeface="Arial" panose="020B0604020202020204" pitchFamily="34" charset="0"/>
              </a:rPr>
              <a:t>Number of half cycles: </a:t>
            </a:r>
            <a:r>
              <a:rPr lang="en-US" altLang="zh-CN" sz="1400" dirty="0" smtClean="0">
                <a:latin typeface="Arial" panose="020B0604020202020204" pitchFamily="34" charset="0"/>
                <a:ea typeface="黑体" panose="02010609060101010101" pitchFamily="49" charset="-122"/>
                <a:cs typeface="Arial" panose="020B0604020202020204" pitchFamily="34" charset="0"/>
              </a:rPr>
              <a:t> 1              2</a:t>
            </a:r>
          </a:p>
        </p:txBody>
      </p:sp>
      <p:sp>
        <p:nvSpPr>
          <p:cNvPr id="5" name="灯片编号占位符 4"/>
          <p:cNvSpPr>
            <a:spLocks noGrp="1"/>
          </p:cNvSpPr>
          <p:nvPr>
            <p:ph type="sldNum" sz="quarter" idx="100"/>
          </p:nvPr>
        </p:nvSpPr>
        <p:spPr/>
        <p:txBody>
          <a:bodyPr/>
          <a:lstStyle/>
          <a:p>
            <a:fld id="{2B2B68EE-DD1E-4368-AFCE-24A50EC7BF18}" type="slidenum">
              <a:rPr lang="en-US" smtClean="0"/>
              <a:pPr/>
              <a:t>68</a:t>
            </a:fld>
            <a:endParaRPr lang="en-US" dirty="0"/>
          </a:p>
        </p:txBody>
      </p:sp>
      <p:sp>
        <p:nvSpPr>
          <p:cNvPr id="6" name="页脚占位符 5"/>
          <p:cNvSpPr>
            <a:spLocks noGrp="1"/>
          </p:cNvSpPr>
          <p:nvPr>
            <p:ph type="ftr" sz="quarter" idx="101"/>
          </p:nvPr>
        </p:nvSpPr>
        <p:spPr/>
        <p:txBody>
          <a:bodyPr/>
          <a:lstStyle/>
          <a:p>
            <a:r>
              <a:rPr lang="en-US" dirty="0" smtClean="0"/>
              <a:t>For internal use - Confidential</a:t>
            </a:r>
            <a:endParaRPr lang="en-US" dirty="0"/>
          </a:p>
        </p:txBody>
      </p:sp>
      <p:sp>
        <p:nvSpPr>
          <p:cNvPr id="7" name="标题 2"/>
          <p:cNvSpPr>
            <a:spLocks noGrp="1"/>
          </p:cNvSpPr>
          <p:nvPr>
            <p:ph type="title" idx="99"/>
          </p:nvPr>
        </p:nvSpPr>
        <p:spPr>
          <a:xfrm>
            <a:off x="395288" y="883268"/>
            <a:ext cx="8353176" cy="324768"/>
          </a:xfrm>
        </p:spPr>
        <p:txBody>
          <a:bodyPr/>
          <a:lstStyle/>
          <a:p>
            <a:r>
              <a:rPr lang="en-US" altLang="zh-CN" dirty="0">
                <a:solidFill>
                  <a:schemeClr val="tx1"/>
                </a:solidFill>
              </a:rPr>
              <a:t>Disturbance - </a:t>
            </a:r>
            <a:r>
              <a:rPr lang="en-US" altLang="zh-CN" sz="1400" b="0" dirty="0">
                <a:solidFill>
                  <a:schemeClr val="tx1"/>
                </a:solidFill>
              </a:rPr>
              <a:t>Short-time power reductions</a:t>
            </a:r>
            <a:endParaRPr lang="zh-CN" altLang="en-US" sz="1600" b="0" dirty="0">
              <a:solidFill>
                <a:schemeClr val="tx1"/>
              </a:solidFill>
            </a:endParaRPr>
          </a:p>
        </p:txBody>
      </p:sp>
      <p:sp>
        <p:nvSpPr>
          <p:cNvPr id="8" name="内容占位符 3"/>
          <p:cNvSpPr txBox="1">
            <a:spLocks/>
          </p:cNvSpPr>
          <p:nvPr/>
        </p:nvSpPr>
        <p:spPr>
          <a:xfrm>
            <a:off x="3939728" y="1284552"/>
            <a:ext cx="4284000" cy="3024000"/>
          </a:xfrm>
          <a:prstGeom prst="rect">
            <a:avLst/>
          </a:prstGeom>
        </p:spPr>
        <p:txBody>
          <a:bodyPr vert="horz" lIns="0" tIns="0" rIns="0" bIns="0" rtlCol="0" anchor="t" anchorCtr="0">
            <a:noAutofit/>
          </a:bodyPr>
          <a:lstStyle>
            <a:lvl1pPr marL="179388" indent="-179388" algn="l" defTabSz="914400" rtl="0" eaLnBrk="1" latinLnBrk="0" hangingPunct="1">
              <a:spcBef>
                <a:spcPts val="400"/>
              </a:spcBef>
              <a:spcAft>
                <a:spcPts val="600"/>
              </a:spcAft>
              <a:buClr>
                <a:schemeClr val="accent1"/>
              </a:buClr>
              <a:buFont typeface="Wingdings" pitchFamily="2" charset="2"/>
              <a:buChar char="§"/>
              <a:defRPr sz="1600" kern="1200" baseline="0">
                <a:solidFill>
                  <a:schemeClr val="tx1"/>
                </a:solidFill>
                <a:latin typeface="+mn-lt"/>
                <a:ea typeface="+mn-ea"/>
                <a:cs typeface="+mn-cs"/>
              </a:defRPr>
            </a:lvl1pPr>
            <a:lvl2pPr marL="358775" indent="-179388" algn="l" defTabSz="914400" rtl="0" eaLnBrk="1" latinLnBrk="0" hangingPunct="1">
              <a:spcBef>
                <a:spcPts val="0"/>
              </a:spcBef>
              <a:spcAft>
                <a:spcPts val="400"/>
              </a:spcAft>
              <a:buClr>
                <a:schemeClr val="accent1"/>
              </a:buClr>
              <a:buFont typeface="Arial" pitchFamily="34" charset="0"/>
              <a:buChar char="-"/>
              <a:defRPr sz="1600" kern="1200">
                <a:solidFill>
                  <a:schemeClr val="tx1"/>
                </a:solidFill>
                <a:latin typeface="+mn-lt"/>
                <a:ea typeface="+mn-ea"/>
                <a:cs typeface="+mn-cs"/>
              </a:defRPr>
            </a:lvl2pPr>
            <a:lvl3pPr marL="541338" indent="-184150" algn="l" defTabSz="914400" rtl="0" eaLnBrk="1" latinLnBrk="0" hangingPunct="1">
              <a:spcBef>
                <a:spcPts val="0"/>
              </a:spcBef>
              <a:spcAft>
                <a:spcPts val="400"/>
              </a:spcAft>
              <a:buClr>
                <a:schemeClr val="accent1"/>
              </a:buClr>
              <a:buFont typeface="Arial" pitchFamily="34" charset="0"/>
              <a:buChar char="-"/>
              <a:tabLst/>
              <a:defRPr sz="1600" kern="1200">
                <a:solidFill>
                  <a:schemeClr val="tx1"/>
                </a:solidFill>
                <a:latin typeface="+mn-lt"/>
                <a:ea typeface="+mn-ea"/>
                <a:cs typeface="+mn-cs"/>
              </a:defRPr>
            </a:lvl3pPr>
            <a:lvl4pPr marL="715963" indent="-174625" algn="l" defTabSz="914400" rtl="0" eaLnBrk="1" latinLnBrk="0" hangingPunct="1">
              <a:spcBef>
                <a:spcPts val="0"/>
              </a:spcBef>
              <a:spcAft>
                <a:spcPts val="400"/>
              </a:spcAft>
              <a:buClr>
                <a:schemeClr val="accent1"/>
              </a:buClr>
              <a:buFont typeface="Arial" panose="020B0604020202020204" pitchFamily="34" charset="0"/>
              <a:buChar char="-"/>
              <a:defRPr sz="1600" kern="1200">
                <a:solidFill>
                  <a:schemeClr val="tx1"/>
                </a:solidFill>
                <a:latin typeface="+mn-lt"/>
                <a:ea typeface="+mn-ea"/>
                <a:cs typeface="+mn-cs"/>
              </a:defRPr>
            </a:lvl4pPr>
            <a:lvl5pPr marL="715963" indent="182563" algn="l" defTabSz="914400" rtl="0" eaLnBrk="1" latinLnBrk="0" hangingPunct="1">
              <a:spcBef>
                <a:spcPts val="0"/>
              </a:spcBef>
              <a:spcAft>
                <a:spcPts val="400"/>
              </a:spcAft>
              <a:buClr>
                <a:schemeClr val="accent1"/>
              </a:buClr>
              <a:buFont typeface="Arial" panose="020B0604020202020204" pitchFamily="34" charset="0"/>
              <a:buChar char="-"/>
              <a:tabLst/>
              <a:defRPr sz="1600" kern="1200">
                <a:solidFill>
                  <a:schemeClr val="tx1"/>
                </a:solidFill>
                <a:latin typeface="+mn-lt"/>
                <a:ea typeface="+mn-ea"/>
                <a:cs typeface="+mn-cs"/>
              </a:defRPr>
            </a:lvl5pPr>
            <a:lvl6pPr marL="1073150" indent="-174625" algn="l" defTabSz="914400" rtl="0" eaLnBrk="1" latinLnBrk="0" hangingPunct="1">
              <a:spcBef>
                <a:spcPts val="0"/>
              </a:spcBef>
              <a:spcAft>
                <a:spcPts val="400"/>
              </a:spcAft>
              <a:buClr>
                <a:schemeClr val="accent1"/>
              </a:buClr>
              <a:buFont typeface="Arial" panose="020B0604020202020204" pitchFamily="34" charset="0"/>
              <a:buChar char="-"/>
              <a:defRPr sz="1600" kern="1200">
                <a:solidFill>
                  <a:schemeClr val="tx1"/>
                </a:solidFill>
                <a:latin typeface="+mn-lt"/>
                <a:ea typeface="+mn-ea"/>
                <a:cs typeface="+mn-cs"/>
              </a:defRPr>
            </a:lvl6pPr>
            <a:lvl7pPr marL="1255713" indent="-182563" algn="l" defTabSz="914400" rtl="0" eaLnBrk="1" latinLnBrk="0" hangingPunct="1">
              <a:spcBef>
                <a:spcPts val="0"/>
              </a:spcBef>
              <a:spcAft>
                <a:spcPts val="400"/>
              </a:spcAft>
              <a:buClr>
                <a:schemeClr val="accent1"/>
              </a:buClr>
              <a:buFont typeface="Arial" pitchFamily="34" charset="0"/>
              <a:buChar char="-"/>
              <a:defRPr sz="1600" kern="1200">
                <a:solidFill>
                  <a:schemeClr val="tx1"/>
                </a:solidFill>
                <a:latin typeface="+mn-lt"/>
                <a:ea typeface="+mn-ea"/>
                <a:cs typeface="+mn-cs"/>
              </a:defRPr>
            </a:lvl7pPr>
            <a:lvl8pPr marL="1431925" indent="-176213" algn="l" defTabSz="914400" rtl="0" eaLnBrk="1" latinLnBrk="0" hangingPunct="1">
              <a:spcBef>
                <a:spcPts val="0"/>
              </a:spcBef>
              <a:spcAft>
                <a:spcPts val="400"/>
              </a:spcAft>
              <a:buClr>
                <a:schemeClr val="accent1"/>
              </a:buClr>
              <a:buFont typeface="Arial" pitchFamily="34" charset="0"/>
              <a:buChar char="-"/>
              <a:defRPr sz="1600" kern="1200">
                <a:solidFill>
                  <a:schemeClr val="tx1"/>
                </a:solidFill>
                <a:latin typeface="+mn-lt"/>
                <a:ea typeface="+mn-ea"/>
                <a:cs typeface="+mn-cs"/>
              </a:defRPr>
            </a:lvl8pPr>
            <a:lvl9pPr marL="1614488" indent="-182563" algn="l" defTabSz="914400" rtl="0" eaLnBrk="1" latinLnBrk="0" hangingPunct="1">
              <a:spcBef>
                <a:spcPts val="0"/>
              </a:spcBef>
              <a:spcAft>
                <a:spcPts val="400"/>
              </a:spcAft>
              <a:buClr>
                <a:schemeClr val="accent1"/>
              </a:buClr>
              <a:buFont typeface="Arial" pitchFamily="34" charset="0"/>
              <a:buChar char="-"/>
              <a:defRPr sz="1600" kern="1200">
                <a:solidFill>
                  <a:schemeClr val="tx1"/>
                </a:solidFill>
                <a:latin typeface="+mn-lt"/>
                <a:ea typeface="+mn-ea"/>
                <a:cs typeface="+mn-cs"/>
              </a:defRPr>
            </a:lvl9pPr>
          </a:lstStyle>
          <a:p>
            <a:pPr>
              <a:spcBef>
                <a:spcPts val="0"/>
              </a:spcBef>
            </a:pPr>
            <a:r>
              <a:rPr lang="en-US" altLang="zh-CN" b="1" dirty="0" smtClean="0">
                <a:latin typeface="Arial" panose="020B0604020202020204" pitchFamily="34" charset="0"/>
                <a:ea typeface="黑体" panose="02010609060101010101" pitchFamily="49" charset="-122"/>
                <a:cs typeface="Arial" panose="020B0604020202020204" pitchFamily="34" charset="0"/>
              </a:rPr>
              <a:t>2017 version</a:t>
            </a:r>
          </a:p>
          <a:p>
            <a:pPr marL="0" indent="0">
              <a:spcBef>
                <a:spcPts val="0"/>
              </a:spcBef>
              <a:buNone/>
            </a:pPr>
            <a:r>
              <a:rPr lang="en-US" altLang="zh-CN" sz="1400" dirty="0"/>
              <a:t>Test </a:t>
            </a:r>
            <a:r>
              <a:rPr lang="en-US" altLang="zh-CN" sz="1400" dirty="0" smtClean="0"/>
              <a:t>severity:</a:t>
            </a:r>
          </a:p>
          <a:p>
            <a:pPr marL="0" indent="0">
              <a:spcBef>
                <a:spcPts val="0"/>
              </a:spcBef>
              <a:buNone/>
            </a:pPr>
            <a:endParaRPr lang="en-US" altLang="zh-CN" sz="1400" dirty="0"/>
          </a:p>
          <a:p>
            <a:pPr marL="0" indent="0">
              <a:spcBef>
                <a:spcPts val="0"/>
              </a:spcBef>
              <a:buNone/>
            </a:pPr>
            <a:endParaRPr lang="en-US" altLang="zh-CN" sz="1400" dirty="0" smtClean="0"/>
          </a:p>
          <a:p>
            <a:pPr marL="0" indent="0">
              <a:spcBef>
                <a:spcPts val="0"/>
              </a:spcBef>
              <a:buNone/>
            </a:pPr>
            <a:endParaRPr lang="en-US" altLang="zh-CN" sz="1400" dirty="0" smtClean="0"/>
          </a:p>
          <a:p>
            <a:pPr marL="0" indent="0">
              <a:spcBef>
                <a:spcPts val="0"/>
              </a:spcBef>
              <a:buNone/>
            </a:pPr>
            <a:endParaRPr lang="en-US" altLang="zh-CN" sz="1400" dirty="0"/>
          </a:p>
          <a:p>
            <a:pPr marL="0" indent="0">
              <a:spcBef>
                <a:spcPts val="0"/>
              </a:spcBef>
              <a:buNone/>
            </a:pPr>
            <a:endParaRPr lang="en-US" altLang="zh-CN" sz="1400" dirty="0"/>
          </a:p>
          <a:p>
            <a:pPr marL="0" indent="0">
              <a:spcBef>
                <a:spcPts val="0"/>
              </a:spcBef>
              <a:buNone/>
            </a:pPr>
            <a:endParaRPr lang="en-US" altLang="zh-CN" sz="1400" dirty="0"/>
          </a:p>
          <a:p>
            <a:pPr marL="0" indent="0">
              <a:spcBef>
                <a:spcPts val="0"/>
              </a:spcBef>
              <a:buNone/>
            </a:pPr>
            <a:endParaRPr lang="en-US" altLang="zh-CN" sz="1400" dirty="0"/>
          </a:p>
          <a:p>
            <a:pPr marL="0" indent="0">
              <a:spcBef>
                <a:spcPts val="0"/>
              </a:spcBef>
              <a:buNone/>
            </a:pPr>
            <a:endParaRPr lang="en-US" altLang="zh-CN" sz="1400" dirty="0"/>
          </a:p>
          <a:p>
            <a:pPr marL="179387" lvl="1" indent="0">
              <a:buNone/>
            </a:pPr>
            <a:endParaRPr lang="en-US" altLang="zh-CN" sz="1400" dirty="0"/>
          </a:p>
          <a:p>
            <a:pPr marL="0" indent="0">
              <a:spcBef>
                <a:spcPts val="0"/>
              </a:spcBef>
              <a:buNone/>
            </a:pPr>
            <a:endParaRPr lang="en-US" altLang="zh-CN" sz="1400" dirty="0" smtClean="0">
              <a:latin typeface="Arial" panose="020B0604020202020204" pitchFamily="34" charset="0"/>
              <a:ea typeface="黑体" panose="02010609060101010101" pitchFamily="49" charset="-122"/>
              <a:cs typeface="Arial" panose="020B0604020202020204" pitchFamily="34" charset="0"/>
            </a:endParaRPr>
          </a:p>
        </p:txBody>
      </p:sp>
      <p:graphicFrame>
        <p:nvGraphicFramePr>
          <p:cNvPr id="3" name="表格 2"/>
          <p:cNvGraphicFramePr>
            <a:graphicFrameLocks noGrp="1"/>
          </p:cNvGraphicFramePr>
          <p:nvPr>
            <p:extLst>
              <p:ext uri="{D42A27DB-BD31-4B8C-83A1-F6EECF244321}">
                <p14:modId xmlns:p14="http://schemas.microsoft.com/office/powerpoint/2010/main" val="2678061236"/>
              </p:ext>
            </p:extLst>
          </p:nvPr>
        </p:nvGraphicFramePr>
        <p:xfrm>
          <a:off x="3939728" y="1979728"/>
          <a:ext cx="4614337" cy="2592002"/>
        </p:xfrm>
        <a:graphic>
          <a:graphicData uri="http://schemas.openxmlformats.org/drawingml/2006/table">
            <a:tbl>
              <a:tblPr firstRow="1" bandRow="1">
                <a:tableStyleId>{5C22544A-7EE6-4342-B048-85BDC9FD1C3A}</a:tableStyleId>
              </a:tblPr>
              <a:tblGrid>
                <a:gridCol w="956737"/>
                <a:gridCol w="1356851"/>
                <a:gridCol w="2300749"/>
              </a:tblGrid>
              <a:tr h="370286">
                <a:tc>
                  <a:txBody>
                    <a:bodyPr/>
                    <a:lstStyle/>
                    <a:p>
                      <a:r>
                        <a:rPr lang="en-US" altLang="zh-CN" sz="1400" b="0" dirty="0" smtClean="0"/>
                        <a:t>Test</a:t>
                      </a:r>
                      <a:endParaRPr lang="zh-CN" altLang="en-US" sz="1400" b="0" dirty="0"/>
                    </a:p>
                  </a:txBody>
                  <a:tcPr anchor="ctr"/>
                </a:tc>
                <a:tc>
                  <a:txBody>
                    <a:bodyPr/>
                    <a:lstStyle/>
                    <a:p>
                      <a:r>
                        <a:rPr lang="en-US" altLang="zh-CN" sz="1400" b="0" dirty="0" smtClean="0"/>
                        <a:t>Reduction to</a:t>
                      </a:r>
                      <a:endParaRPr lang="zh-CN" altLang="en-US" sz="1400" b="0" dirty="0"/>
                    </a:p>
                  </a:txBody>
                  <a:tcPr anchor="ctr"/>
                </a:tc>
                <a:tc>
                  <a:txBody>
                    <a:bodyPr/>
                    <a:lstStyle/>
                    <a:p>
                      <a:r>
                        <a:rPr lang="en-US" altLang="zh-CN" sz="1400" b="0" dirty="0" smtClean="0"/>
                        <a:t>Duration/number of cycles</a:t>
                      </a:r>
                      <a:endParaRPr lang="zh-CN" altLang="en-US" sz="1400" b="0" dirty="0"/>
                    </a:p>
                  </a:txBody>
                  <a:tcPr anchor="ctr"/>
                </a:tc>
              </a:tr>
              <a:tr h="370286">
                <a:tc>
                  <a:txBody>
                    <a:bodyPr/>
                    <a:lstStyle/>
                    <a:p>
                      <a:r>
                        <a:rPr lang="en-US" altLang="zh-CN" sz="1400" b="0" dirty="0" smtClean="0"/>
                        <a:t>a</a:t>
                      </a:r>
                      <a:endParaRPr lang="zh-CN" altLang="en-US" sz="1400" b="0" dirty="0"/>
                    </a:p>
                  </a:txBody>
                  <a:tcPr anchor="ctr"/>
                </a:tc>
                <a:tc>
                  <a:txBody>
                    <a:bodyPr/>
                    <a:lstStyle/>
                    <a:p>
                      <a:r>
                        <a:rPr lang="en-US" altLang="zh-CN" sz="1400" b="0" dirty="0" smtClean="0"/>
                        <a:t>0%</a:t>
                      </a:r>
                      <a:endParaRPr lang="zh-CN" altLang="en-US" sz="1400" b="0" dirty="0"/>
                    </a:p>
                  </a:txBody>
                  <a:tcPr anchor="ctr"/>
                </a:tc>
                <a:tc>
                  <a:txBody>
                    <a:bodyPr/>
                    <a:lstStyle/>
                    <a:p>
                      <a:r>
                        <a:rPr lang="en-US" altLang="zh-CN" sz="1400" b="0" dirty="0" smtClean="0"/>
                        <a:t>0.5</a:t>
                      </a:r>
                      <a:endParaRPr lang="zh-CN" altLang="en-US" sz="1400" b="0" dirty="0"/>
                    </a:p>
                  </a:txBody>
                  <a:tcPr anchor="ctr"/>
                </a:tc>
              </a:tr>
              <a:tr h="370286">
                <a:tc>
                  <a:txBody>
                    <a:bodyPr/>
                    <a:lstStyle/>
                    <a:p>
                      <a:r>
                        <a:rPr lang="en-US" altLang="zh-CN" sz="1400" b="0" dirty="0" smtClean="0"/>
                        <a:t>b</a:t>
                      </a:r>
                      <a:endParaRPr lang="zh-CN" altLang="en-US" sz="1400" b="0" dirty="0"/>
                    </a:p>
                  </a:txBody>
                  <a:tcPr anchor="ctr"/>
                </a:tc>
                <a:tc>
                  <a:txBody>
                    <a:bodyPr/>
                    <a:lstStyle/>
                    <a:p>
                      <a:r>
                        <a:rPr lang="en-US" altLang="zh-CN" sz="1400" b="0" dirty="0" smtClean="0"/>
                        <a:t>0%</a:t>
                      </a:r>
                      <a:endParaRPr lang="zh-CN" altLang="en-US" sz="1400" b="0" dirty="0"/>
                    </a:p>
                  </a:txBody>
                  <a:tcPr anchor="ctr"/>
                </a:tc>
                <a:tc>
                  <a:txBody>
                    <a:bodyPr/>
                    <a:lstStyle/>
                    <a:p>
                      <a:r>
                        <a:rPr lang="en-US" altLang="zh-CN" sz="1400" b="0" dirty="0" smtClean="0"/>
                        <a:t>1</a:t>
                      </a:r>
                      <a:endParaRPr lang="zh-CN" altLang="en-US" sz="1400" b="0" dirty="0"/>
                    </a:p>
                  </a:txBody>
                  <a:tcPr anchor="ctr"/>
                </a:tc>
              </a:tr>
              <a:tr h="370286">
                <a:tc>
                  <a:txBody>
                    <a:bodyPr/>
                    <a:lstStyle/>
                    <a:p>
                      <a:r>
                        <a:rPr lang="en-US" altLang="zh-CN" sz="1400" b="0" dirty="0" smtClean="0"/>
                        <a:t>C</a:t>
                      </a:r>
                      <a:endParaRPr lang="zh-CN" altLang="en-US" sz="1400" b="0" dirty="0"/>
                    </a:p>
                  </a:txBody>
                  <a:tcPr anchor="ctr"/>
                </a:tc>
                <a:tc>
                  <a:txBody>
                    <a:bodyPr/>
                    <a:lstStyle/>
                    <a:p>
                      <a:r>
                        <a:rPr lang="en-US" altLang="zh-CN" sz="1400" b="0" dirty="0" smtClean="0"/>
                        <a:t>40%</a:t>
                      </a:r>
                      <a:endParaRPr lang="zh-CN" altLang="en-US" sz="1400" b="0" dirty="0"/>
                    </a:p>
                  </a:txBody>
                  <a:tcPr anchor="ctr"/>
                </a:tc>
                <a:tc>
                  <a:txBody>
                    <a:bodyPr/>
                    <a:lstStyle/>
                    <a:p>
                      <a:r>
                        <a:rPr lang="en-US" altLang="zh-CN" sz="1400" b="0" dirty="0" smtClean="0"/>
                        <a:t>10</a:t>
                      </a:r>
                      <a:endParaRPr lang="zh-CN" altLang="en-US" sz="1400" b="0" dirty="0"/>
                    </a:p>
                  </a:txBody>
                  <a:tcPr anchor="ctr"/>
                </a:tc>
              </a:tr>
              <a:tr h="370286">
                <a:tc>
                  <a:txBody>
                    <a:bodyPr/>
                    <a:lstStyle/>
                    <a:p>
                      <a:r>
                        <a:rPr lang="en-US" altLang="zh-CN" sz="1400" b="0" dirty="0" smtClean="0"/>
                        <a:t>d</a:t>
                      </a:r>
                      <a:endParaRPr lang="zh-CN" altLang="en-US" sz="1400" b="0" dirty="0"/>
                    </a:p>
                  </a:txBody>
                  <a:tcPr anchor="ctr"/>
                </a:tc>
                <a:tc>
                  <a:txBody>
                    <a:bodyPr/>
                    <a:lstStyle/>
                    <a:p>
                      <a:r>
                        <a:rPr lang="en-US" altLang="zh-CN" sz="1400" b="0" dirty="0" smtClean="0"/>
                        <a:t>70%</a:t>
                      </a:r>
                      <a:endParaRPr lang="zh-CN" altLang="en-US" sz="1400" b="0" dirty="0"/>
                    </a:p>
                  </a:txBody>
                  <a:tcPr anchor="ctr"/>
                </a:tc>
                <a:tc>
                  <a:txBody>
                    <a:bodyPr/>
                    <a:lstStyle/>
                    <a:p>
                      <a:r>
                        <a:rPr lang="en-US" altLang="zh-CN" sz="1400" b="0" dirty="0" smtClean="0"/>
                        <a:t>25</a:t>
                      </a:r>
                      <a:endParaRPr lang="zh-CN" altLang="en-US" sz="1400" b="0" dirty="0"/>
                    </a:p>
                  </a:txBody>
                  <a:tcPr anchor="ctr"/>
                </a:tc>
              </a:tr>
              <a:tr h="370286">
                <a:tc>
                  <a:txBody>
                    <a:bodyPr/>
                    <a:lstStyle/>
                    <a:p>
                      <a:r>
                        <a:rPr lang="en-US" altLang="zh-CN" sz="1400" b="0" dirty="0" smtClean="0"/>
                        <a:t>e</a:t>
                      </a:r>
                      <a:endParaRPr lang="zh-CN" altLang="en-US" sz="1400" b="0" dirty="0"/>
                    </a:p>
                  </a:txBody>
                  <a:tcPr anchor="ctr"/>
                </a:tc>
                <a:tc>
                  <a:txBody>
                    <a:bodyPr/>
                    <a:lstStyle/>
                    <a:p>
                      <a:r>
                        <a:rPr lang="en-US" altLang="zh-CN" sz="1400" b="0" dirty="0" smtClean="0"/>
                        <a:t>80</a:t>
                      </a:r>
                      <a:endParaRPr lang="zh-CN" altLang="en-US" sz="1400" b="0" dirty="0"/>
                    </a:p>
                  </a:txBody>
                  <a:tcPr anchor="ctr"/>
                </a:tc>
                <a:tc>
                  <a:txBody>
                    <a:bodyPr/>
                    <a:lstStyle/>
                    <a:p>
                      <a:r>
                        <a:rPr lang="en-US" altLang="zh-CN" sz="1400" b="0" dirty="0" smtClean="0"/>
                        <a:t>250</a:t>
                      </a:r>
                      <a:endParaRPr lang="zh-CN" altLang="en-US" sz="1400" b="0" dirty="0"/>
                    </a:p>
                  </a:txBody>
                  <a:tcPr anchor="ctr"/>
                </a:tc>
              </a:tr>
              <a:tr h="370286">
                <a:tc>
                  <a:txBody>
                    <a:bodyPr/>
                    <a:lstStyle/>
                    <a:p>
                      <a:endParaRPr lang="zh-CN" altLang="en-US" sz="1400" b="0" dirty="0"/>
                    </a:p>
                  </a:txBody>
                  <a:tcPr anchor="ctr"/>
                </a:tc>
                <a:tc>
                  <a:txBody>
                    <a:bodyPr/>
                    <a:lstStyle/>
                    <a:p>
                      <a:r>
                        <a:rPr lang="en-US" altLang="zh-CN" sz="1400" b="0" dirty="0" smtClean="0"/>
                        <a:t>0%</a:t>
                      </a:r>
                      <a:endParaRPr lang="zh-CN" altLang="en-US" sz="1400" b="0" dirty="0"/>
                    </a:p>
                  </a:txBody>
                  <a:tcPr anchor="ctr"/>
                </a:tc>
                <a:tc>
                  <a:txBody>
                    <a:bodyPr/>
                    <a:lstStyle/>
                    <a:p>
                      <a:r>
                        <a:rPr lang="en-US" altLang="zh-CN" sz="1400" b="0" dirty="0" smtClean="0"/>
                        <a:t>250 (Short interruption)</a:t>
                      </a:r>
                      <a:endParaRPr lang="zh-CN" altLang="en-US" sz="1400" b="0" dirty="0"/>
                    </a:p>
                  </a:txBody>
                  <a:tcPr anchor="ctr"/>
                </a:tc>
              </a:tr>
            </a:tbl>
          </a:graphicData>
        </a:graphic>
      </p:graphicFrame>
      <mc:AlternateContent xmlns:mc="http://schemas.openxmlformats.org/markup-compatibility/2006" xmlns:a14="http://schemas.microsoft.com/office/drawing/2010/main">
        <mc:Choice Requires="a14">
          <p:sp>
            <p:nvSpPr>
              <p:cNvPr id="9" name="TextBox 8"/>
              <p:cNvSpPr txBox="1"/>
              <p:nvPr/>
            </p:nvSpPr>
            <p:spPr>
              <a:xfrm>
                <a:off x="419991" y="3262739"/>
                <a:ext cx="3276000" cy="2412000"/>
              </a:xfrm>
              <a:prstGeom prst="rect">
                <a:avLst/>
              </a:prstGeom>
              <a:noFill/>
            </p:spPr>
            <p:txBody>
              <a:bodyPr wrap="square" lIns="0" tIns="0" rIns="0" bIns="0" rtlCol="0">
                <a:spAutoFit/>
              </a:bodyPr>
              <a:lstStyle/>
              <a:p>
                <a:pPr marL="179387" lvl="1" indent="0">
                  <a:spcAft>
                    <a:spcPts val="600"/>
                  </a:spcAft>
                  <a:buNone/>
                </a:pPr>
                <a:r>
                  <a:rPr lang="en-US" altLang="zh-CN" sz="1600" dirty="0">
                    <a:latin typeface="Arial" panose="020B0604020202020204" pitchFamily="34" charset="0"/>
                    <a:ea typeface="黑体" panose="02010609060101010101" pitchFamily="49" charset="-122"/>
                    <a:cs typeface="Arial" panose="020B0604020202020204" pitchFamily="34" charset="0"/>
                  </a:rPr>
                  <a:t>Maximum allowable variations:</a:t>
                </a:r>
              </a:p>
              <a:p>
                <a:pPr marL="179387" lvl="1" indent="0">
                  <a:buNone/>
                </a:pPr>
                <a:r>
                  <a:rPr lang="en-US" altLang="zh-CN" sz="1600" dirty="0">
                    <a:latin typeface="Arial" panose="020B0604020202020204" pitchFamily="34" charset="0"/>
                    <a:ea typeface="黑体" panose="02010609060101010101" pitchFamily="49" charset="-122"/>
                    <a:cs typeface="Arial" panose="020B0604020202020204" pitchFamily="34" charset="0"/>
                  </a:rPr>
                  <a:t>The difference between the measurement result due to the disturbance and the measurement result without the disturbance shall not exceed one minimum load cell verification interval, </a:t>
                </a:r>
                <a14:m>
                  <m:oMath xmlns:m="http://schemas.openxmlformats.org/officeDocument/2006/math">
                    <m:sSub>
                      <m:sSubPr>
                        <m:ctrlPr>
                          <a:rPr lang="en-US" altLang="zh-CN" sz="1600" i="1" dirty="0">
                            <a:latin typeface="Cambria Math"/>
                            <a:ea typeface="黑体" panose="02010609060101010101" pitchFamily="49" charset="-122"/>
                            <a:cs typeface="Arial" panose="020B0604020202020204" pitchFamily="34" charset="0"/>
                          </a:rPr>
                        </m:ctrlPr>
                      </m:sSubPr>
                      <m:e>
                        <m:r>
                          <a:rPr lang="en-US" altLang="zh-CN" sz="1600" i="1" dirty="0">
                            <a:latin typeface="Cambria Math"/>
                            <a:ea typeface="黑体" panose="02010609060101010101" pitchFamily="49" charset="-122"/>
                            <a:cs typeface="Arial" panose="020B0604020202020204" pitchFamily="34" charset="0"/>
                          </a:rPr>
                          <m:t>𝑣</m:t>
                        </m:r>
                      </m:e>
                      <m:sub>
                        <m:r>
                          <a:rPr lang="en-US" altLang="zh-CN" sz="1600" i="1" dirty="0">
                            <a:latin typeface="Cambria Math"/>
                            <a:ea typeface="黑体" panose="02010609060101010101" pitchFamily="49" charset="-122"/>
                            <a:cs typeface="Arial" panose="020B0604020202020204" pitchFamily="34" charset="0"/>
                          </a:rPr>
                          <m:t>𝑚𝑖𝑛</m:t>
                        </m:r>
                      </m:sub>
                    </m:sSub>
                  </m:oMath>
                </a14:m>
                <a:r>
                  <a:rPr lang="en-US" altLang="zh-CN" sz="1600" dirty="0">
                    <a:latin typeface="Arial" panose="020B0604020202020204" pitchFamily="34" charset="0"/>
                    <a:ea typeface="黑体" panose="02010609060101010101" pitchFamily="49" charset="-122"/>
                    <a:cs typeface="Arial" panose="020B0604020202020204" pitchFamily="34" charset="0"/>
                  </a:rPr>
                  <a:t>, or the load cell shall detect and react to a significant fault.</a:t>
                </a:r>
              </a:p>
              <a:p>
                <a:pPr>
                  <a:spcBef>
                    <a:spcPts val="400"/>
                  </a:spcBef>
                  <a:spcAft>
                    <a:spcPts val="600"/>
                  </a:spcAft>
                  <a:buClr>
                    <a:schemeClr val="accent1"/>
                  </a:buClr>
                </a:pPr>
                <a:endParaRPr lang="zh-CN" altLang="en-US" sz="1800" dirty="0" err="1" smtClean="0"/>
              </a:p>
            </p:txBody>
          </p:sp>
        </mc:Choice>
        <mc:Fallback xmlns="">
          <p:sp>
            <p:nvSpPr>
              <p:cNvPr id="9" name="TextBox 8"/>
              <p:cNvSpPr txBox="1">
                <a:spLocks noRot="1" noChangeAspect="1" noMove="1" noResize="1" noEditPoints="1" noAdjustHandles="1" noChangeArrowheads="1" noChangeShapeType="1" noTextEdit="1"/>
              </p:cNvSpPr>
              <p:nvPr/>
            </p:nvSpPr>
            <p:spPr>
              <a:xfrm>
                <a:off x="419991" y="3262739"/>
                <a:ext cx="3276000" cy="2412000"/>
              </a:xfrm>
              <a:prstGeom prst="rect">
                <a:avLst/>
              </a:prstGeom>
              <a:blipFill rotWithShape="1">
                <a:blip r:embed="rId2"/>
                <a:stretch>
                  <a:fillRect t="-2525" r="-5028"/>
                </a:stretch>
              </a:blipFill>
            </p:spPr>
            <p:txBody>
              <a:bodyPr/>
              <a:lstStyle/>
              <a:p>
                <a:r>
                  <a:rPr lang="zh-CN" altLang="en-US">
                    <a:noFill/>
                  </a:rPr>
                  <a:t> </a:t>
                </a:r>
              </a:p>
            </p:txBody>
          </p:sp>
        </mc:Fallback>
      </mc:AlternateContent>
      <p:sp>
        <p:nvSpPr>
          <p:cNvPr id="10" name="TextBox 9"/>
          <p:cNvSpPr txBox="1"/>
          <p:nvPr/>
        </p:nvSpPr>
        <p:spPr>
          <a:xfrm>
            <a:off x="3935457" y="4773867"/>
            <a:ext cx="4608000" cy="1008000"/>
          </a:xfrm>
          <a:prstGeom prst="rect">
            <a:avLst/>
          </a:prstGeom>
          <a:noFill/>
        </p:spPr>
        <p:txBody>
          <a:bodyPr wrap="square" lIns="0" tIns="0" rIns="0" bIns="0" rtlCol="0">
            <a:spAutoFit/>
          </a:bodyPr>
          <a:lstStyle/>
          <a:p>
            <a:pPr marL="704850" lvl="2" indent="-342900">
              <a:spcAft>
                <a:spcPts val="600"/>
              </a:spcAft>
              <a:buFont typeface="+mj-lt"/>
              <a:buAutoNum type="alphaLcParenR"/>
            </a:pPr>
            <a:r>
              <a:rPr lang="en-US" altLang="zh-CN" sz="1600" dirty="0">
                <a:latin typeface="Arial" panose="020B0604020202020204" pitchFamily="34" charset="0"/>
                <a:ea typeface="黑体" panose="02010609060101010101" pitchFamily="49" charset="-122"/>
                <a:cs typeface="Arial" panose="020B0604020202020204" pitchFamily="34" charset="0"/>
              </a:rPr>
              <a:t>significant faults do not occur; or</a:t>
            </a:r>
          </a:p>
          <a:p>
            <a:pPr marL="704850" lvl="2" indent="-342900">
              <a:spcAft>
                <a:spcPts val="600"/>
              </a:spcAft>
              <a:buFont typeface="+mj-lt"/>
              <a:buAutoNum type="alphaLcParenR"/>
            </a:pPr>
            <a:r>
              <a:rPr lang="en-US" altLang="zh-CN" sz="1600" dirty="0">
                <a:latin typeface="Arial" panose="020B0604020202020204" pitchFamily="34" charset="0"/>
                <a:ea typeface="黑体" panose="02010609060101010101" pitchFamily="49" charset="-122"/>
                <a:cs typeface="Arial" panose="020B0604020202020204" pitchFamily="34" charset="0"/>
              </a:rPr>
              <a:t>significant faults are detected and acted upon</a:t>
            </a:r>
            <a:r>
              <a:rPr lang="en-US" altLang="zh-CN" sz="1600" dirty="0" smtClean="0">
                <a:latin typeface="Arial" panose="020B0604020202020204" pitchFamily="34" charset="0"/>
                <a:ea typeface="黑体" panose="02010609060101010101" pitchFamily="49" charset="-122"/>
                <a:cs typeface="Arial" panose="020B0604020202020204" pitchFamily="34" charset="0"/>
              </a:rPr>
              <a:t>.</a:t>
            </a:r>
            <a:endParaRPr lang="en-US" altLang="zh-CN" sz="1600" dirty="0">
              <a:latin typeface="Arial" panose="020B0604020202020204" pitchFamily="34" charset="0"/>
              <a:ea typeface="黑体" panose="02010609060101010101" pitchFamily="49" charset="-122"/>
              <a:cs typeface="Arial" panose="020B0604020202020204" pitchFamily="34" charset="0"/>
            </a:endParaRPr>
          </a:p>
          <a:p>
            <a:pPr>
              <a:spcBef>
                <a:spcPts val="400"/>
              </a:spcBef>
              <a:spcAft>
                <a:spcPts val="600"/>
              </a:spcAft>
              <a:buClr>
                <a:schemeClr val="accent1"/>
              </a:buClr>
            </a:pPr>
            <a:endParaRPr lang="zh-CN" altLang="en-US" sz="1600" dirty="0" err="1" smtClean="0"/>
          </a:p>
        </p:txBody>
      </p:sp>
    </p:spTree>
    <p:extLst>
      <p:ext uri="{BB962C8B-B14F-4D97-AF65-F5344CB8AC3E}">
        <p14:creationId xmlns:p14="http://schemas.microsoft.com/office/powerpoint/2010/main" val="1848599809"/>
      </p:ext>
    </p:extLst>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latin typeface="黑体" panose="02010609060101010101" pitchFamily="49" charset="-122"/>
                <a:ea typeface="黑体" panose="02010609060101010101" pitchFamily="49" charset="-122"/>
              </a:rPr>
              <a:t>计量</a:t>
            </a:r>
            <a:r>
              <a:rPr lang="zh-CN" altLang="en-US" dirty="0">
                <a:latin typeface="黑体" panose="02010609060101010101" pitchFamily="49" charset="-122"/>
                <a:ea typeface="黑体" panose="02010609060101010101" pitchFamily="49" charset="-122"/>
              </a:rPr>
              <a:t>要求</a:t>
            </a:r>
            <a:endParaRPr lang="zh-CN" altLang="en-US" dirty="0"/>
          </a:p>
        </p:txBody>
      </p:sp>
      <p:sp>
        <p:nvSpPr>
          <p:cNvPr id="4" name="内容占位符 3"/>
          <p:cNvSpPr>
            <a:spLocks noGrp="1"/>
          </p:cNvSpPr>
          <p:nvPr>
            <p:ph idx="1"/>
          </p:nvPr>
        </p:nvSpPr>
        <p:spPr>
          <a:xfrm>
            <a:off x="395288" y="1359320"/>
            <a:ext cx="4248000" cy="2268000"/>
          </a:xfrm>
        </p:spPr>
        <p:txBody>
          <a:bodyPr/>
          <a:lstStyle/>
          <a:p>
            <a:pPr>
              <a:spcAft>
                <a:spcPts val="1200"/>
              </a:spcAft>
            </a:pPr>
            <a:r>
              <a:rPr lang="en-US" altLang="zh-CN" b="1" dirty="0" smtClean="0">
                <a:latin typeface="Arial" panose="020B0604020202020204" pitchFamily="34" charset="0"/>
                <a:ea typeface="黑体" panose="02010609060101010101" pitchFamily="49" charset="-122"/>
                <a:cs typeface="Arial" panose="020B0604020202020204" pitchFamily="34" charset="0"/>
              </a:rPr>
              <a:t>2000 version</a:t>
            </a:r>
          </a:p>
          <a:p>
            <a:pPr marL="179387" lvl="1" indent="0">
              <a:spcAft>
                <a:spcPts val="600"/>
              </a:spcAft>
              <a:buNone/>
            </a:pPr>
            <a:r>
              <a:rPr lang="en-US" altLang="zh-CN" dirty="0">
                <a:latin typeface="Arial" panose="020B0604020202020204" pitchFamily="34" charset="0"/>
                <a:ea typeface="黑体" panose="02010609060101010101" pitchFamily="49" charset="-122"/>
                <a:cs typeface="Arial" panose="020B0604020202020204" pitchFamily="34" charset="0"/>
              </a:rPr>
              <a:t>Test severity:</a:t>
            </a:r>
          </a:p>
          <a:p>
            <a:pPr marL="179387" lvl="1" indent="0">
              <a:spcAft>
                <a:spcPts val="600"/>
              </a:spcAft>
              <a:buNone/>
            </a:pPr>
            <a:r>
              <a:rPr lang="en-US" altLang="zh-CN" b="1" dirty="0" smtClean="0">
                <a:solidFill>
                  <a:srgbClr val="FF0000"/>
                </a:solidFill>
                <a:latin typeface="Arial" panose="020B0604020202020204" pitchFamily="34" charset="0"/>
                <a:ea typeface="黑体" panose="02010609060101010101" pitchFamily="49" charset="-122"/>
                <a:cs typeface="Arial" panose="020B0604020202020204" pitchFamily="34" charset="0"/>
              </a:rPr>
              <a:t>Level </a:t>
            </a:r>
            <a:r>
              <a:rPr lang="en-US" altLang="zh-CN" b="1" dirty="0">
                <a:solidFill>
                  <a:srgbClr val="FF0000"/>
                </a:solidFill>
                <a:latin typeface="Arial" panose="020B0604020202020204" pitchFamily="34" charset="0"/>
                <a:ea typeface="黑体" panose="02010609060101010101" pitchFamily="49" charset="-122"/>
                <a:cs typeface="Arial" panose="020B0604020202020204" pitchFamily="34" charset="0"/>
              </a:rPr>
              <a:t>2</a:t>
            </a:r>
            <a:r>
              <a:rPr lang="en-US" altLang="zh-CN" dirty="0">
                <a:latin typeface="Arial" panose="020B0604020202020204" pitchFamily="34" charset="0"/>
                <a:ea typeface="黑体" panose="02010609060101010101" pitchFamily="49" charset="-122"/>
                <a:cs typeface="Arial" panose="020B0604020202020204" pitchFamily="34" charset="0"/>
              </a:rPr>
              <a:t> (in accordance with IEC 61000-4-4 (1995-01</a:t>
            </a:r>
            <a:r>
              <a:rPr lang="en-US" altLang="zh-CN" dirty="0" smtClean="0">
                <a:latin typeface="Arial" panose="020B0604020202020204" pitchFamily="34" charset="0"/>
                <a:ea typeface="黑体" panose="02010609060101010101" pitchFamily="49" charset="-122"/>
                <a:cs typeface="Arial" panose="020B0604020202020204" pitchFamily="34" charset="0"/>
              </a:rPr>
              <a:t>), No</a:t>
            </a:r>
            <a:r>
              <a:rPr lang="en-US" altLang="zh-CN" dirty="0">
                <a:latin typeface="Arial" panose="020B0604020202020204" pitchFamily="34" charset="0"/>
                <a:ea typeface="黑体" panose="02010609060101010101" pitchFamily="49" charset="-122"/>
                <a:cs typeface="Arial" panose="020B0604020202020204" pitchFamily="34" charset="0"/>
              </a:rPr>
              <a:t>. 5).</a:t>
            </a:r>
          </a:p>
          <a:p>
            <a:pPr marL="179387" lvl="1" indent="0">
              <a:spcAft>
                <a:spcPts val="600"/>
              </a:spcAft>
              <a:buNone/>
            </a:pPr>
            <a:r>
              <a:rPr lang="en-US" altLang="zh-CN" dirty="0">
                <a:latin typeface="Arial" panose="020B0604020202020204" pitchFamily="34" charset="0"/>
                <a:ea typeface="黑体" panose="02010609060101010101" pitchFamily="49" charset="-122"/>
                <a:cs typeface="Arial" panose="020B0604020202020204" pitchFamily="34" charset="0"/>
              </a:rPr>
              <a:t>Open circuit output test voltage for:</a:t>
            </a:r>
          </a:p>
          <a:p>
            <a:pPr lvl="2">
              <a:spcAft>
                <a:spcPts val="600"/>
              </a:spcAft>
            </a:pPr>
            <a:r>
              <a:rPr lang="en-US" altLang="zh-CN" dirty="0" smtClean="0">
                <a:latin typeface="Arial" panose="020B0604020202020204" pitchFamily="34" charset="0"/>
                <a:ea typeface="黑体" panose="02010609060101010101" pitchFamily="49" charset="-122"/>
                <a:cs typeface="Arial" panose="020B0604020202020204" pitchFamily="34" charset="0"/>
              </a:rPr>
              <a:t>power </a:t>
            </a:r>
            <a:r>
              <a:rPr lang="en-US" altLang="zh-CN" dirty="0">
                <a:latin typeface="Arial" panose="020B0604020202020204" pitchFamily="34" charset="0"/>
                <a:ea typeface="黑体" panose="02010609060101010101" pitchFamily="49" charset="-122"/>
                <a:cs typeface="Arial" panose="020B0604020202020204" pitchFamily="34" charset="0"/>
              </a:rPr>
              <a:t>supply lines: </a:t>
            </a:r>
            <a:r>
              <a:rPr lang="en-US" altLang="zh-CN" b="1" dirty="0">
                <a:latin typeface="Arial" panose="020B0604020202020204" pitchFamily="34" charset="0"/>
                <a:ea typeface="黑体" panose="02010609060101010101" pitchFamily="49" charset="-122"/>
                <a:cs typeface="Arial" panose="020B0604020202020204" pitchFamily="34" charset="0"/>
              </a:rPr>
              <a:t>1 kV</a:t>
            </a:r>
            <a:r>
              <a:rPr lang="en-US" altLang="zh-CN" dirty="0">
                <a:latin typeface="Arial" panose="020B0604020202020204" pitchFamily="34" charset="0"/>
                <a:ea typeface="黑体" panose="02010609060101010101" pitchFamily="49" charset="-122"/>
                <a:cs typeface="Arial" panose="020B0604020202020204" pitchFamily="34" charset="0"/>
              </a:rPr>
              <a:t>;</a:t>
            </a:r>
          </a:p>
          <a:p>
            <a:pPr lvl="2">
              <a:spcAft>
                <a:spcPts val="600"/>
              </a:spcAft>
            </a:pPr>
            <a:r>
              <a:rPr lang="en-US" altLang="zh-CN" dirty="0" smtClean="0">
                <a:latin typeface="Arial" panose="020B0604020202020204" pitchFamily="34" charset="0"/>
                <a:ea typeface="黑体" panose="02010609060101010101" pitchFamily="49" charset="-122"/>
                <a:cs typeface="Arial" panose="020B0604020202020204" pitchFamily="34" charset="0"/>
              </a:rPr>
              <a:t>I/O </a:t>
            </a:r>
            <a:r>
              <a:rPr lang="en-US" altLang="zh-CN" dirty="0">
                <a:latin typeface="Arial" panose="020B0604020202020204" pitchFamily="34" charset="0"/>
                <a:ea typeface="黑体" panose="02010609060101010101" pitchFamily="49" charset="-122"/>
                <a:cs typeface="Arial" panose="020B0604020202020204" pitchFamily="34" charset="0"/>
              </a:rPr>
              <a:t>signal, data, and control lines: </a:t>
            </a:r>
            <a:r>
              <a:rPr lang="en-US" altLang="zh-CN" b="1" dirty="0">
                <a:latin typeface="Arial" panose="020B0604020202020204" pitchFamily="34" charset="0"/>
                <a:ea typeface="黑体" panose="02010609060101010101" pitchFamily="49" charset="-122"/>
                <a:cs typeface="Arial" panose="020B0604020202020204" pitchFamily="34" charset="0"/>
              </a:rPr>
              <a:t>0.5 kV</a:t>
            </a:r>
            <a:r>
              <a:rPr lang="en-US" altLang="zh-CN" dirty="0">
                <a:latin typeface="Arial" panose="020B0604020202020204" pitchFamily="34" charset="0"/>
                <a:ea typeface="黑体" panose="02010609060101010101" pitchFamily="49" charset="-122"/>
                <a:cs typeface="Arial" panose="020B0604020202020204" pitchFamily="34" charset="0"/>
              </a:rPr>
              <a:t>.</a:t>
            </a:r>
            <a:endParaRPr lang="en-US" altLang="zh-CN" dirty="0" smtClean="0">
              <a:latin typeface="Arial" panose="020B0604020202020204" pitchFamily="34" charset="0"/>
              <a:ea typeface="黑体" panose="02010609060101010101" pitchFamily="49" charset="-122"/>
              <a:cs typeface="Arial" panose="020B0604020202020204" pitchFamily="34" charset="0"/>
            </a:endParaRPr>
          </a:p>
        </p:txBody>
      </p:sp>
      <p:sp>
        <p:nvSpPr>
          <p:cNvPr id="5" name="灯片编号占位符 4"/>
          <p:cNvSpPr>
            <a:spLocks noGrp="1"/>
          </p:cNvSpPr>
          <p:nvPr>
            <p:ph type="sldNum" sz="quarter" idx="100"/>
          </p:nvPr>
        </p:nvSpPr>
        <p:spPr/>
        <p:txBody>
          <a:bodyPr/>
          <a:lstStyle/>
          <a:p>
            <a:fld id="{2B2B68EE-DD1E-4368-AFCE-24A50EC7BF18}" type="slidenum">
              <a:rPr lang="en-US" smtClean="0"/>
              <a:pPr/>
              <a:t>69</a:t>
            </a:fld>
            <a:endParaRPr lang="en-US" dirty="0"/>
          </a:p>
        </p:txBody>
      </p:sp>
      <p:sp>
        <p:nvSpPr>
          <p:cNvPr id="6" name="页脚占位符 5"/>
          <p:cNvSpPr>
            <a:spLocks noGrp="1"/>
          </p:cNvSpPr>
          <p:nvPr>
            <p:ph type="ftr" sz="quarter" idx="101"/>
          </p:nvPr>
        </p:nvSpPr>
        <p:spPr/>
        <p:txBody>
          <a:bodyPr/>
          <a:lstStyle/>
          <a:p>
            <a:r>
              <a:rPr lang="en-US" dirty="0" smtClean="0"/>
              <a:t>For internal use - Confidential</a:t>
            </a:r>
            <a:endParaRPr lang="en-US" dirty="0"/>
          </a:p>
        </p:txBody>
      </p:sp>
      <p:sp>
        <p:nvSpPr>
          <p:cNvPr id="7" name="标题 2"/>
          <p:cNvSpPr>
            <a:spLocks noGrp="1"/>
          </p:cNvSpPr>
          <p:nvPr>
            <p:ph type="title" idx="99"/>
          </p:nvPr>
        </p:nvSpPr>
        <p:spPr>
          <a:xfrm>
            <a:off x="395288" y="883268"/>
            <a:ext cx="8353176" cy="324768"/>
          </a:xfrm>
        </p:spPr>
        <p:txBody>
          <a:bodyPr/>
          <a:lstStyle/>
          <a:p>
            <a:r>
              <a:rPr lang="en-US" altLang="zh-CN" dirty="0">
                <a:solidFill>
                  <a:schemeClr val="tx1"/>
                </a:solidFill>
              </a:rPr>
              <a:t>Disturbance - </a:t>
            </a:r>
            <a:r>
              <a:rPr lang="en-US" altLang="zh-CN" sz="1400" b="0" dirty="0">
                <a:solidFill>
                  <a:schemeClr val="tx1"/>
                </a:solidFill>
              </a:rPr>
              <a:t>Bursts (electrical fast transients) </a:t>
            </a:r>
            <a:endParaRPr lang="zh-CN" altLang="en-US" sz="1600" b="0" dirty="0">
              <a:solidFill>
                <a:schemeClr val="tx1"/>
              </a:solidFill>
            </a:endParaRPr>
          </a:p>
        </p:txBody>
      </p:sp>
      <p:sp>
        <p:nvSpPr>
          <p:cNvPr id="8" name="内容占位符 3"/>
          <p:cNvSpPr txBox="1">
            <a:spLocks/>
          </p:cNvSpPr>
          <p:nvPr/>
        </p:nvSpPr>
        <p:spPr>
          <a:xfrm>
            <a:off x="5257052" y="1374084"/>
            <a:ext cx="3528000" cy="2340000"/>
          </a:xfrm>
          <a:prstGeom prst="rect">
            <a:avLst/>
          </a:prstGeom>
        </p:spPr>
        <p:txBody>
          <a:bodyPr vert="horz" lIns="0" tIns="0" rIns="0" bIns="0" rtlCol="0" anchor="t" anchorCtr="0">
            <a:noAutofit/>
          </a:bodyPr>
          <a:lstStyle>
            <a:lvl1pPr marL="179388" indent="-179388" algn="l" defTabSz="914400" rtl="0" eaLnBrk="1" latinLnBrk="0" hangingPunct="1">
              <a:spcBef>
                <a:spcPts val="400"/>
              </a:spcBef>
              <a:spcAft>
                <a:spcPts val="600"/>
              </a:spcAft>
              <a:buClr>
                <a:schemeClr val="accent1"/>
              </a:buClr>
              <a:buFont typeface="Wingdings" pitchFamily="2" charset="2"/>
              <a:buChar char="§"/>
              <a:defRPr sz="1600" kern="1200" baseline="0">
                <a:solidFill>
                  <a:schemeClr val="tx1"/>
                </a:solidFill>
                <a:latin typeface="+mn-lt"/>
                <a:ea typeface="+mn-ea"/>
                <a:cs typeface="+mn-cs"/>
              </a:defRPr>
            </a:lvl1pPr>
            <a:lvl2pPr marL="358775" indent="-179388" algn="l" defTabSz="914400" rtl="0" eaLnBrk="1" latinLnBrk="0" hangingPunct="1">
              <a:spcBef>
                <a:spcPts val="0"/>
              </a:spcBef>
              <a:spcAft>
                <a:spcPts val="400"/>
              </a:spcAft>
              <a:buClr>
                <a:schemeClr val="accent1"/>
              </a:buClr>
              <a:buFont typeface="Arial" pitchFamily="34" charset="0"/>
              <a:buChar char="-"/>
              <a:defRPr sz="1600" kern="1200">
                <a:solidFill>
                  <a:schemeClr val="tx1"/>
                </a:solidFill>
                <a:latin typeface="+mn-lt"/>
                <a:ea typeface="+mn-ea"/>
                <a:cs typeface="+mn-cs"/>
              </a:defRPr>
            </a:lvl2pPr>
            <a:lvl3pPr marL="541338" indent="-184150" algn="l" defTabSz="914400" rtl="0" eaLnBrk="1" latinLnBrk="0" hangingPunct="1">
              <a:spcBef>
                <a:spcPts val="0"/>
              </a:spcBef>
              <a:spcAft>
                <a:spcPts val="400"/>
              </a:spcAft>
              <a:buClr>
                <a:schemeClr val="accent1"/>
              </a:buClr>
              <a:buFont typeface="Arial" pitchFamily="34" charset="0"/>
              <a:buChar char="-"/>
              <a:tabLst/>
              <a:defRPr sz="1600" kern="1200">
                <a:solidFill>
                  <a:schemeClr val="tx1"/>
                </a:solidFill>
                <a:latin typeface="+mn-lt"/>
                <a:ea typeface="+mn-ea"/>
                <a:cs typeface="+mn-cs"/>
              </a:defRPr>
            </a:lvl3pPr>
            <a:lvl4pPr marL="715963" indent="-174625" algn="l" defTabSz="914400" rtl="0" eaLnBrk="1" latinLnBrk="0" hangingPunct="1">
              <a:spcBef>
                <a:spcPts val="0"/>
              </a:spcBef>
              <a:spcAft>
                <a:spcPts val="400"/>
              </a:spcAft>
              <a:buClr>
                <a:schemeClr val="accent1"/>
              </a:buClr>
              <a:buFont typeface="Arial" panose="020B0604020202020204" pitchFamily="34" charset="0"/>
              <a:buChar char="-"/>
              <a:defRPr sz="1600" kern="1200">
                <a:solidFill>
                  <a:schemeClr val="tx1"/>
                </a:solidFill>
                <a:latin typeface="+mn-lt"/>
                <a:ea typeface="+mn-ea"/>
                <a:cs typeface="+mn-cs"/>
              </a:defRPr>
            </a:lvl4pPr>
            <a:lvl5pPr marL="715963" indent="182563" algn="l" defTabSz="914400" rtl="0" eaLnBrk="1" latinLnBrk="0" hangingPunct="1">
              <a:spcBef>
                <a:spcPts val="0"/>
              </a:spcBef>
              <a:spcAft>
                <a:spcPts val="400"/>
              </a:spcAft>
              <a:buClr>
                <a:schemeClr val="accent1"/>
              </a:buClr>
              <a:buFont typeface="Arial" panose="020B0604020202020204" pitchFamily="34" charset="0"/>
              <a:buChar char="-"/>
              <a:tabLst/>
              <a:defRPr sz="1600" kern="1200">
                <a:solidFill>
                  <a:schemeClr val="tx1"/>
                </a:solidFill>
                <a:latin typeface="+mn-lt"/>
                <a:ea typeface="+mn-ea"/>
                <a:cs typeface="+mn-cs"/>
              </a:defRPr>
            </a:lvl5pPr>
            <a:lvl6pPr marL="1073150" indent="-174625" algn="l" defTabSz="914400" rtl="0" eaLnBrk="1" latinLnBrk="0" hangingPunct="1">
              <a:spcBef>
                <a:spcPts val="0"/>
              </a:spcBef>
              <a:spcAft>
                <a:spcPts val="400"/>
              </a:spcAft>
              <a:buClr>
                <a:schemeClr val="accent1"/>
              </a:buClr>
              <a:buFont typeface="Arial" panose="020B0604020202020204" pitchFamily="34" charset="0"/>
              <a:buChar char="-"/>
              <a:defRPr sz="1600" kern="1200">
                <a:solidFill>
                  <a:schemeClr val="tx1"/>
                </a:solidFill>
                <a:latin typeface="+mn-lt"/>
                <a:ea typeface="+mn-ea"/>
                <a:cs typeface="+mn-cs"/>
              </a:defRPr>
            </a:lvl6pPr>
            <a:lvl7pPr marL="1255713" indent="-182563" algn="l" defTabSz="914400" rtl="0" eaLnBrk="1" latinLnBrk="0" hangingPunct="1">
              <a:spcBef>
                <a:spcPts val="0"/>
              </a:spcBef>
              <a:spcAft>
                <a:spcPts val="400"/>
              </a:spcAft>
              <a:buClr>
                <a:schemeClr val="accent1"/>
              </a:buClr>
              <a:buFont typeface="Arial" pitchFamily="34" charset="0"/>
              <a:buChar char="-"/>
              <a:defRPr sz="1600" kern="1200">
                <a:solidFill>
                  <a:schemeClr val="tx1"/>
                </a:solidFill>
                <a:latin typeface="+mn-lt"/>
                <a:ea typeface="+mn-ea"/>
                <a:cs typeface="+mn-cs"/>
              </a:defRPr>
            </a:lvl7pPr>
            <a:lvl8pPr marL="1431925" indent="-176213" algn="l" defTabSz="914400" rtl="0" eaLnBrk="1" latinLnBrk="0" hangingPunct="1">
              <a:spcBef>
                <a:spcPts val="0"/>
              </a:spcBef>
              <a:spcAft>
                <a:spcPts val="400"/>
              </a:spcAft>
              <a:buClr>
                <a:schemeClr val="accent1"/>
              </a:buClr>
              <a:buFont typeface="Arial" pitchFamily="34" charset="0"/>
              <a:buChar char="-"/>
              <a:defRPr sz="1600" kern="1200">
                <a:solidFill>
                  <a:schemeClr val="tx1"/>
                </a:solidFill>
                <a:latin typeface="+mn-lt"/>
                <a:ea typeface="+mn-ea"/>
                <a:cs typeface="+mn-cs"/>
              </a:defRPr>
            </a:lvl8pPr>
            <a:lvl9pPr marL="1614488" indent="-182563" algn="l" defTabSz="914400" rtl="0" eaLnBrk="1" latinLnBrk="0" hangingPunct="1">
              <a:spcBef>
                <a:spcPts val="0"/>
              </a:spcBef>
              <a:spcAft>
                <a:spcPts val="400"/>
              </a:spcAft>
              <a:buClr>
                <a:schemeClr val="accent1"/>
              </a:buClr>
              <a:buFont typeface="Arial" pitchFamily="34" charset="0"/>
              <a:buChar char="-"/>
              <a:defRPr sz="1600" kern="1200">
                <a:solidFill>
                  <a:schemeClr val="tx1"/>
                </a:solidFill>
                <a:latin typeface="+mn-lt"/>
                <a:ea typeface="+mn-ea"/>
                <a:cs typeface="+mn-cs"/>
              </a:defRPr>
            </a:lvl9pPr>
          </a:lstStyle>
          <a:p>
            <a:pPr>
              <a:spcBef>
                <a:spcPts val="0"/>
              </a:spcBef>
            </a:pPr>
            <a:r>
              <a:rPr lang="en-US" altLang="zh-CN" b="1" dirty="0" smtClean="0">
                <a:latin typeface="Arial" panose="020B0604020202020204" pitchFamily="34" charset="0"/>
                <a:ea typeface="黑体" panose="02010609060101010101" pitchFamily="49" charset="-122"/>
                <a:cs typeface="Arial" panose="020B0604020202020204" pitchFamily="34" charset="0"/>
              </a:rPr>
              <a:t>2017 version</a:t>
            </a:r>
          </a:p>
          <a:p>
            <a:pPr marL="0" indent="0">
              <a:spcBef>
                <a:spcPts val="0"/>
              </a:spcBef>
              <a:buNone/>
            </a:pPr>
            <a:r>
              <a:rPr lang="en-US" altLang="zh-CN" dirty="0"/>
              <a:t>Test severity</a:t>
            </a:r>
            <a:r>
              <a:rPr lang="en-US" altLang="zh-CN" dirty="0" smtClean="0"/>
              <a:t>:</a:t>
            </a:r>
          </a:p>
          <a:p>
            <a:pPr marL="0" indent="0">
              <a:spcBef>
                <a:spcPts val="0"/>
              </a:spcBef>
              <a:buNone/>
            </a:pPr>
            <a:r>
              <a:rPr lang="en-US" altLang="zh-CN" b="1" dirty="0">
                <a:solidFill>
                  <a:srgbClr val="FF0000"/>
                </a:solidFill>
              </a:rPr>
              <a:t>Level 3</a:t>
            </a:r>
            <a:r>
              <a:rPr lang="en-US" altLang="zh-CN" b="1" dirty="0"/>
              <a:t> </a:t>
            </a:r>
            <a:r>
              <a:rPr lang="en-US" altLang="zh-CN" dirty="0"/>
              <a:t>in accordance with referenced standard: IEC </a:t>
            </a:r>
            <a:r>
              <a:rPr lang="en-US" altLang="zh-CN" dirty="0" smtClean="0"/>
              <a:t>61000-4-4 No.5</a:t>
            </a:r>
            <a:endParaRPr lang="en-US" altLang="zh-CN" dirty="0"/>
          </a:p>
          <a:p>
            <a:pPr marL="0" indent="0">
              <a:spcBef>
                <a:spcPts val="0"/>
              </a:spcBef>
              <a:buNone/>
            </a:pPr>
            <a:r>
              <a:rPr lang="en-US" altLang="zh-CN" dirty="0"/>
              <a:t>Open circuit output test voltage for:</a:t>
            </a:r>
          </a:p>
          <a:p>
            <a:pPr lvl="1"/>
            <a:r>
              <a:rPr lang="en-US" altLang="zh-CN" dirty="0" smtClean="0"/>
              <a:t>power </a:t>
            </a:r>
            <a:r>
              <a:rPr lang="en-US" altLang="zh-CN" dirty="0"/>
              <a:t>supply lines: </a:t>
            </a:r>
            <a:r>
              <a:rPr lang="en-US" altLang="zh-CN" b="1" dirty="0">
                <a:solidFill>
                  <a:srgbClr val="FF0000"/>
                </a:solidFill>
              </a:rPr>
              <a:t>2 kV</a:t>
            </a:r>
            <a:r>
              <a:rPr lang="en-US" altLang="zh-CN" dirty="0"/>
              <a:t>;</a:t>
            </a:r>
          </a:p>
          <a:p>
            <a:pPr lvl="1"/>
            <a:r>
              <a:rPr lang="en-US" altLang="zh-CN" dirty="0" smtClean="0"/>
              <a:t>I/O </a:t>
            </a:r>
            <a:r>
              <a:rPr lang="en-US" altLang="zh-CN" dirty="0"/>
              <a:t>signal, data, and control lines: </a:t>
            </a:r>
            <a:r>
              <a:rPr lang="en-US" altLang="zh-CN" b="1" dirty="0">
                <a:solidFill>
                  <a:srgbClr val="FF0000"/>
                </a:solidFill>
              </a:rPr>
              <a:t>1 kV</a:t>
            </a:r>
            <a:r>
              <a:rPr lang="en-US" altLang="zh-CN" dirty="0"/>
              <a:t>.</a:t>
            </a:r>
            <a:endParaRPr lang="en-US" altLang="zh-CN" dirty="0" smtClean="0"/>
          </a:p>
          <a:p>
            <a:pPr marL="0" indent="0">
              <a:spcBef>
                <a:spcPts val="0"/>
              </a:spcBef>
              <a:buNone/>
            </a:pPr>
            <a:endParaRPr lang="en-US" altLang="zh-CN" dirty="0"/>
          </a:p>
          <a:p>
            <a:pPr marL="0" indent="0">
              <a:spcBef>
                <a:spcPts val="0"/>
              </a:spcBef>
              <a:buNone/>
            </a:pPr>
            <a:endParaRPr lang="en-US" altLang="zh-CN" dirty="0" smtClean="0"/>
          </a:p>
          <a:p>
            <a:pPr marL="0" indent="0">
              <a:spcBef>
                <a:spcPts val="0"/>
              </a:spcBef>
              <a:buNone/>
            </a:pPr>
            <a:endParaRPr lang="en-US" altLang="zh-CN" dirty="0" smtClean="0"/>
          </a:p>
          <a:p>
            <a:pPr marL="0" indent="0">
              <a:spcBef>
                <a:spcPts val="0"/>
              </a:spcBef>
              <a:buNone/>
            </a:pPr>
            <a:endParaRPr lang="en-US" altLang="zh-CN" dirty="0"/>
          </a:p>
          <a:p>
            <a:pPr marL="0" indent="0">
              <a:spcBef>
                <a:spcPts val="0"/>
              </a:spcBef>
              <a:buNone/>
            </a:pPr>
            <a:endParaRPr lang="en-US" altLang="zh-CN" dirty="0"/>
          </a:p>
          <a:p>
            <a:pPr marL="0" indent="0">
              <a:spcBef>
                <a:spcPts val="0"/>
              </a:spcBef>
              <a:buNone/>
            </a:pPr>
            <a:endParaRPr lang="en-US" altLang="zh-CN" dirty="0"/>
          </a:p>
          <a:p>
            <a:pPr marL="0" indent="0">
              <a:spcBef>
                <a:spcPts val="0"/>
              </a:spcBef>
              <a:buNone/>
            </a:pPr>
            <a:endParaRPr lang="en-US" altLang="zh-CN" dirty="0"/>
          </a:p>
          <a:p>
            <a:pPr marL="0" indent="0">
              <a:spcBef>
                <a:spcPts val="0"/>
              </a:spcBef>
              <a:buNone/>
            </a:pPr>
            <a:endParaRPr lang="en-US" altLang="zh-CN" dirty="0"/>
          </a:p>
          <a:p>
            <a:pPr marL="179387" lvl="1" indent="0">
              <a:buNone/>
            </a:pPr>
            <a:endParaRPr lang="en-US" altLang="zh-CN" dirty="0"/>
          </a:p>
          <a:p>
            <a:pPr marL="0" indent="0">
              <a:spcBef>
                <a:spcPts val="0"/>
              </a:spcBef>
              <a:buNone/>
            </a:pPr>
            <a:endParaRPr lang="en-US" altLang="zh-CN" dirty="0" smtClean="0">
              <a:latin typeface="Arial" panose="020B0604020202020204" pitchFamily="34" charset="0"/>
              <a:ea typeface="黑体" panose="02010609060101010101" pitchFamily="49" charset="-122"/>
              <a:cs typeface="Arial" panose="020B0604020202020204" pitchFamily="34" charset="0"/>
            </a:endParaRPr>
          </a:p>
        </p:txBody>
      </p:sp>
      <mc:AlternateContent xmlns:mc="http://schemas.openxmlformats.org/markup-compatibility/2006" xmlns:a14="http://schemas.microsoft.com/office/drawing/2010/main">
        <mc:Choice Requires="a14">
          <p:sp>
            <p:nvSpPr>
              <p:cNvPr id="9" name="TextBox 8"/>
              <p:cNvSpPr txBox="1"/>
              <p:nvPr/>
            </p:nvSpPr>
            <p:spPr>
              <a:xfrm>
                <a:off x="373497" y="3857365"/>
                <a:ext cx="4536000" cy="1908000"/>
              </a:xfrm>
              <a:prstGeom prst="rect">
                <a:avLst/>
              </a:prstGeom>
              <a:noFill/>
            </p:spPr>
            <p:txBody>
              <a:bodyPr wrap="square" lIns="0" tIns="0" rIns="0" bIns="0" rtlCol="0">
                <a:spAutoFit/>
              </a:bodyPr>
              <a:lstStyle/>
              <a:p>
                <a:pPr marL="179387" lvl="1" indent="0">
                  <a:spcAft>
                    <a:spcPts val="600"/>
                  </a:spcAft>
                  <a:buNone/>
                </a:pPr>
                <a:r>
                  <a:rPr lang="en-US" altLang="zh-CN" sz="1600" dirty="0" smtClean="0">
                    <a:latin typeface="Arial" panose="020B0604020202020204" pitchFamily="34" charset="0"/>
                    <a:ea typeface="黑体" panose="02010609060101010101" pitchFamily="49" charset="-122"/>
                    <a:cs typeface="Arial" panose="020B0604020202020204" pitchFamily="34" charset="0"/>
                  </a:rPr>
                  <a:t>Maximum </a:t>
                </a:r>
                <a:r>
                  <a:rPr lang="en-US" altLang="zh-CN" sz="1600" dirty="0">
                    <a:latin typeface="Arial" panose="020B0604020202020204" pitchFamily="34" charset="0"/>
                    <a:ea typeface="黑体" panose="02010609060101010101" pitchFamily="49" charset="-122"/>
                    <a:cs typeface="Arial" panose="020B0604020202020204" pitchFamily="34" charset="0"/>
                  </a:rPr>
                  <a:t>allowable variations:</a:t>
                </a:r>
              </a:p>
              <a:p>
                <a:pPr marL="179387" lvl="1" indent="0">
                  <a:buNone/>
                </a:pPr>
                <a:r>
                  <a:rPr lang="en-US" altLang="zh-CN" sz="1600" dirty="0">
                    <a:latin typeface="Arial" panose="020B0604020202020204" pitchFamily="34" charset="0"/>
                    <a:ea typeface="黑体" panose="02010609060101010101" pitchFamily="49" charset="-122"/>
                    <a:cs typeface="Arial" panose="020B0604020202020204" pitchFamily="34" charset="0"/>
                  </a:rPr>
                  <a:t>The difference between the measurement result due to the disturbance and the measurement result without the disturbance shall not exceed one minimum load cell verification interval, </a:t>
                </a:r>
                <a14:m>
                  <m:oMath xmlns:m="http://schemas.openxmlformats.org/officeDocument/2006/math">
                    <m:sSub>
                      <m:sSubPr>
                        <m:ctrlPr>
                          <a:rPr lang="en-US" altLang="zh-CN" sz="1600" i="1" dirty="0">
                            <a:latin typeface="Cambria Math"/>
                            <a:ea typeface="黑体" panose="02010609060101010101" pitchFamily="49" charset="-122"/>
                            <a:cs typeface="Arial" panose="020B0604020202020204" pitchFamily="34" charset="0"/>
                          </a:rPr>
                        </m:ctrlPr>
                      </m:sSubPr>
                      <m:e>
                        <m:r>
                          <a:rPr lang="en-US" altLang="zh-CN" sz="1600" i="1" dirty="0">
                            <a:latin typeface="Cambria Math"/>
                            <a:ea typeface="黑体" panose="02010609060101010101" pitchFamily="49" charset="-122"/>
                            <a:cs typeface="Arial" panose="020B0604020202020204" pitchFamily="34" charset="0"/>
                          </a:rPr>
                          <m:t>𝑣</m:t>
                        </m:r>
                      </m:e>
                      <m:sub>
                        <m:r>
                          <a:rPr lang="en-US" altLang="zh-CN" sz="1600" i="1" dirty="0">
                            <a:latin typeface="Cambria Math"/>
                            <a:ea typeface="黑体" panose="02010609060101010101" pitchFamily="49" charset="-122"/>
                            <a:cs typeface="Arial" panose="020B0604020202020204" pitchFamily="34" charset="0"/>
                          </a:rPr>
                          <m:t>𝑚𝑖𝑛</m:t>
                        </m:r>
                      </m:sub>
                    </m:sSub>
                  </m:oMath>
                </a14:m>
                <a:r>
                  <a:rPr lang="en-US" altLang="zh-CN" sz="1600" dirty="0">
                    <a:latin typeface="Arial" panose="020B0604020202020204" pitchFamily="34" charset="0"/>
                    <a:ea typeface="黑体" panose="02010609060101010101" pitchFamily="49" charset="-122"/>
                    <a:cs typeface="Arial" panose="020B0604020202020204" pitchFamily="34" charset="0"/>
                  </a:rPr>
                  <a:t>, or the load cell shall detect and react to a significant fault.</a:t>
                </a:r>
              </a:p>
              <a:p>
                <a:pPr>
                  <a:spcBef>
                    <a:spcPts val="400"/>
                  </a:spcBef>
                  <a:spcAft>
                    <a:spcPts val="600"/>
                  </a:spcAft>
                  <a:buClr>
                    <a:schemeClr val="accent1"/>
                  </a:buClr>
                </a:pPr>
                <a:endParaRPr lang="zh-CN" altLang="en-US" sz="1800" dirty="0" err="1" smtClean="0"/>
              </a:p>
            </p:txBody>
          </p:sp>
        </mc:Choice>
        <mc:Fallback xmlns="">
          <p:sp>
            <p:nvSpPr>
              <p:cNvPr id="9" name="TextBox 8"/>
              <p:cNvSpPr txBox="1">
                <a:spLocks noRot="1" noChangeAspect="1" noMove="1" noResize="1" noEditPoints="1" noAdjustHandles="1" noChangeArrowheads="1" noChangeShapeType="1" noTextEdit="1"/>
              </p:cNvSpPr>
              <p:nvPr/>
            </p:nvSpPr>
            <p:spPr>
              <a:xfrm>
                <a:off x="373497" y="3857365"/>
                <a:ext cx="4536000" cy="1908000"/>
              </a:xfrm>
              <a:prstGeom prst="rect">
                <a:avLst/>
              </a:prstGeom>
              <a:blipFill rotWithShape="1">
                <a:blip r:embed="rId2"/>
                <a:stretch>
                  <a:fillRect t="-3514" r="-3629"/>
                </a:stretch>
              </a:blipFill>
            </p:spPr>
            <p:txBody>
              <a:bodyPr/>
              <a:lstStyle/>
              <a:p>
                <a:r>
                  <a:rPr lang="zh-CN" altLang="en-US">
                    <a:noFill/>
                  </a:rPr>
                  <a:t> </a:t>
                </a:r>
              </a:p>
            </p:txBody>
          </p:sp>
        </mc:Fallback>
      </mc:AlternateContent>
      <p:sp>
        <p:nvSpPr>
          <p:cNvPr id="10" name="TextBox 9"/>
          <p:cNvSpPr txBox="1"/>
          <p:nvPr/>
        </p:nvSpPr>
        <p:spPr>
          <a:xfrm>
            <a:off x="518649" y="5810275"/>
            <a:ext cx="8244000" cy="492443"/>
          </a:xfrm>
          <a:prstGeom prst="rect">
            <a:avLst/>
          </a:prstGeom>
          <a:noFill/>
        </p:spPr>
        <p:txBody>
          <a:bodyPr wrap="square" lIns="0" tIns="0" rIns="0" bIns="0" rtlCol="0">
            <a:spAutoFit/>
          </a:bodyPr>
          <a:lstStyle/>
          <a:p>
            <a:pPr marL="179387" lvl="1" indent="457200">
              <a:spcAft>
                <a:spcPts val="600"/>
              </a:spcAft>
              <a:buNone/>
            </a:pPr>
            <a:r>
              <a:rPr lang="en-US" altLang="zh-CN" sz="1600" dirty="0" smtClean="0">
                <a:latin typeface="Arial" panose="020B0604020202020204" pitchFamily="34" charset="0"/>
                <a:ea typeface="黑体" panose="02010609060101010101" pitchFamily="49" charset="-122"/>
                <a:cs typeface="Arial" panose="020B0604020202020204" pitchFamily="34" charset="0"/>
              </a:rPr>
              <a:t>R60 2017 </a:t>
            </a:r>
            <a:r>
              <a:rPr lang="zh-CN" altLang="en-US" sz="1600" dirty="0" smtClean="0">
                <a:latin typeface="Arial" panose="020B0604020202020204" pitchFamily="34" charset="0"/>
                <a:ea typeface="黑体" panose="02010609060101010101" pitchFamily="49" charset="-122"/>
                <a:cs typeface="Arial" panose="020B0604020202020204" pitchFamily="34" charset="0"/>
              </a:rPr>
              <a:t>要求高于</a:t>
            </a:r>
            <a:r>
              <a:rPr lang="en-US" altLang="zh-CN" sz="1600" dirty="0" smtClean="0">
                <a:latin typeface="Arial" panose="020B0604020202020204" pitchFamily="34" charset="0"/>
                <a:ea typeface="黑体" panose="02010609060101010101" pitchFamily="49" charset="-122"/>
                <a:cs typeface="Arial" panose="020B0604020202020204" pitchFamily="34" charset="0"/>
              </a:rPr>
              <a:t>R60 2000</a:t>
            </a:r>
            <a:r>
              <a:rPr lang="zh-CN" altLang="en-US" sz="1600" dirty="0" smtClean="0">
                <a:latin typeface="Arial" panose="020B0604020202020204" pitchFamily="34" charset="0"/>
                <a:ea typeface="黑体" panose="02010609060101010101" pitchFamily="49" charset="-122"/>
                <a:cs typeface="Arial" panose="020B0604020202020204" pitchFamily="34" charset="0"/>
              </a:rPr>
              <a:t>，同时也高于</a:t>
            </a:r>
            <a:r>
              <a:rPr lang="en-US" altLang="zh-CN" sz="1600" dirty="0" smtClean="0">
                <a:latin typeface="Arial" panose="020B0604020202020204" pitchFamily="34" charset="0"/>
                <a:ea typeface="黑体" panose="02010609060101010101" pitchFamily="49" charset="-122"/>
                <a:cs typeface="Arial" panose="020B0604020202020204" pitchFamily="34" charset="0"/>
              </a:rPr>
              <a:t>R76</a:t>
            </a:r>
            <a:r>
              <a:rPr lang="zh-CN" altLang="en-US" sz="1600" dirty="0" smtClean="0">
                <a:latin typeface="Arial" panose="020B0604020202020204" pitchFamily="34" charset="0"/>
                <a:ea typeface="黑体" panose="02010609060101010101" pitchFamily="49" charset="-122"/>
                <a:cs typeface="Arial" panose="020B0604020202020204" pitchFamily="34" charset="0"/>
              </a:rPr>
              <a:t>，主要是一些工业环境用自动衡器根据</a:t>
            </a:r>
            <a:r>
              <a:rPr lang="en-US" altLang="zh-CN" sz="1600" dirty="0" smtClean="0">
                <a:latin typeface="Arial" panose="020B0604020202020204" pitchFamily="34" charset="0"/>
                <a:ea typeface="黑体" panose="02010609060101010101" pitchFamily="49" charset="-122"/>
                <a:cs typeface="Arial" panose="020B0604020202020204" pitchFamily="34" charset="0"/>
              </a:rPr>
              <a:t>D11</a:t>
            </a:r>
            <a:r>
              <a:rPr lang="zh-CN" altLang="en-US" sz="1600" dirty="0" smtClean="0">
                <a:latin typeface="Arial" panose="020B0604020202020204" pitchFamily="34" charset="0"/>
                <a:ea typeface="黑体" panose="02010609060101010101" pitchFamily="49" charset="-122"/>
                <a:cs typeface="Arial" panose="020B0604020202020204" pitchFamily="34" charset="0"/>
              </a:rPr>
              <a:t>的要求，确定为</a:t>
            </a:r>
            <a:r>
              <a:rPr lang="en-US" altLang="zh-CN" sz="1600" dirty="0" smtClean="0">
                <a:latin typeface="Arial" panose="020B0604020202020204" pitchFamily="34" charset="0"/>
                <a:ea typeface="黑体" panose="02010609060101010101" pitchFamily="49" charset="-122"/>
                <a:cs typeface="Arial" panose="020B0604020202020204" pitchFamily="34" charset="0"/>
              </a:rPr>
              <a:t>E3</a:t>
            </a:r>
            <a:r>
              <a:rPr lang="zh-CN" altLang="en-US" sz="1600" dirty="0" smtClean="0">
                <a:latin typeface="Arial" panose="020B0604020202020204" pitchFamily="34" charset="0"/>
                <a:ea typeface="黑体" panose="02010609060101010101" pitchFamily="49" charset="-122"/>
                <a:cs typeface="Arial" panose="020B0604020202020204" pitchFamily="34" charset="0"/>
              </a:rPr>
              <a:t>电磁环境，模块传感器的标准应与各类衡器要求相兼容。</a:t>
            </a:r>
            <a:endParaRPr lang="zh-CN" altLang="en-US" sz="1800" dirty="0" smtClean="0"/>
          </a:p>
        </p:txBody>
      </p:sp>
      <p:sp>
        <p:nvSpPr>
          <p:cNvPr id="11" name="TextBox 10"/>
          <p:cNvSpPr txBox="1"/>
          <p:nvPr/>
        </p:nvSpPr>
        <p:spPr>
          <a:xfrm>
            <a:off x="5175297" y="4128745"/>
            <a:ext cx="3456000" cy="1190069"/>
          </a:xfrm>
          <a:prstGeom prst="rect">
            <a:avLst/>
          </a:prstGeom>
          <a:noFill/>
        </p:spPr>
        <p:txBody>
          <a:bodyPr wrap="square" lIns="0" tIns="0" rIns="0" bIns="0" rtlCol="0">
            <a:spAutoFit/>
          </a:bodyPr>
          <a:lstStyle/>
          <a:p>
            <a:pPr marL="704850" lvl="2" indent="-342900">
              <a:spcAft>
                <a:spcPts val="600"/>
              </a:spcAft>
              <a:buFont typeface="+mj-lt"/>
              <a:buAutoNum type="alphaLcParenR"/>
            </a:pPr>
            <a:r>
              <a:rPr lang="en-US" altLang="zh-CN" sz="1600" dirty="0">
                <a:latin typeface="Arial" panose="020B0604020202020204" pitchFamily="34" charset="0"/>
                <a:ea typeface="黑体" panose="02010609060101010101" pitchFamily="49" charset="-122"/>
                <a:cs typeface="Arial" panose="020B0604020202020204" pitchFamily="34" charset="0"/>
              </a:rPr>
              <a:t>significant faults do not occur; or</a:t>
            </a:r>
          </a:p>
          <a:p>
            <a:pPr marL="704850" lvl="2" indent="-342900">
              <a:spcAft>
                <a:spcPts val="600"/>
              </a:spcAft>
              <a:buFont typeface="+mj-lt"/>
              <a:buAutoNum type="alphaLcParenR"/>
            </a:pPr>
            <a:r>
              <a:rPr lang="en-US" altLang="zh-CN" sz="1600" dirty="0">
                <a:latin typeface="Arial" panose="020B0604020202020204" pitchFamily="34" charset="0"/>
                <a:ea typeface="黑体" panose="02010609060101010101" pitchFamily="49" charset="-122"/>
                <a:cs typeface="Arial" panose="020B0604020202020204" pitchFamily="34" charset="0"/>
              </a:rPr>
              <a:t>significant faults are detected and acted upon</a:t>
            </a:r>
            <a:r>
              <a:rPr lang="en-US" altLang="zh-CN" sz="1600" dirty="0" smtClean="0">
                <a:latin typeface="Arial" panose="020B0604020202020204" pitchFamily="34" charset="0"/>
                <a:ea typeface="黑体" panose="02010609060101010101" pitchFamily="49" charset="-122"/>
                <a:cs typeface="Arial" panose="020B0604020202020204" pitchFamily="34" charset="0"/>
              </a:rPr>
              <a:t>.</a:t>
            </a:r>
            <a:endParaRPr lang="en-US" altLang="zh-CN" sz="1600" dirty="0">
              <a:latin typeface="Arial" panose="020B0604020202020204" pitchFamily="34" charset="0"/>
              <a:ea typeface="黑体" panose="02010609060101010101" pitchFamily="49" charset="-122"/>
              <a:cs typeface="Arial" panose="020B0604020202020204" pitchFamily="34" charset="0"/>
            </a:endParaRPr>
          </a:p>
          <a:p>
            <a:pPr>
              <a:spcBef>
                <a:spcPts val="400"/>
              </a:spcBef>
              <a:spcAft>
                <a:spcPts val="600"/>
              </a:spcAft>
              <a:buClr>
                <a:schemeClr val="accent1"/>
              </a:buClr>
            </a:pPr>
            <a:endParaRPr lang="zh-CN" altLang="en-US" sz="1600" dirty="0" err="1" smtClean="0"/>
          </a:p>
        </p:txBody>
      </p:sp>
    </p:spTree>
    <p:extLst>
      <p:ext uri="{BB962C8B-B14F-4D97-AF65-F5344CB8AC3E}">
        <p14:creationId xmlns:p14="http://schemas.microsoft.com/office/powerpoint/2010/main" val="33053601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1000"/>
                                        <p:tgtEl>
                                          <p:spTgt spid="10"/>
                                        </p:tgtEl>
                                      </p:cBhvr>
                                    </p:animEffect>
                                    <p:anim calcmode="lin" valueType="num">
                                      <p:cBhvr>
                                        <p:cTn id="8" dur="1000" fill="hold"/>
                                        <p:tgtEl>
                                          <p:spTgt spid="10"/>
                                        </p:tgtEl>
                                        <p:attrNameLst>
                                          <p:attrName>ppt_x</p:attrName>
                                        </p:attrNameLst>
                                      </p:cBhvr>
                                      <p:tavLst>
                                        <p:tav tm="0">
                                          <p:val>
                                            <p:strVal val="#ppt_x"/>
                                          </p:val>
                                        </p:tav>
                                        <p:tav tm="100000">
                                          <p:val>
                                            <p:strVal val="#ppt_x"/>
                                          </p:val>
                                        </p:tav>
                                      </p:tavLst>
                                    </p:anim>
                                    <p:anim calcmode="lin" valueType="num">
                                      <p:cBhvr>
                                        <p:cTn id="9"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latin typeface="黑体" panose="02010609060101010101" pitchFamily="49" charset="-122"/>
                <a:ea typeface="黑体" panose="02010609060101010101" pitchFamily="49" charset="-122"/>
              </a:rPr>
              <a:t>计量</a:t>
            </a:r>
            <a:r>
              <a:rPr lang="zh-CN" altLang="en-US" dirty="0">
                <a:latin typeface="黑体" panose="02010609060101010101" pitchFamily="49" charset="-122"/>
                <a:ea typeface="黑体" panose="02010609060101010101" pitchFamily="49" charset="-122"/>
              </a:rPr>
              <a:t>要求</a:t>
            </a:r>
            <a:endParaRPr lang="zh-CN" altLang="en-US" dirty="0"/>
          </a:p>
        </p:txBody>
      </p:sp>
      <p:sp>
        <p:nvSpPr>
          <p:cNvPr id="4" name="内容占位符 3"/>
          <p:cNvSpPr>
            <a:spLocks noGrp="1"/>
          </p:cNvSpPr>
          <p:nvPr>
            <p:ph idx="1"/>
          </p:nvPr>
        </p:nvSpPr>
        <p:spPr>
          <a:xfrm>
            <a:off x="395288" y="1618632"/>
            <a:ext cx="4248000" cy="2268000"/>
          </a:xfrm>
        </p:spPr>
        <p:txBody>
          <a:bodyPr/>
          <a:lstStyle/>
          <a:p>
            <a:pPr>
              <a:spcAft>
                <a:spcPts val="1200"/>
              </a:spcAft>
            </a:pPr>
            <a:r>
              <a:rPr lang="en-US" altLang="zh-CN" b="1" dirty="0" smtClean="0">
                <a:latin typeface="Arial" panose="020B0604020202020204" pitchFamily="34" charset="0"/>
                <a:ea typeface="黑体" panose="02010609060101010101" pitchFamily="49" charset="-122"/>
                <a:cs typeface="Arial" panose="020B0604020202020204" pitchFamily="34" charset="0"/>
              </a:rPr>
              <a:t>2000 version</a:t>
            </a:r>
          </a:p>
          <a:p>
            <a:pPr marL="179387" lvl="1" indent="0">
              <a:spcAft>
                <a:spcPts val="600"/>
              </a:spcAft>
              <a:buNone/>
            </a:pPr>
            <a:r>
              <a:rPr lang="en-US" altLang="zh-CN" dirty="0" smtClean="0">
                <a:latin typeface="Arial" panose="020B0604020202020204" pitchFamily="34" charset="0"/>
                <a:ea typeface="黑体" panose="02010609060101010101" pitchFamily="49" charset="-122"/>
                <a:cs typeface="Arial" panose="020B0604020202020204" pitchFamily="34" charset="0"/>
              </a:rPr>
              <a:t>No requirements.</a:t>
            </a:r>
          </a:p>
        </p:txBody>
      </p:sp>
      <p:sp>
        <p:nvSpPr>
          <p:cNvPr id="5" name="灯片编号占位符 4"/>
          <p:cNvSpPr>
            <a:spLocks noGrp="1"/>
          </p:cNvSpPr>
          <p:nvPr>
            <p:ph type="sldNum" sz="quarter" idx="100"/>
          </p:nvPr>
        </p:nvSpPr>
        <p:spPr/>
        <p:txBody>
          <a:bodyPr/>
          <a:lstStyle/>
          <a:p>
            <a:fld id="{2B2B68EE-DD1E-4368-AFCE-24A50EC7BF18}" type="slidenum">
              <a:rPr lang="en-US" smtClean="0"/>
              <a:pPr/>
              <a:t>70</a:t>
            </a:fld>
            <a:endParaRPr lang="en-US" dirty="0"/>
          </a:p>
        </p:txBody>
      </p:sp>
      <p:sp>
        <p:nvSpPr>
          <p:cNvPr id="6" name="页脚占位符 5"/>
          <p:cNvSpPr>
            <a:spLocks noGrp="1"/>
          </p:cNvSpPr>
          <p:nvPr>
            <p:ph type="ftr" sz="quarter" idx="101"/>
          </p:nvPr>
        </p:nvSpPr>
        <p:spPr/>
        <p:txBody>
          <a:bodyPr/>
          <a:lstStyle/>
          <a:p>
            <a:r>
              <a:rPr lang="en-US" dirty="0" smtClean="0"/>
              <a:t>For internal use - Confidential</a:t>
            </a:r>
            <a:endParaRPr lang="en-US" dirty="0"/>
          </a:p>
        </p:txBody>
      </p:sp>
      <p:sp>
        <p:nvSpPr>
          <p:cNvPr id="7" name="标题 2"/>
          <p:cNvSpPr>
            <a:spLocks noGrp="1"/>
          </p:cNvSpPr>
          <p:nvPr>
            <p:ph type="title" idx="99"/>
          </p:nvPr>
        </p:nvSpPr>
        <p:spPr>
          <a:xfrm>
            <a:off x="395288" y="883268"/>
            <a:ext cx="8353176" cy="324768"/>
          </a:xfrm>
        </p:spPr>
        <p:txBody>
          <a:bodyPr/>
          <a:lstStyle/>
          <a:p>
            <a:r>
              <a:rPr lang="en-US" altLang="zh-CN" dirty="0">
                <a:solidFill>
                  <a:schemeClr val="tx1"/>
                </a:solidFill>
              </a:rPr>
              <a:t>Disturbance - </a:t>
            </a:r>
            <a:r>
              <a:rPr lang="en-US" altLang="zh-CN" sz="1400" b="0" dirty="0" smtClean="0">
                <a:solidFill>
                  <a:schemeClr val="tx1"/>
                </a:solidFill>
              </a:rPr>
              <a:t> </a:t>
            </a:r>
            <a:r>
              <a:rPr lang="en-US" altLang="zh-CN" sz="1400" b="0" dirty="0">
                <a:solidFill>
                  <a:schemeClr val="tx1"/>
                </a:solidFill>
              </a:rPr>
              <a:t>Surge </a:t>
            </a:r>
            <a:endParaRPr lang="zh-CN" altLang="en-US" sz="1600" b="0" dirty="0">
              <a:solidFill>
                <a:schemeClr val="tx1"/>
              </a:solidFill>
            </a:endParaRPr>
          </a:p>
        </p:txBody>
      </p:sp>
      <p:sp>
        <p:nvSpPr>
          <p:cNvPr id="8" name="内容占位符 3"/>
          <p:cNvSpPr txBox="1">
            <a:spLocks/>
          </p:cNvSpPr>
          <p:nvPr/>
        </p:nvSpPr>
        <p:spPr>
          <a:xfrm>
            <a:off x="4854104" y="1653048"/>
            <a:ext cx="4284000" cy="1800000"/>
          </a:xfrm>
          <a:prstGeom prst="rect">
            <a:avLst/>
          </a:prstGeom>
        </p:spPr>
        <p:txBody>
          <a:bodyPr vert="horz" lIns="0" tIns="0" rIns="0" bIns="0" rtlCol="0" anchor="t" anchorCtr="0">
            <a:noAutofit/>
          </a:bodyPr>
          <a:lstStyle>
            <a:lvl1pPr marL="179388" indent="-179388" algn="l" defTabSz="914400" rtl="0" eaLnBrk="1" latinLnBrk="0" hangingPunct="1">
              <a:spcBef>
                <a:spcPts val="400"/>
              </a:spcBef>
              <a:spcAft>
                <a:spcPts val="600"/>
              </a:spcAft>
              <a:buClr>
                <a:schemeClr val="accent1"/>
              </a:buClr>
              <a:buFont typeface="Wingdings" pitchFamily="2" charset="2"/>
              <a:buChar char="§"/>
              <a:defRPr sz="1600" kern="1200" baseline="0">
                <a:solidFill>
                  <a:schemeClr val="tx1"/>
                </a:solidFill>
                <a:latin typeface="+mn-lt"/>
                <a:ea typeface="+mn-ea"/>
                <a:cs typeface="+mn-cs"/>
              </a:defRPr>
            </a:lvl1pPr>
            <a:lvl2pPr marL="358775" indent="-179388" algn="l" defTabSz="914400" rtl="0" eaLnBrk="1" latinLnBrk="0" hangingPunct="1">
              <a:spcBef>
                <a:spcPts val="0"/>
              </a:spcBef>
              <a:spcAft>
                <a:spcPts val="400"/>
              </a:spcAft>
              <a:buClr>
                <a:schemeClr val="accent1"/>
              </a:buClr>
              <a:buFont typeface="Arial" pitchFamily="34" charset="0"/>
              <a:buChar char="-"/>
              <a:defRPr sz="1600" kern="1200">
                <a:solidFill>
                  <a:schemeClr val="tx1"/>
                </a:solidFill>
                <a:latin typeface="+mn-lt"/>
                <a:ea typeface="+mn-ea"/>
                <a:cs typeface="+mn-cs"/>
              </a:defRPr>
            </a:lvl2pPr>
            <a:lvl3pPr marL="541338" indent="-184150" algn="l" defTabSz="914400" rtl="0" eaLnBrk="1" latinLnBrk="0" hangingPunct="1">
              <a:spcBef>
                <a:spcPts val="0"/>
              </a:spcBef>
              <a:spcAft>
                <a:spcPts val="400"/>
              </a:spcAft>
              <a:buClr>
                <a:schemeClr val="accent1"/>
              </a:buClr>
              <a:buFont typeface="Arial" pitchFamily="34" charset="0"/>
              <a:buChar char="-"/>
              <a:tabLst/>
              <a:defRPr sz="1600" kern="1200">
                <a:solidFill>
                  <a:schemeClr val="tx1"/>
                </a:solidFill>
                <a:latin typeface="+mn-lt"/>
                <a:ea typeface="+mn-ea"/>
                <a:cs typeface="+mn-cs"/>
              </a:defRPr>
            </a:lvl3pPr>
            <a:lvl4pPr marL="715963" indent="-174625" algn="l" defTabSz="914400" rtl="0" eaLnBrk="1" latinLnBrk="0" hangingPunct="1">
              <a:spcBef>
                <a:spcPts val="0"/>
              </a:spcBef>
              <a:spcAft>
                <a:spcPts val="400"/>
              </a:spcAft>
              <a:buClr>
                <a:schemeClr val="accent1"/>
              </a:buClr>
              <a:buFont typeface="Arial" panose="020B0604020202020204" pitchFamily="34" charset="0"/>
              <a:buChar char="-"/>
              <a:defRPr sz="1600" kern="1200">
                <a:solidFill>
                  <a:schemeClr val="tx1"/>
                </a:solidFill>
                <a:latin typeface="+mn-lt"/>
                <a:ea typeface="+mn-ea"/>
                <a:cs typeface="+mn-cs"/>
              </a:defRPr>
            </a:lvl4pPr>
            <a:lvl5pPr marL="715963" indent="182563" algn="l" defTabSz="914400" rtl="0" eaLnBrk="1" latinLnBrk="0" hangingPunct="1">
              <a:spcBef>
                <a:spcPts val="0"/>
              </a:spcBef>
              <a:spcAft>
                <a:spcPts val="400"/>
              </a:spcAft>
              <a:buClr>
                <a:schemeClr val="accent1"/>
              </a:buClr>
              <a:buFont typeface="Arial" panose="020B0604020202020204" pitchFamily="34" charset="0"/>
              <a:buChar char="-"/>
              <a:tabLst/>
              <a:defRPr sz="1600" kern="1200">
                <a:solidFill>
                  <a:schemeClr val="tx1"/>
                </a:solidFill>
                <a:latin typeface="+mn-lt"/>
                <a:ea typeface="+mn-ea"/>
                <a:cs typeface="+mn-cs"/>
              </a:defRPr>
            </a:lvl5pPr>
            <a:lvl6pPr marL="1073150" indent="-174625" algn="l" defTabSz="914400" rtl="0" eaLnBrk="1" latinLnBrk="0" hangingPunct="1">
              <a:spcBef>
                <a:spcPts val="0"/>
              </a:spcBef>
              <a:spcAft>
                <a:spcPts val="400"/>
              </a:spcAft>
              <a:buClr>
                <a:schemeClr val="accent1"/>
              </a:buClr>
              <a:buFont typeface="Arial" panose="020B0604020202020204" pitchFamily="34" charset="0"/>
              <a:buChar char="-"/>
              <a:defRPr sz="1600" kern="1200">
                <a:solidFill>
                  <a:schemeClr val="tx1"/>
                </a:solidFill>
                <a:latin typeface="+mn-lt"/>
                <a:ea typeface="+mn-ea"/>
                <a:cs typeface="+mn-cs"/>
              </a:defRPr>
            </a:lvl6pPr>
            <a:lvl7pPr marL="1255713" indent="-182563" algn="l" defTabSz="914400" rtl="0" eaLnBrk="1" latinLnBrk="0" hangingPunct="1">
              <a:spcBef>
                <a:spcPts val="0"/>
              </a:spcBef>
              <a:spcAft>
                <a:spcPts val="400"/>
              </a:spcAft>
              <a:buClr>
                <a:schemeClr val="accent1"/>
              </a:buClr>
              <a:buFont typeface="Arial" pitchFamily="34" charset="0"/>
              <a:buChar char="-"/>
              <a:defRPr sz="1600" kern="1200">
                <a:solidFill>
                  <a:schemeClr val="tx1"/>
                </a:solidFill>
                <a:latin typeface="+mn-lt"/>
                <a:ea typeface="+mn-ea"/>
                <a:cs typeface="+mn-cs"/>
              </a:defRPr>
            </a:lvl7pPr>
            <a:lvl8pPr marL="1431925" indent="-176213" algn="l" defTabSz="914400" rtl="0" eaLnBrk="1" latinLnBrk="0" hangingPunct="1">
              <a:spcBef>
                <a:spcPts val="0"/>
              </a:spcBef>
              <a:spcAft>
                <a:spcPts val="400"/>
              </a:spcAft>
              <a:buClr>
                <a:schemeClr val="accent1"/>
              </a:buClr>
              <a:buFont typeface="Arial" pitchFamily="34" charset="0"/>
              <a:buChar char="-"/>
              <a:defRPr sz="1600" kern="1200">
                <a:solidFill>
                  <a:schemeClr val="tx1"/>
                </a:solidFill>
                <a:latin typeface="+mn-lt"/>
                <a:ea typeface="+mn-ea"/>
                <a:cs typeface="+mn-cs"/>
              </a:defRPr>
            </a:lvl8pPr>
            <a:lvl9pPr marL="1614488" indent="-182563" algn="l" defTabSz="914400" rtl="0" eaLnBrk="1" latinLnBrk="0" hangingPunct="1">
              <a:spcBef>
                <a:spcPts val="0"/>
              </a:spcBef>
              <a:spcAft>
                <a:spcPts val="400"/>
              </a:spcAft>
              <a:buClr>
                <a:schemeClr val="accent1"/>
              </a:buClr>
              <a:buFont typeface="Arial" pitchFamily="34" charset="0"/>
              <a:buChar char="-"/>
              <a:defRPr sz="1600" kern="1200">
                <a:solidFill>
                  <a:schemeClr val="tx1"/>
                </a:solidFill>
                <a:latin typeface="+mn-lt"/>
                <a:ea typeface="+mn-ea"/>
                <a:cs typeface="+mn-cs"/>
              </a:defRPr>
            </a:lvl9pPr>
          </a:lstStyle>
          <a:p>
            <a:pPr>
              <a:spcBef>
                <a:spcPts val="0"/>
              </a:spcBef>
            </a:pPr>
            <a:r>
              <a:rPr lang="en-US" altLang="zh-CN" b="1" dirty="0" smtClean="0">
                <a:latin typeface="Arial" panose="020B0604020202020204" pitchFamily="34" charset="0"/>
                <a:ea typeface="黑体" panose="02010609060101010101" pitchFamily="49" charset="-122"/>
                <a:cs typeface="Arial" panose="020B0604020202020204" pitchFamily="34" charset="0"/>
              </a:rPr>
              <a:t>2017 version</a:t>
            </a:r>
          </a:p>
          <a:p>
            <a:pPr marL="179387" lvl="1" indent="0">
              <a:buNone/>
            </a:pPr>
            <a:r>
              <a:rPr lang="en-US" altLang="zh-CN" dirty="0"/>
              <a:t>Test severity</a:t>
            </a:r>
            <a:r>
              <a:rPr lang="en-US" altLang="zh-CN" dirty="0" smtClean="0"/>
              <a:t>:</a:t>
            </a:r>
          </a:p>
          <a:p>
            <a:pPr marL="179387" lvl="1" indent="0">
              <a:buNone/>
            </a:pPr>
            <a:r>
              <a:rPr lang="en-US" altLang="zh-CN" b="1" dirty="0">
                <a:solidFill>
                  <a:srgbClr val="FF0000"/>
                </a:solidFill>
              </a:rPr>
              <a:t>Level 3</a:t>
            </a:r>
          </a:p>
          <a:p>
            <a:pPr marL="179387" lvl="1" indent="0">
              <a:buNone/>
            </a:pPr>
            <a:r>
              <a:rPr lang="en-US" altLang="zh-CN" dirty="0"/>
              <a:t>Amplitude (peak value) Power supply lines</a:t>
            </a:r>
            <a:r>
              <a:rPr lang="en-US" altLang="zh-CN" dirty="0" smtClean="0"/>
              <a:t>:</a:t>
            </a:r>
          </a:p>
          <a:p>
            <a:pPr marL="361950" lvl="2" indent="0">
              <a:buNone/>
            </a:pPr>
            <a:r>
              <a:rPr lang="en-US" altLang="zh-CN" dirty="0" smtClean="0"/>
              <a:t>1 </a:t>
            </a:r>
            <a:r>
              <a:rPr lang="en-US" altLang="zh-CN" dirty="0"/>
              <a:t>kV (line to line) and</a:t>
            </a:r>
          </a:p>
          <a:p>
            <a:pPr marL="361950" lvl="2" indent="0">
              <a:buNone/>
            </a:pPr>
            <a:r>
              <a:rPr lang="en-US" altLang="zh-CN" dirty="0"/>
              <a:t>2 kV (line to earth)</a:t>
            </a:r>
          </a:p>
          <a:p>
            <a:pPr marL="0" indent="0">
              <a:spcBef>
                <a:spcPts val="0"/>
              </a:spcBef>
              <a:buNone/>
            </a:pPr>
            <a:endParaRPr lang="en-US" altLang="zh-CN" dirty="0" smtClean="0"/>
          </a:p>
          <a:p>
            <a:pPr marL="0" indent="0">
              <a:spcBef>
                <a:spcPts val="0"/>
              </a:spcBef>
              <a:buNone/>
            </a:pPr>
            <a:endParaRPr lang="en-US" altLang="zh-CN" dirty="0" smtClean="0"/>
          </a:p>
          <a:p>
            <a:pPr marL="0" indent="0">
              <a:spcBef>
                <a:spcPts val="0"/>
              </a:spcBef>
              <a:buNone/>
            </a:pPr>
            <a:endParaRPr lang="en-US" altLang="zh-CN" dirty="0"/>
          </a:p>
          <a:p>
            <a:pPr marL="0" indent="0">
              <a:spcBef>
                <a:spcPts val="0"/>
              </a:spcBef>
              <a:buNone/>
            </a:pPr>
            <a:endParaRPr lang="en-US" altLang="zh-CN" dirty="0"/>
          </a:p>
          <a:p>
            <a:pPr marL="0" indent="0">
              <a:spcBef>
                <a:spcPts val="0"/>
              </a:spcBef>
              <a:buNone/>
            </a:pPr>
            <a:endParaRPr lang="en-US" altLang="zh-CN" dirty="0"/>
          </a:p>
          <a:p>
            <a:pPr marL="0" indent="0">
              <a:spcBef>
                <a:spcPts val="0"/>
              </a:spcBef>
              <a:buNone/>
            </a:pPr>
            <a:endParaRPr lang="en-US" altLang="zh-CN" dirty="0"/>
          </a:p>
          <a:p>
            <a:pPr marL="0" indent="0">
              <a:spcBef>
                <a:spcPts val="0"/>
              </a:spcBef>
              <a:buNone/>
            </a:pPr>
            <a:endParaRPr lang="en-US" altLang="zh-CN" dirty="0"/>
          </a:p>
          <a:p>
            <a:pPr marL="179387" lvl="1" indent="0">
              <a:buNone/>
            </a:pPr>
            <a:endParaRPr lang="en-US" altLang="zh-CN" dirty="0"/>
          </a:p>
          <a:p>
            <a:pPr marL="0" indent="0">
              <a:spcBef>
                <a:spcPts val="0"/>
              </a:spcBef>
              <a:buNone/>
            </a:pPr>
            <a:endParaRPr lang="en-US" altLang="zh-CN" dirty="0" smtClean="0">
              <a:latin typeface="Arial" panose="020B0604020202020204" pitchFamily="34" charset="0"/>
              <a:ea typeface="黑体" panose="02010609060101010101" pitchFamily="49" charset="-122"/>
              <a:cs typeface="Arial" panose="020B0604020202020204" pitchFamily="34" charset="0"/>
            </a:endParaRPr>
          </a:p>
        </p:txBody>
      </p:sp>
      <p:sp>
        <p:nvSpPr>
          <p:cNvPr id="9" name="TextBox 8"/>
          <p:cNvSpPr txBox="1"/>
          <p:nvPr/>
        </p:nvSpPr>
        <p:spPr>
          <a:xfrm>
            <a:off x="4650945" y="3691639"/>
            <a:ext cx="3960000" cy="974626"/>
          </a:xfrm>
          <a:prstGeom prst="rect">
            <a:avLst/>
          </a:prstGeom>
          <a:noFill/>
        </p:spPr>
        <p:txBody>
          <a:bodyPr wrap="square" lIns="0" tIns="0" rIns="0" bIns="0" rtlCol="0">
            <a:spAutoFit/>
          </a:bodyPr>
          <a:lstStyle/>
          <a:p>
            <a:pPr marL="704850" lvl="2" indent="-342900">
              <a:spcAft>
                <a:spcPts val="600"/>
              </a:spcAft>
              <a:buFont typeface="+mj-lt"/>
              <a:buAutoNum type="alphaLcParenR"/>
            </a:pPr>
            <a:r>
              <a:rPr lang="en-US" altLang="zh-CN" sz="1600" dirty="0">
                <a:latin typeface="Arial" panose="020B0604020202020204" pitchFamily="34" charset="0"/>
                <a:ea typeface="黑体" panose="02010609060101010101" pitchFamily="49" charset="-122"/>
                <a:cs typeface="Arial" panose="020B0604020202020204" pitchFamily="34" charset="0"/>
              </a:rPr>
              <a:t>significant faults do not occur; or</a:t>
            </a:r>
          </a:p>
          <a:p>
            <a:pPr marL="704850" lvl="2" indent="-342900">
              <a:spcAft>
                <a:spcPts val="600"/>
              </a:spcAft>
              <a:buFont typeface="+mj-lt"/>
              <a:buAutoNum type="alphaLcParenR"/>
            </a:pPr>
            <a:r>
              <a:rPr lang="en-US" altLang="zh-CN" sz="1600" dirty="0">
                <a:latin typeface="Arial" panose="020B0604020202020204" pitchFamily="34" charset="0"/>
                <a:ea typeface="黑体" panose="02010609060101010101" pitchFamily="49" charset="-122"/>
                <a:cs typeface="Arial" panose="020B0604020202020204" pitchFamily="34" charset="0"/>
              </a:rPr>
              <a:t>significant faults are detected and acted upon.</a:t>
            </a:r>
          </a:p>
          <a:p>
            <a:pPr>
              <a:spcBef>
                <a:spcPts val="400"/>
              </a:spcBef>
              <a:spcAft>
                <a:spcPts val="600"/>
              </a:spcAft>
              <a:buClr>
                <a:schemeClr val="accent1"/>
              </a:buClr>
            </a:pPr>
            <a:endParaRPr lang="zh-CN" altLang="en-US" sz="1800" dirty="0" err="1" smtClean="0"/>
          </a:p>
        </p:txBody>
      </p:sp>
      <p:sp>
        <p:nvSpPr>
          <p:cNvPr id="10" name="TextBox 9"/>
          <p:cNvSpPr txBox="1"/>
          <p:nvPr/>
        </p:nvSpPr>
        <p:spPr>
          <a:xfrm>
            <a:off x="518649" y="4857151"/>
            <a:ext cx="8172000" cy="1461939"/>
          </a:xfrm>
          <a:prstGeom prst="rect">
            <a:avLst/>
          </a:prstGeom>
          <a:noFill/>
        </p:spPr>
        <p:txBody>
          <a:bodyPr wrap="square" lIns="0" tIns="0" rIns="0" bIns="0" rtlCol="0">
            <a:spAutoFit/>
          </a:bodyPr>
          <a:lstStyle/>
          <a:p>
            <a:pPr marL="179387" lvl="1" indent="457200">
              <a:spcAft>
                <a:spcPts val="600"/>
              </a:spcAft>
              <a:buNone/>
            </a:pPr>
            <a:r>
              <a:rPr lang="en-US" altLang="zh-CN" sz="1600" dirty="0" smtClean="0">
                <a:latin typeface="Arial" panose="020B0604020202020204" pitchFamily="34" charset="0"/>
                <a:ea typeface="黑体" panose="02010609060101010101" pitchFamily="49" charset="-122"/>
                <a:cs typeface="Arial" panose="020B0604020202020204" pitchFamily="34" charset="0"/>
              </a:rPr>
              <a:t>R60 2017 </a:t>
            </a:r>
            <a:r>
              <a:rPr lang="zh-CN" altLang="en-US" sz="1600" dirty="0" smtClean="0">
                <a:latin typeface="Arial" panose="020B0604020202020204" pitchFamily="34" charset="0"/>
                <a:ea typeface="黑体" panose="02010609060101010101" pitchFamily="49" charset="-122"/>
                <a:cs typeface="Arial" panose="020B0604020202020204" pitchFamily="34" charset="0"/>
              </a:rPr>
              <a:t>要求高于</a:t>
            </a:r>
            <a:r>
              <a:rPr lang="en-US" altLang="zh-CN" sz="1600" dirty="0" smtClean="0">
                <a:latin typeface="Arial" panose="020B0604020202020204" pitchFamily="34" charset="0"/>
                <a:ea typeface="黑体" panose="02010609060101010101" pitchFamily="49" charset="-122"/>
                <a:cs typeface="Arial" panose="020B0604020202020204" pitchFamily="34" charset="0"/>
              </a:rPr>
              <a:t>R76</a:t>
            </a:r>
            <a:r>
              <a:rPr lang="zh-CN" altLang="en-US" sz="1600" dirty="0" smtClean="0">
                <a:latin typeface="Arial" panose="020B0604020202020204" pitchFamily="34" charset="0"/>
                <a:ea typeface="黑体" panose="02010609060101010101" pitchFamily="49" charset="-122"/>
                <a:cs typeface="Arial" panose="020B0604020202020204" pitchFamily="34" charset="0"/>
              </a:rPr>
              <a:t>，主要是一些工业环境用自动衡器根据</a:t>
            </a:r>
            <a:r>
              <a:rPr lang="en-US" altLang="zh-CN" sz="1600" dirty="0" smtClean="0">
                <a:latin typeface="Arial" panose="020B0604020202020204" pitchFamily="34" charset="0"/>
                <a:ea typeface="黑体" panose="02010609060101010101" pitchFamily="49" charset="-122"/>
                <a:cs typeface="Arial" panose="020B0604020202020204" pitchFamily="34" charset="0"/>
              </a:rPr>
              <a:t>D11</a:t>
            </a:r>
            <a:r>
              <a:rPr lang="zh-CN" altLang="en-US" sz="1600" dirty="0" smtClean="0">
                <a:latin typeface="Arial" panose="020B0604020202020204" pitchFamily="34" charset="0"/>
                <a:ea typeface="黑体" panose="02010609060101010101" pitchFamily="49" charset="-122"/>
                <a:cs typeface="Arial" panose="020B0604020202020204" pitchFamily="34" charset="0"/>
              </a:rPr>
              <a:t>的要求，确定为</a:t>
            </a:r>
            <a:r>
              <a:rPr lang="en-US" altLang="zh-CN" sz="1600" dirty="0" smtClean="0">
                <a:latin typeface="Arial" panose="020B0604020202020204" pitchFamily="34" charset="0"/>
                <a:ea typeface="黑体" panose="02010609060101010101" pitchFamily="49" charset="-122"/>
                <a:cs typeface="Arial" panose="020B0604020202020204" pitchFamily="34" charset="0"/>
              </a:rPr>
              <a:t>E3</a:t>
            </a:r>
            <a:r>
              <a:rPr lang="zh-CN" altLang="en-US" sz="1600" dirty="0" smtClean="0">
                <a:latin typeface="Arial" panose="020B0604020202020204" pitchFamily="34" charset="0"/>
                <a:ea typeface="黑体" panose="02010609060101010101" pitchFamily="49" charset="-122"/>
                <a:cs typeface="Arial" panose="020B0604020202020204" pitchFamily="34" charset="0"/>
              </a:rPr>
              <a:t>电磁环境，模块传感器的标准应与各类衡器要求相兼容。</a:t>
            </a:r>
            <a:endParaRPr lang="en-US" altLang="zh-CN" sz="1600" dirty="0" smtClean="0">
              <a:latin typeface="Arial" panose="020B0604020202020204" pitchFamily="34" charset="0"/>
              <a:ea typeface="黑体" panose="02010609060101010101" pitchFamily="49" charset="-122"/>
              <a:cs typeface="Arial" panose="020B0604020202020204" pitchFamily="34" charset="0"/>
            </a:endParaRPr>
          </a:p>
          <a:p>
            <a:pPr marL="179387" lvl="1">
              <a:spcAft>
                <a:spcPts val="600"/>
              </a:spcAft>
              <a:buNone/>
            </a:pPr>
            <a:r>
              <a:rPr lang="en-US" altLang="zh-CN" sz="1600" dirty="0" smtClean="0">
                <a:latin typeface="Arial" panose="020B0604020202020204" pitchFamily="34" charset="0"/>
                <a:ea typeface="黑体" panose="02010609060101010101" pitchFamily="49" charset="-122"/>
                <a:cs typeface="Arial" panose="020B0604020202020204" pitchFamily="34" charset="0"/>
              </a:rPr>
              <a:t>R76:</a:t>
            </a:r>
          </a:p>
          <a:p>
            <a:pPr marL="179387" lvl="1">
              <a:spcAft>
                <a:spcPts val="600"/>
              </a:spcAft>
              <a:buNone/>
            </a:pPr>
            <a:r>
              <a:rPr lang="en-US" altLang="zh-CN" sz="1600" dirty="0"/>
              <a:t>Test severity: Level </a:t>
            </a:r>
            <a:r>
              <a:rPr lang="en-US" altLang="zh-CN" sz="1600" dirty="0" smtClean="0"/>
              <a:t>2 Amplitude </a:t>
            </a:r>
            <a:r>
              <a:rPr lang="en-US" altLang="zh-CN" sz="1600" dirty="0"/>
              <a:t>(peak value) Power supply lines: </a:t>
            </a:r>
            <a:endParaRPr lang="en-US" altLang="zh-CN" sz="1600" dirty="0" smtClean="0"/>
          </a:p>
          <a:p>
            <a:pPr marL="179387" lvl="1">
              <a:spcAft>
                <a:spcPts val="600"/>
              </a:spcAft>
              <a:buNone/>
            </a:pPr>
            <a:r>
              <a:rPr lang="en-US" altLang="zh-CN" sz="1600" dirty="0" smtClean="0"/>
              <a:t>0.5 </a:t>
            </a:r>
            <a:r>
              <a:rPr lang="en-US" altLang="zh-CN" sz="1600" dirty="0"/>
              <a:t>kV (line to line) and 1 kV (line to earth)</a:t>
            </a:r>
            <a:endParaRPr lang="zh-CN" altLang="en-US" sz="1600" dirty="0" smtClean="0"/>
          </a:p>
        </p:txBody>
      </p:sp>
    </p:spTree>
    <p:extLst>
      <p:ext uri="{BB962C8B-B14F-4D97-AF65-F5344CB8AC3E}">
        <p14:creationId xmlns:p14="http://schemas.microsoft.com/office/powerpoint/2010/main" val="361233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1000"/>
                                        <p:tgtEl>
                                          <p:spTgt spid="10"/>
                                        </p:tgtEl>
                                      </p:cBhvr>
                                    </p:animEffect>
                                    <p:anim calcmode="lin" valueType="num">
                                      <p:cBhvr>
                                        <p:cTn id="8" dur="1000" fill="hold"/>
                                        <p:tgtEl>
                                          <p:spTgt spid="10"/>
                                        </p:tgtEl>
                                        <p:attrNameLst>
                                          <p:attrName>ppt_x</p:attrName>
                                        </p:attrNameLst>
                                      </p:cBhvr>
                                      <p:tavLst>
                                        <p:tav tm="0">
                                          <p:val>
                                            <p:strVal val="#ppt_x"/>
                                          </p:val>
                                        </p:tav>
                                        <p:tav tm="100000">
                                          <p:val>
                                            <p:strVal val="#ppt_x"/>
                                          </p:val>
                                        </p:tav>
                                      </p:tavLst>
                                    </p:anim>
                                    <p:anim calcmode="lin" valueType="num">
                                      <p:cBhvr>
                                        <p:cTn id="9"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latin typeface="黑体" panose="02010609060101010101" pitchFamily="49" charset="-122"/>
                <a:ea typeface="黑体" panose="02010609060101010101" pitchFamily="49" charset="-122"/>
              </a:rPr>
              <a:t>计量</a:t>
            </a:r>
            <a:r>
              <a:rPr lang="zh-CN" altLang="en-US" dirty="0">
                <a:latin typeface="黑体" panose="02010609060101010101" pitchFamily="49" charset="-122"/>
                <a:ea typeface="黑体" panose="02010609060101010101" pitchFamily="49" charset="-122"/>
              </a:rPr>
              <a:t>要求</a:t>
            </a:r>
            <a:endParaRPr lang="zh-CN" altLang="en-US" dirty="0"/>
          </a:p>
        </p:txBody>
      </p:sp>
      <p:sp>
        <p:nvSpPr>
          <p:cNvPr id="4" name="内容占位符 3"/>
          <p:cNvSpPr>
            <a:spLocks noGrp="1"/>
          </p:cNvSpPr>
          <p:nvPr>
            <p:ph idx="1"/>
          </p:nvPr>
        </p:nvSpPr>
        <p:spPr>
          <a:xfrm>
            <a:off x="395288" y="1618632"/>
            <a:ext cx="3888000" cy="2268000"/>
          </a:xfrm>
        </p:spPr>
        <p:txBody>
          <a:bodyPr/>
          <a:lstStyle/>
          <a:p>
            <a:pPr>
              <a:spcAft>
                <a:spcPts val="1200"/>
              </a:spcAft>
            </a:pPr>
            <a:r>
              <a:rPr lang="en-US" altLang="zh-CN" b="1" dirty="0" smtClean="0">
                <a:latin typeface="Arial" panose="020B0604020202020204" pitchFamily="34" charset="0"/>
                <a:ea typeface="黑体" panose="02010609060101010101" pitchFamily="49" charset="-122"/>
                <a:cs typeface="Arial" panose="020B0604020202020204" pitchFamily="34" charset="0"/>
              </a:rPr>
              <a:t>2000 version</a:t>
            </a:r>
          </a:p>
          <a:p>
            <a:pPr marL="179387" lvl="1" indent="0">
              <a:spcAft>
                <a:spcPts val="600"/>
              </a:spcAft>
              <a:buNone/>
            </a:pPr>
            <a:r>
              <a:rPr lang="en-US" altLang="zh-CN" dirty="0"/>
              <a:t>Test severity:</a:t>
            </a:r>
          </a:p>
          <a:p>
            <a:pPr marL="179387" lvl="1" indent="0">
              <a:spcAft>
                <a:spcPts val="600"/>
              </a:spcAft>
              <a:buNone/>
            </a:pPr>
            <a:r>
              <a:rPr lang="en-US" altLang="zh-CN" dirty="0" smtClean="0">
                <a:latin typeface="Arial" panose="020B0604020202020204" pitchFamily="34" charset="0"/>
                <a:ea typeface="黑体" panose="02010609060101010101" pitchFamily="49" charset="-122"/>
                <a:cs typeface="Arial" panose="020B0604020202020204" pitchFamily="34" charset="0"/>
              </a:rPr>
              <a:t>Level </a:t>
            </a:r>
            <a:r>
              <a:rPr lang="en-US" altLang="zh-CN" dirty="0">
                <a:latin typeface="Arial" panose="020B0604020202020204" pitchFamily="34" charset="0"/>
                <a:ea typeface="黑体" panose="02010609060101010101" pitchFamily="49" charset="-122"/>
                <a:cs typeface="Arial" panose="020B0604020202020204" pitchFamily="34" charset="0"/>
              </a:rPr>
              <a:t>3 (in accordance with IEC 61000-4-2 (1999-05) Ed 1.1 Consolidated edition, No. 5). DC voltage up to and including 6 kV for contact discharges and 8 kV for air </a:t>
            </a:r>
            <a:r>
              <a:rPr lang="en-US" altLang="zh-CN" dirty="0" smtClean="0">
                <a:latin typeface="Arial" panose="020B0604020202020204" pitchFamily="34" charset="0"/>
                <a:ea typeface="黑体" panose="02010609060101010101" pitchFamily="49" charset="-122"/>
                <a:cs typeface="Arial" panose="020B0604020202020204" pitchFamily="34" charset="0"/>
              </a:rPr>
              <a:t>discharges.</a:t>
            </a:r>
          </a:p>
        </p:txBody>
      </p:sp>
      <p:sp>
        <p:nvSpPr>
          <p:cNvPr id="5" name="灯片编号占位符 4"/>
          <p:cNvSpPr>
            <a:spLocks noGrp="1"/>
          </p:cNvSpPr>
          <p:nvPr>
            <p:ph type="sldNum" sz="quarter" idx="100"/>
          </p:nvPr>
        </p:nvSpPr>
        <p:spPr/>
        <p:txBody>
          <a:bodyPr/>
          <a:lstStyle/>
          <a:p>
            <a:fld id="{2B2B68EE-DD1E-4368-AFCE-24A50EC7BF18}" type="slidenum">
              <a:rPr lang="en-US" smtClean="0"/>
              <a:pPr/>
              <a:t>71</a:t>
            </a:fld>
            <a:endParaRPr lang="en-US" dirty="0"/>
          </a:p>
        </p:txBody>
      </p:sp>
      <p:sp>
        <p:nvSpPr>
          <p:cNvPr id="6" name="页脚占位符 5"/>
          <p:cNvSpPr>
            <a:spLocks noGrp="1"/>
          </p:cNvSpPr>
          <p:nvPr>
            <p:ph type="ftr" sz="quarter" idx="101"/>
          </p:nvPr>
        </p:nvSpPr>
        <p:spPr/>
        <p:txBody>
          <a:bodyPr/>
          <a:lstStyle/>
          <a:p>
            <a:r>
              <a:rPr lang="en-US" dirty="0" smtClean="0"/>
              <a:t>For internal use - Confidential</a:t>
            </a:r>
            <a:endParaRPr lang="en-US" dirty="0"/>
          </a:p>
        </p:txBody>
      </p:sp>
      <p:sp>
        <p:nvSpPr>
          <p:cNvPr id="7" name="标题 2"/>
          <p:cNvSpPr>
            <a:spLocks noGrp="1"/>
          </p:cNvSpPr>
          <p:nvPr>
            <p:ph type="title" idx="99"/>
          </p:nvPr>
        </p:nvSpPr>
        <p:spPr>
          <a:xfrm>
            <a:off x="395288" y="883268"/>
            <a:ext cx="8353176" cy="324768"/>
          </a:xfrm>
        </p:spPr>
        <p:txBody>
          <a:bodyPr/>
          <a:lstStyle/>
          <a:p>
            <a:r>
              <a:rPr lang="en-US" altLang="zh-CN" dirty="0">
                <a:solidFill>
                  <a:schemeClr val="tx1"/>
                </a:solidFill>
              </a:rPr>
              <a:t>Disturbance - </a:t>
            </a:r>
            <a:r>
              <a:rPr lang="en-US" altLang="zh-CN" sz="1400" b="0" dirty="0" smtClean="0">
                <a:solidFill>
                  <a:schemeClr val="tx1"/>
                </a:solidFill>
              </a:rPr>
              <a:t> </a:t>
            </a:r>
            <a:r>
              <a:rPr lang="en-US" altLang="zh-CN" sz="1400" b="0" dirty="0">
                <a:solidFill>
                  <a:schemeClr val="tx1"/>
                </a:solidFill>
              </a:rPr>
              <a:t>Electrostatic </a:t>
            </a:r>
            <a:r>
              <a:rPr lang="en-US" altLang="zh-CN" sz="1400" b="0" dirty="0" smtClean="0">
                <a:solidFill>
                  <a:schemeClr val="tx1"/>
                </a:solidFill>
              </a:rPr>
              <a:t>discharge </a:t>
            </a:r>
            <a:endParaRPr lang="zh-CN" altLang="en-US" sz="1600" b="0" dirty="0">
              <a:solidFill>
                <a:schemeClr val="tx1"/>
              </a:solidFill>
            </a:endParaRPr>
          </a:p>
        </p:txBody>
      </p:sp>
      <p:sp>
        <p:nvSpPr>
          <p:cNvPr id="8" name="内容占位符 3"/>
          <p:cNvSpPr txBox="1">
            <a:spLocks/>
          </p:cNvSpPr>
          <p:nvPr/>
        </p:nvSpPr>
        <p:spPr>
          <a:xfrm>
            <a:off x="4482152" y="1653048"/>
            <a:ext cx="4284000" cy="2160000"/>
          </a:xfrm>
          <a:prstGeom prst="rect">
            <a:avLst/>
          </a:prstGeom>
        </p:spPr>
        <p:txBody>
          <a:bodyPr vert="horz" lIns="0" tIns="0" rIns="0" bIns="0" rtlCol="0" anchor="t" anchorCtr="0">
            <a:noAutofit/>
          </a:bodyPr>
          <a:lstStyle>
            <a:lvl1pPr marL="179388" indent="-179388" algn="l" defTabSz="914400" rtl="0" eaLnBrk="1" latinLnBrk="0" hangingPunct="1">
              <a:spcBef>
                <a:spcPts val="400"/>
              </a:spcBef>
              <a:spcAft>
                <a:spcPts val="600"/>
              </a:spcAft>
              <a:buClr>
                <a:schemeClr val="accent1"/>
              </a:buClr>
              <a:buFont typeface="Wingdings" pitchFamily="2" charset="2"/>
              <a:buChar char="§"/>
              <a:defRPr sz="1600" kern="1200" baseline="0">
                <a:solidFill>
                  <a:schemeClr val="tx1"/>
                </a:solidFill>
                <a:latin typeface="+mn-lt"/>
                <a:ea typeface="+mn-ea"/>
                <a:cs typeface="+mn-cs"/>
              </a:defRPr>
            </a:lvl1pPr>
            <a:lvl2pPr marL="358775" indent="-179388" algn="l" defTabSz="914400" rtl="0" eaLnBrk="1" latinLnBrk="0" hangingPunct="1">
              <a:spcBef>
                <a:spcPts val="0"/>
              </a:spcBef>
              <a:spcAft>
                <a:spcPts val="400"/>
              </a:spcAft>
              <a:buClr>
                <a:schemeClr val="accent1"/>
              </a:buClr>
              <a:buFont typeface="Arial" pitchFamily="34" charset="0"/>
              <a:buChar char="-"/>
              <a:defRPr sz="1600" kern="1200">
                <a:solidFill>
                  <a:schemeClr val="tx1"/>
                </a:solidFill>
                <a:latin typeface="+mn-lt"/>
                <a:ea typeface="+mn-ea"/>
                <a:cs typeface="+mn-cs"/>
              </a:defRPr>
            </a:lvl2pPr>
            <a:lvl3pPr marL="541338" indent="-184150" algn="l" defTabSz="914400" rtl="0" eaLnBrk="1" latinLnBrk="0" hangingPunct="1">
              <a:spcBef>
                <a:spcPts val="0"/>
              </a:spcBef>
              <a:spcAft>
                <a:spcPts val="400"/>
              </a:spcAft>
              <a:buClr>
                <a:schemeClr val="accent1"/>
              </a:buClr>
              <a:buFont typeface="Arial" pitchFamily="34" charset="0"/>
              <a:buChar char="-"/>
              <a:tabLst/>
              <a:defRPr sz="1600" kern="1200">
                <a:solidFill>
                  <a:schemeClr val="tx1"/>
                </a:solidFill>
                <a:latin typeface="+mn-lt"/>
                <a:ea typeface="+mn-ea"/>
                <a:cs typeface="+mn-cs"/>
              </a:defRPr>
            </a:lvl3pPr>
            <a:lvl4pPr marL="715963" indent="-174625" algn="l" defTabSz="914400" rtl="0" eaLnBrk="1" latinLnBrk="0" hangingPunct="1">
              <a:spcBef>
                <a:spcPts val="0"/>
              </a:spcBef>
              <a:spcAft>
                <a:spcPts val="400"/>
              </a:spcAft>
              <a:buClr>
                <a:schemeClr val="accent1"/>
              </a:buClr>
              <a:buFont typeface="Arial" panose="020B0604020202020204" pitchFamily="34" charset="0"/>
              <a:buChar char="-"/>
              <a:defRPr sz="1600" kern="1200">
                <a:solidFill>
                  <a:schemeClr val="tx1"/>
                </a:solidFill>
                <a:latin typeface="+mn-lt"/>
                <a:ea typeface="+mn-ea"/>
                <a:cs typeface="+mn-cs"/>
              </a:defRPr>
            </a:lvl4pPr>
            <a:lvl5pPr marL="715963" indent="182563" algn="l" defTabSz="914400" rtl="0" eaLnBrk="1" latinLnBrk="0" hangingPunct="1">
              <a:spcBef>
                <a:spcPts val="0"/>
              </a:spcBef>
              <a:spcAft>
                <a:spcPts val="400"/>
              </a:spcAft>
              <a:buClr>
                <a:schemeClr val="accent1"/>
              </a:buClr>
              <a:buFont typeface="Arial" panose="020B0604020202020204" pitchFamily="34" charset="0"/>
              <a:buChar char="-"/>
              <a:tabLst/>
              <a:defRPr sz="1600" kern="1200">
                <a:solidFill>
                  <a:schemeClr val="tx1"/>
                </a:solidFill>
                <a:latin typeface="+mn-lt"/>
                <a:ea typeface="+mn-ea"/>
                <a:cs typeface="+mn-cs"/>
              </a:defRPr>
            </a:lvl5pPr>
            <a:lvl6pPr marL="1073150" indent="-174625" algn="l" defTabSz="914400" rtl="0" eaLnBrk="1" latinLnBrk="0" hangingPunct="1">
              <a:spcBef>
                <a:spcPts val="0"/>
              </a:spcBef>
              <a:spcAft>
                <a:spcPts val="400"/>
              </a:spcAft>
              <a:buClr>
                <a:schemeClr val="accent1"/>
              </a:buClr>
              <a:buFont typeface="Arial" panose="020B0604020202020204" pitchFamily="34" charset="0"/>
              <a:buChar char="-"/>
              <a:defRPr sz="1600" kern="1200">
                <a:solidFill>
                  <a:schemeClr val="tx1"/>
                </a:solidFill>
                <a:latin typeface="+mn-lt"/>
                <a:ea typeface="+mn-ea"/>
                <a:cs typeface="+mn-cs"/>
              </a:defRPr>
            </a:lvl6pPr>
            <a:lvl7pPr marL="1255713" indent="-182563" algn="l" defTabSz="914400" rtl="0" eaLnBrk="1" latinLnBrk="0" hangingPunct="1">
              <a:spcBef>
                <a:spcPts val="0"/>
              </a:spcBef>
              <a:spcAft>
                <a:spcPts val="400"/>
              </a:spcAft>
              <a:buClr>
                <a:schemeClr val="accent1"/>
              </a:buClr>
              <a:buFont typeface="Arial" pitchFamily="34" charset="0"/>
              <a:buChar char="-"/>
              <a:defRPr sz="1600" kern="1200">
                <a:solidFill>
                  <a:schemeClr val="tx1"/>
                </a:solidFill>
                <a:latin typeface="+mn-lt"/>
                <a:ea typeface="+mn-ea"/>
                <a:cs typeface="+mn-cs"/>
              </a:defRPr>
            </a:lvl7pPr>
            <a:lvl8pPr marL="1431925" indent="-176213" algn="l" defTabSz="914400" rtl="0" eaLnBrk="1" latinLnBrk="0" hangingPunct="1">
              <a:spcBef>
                <a:spcPts val="0"/>
              </a:spcBef>
              <a:spcAft>
                <a:spcPts val="400"/>
              </a:spcAft>
              <a:buClr>
                <a:schemeClr val="accent1"/>
              </a:buClr>
              <a:buFont typeface="Arial" pitchFamily="34" charset="0"/>
              <a:buChar char="-"/>
              <a:defRPr sz="1600" kern="1200">
                <a:solidFill>
                  <a:schemeClr val="tx1"/>
                </a:solidFill>
                <a:latin typeface="+mn-lt"/>
                <a:ea typeface="+mn-ea"/>
                <a:cs typeface="+mn-cs"/>
              </a:defRPr>
            </a:lvl8pPr>
            <a:lvl9pPr marL="1614488" indent="-182563" algn="l" defTabSz="914400" rtl="0" eaLnBrk="1" latinLnBrk="0" hangingPunct="1">
              <a:spcBef>
                <a:spcPts val="0"/>
              </a:spcBef>
              <a:spcAft>
                <a:spcPts val="400"/>
              </a:spcAft>
              <a:buClr>
                <a:schemeClr val="accent1"/>
              </a:buClr>
              <a:buFont typeface="Arial" pitchFamily="34" charset="0"/>
              <a:buChar char="-"/>
              <a:defRPr sz="1600" kern="1200">
                <a:solidFill>
                  <a:schemeClr val="tx1"/>
                </a:solidFill>
                <a:latin typeface="+mn-lt"/>
                <a:ea typeface="+mn-ea"/>
                <a:cs typeface="+mn-cs"/>
              </a:defRPr>
            </a:lvl9pPr>
          </a:lstStyle>
          <a:p>
            <a:pPr>
              <a:spcBef>
                <a:spcPts val="0"/>
              </a:spcBef>
            </a:pPr>
            <a:r>
              <a:rPr lang="en-US" altLang="zh-CN" b="1" dirty="0" smtClean="0">
                <a:latin typeface="Arial" panose="020B0604020202020204" pitchFamily="34" charset="0"/>
                <a:ea typeface="黑体" panose="02010609060101010101" pitchFamily="49" charset="-122"/>
                <a:cs typeface="Arial" panose="020B0604020202020204" pitchFamily="34" charset="0"/>
              </a:rPr>
              <a:t>2017 version</a:t>
            </a:r>
          </a:p>
          <a:p>
            <a:pPr marL="179387" lvl="1" indent="0">
              <a:buNone/>
            </a:pPr>
            <a:r>
              <a:rPr lang="en-US" altLang="zh-CN" dirty="0"/>
              <a:t>Test severity</a:t>
            </a:r>
            <a:r>
              <a:rPr lang="en-US" altLang="zh-CN" dirty="0" smtClean="0"/>
              <a:t>:</a:t>
            </a:r>
          </a:p>
          <a:p>
            <a:pPr marL="179387" lvl="1" indent="0">
              <a:buNone/>
            </a:pPr>
            <a:r>
              <a:rPr lang="en-US" altLang="zh-CN" b="1" dirty="0"/>
              <a:t>Level </a:t>
            </a:r>
            <a:r>
              <a:rPr lang="en-US" altLang="zh-CN" b="1" dirty="0" smtClean="0"/>
              <a:t>3 </a:t>
            </a:r>
            <a:r>
              <a:rPr lang="en-US" altLang="zh-CN" dirty="0" smtClean="0"/>
              <a:t>(</a:t>
            </a:r>
            <a:r>
              <a:rPr lang="en-US" altLang="zh-CN" dirty="0"/>
              <a:t>in accordance with IEC 61000-4-2 (2008-12) Ed 2.0 Consolidated edition, No. 5). DC voltage up to and including 6 kV for contact discharges and 8 kV for air discharges.</a:t>
            </a:r>
            <a:endParaRPr lang="en-US" altLang="zh-CN" dirty="0" smtClean="0"/>
          </a:p>
          <a:p>
            <a:pPr marL="0" indent="0">
              <a:spcBef>
                <a:spcPts val="0"/>
              </a:spcBef>
              <a:buNone/>
            </a:pPr>
            <a:endParaRPr lang="en-US" altLang="zh-CN" dirty="0" smtClean="0"/>
          </a:p>
          <a:p>
            <a:pPr marL="0" indent="0">
              <a:spcBef>
                <a:spcPts val="0"/>
              </a:spcBef>
              <a:buNone/>
            </a:pPr>
            <a:endParaRPr lang="en-US" altLang="zh-CN" dirty="0"/>
          </a:p>
          <a:p>
            <a:pPr marL="0" indent="0">
              <a:spcBef>
                <a:spcPts val="0"/>
              </a:spcBef>
              <a:buNone/>
            </a:pPr>
            <a:endParaRPr lang="en-US" altLang="zh-CN" dirty="0"/>
          </a:p>
          <a:p>
            <a:pPr marL="0" indent="0">
              <a:spcBef>
                <a:spcPts val="0"/>
              </a:spcBef>
              <a:buNone/>
            </a:pPr>
            <a:endParaRPr lang="en-US" altLang="zh-CN" dirty="0"/>
          </a:p>
          <a:p>
            <a:pPr marL="0" indent="0">
              <a:spcBef>
                <a:spcPts val="0"/>
              </a:spcBef>
              <a:buNone/>
            </a:pPr>
            <a:endParaRPr lang="en-US" altLang="zh-CN" dirty="0"/>
          </a:p>
          <a:p>
            <a:pPr marL="0" indent="0">
              <a:spcBef>
                <a:spcPts val="0"/>
              </a:spcBef>
              <a:buNone/>
            </a:pPr>
            <a:endParaRPr lang="en-US" altLang="zh-CN" dirty="0"/>
          </a:p>
          <a:p>
            <a:pPr marL="179387" lvl="1" indent="0">
              <a:buNone/>
            </a:pPr>
            <a:endParaRPr lang="en-US" altLang="zh-CN" dirty="0"/>
          </a:p>
          <a:p>
            <a:pPr marL="0" indent="0">
              <a:spcBef>
                <a:spcPts val="0"/>
              </a:spcBef>
              <a:buNone/>
            </a:pPr>
            <a:endParaRPr lang="en-US" altLang="zh-CN" dirty="0" smtClean="0">
              <a:latin typeface="Arial" panose="020B0604020202020204" pitchFamily="34" charset="0"/>
              <a:ea typeface="黑体" panose="02010609060101010101" pitchFamily="49" charset="-122"/>
              <a:cs typeface="Arial" panose="020B0604020202020204" pitchFamily="34" charset="0"/>
            </a:endParaRPr>
          </a:p>
        </p:txBody>
      </p:sp>
      <p:sp>
        <p:nvSpPr>
          <p:cNvPr id="9" name="TextBox 8"/>
          <p:cNvSpPr txBox="1"/>
          <p:nvPr/>
        </p:nvSpPr>
        <p:spPr>
          <a:xfrm>
            <a:off x="4650945" y="4466539"/>
            <a:ext cx="3960000" cy="974626"/>
          </a:xfrm>
          <a:prstGeom prst="rect">
            <a:avLst/>
          </a:prstGeom>
          <a:noFill/>
        </p:spPr>
        <p:txBody>
          <a:bodyPr wrap="square" lIns="0" tIns="0" rIns="0" bIns="0" rtlCol="0">
            <a:spAutoFit/>
          </a:bodyPr>
          <a:lstStyle/>
          <a:p>
            <a:pPr marL="704850" lvl="2" indent="-342900">
              <a:spcAft>
                <a:spcPts val="600"/>
              </a:spcAft>
              <a:buFont typeface="+mj-lt"/>
              <a:buAutoNum type="alphaLcParenR"/>
            </a:pPr>
            <a:r>
              <a:rPr lang="en-US" altLang="zh-CN" sz="1600" dirty="0">
                <a:latin typeface="Arial" panose="020B0604020202020204" pitchFamily="34" charset="0"/>
                <a:ea typeface="黑体" panose="02010609060101010101" pitchFamily="49" charset="-122"/>
                <a:cs typeface="Arial" panose="020B0604020202020204" pitchFamily="34" charset="0"/>
              </a:rPr>
              <a:t>significant faults do not occur; or</a:t>
            </a:r>
          </a:p>
          <a:p>
            <a:pPr marL="704850" lvl="2" indent="-342900">
              <a:spcAft>
                <a:spcPts val="600"/>
              </a:spcAft>
              <a:buFont typeface="+mj-lt"/>
              <a:buAutoNum type="alphaLcParenR"/>
            </a:pPr>
            <a:r>
              <a:rPr lang="en-US" altLang="zh-CN" sz="1600" dirty="0">
                <a:latin typeface="Arial" panose="020B0604020202020204" pitchFamily="34" charset="0"/>
                <a:ea typeface="黑体" panose="02010609060101010101" pitchFamily="49" charset="-122"/>
                <a:cs typeface="Arial" panose="020B0604020202020204" pitchFamily="34" charset="0"/>
              </a:rPr>
              <a:t>significant faults are detected and acted upon.</a:t>
            </a:r>
          </a:p>
          <a:p>
            <a:pPr>
              <a:spcBef>
                <a:spcPts val="400"/>
              </a:spcBef>
              <a:spcAft>
                <a:spcPts val="600"/>
              </a:spcAft>
              <a:buClr>
                <a:schemeClr val="accent1"/>
              </a:buClr>
            </a:pPr>
            <a:endParaRPr lang="zh-CN" altLang="en-US" sz="1800" dirty="0" err="1" smtClean="0"/>
          </a:p>
        </p:txBody>
      </p:sp>
      <mc:AlternateContent xmlns:mc="http://schemas.openxmlformats.org/markup-compatibility/2006" xmlns:a14="http://schemas.microsoft.com/office/drawing/2010/main">
        <mc:Choice Requires="a14">
          <p:sp>
            <p:nvSpPr>
              <p:cNvPr id="11" name="TextBox 10"/>
              <p:cNvSpPr txBox="1"/>
              <p:nvPr/>
            </p:nvSpPr>
            <p:spPr>
              <a:xfrm>
                <a:off x="373497" y="3857365"/>
                <a:ext cx="4248000" cy="1908000"/>
              </a:xfrm>
              <a:prstGeom prst="rect">
                <a:avLst/>
              </a:prstGeom>
              <a:noFill/>
            </p:spPr>
            <p:txBody>
              <a:bodyPr wrap="square" lIns="0" tIns="0" rIns="0" bIns="0" rtlCol="0">
                <a:spAutoFit/>
              </a:bodyPr>
              <a:lstStyle/>
              <a:p>
                <a:pPr marL="179387" lvl="1" indent="0">
                  <a:spcAft>
                    <a:spcPts val="600"/>
                  </a:spcAft>
                  <a:buNone/>
                </a:pPr>
                <a:r>
                  <a:rPr lang="en-US" altLang="zh-CN" sz="1600" dirty="0" smtClean="0">
                    <a:latin typeface="Arial" panose="020B0604020202020204" pitchFamily="34" charset="0"/>
                    <a:ea typeface="黑体" panose="02010609060101010101" pitchFamily="49" charset="-122"/>
                    <a:cs typeface="Arial" panose="020B0604020202020204" pitchFamily="34" charset="0"/>
                  </a:rPr>
                  <a:t>Maximum </a:t>
                </a:r>
                <a:r>
                  <a:rPr lang="en-US" altLang="zh-CN" sz="1600" dirty="0">
                    <a:latin typeface="Arial" panose="020B0604020202020204" pitchFamily="34" charset="0"/>
                    <a:ea typeface="黑体" panose="02010609060101010101" pitchFamily="49" charset="-122"/>
                    <a:cs typeface="Arial" panose="020B0604020202020204" pitchFamily="34" charset="0"/>
                  </a:rPr>
                  <a:t>allowable variations:</a:t>
                </a:r>
              </a:p>
              <a:p>
                <a:pPr marL="179387" lvl="1" indent="0">
                  <a:buNone/>
                </a:pPr>
                <a:r>
                  <a:rPr lang="en-US" altLang="zh-CN" sz="1600" dirty="0">
                    <a:latin typeface="Arial" panose="020B0604020202020204" pitchFamily="34" charset="0"/>
                    <a:ea typeface="黑体" panose="02010609060101010101" pitchFamily="49" charset="-122"/>
                    <a:cs typeface="Arial" panose="020B0604020202020204" pitchFamily="34" charset="0"/>
                  </a:rPr>
                  <a:t>The difference between the measurement result due to the disturbance and the measurement result without the disturbance shall not exceed one minimum load cell verification interval, </a:t>
                </a:r>
                <a14:m>
                  <m:oMath xmlns:m="http://schemas.openxmlformats.org/officeDocument/2006/math">
                    <m:sSub>
                      <m:sSubPr>
                        <m:ctrlPr>
                          <a:rPr lang="en-US" altLang="zh-CN" sz="1600" i="1" dirty="0">
                            <a:latin typeface="Cambria Math"/>
                            <a:ea typeface="黑体" panose="02010609060101010101" pitchFamily="49" charset="-122"/>
                            <a:cs typeface="Arial" panose="020B0604020202020204" pitchFamily="34" charset="0"/>
                          </a:rPr>
                        </m:ctrlPr>
                      </m:sSubPr>
                      <m:e>
                        <m:r>
                          <a:rPr lang="en-US" altLang="zh-CN" sz="1600" i="1" dirty="0">
                            <a:latin typeface="Cambria Math"/>
                            <a:ea typeface="黑体" panose="02010609060101010101" pitchFamily="49" charset="-122"/>
                            <a:cs typeface="Arial" panose="020B0604020202020204" pitchFamily="34" charset="0"/>
                          </a:rPr>
                          <m:t>𝑣</m:t>
                        </m:r>
                      </m:e>
                      <m:sub>
                        <m:r>
                          <a:rPr lang="en-US" altLang="zh-CN" sz="1600" i="1" dirty="0">
                            <a:latin typeface="Cambria Math"/>
                            <a:ea typeface="黑体" panose="02010609060101010101" pitchFamily="49" charset="-122"/>
                            <a:cs typeface="Arial" panose="020B0604020202020204" pitchFamily="34" charset="0"/>
                          </a:rPr>
                          <m:t>𝑚𝑖𝑛</m:t>
                        </m:r>
                      </m:sub>
                    </m:sSub>
                  </m:oMath>
                </a14:m>
                <a:r>
                  <a:rPr lang="en-US" altLang="zh-CN" sz="1600" dirty="0">
                    <a:latin typeface="Arial" panose="020B0604020202020204" pitchFamily="34" charset="0"/>
                    <a:ea typeface="黑体" panose="02010609060101010101" pitchFamily="49" charset="-122"/>
                    <a:cs typeface="Arial" panose="020B0604020202020204" pitchFamily="34" charset="0"/>
                  </a:rPr>
                  <a:t>, or the load cell shall detect and react to a significant fault.</a:t>
                </a:r>
              </a:p>
              <a:p>
                <a:pPr>
                  <a:spcBef>
                    <a:spcPts val="400"/>
                  </a:spcBef>
                  <a:spcAft>
                    <a:spcPts val="600"/>
                  </a:spcAft>
                  <a:buClr>
                    <a:schemeClr val="accent1"/>
                  </a:buClr>
                </a:pPr>
                <a:endParaRPr lang="zh-CN" altLang="en-US" sz="1800" dirty="0" err="1" smtClean="0"/>
              </a:p>
            </p:txBody>
          </p:sp>
        </mc:Choice>
        <mc:Fallback xmlns="">
          <p:sp>
            <p:nvSpPr>
              <p:cNvPr id="11" name="TextBox 10"/>
              <p:cNvSpPr txBox="1">
                <a:spLocks noRot="1" noChangeAspect="1" noMove="1" noResize="1" noEditPoints="1" noAdjustHandles="1" noChangeArrowheads="1" noChangeShapeType="1" noTextEdit="1"/>
              </p:cNvSpPr>
              <p:nvPr/>
            </p:nvSpPr>
            <p:spPr>
              <a:xfrm>
                <a:off x="373497" y="3857365"/>
                <a:ext cx="4248000" cy="1908000"/>
              </a:xfrm>
              <a:prstGeom prst="rect">
                <a:avLst/>
              </a:prstGeom>
              <a:blipFill rotWithShape="1">
                <a:blip r:embed="rId2"/>
                <a:stretch>
                  <a:fillRect t="-3514" r="-1291"/>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923976040"/>
      </p:ext>
    </p:extLst>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latin typeface="黑体" panose="02010609060101010101" pitchFamily="49" charset="-122"/>
                <a:ea typeface="黑体" panose="02010609060101010101" pitchFamily="49" charset="-122"/>
              </a:rPr>
              <a:t>计量</a:t>
            </a:r>
            <a:r>
              <a:rPr lang="zh-CN" altLang="en-US" dirty="0">
                <a:latin typeface="黑体" panose="02010609060101010101" pitchFamily="49" charset="-122"/>
                <a:ea typeface="黑体" panose="02010609060101010101" pitchFamily="49" charset="-122"/>
              </a:rPr>
              <a:t>要求</a:t>
            </a:r>
            <a:endParaRPr lang="zh-CN" altLang="en-US" dirty="0"/>
          </a:p>
        </p:txBody>
      </p:sp>
      <p:sp>
        <p:nvSpPr>
          <p:cNvPr id="4" name="内容占位符 3"/>
          <p:cNvSpPr>
            <a:spLocks noGrp="1"/>
          </p:cNvSpPr>
          <p:nvPr>
            <p:ph idx="1"/>
          </p:nvPr>
        </p:nvSpPr>
        <p:spPr>
          <a:xfrm>
            <a:off x="395288" y="1591336"/>
            <a:ext cx="3816000" cy="2484000"/>
          </a:xfrm>
        </p:spPr>
        <p:txBody>
          <a:bodyPr/>
          <a:lstStyle/>
          <a:p>
            <a:pPr>
              <a:spcAft>
                <a:spcPts val="1200"/>
              </a:spcAft>
            </a:pPr>
            <a:r>
              <a:rPr lang="en-US" altLang="zh-CN" b="1" dirty="0" smtClean="0">
                <a:latin typeface="Arial" panose="020B0604020202020204" pitchFamily="34" charset="0"/>
                <a:ea typeface="黑体" panose="02010609060101010101" pitchFamily="49" charset="-122"/>
                <a:cs typeface="Arial" panose="020B0604020202020204" pitchFamily="34" charset="0"/>
              </a:rPr>
              <a:t>2000 version</a:t>
            </a:r>
          </a:p>
          <a:p>
            <a:pPr marL="179387" lvl="1" indent="0">
              <a:spcAft>
                <a:spcPts val="600"/>
              </a:spcAft>
              <a:buNone/>
            </a:pPr>
            <a:r>
              <a:rPr lang="en-US" altLang="zh-CN" dirty="0">
                <a:latin typeface="Arial" panose="020B0604020202020204" pitchFamily="34" charset="0"/>
                <a:ea typeface="黑体" panose="02010609060101010101" pitchFamily="49" charset="-122"/>
                <a:cs typeface="Arial" panose="020B0604020202020204" pitchFamily="34" charset="0"/>
              </a:rPr>
              <a:t>Test severity:</a:t>
            </a:r>
          </a:p>
          <a:p>
            <a:pPr marL="179387" lvl="1" indent="0">
              <a:spcAft>
                <a:spcPts val="600"/>
              </a:spcAft>
              <a:buNone/>
            </a:pPr>
            <a:r>
              <a:rPr lang="en-US" altLang="zh-CN" b="1" dirty="0">
                <a:latin typeface="Arial" panose="020B0604020202020204" pitchFamily="34" charset="0"/>
                <a:ea typeface="黑体" panose="02010609060101010101" pitchFamily="49" charset="-122"/>
                <a:cs typeface="Arial" panose="020B0604020202020204" pitchFamily="34" charset="0"/>
              </a:rPr>
              <a:t>Level 2 </a:t>
            </a:r>
            <a:r>
              <a:rPr lang="en-US" altLang="zh-CN" dirty="0">
                <a:latin typeface="Arial" panose="020B0604020202020204" pitchFamily="34" charset="0"/>
                <a:ea typeface="黑体" panose="02010609060101010101" pitchFamily="49" charset="-122"/>
                <a:cs typeface="Arial" panose="020B0604020202020204" pitchFamily="34" charset="0"/>
              </a:rPr>
              <a:t>(in accordance with IEC 61000-4-3 (1998-11</a:t>
            </a:r>
            <a:r>
              <a:rPr lang="en-US" altLang="zh-CN" dirty="0" smtClean="0">
                <a:latin typeface="Arial" panose="020B0604020202020204" pitchFamily="34" charset="0"/>
                <a:ea typeface="黑体" panose="02010609060101010101" pitchFamily="49" charset="-122"/>
                <a:cs typeface="Arial" panose="020B0604020202020204" pitchFamily="34" charset="0"/>
              </a:rPr>
              <a:t>) Ed </a:t>
            </a:r>
            <a:r>
              <a:rPr lang="en-US" altLang="zh-CN" dirty="0">
                <a:latin typeface="Arial" panose="020B0604020202020204" pitchFamily="34" charset="0"/>
                <a:ea typeface="黑体" panose="02010609060101010101" pitchFamily="49" charset="-122"/>
                <a:cs typeface="Arial" panose="020B0604020202020204" pitchFamily="34" charset="0"/>
              </a:rPr>
              <a:t>1.1 Consolidated edition, No. 6)</a:t>
            </a:r>
          </a:p>
          <a:p>
            <a:pPr marL="179387" lvl="1" indent="0">
              <a:spcAft>
                <a:spcPts val="0"/>
              </a:spcAft>
              <a:buNone/>
            </a:pPr>
            <a:r>
              <a:rPr lang="en-US" altLang="zh-CN" dirty="0">
                <a:latin typeface="Arial" panose="020B0604020202020204" pitchFamily="34" charset="0"/>
                <a:ea typeface="黑体" panose="02010609060101010101" pitchFamily="49" charset="-122"/>
                <a:cs typeface="Arial" panose="020B0604020202020204" pitchFamily="34" charset="0"/>
              </a:rPr>
              <a:t>Frequency range: 26 MHz to 1 </a:t>
            </a:r>
            <a:r>
              <a:rPr lang="en-US" altLang="zh-CN" dirty="0" smtClean="0">
                <a:latin typeface="Arial" panose="020B0604020202020204" pitchFamily="34" charset="0"/>
                <a:ea typeface="黑体" panose="02010609060101010101" pitchFamily="49" charset="-122"/>
                <a:cs typeface="Arial" panose="020B0604020202020204" pitchFamily="34" charset="0"/>
              </a:rPr>
              <a:t>000 MHz</a:t>
            </a:r>
            <a:r>
              <a:rPr lang="en-US" altLang="zh-CN" dirty="0">
                <a:latin typeface="Arial" panose="020B0604020202020204" pitchFamily="34" charset="0"/>
                <a:ea typeface="黑体" panose="02010609060101010101" pitchFamily="49" charset="-122"/>
                <a:cs typeface="Arial" panose="020B0604020202020204" pitchFamily="34" charset="0"/>
              </a:rPr>
              <a:t>;</a:t>
            </a:r>
          </a:p>
          <a:p>
            <a:pPr marL="179387" lvl="1" indent="0">
              <a:spcAft>
                <a:spcPts val="0"/>
              </a:spcAft>
              <a:buNone/>
            </a:pPr>
            <a:r>
              <a:rPr lang="en-US" altLang="zh-CN" dirty="0">
                <a:latin typeface="Arial" panose="020B0604020202020204" pitchFamily="34" charset="0"/>
                <a:ea typeface="黑体" panose="02010609060101010101" pitchFamily="49" charset="-122"/>
                <a:cs typeface="Arial" panose="020B0604020202020204" pitchFamily="34" charset="0"/>
              </a:rPr>
              <a:t>Field strength: 3 V/m;</a:t>
            </a:r>
          </a:p>
          <a:p>
            <a:pPr marL="179387" lvl="1" indent="0">
              <a:spcAft>
                <a:spcPts val="0"/>
              </a:spcAft>
              <a:buNone/>
            </a:pPr>
            <a:r>
              <a:rPr lang="en-US" altLang="zh-CN" dirty="0">
                <a:latin typeface="Arial" panose="020B0604020202020204" pitchFamily="34" charset="0"/>
                <a:ea typeface="黑体" panose="02010609060101010101" pitchFamily="49" charset="-122"/>
                <a:cs typeface="Arial" panose="020B0604020202020204" pitchFamily="34" charset="0"/>
              </a:rPr>
              <a:t>Modulation: 80 % AM, 1 kHz sine wave.</a:t>
            </a:r>
            <a:endParaRPr lang="en-US" altLang="zh-CN" dirty="0" smtClean="0">
              <a:latin typeface="Arial" panose="020B0604020202020204" pitchFamily="34" charset="0"/>
              <a:ea typeface="黑体" panose="02010609060101010101" pitchFamily="49" charset="-122"/>
              <a:cs typeface="Arial" panose="020B0604020202020204" pitchFamily="34" charset="0"/>
            </a:endParaRPr>
          </a:p>
        </p:txBody>
      </p:sp>
      <p:sp>
        <p:nvSpPr>
          <p:cNvPr id="5" name="灯片编号占位符 4"/>
          <p:cNvSpPr>
            <a:spLocks noGrp="1"/>
          </p:cNvSpPr>
          <p:nvPr>
            <p:ph type="sldNum" sz="quarter" idx="100"/>
          </p:nvPr>
        </p:nvSpPr>
        <p:spPr/>
        <p:txBody>
          <a:bodyPr/>
          <a:lstStyle/>
          <a:p>
            <a:fld id="{2B2B68EE-DD1E-4368-AFCE-24A50EC7BF18}" type="slidenum">
              <a:rPr lang="en-US" smtClean="0"/>
              <a:pPr/>
              <a:t>72</a:t>
            </a:fld>
            <a:endParaRPr lang="en-US" dirty="0"/>
          </a:p>
        </p:txBody>
      </p:sp>
      <p:sp>
        <p:nvSpPr>
          <p:cNvPr id="6" name="页脚占位符 5"/>
          <p:cNvSpPr>
            <a:spLocks noGrp="1"/>
          </p:cNvSpPr>
          <p:nvPr>
            <p:ph type="ftr" sz="quarter" idx="101"/>
          </p:nvPr>
        </p:nvSpPr>
        <p:spPr/>
        <p:txBody>
          <a:bodyPr/>
          <a:lstStyle/>
          <a:p>
            <a:r>
              <a:rPr lang="en-US" dirty="0" smtClean="0"/>
              <a:t>For internal use - Confidential</a:t>
            </a:r>
            <a:endParaRPr lang="en-US" dirty="0"/>
          </a:p>
        </p:txBody>
      </p:sp>
      <p:sp>
        <p:nvSpPr>
          <p:cNvPr id="7" name="标题 2"/>
          <p:cNvSpPr>
            <a:spLocks noGrp="1"/>
          </p:cNvSpPr>
          <p:nvPr>
            <p:ph type="title" idx="99"/>
          </p:nvPr>
        </p:nvSpPr>
        <p:spPr>
          <a:xfrm>
            <a:off x="395288" y="883268"/>
            <a:ext cx="8353176" cy="324768"/>
          </a:xfrm>
        </p:spPr>
        <p:txBody>
          <a:bodyPr/>
          <a:lstStyle/>
          <a:p>
            <a:r>
              <a:rPr lang="en-US" altLang="zh-CN" dirty="0">
                <a:solidFill>
                  <a:schemeClr val="tx1"/>
                </a:solidFill>
              </a:rPr>
              <a:t>Disturbance - </a:t>
            </a:r>
            <a:r>
              <a:rPr lang="en-US" altLang="zh-CN" sz="1400" b="0" dirty="0">
                <a:solidFill>
                  <a:schemeClr val="tx1"/>
                </a:solidFill>
              </a:rPr>
              <a:t> </a:t>
            </a:r>
            <a:r>
              <a:rPr lang="en-US" altLang="zh-CN" sz="1400" b="0" dirty="0" smtClean="0">
                <a:solidFill>
                  <a:schemeClr val="tx1"/>
                </a:solidFill>
              </a:rPr>
              <a:t>Exposure </a:t>
            </a:r>
            <a:r>
              <a:rPr lang="en-US" altLang="zh-CN" sz="1400" b="0" dirty="0">
                <a:solidFill>
                  <a:schemeClr val="tx1"/>
                </a:solidFill>
              </a:rPr>
              <a:t>to radiated RF electromagnetic fields</a:t>
            </a:r>
            <a:endParaRPr lang="zh-CN" altLang="en-US" sz="1600" b="0" dirty="0">
              <a:solidFill>
                <a:schemeClr val="tx1"/>
              </a:solidFill>
            </a:endParaRPr>
          </a:p>
        </p:txBody>
      </p:sp>
      <p:sp>
        <p:nvSpPr>
          <p:cNvPr id="8" name="内容占位符 3"/>
          <p:cNvSpPr txBox="1">
            <a:spLocks/>
          </p:cNvSpPr>
          <p:nvPr/>
        </p:nvSpPr>
        <p:spPr>
          <a:xfrm>
            <a:off x="4575140" y="1592556"/>
            <a:ext cx="4284000" cy="4032000"/>
          </a:xfrm>
          <a:prstGeom prst="rect">
            <a:avLst/>
          </a:prstGeom>
        </p:spPr>
        <p:txBody>
          <a:bodyPr vert="horz" lIns="0" tIns="0" rIns="0" bIns="0" rtlCol="0" anchor="t" anchorCtr="0">
            <a:noAutofit/>
          </a:bodyPr>
          <a:lstStyle>
            <a:lvl1pPr marL="179388" indent="-179388" algn="l" defTabSz="914400" rtl="0" eaLnBrk="1" latinLnBrk="0" hangingPunct="1">
              <a:spcBef>
                <a:spcPts val="400"/>
              </a:spcBef>
              <a:spcAft>
                <a:spcPts val="600"/>
              </a:spcAft>
              <a:buClr>
                <a:schemeClr val="accent1"/>
              </a:buClr>
              <a:buFont typeface="Wingdings" pitchFamily="2" charset="2"/>
              <a:buChar char="§"/>
              <a:defRPr sz="1600" kern="1200" baseline="0">
                <a:solidFill>
                  <a:schemeClr val="tx1"/>
                </a:solidFill>
                <a:latin typeface="+mn-lt"/>
                <a:ea typeface="+mn-ea"/>
                <a:cs typeface="+mn-cs"/>
              </a:defRPr>
            </a:lvl1pPr>
            <a:lvl2pPr marL="358775" indent="-179388" algn="l" defTabSz="914400" rtl="0" eaLnBrk="1" latinLnBrk="0" hangingPunct="1">
              <a:spcBef>
                <a:spcPts val="0"/>
              </a:spcBef>
              <a:spcAft>
                <a:spcPts val="400"/>
              </a:spcAft>
              <a:buClr>
                <a:schemeClr val="accent1"/>
              </a:buClr>
              <a:buFont typeface="Arial" pitchFamily="34" charset="0"/>
              <a:buChar char="-"/>
              <a:defRPr sz="1600" kern="1200">
                <a:solidFill>
                  <a:schemeClr val="tx1"/>
                </a:solidFill>
                <a:latin typeface="+mn-lt"/>
                <a:ea typeface="+mn-ea"/>
                <a:cs typeface="+mn-cs"/>
              </a:defRPr>
            </a:lvl2pPr>
            <a:lvl3pPr marL="541338" indent="-184150" algn="l" defTabSz="914400" rtl="0" eaLnBrk="1" latinLnBrk="0" hangingPunct="1">
              <a:spcBef>
                <a:spcPts val="0"/>
              </a:spcBef>
              <a:spcAft>
                <a:spcPts val="400"/>
              </a:spcAft>
              <a:buClr>
                <a:schemeClr val="accent1"/>
              </a:buClr>
              <a:buFont typeface="Arial" pitchFamily="34" charset="0"/>
              <a:buChar char="-"/>
              <a:tabLst/>
              <a:defRPr sz="1600" kern="1200">
                <a:solidFill>
                  <a:schemeClr val="tx1"/>
                </a:solidFill>
                <a:latin typeface="+mn-lt"/>
                <a:ea typeface="+mn-ea"/>
                <a:cs typeface="+mn-cs"/>
              </a:defRPr>
            </a:lvl3pPr>
            <a:lvl4pPr marL="715963" indent="-174625" algn="l" defTabSz="914400" rtl="0" eaLnBrk="1" latinLnBrk="0" hangingPunct="1">
              <a:spcBef>
                <a:spcPts val="0"/>
              </a:spcBef>
              <a:spcAft>
                <a:spcPts val="400"/>
              </a:spcAft>
              <a:buClr>
                <a:schemeClr val="accent1"/>
              </a:buClr>
              <a:buFont typeface="Arial" panose="020B0604020202020204" pitchFamily="34" charset="0"/>
              <a:buChar char="-"/>
              <a:defRPr sz="1600" kern="1200">
                <a:solidFill>
                  <a:schemeClr val="tx1"/>
                </a:solidFill>
                <a:latin typeface="+mn-lt"/>
                <a:ea typeface="+mn-ea"/>
                <a:cs typeface="+mn-cs"/>
              </a:defRPr>
            </a:lvl4pPr>
            <a:lvl5pPr marL="715963" indent="182563" algn="l" defTabSz="914400" rtl="0" eaLnBrk="1" latinLnBrk="0" hangingPunct="1">
              <a:spcBef>
                <a:spcPts val="0"/>
              </a:spcBef>
              <a:spcAft>
                <a:spcPts val="400"/>
              </a:spcAft>
              <a:buClr>
                <a:schemeClr val="accent1"/>
              </a:buClr>
              <a:buFont typeface="Arial" panose="020B0604020202020204" pitchFamily="34" charset="0"/>
              <a:buChar char="-"/>
              <a:tabLst/>
              <a:defRPr sz="1600" kern="1200">
                <a:solidFill>
                  <a:schemeClr val="tx1"/>
                </a:solidFill>
                <a:latin typeface="+mn-lt"/>
                <a:ea typeface="+mn-ea"/>
                <a:cs typeface="+mn-cs"/>
              </a:defRPr>
            </a:lvl5pPr>
            <a:lvl6pPr marL="1073150" indent="-174625" algn="l" defTabSz="914400" rtl="0" eaLnBrk="1" latinLnBrk="0" hangingPunct="1">
              <a:spcBef>
                <a:spcPts val="0"/>
              </a:spcBef>
              <a:spcAft>
                <a:spcPts val="400"/>
              </a:spcAft>
              <a:buClr>
                <a:schemeClr val="accent1"/>
              </a:buClr>
              <a:buFont typeface="Arial" panose="020B0604020202020204" pitchFamily="34" charset="0"/>
              <a:buChar char="-"/>
              <a:defRPr sz="1600" kern="1200">
                <a:solidFill>
                  <a:schemeClr val="tx1"/>
                </a:solidFill>
                <a:latin typeface="+mn-lt"/>
                <a:ea typeface="+mn-ea"/>
                <a:cs typeface="+mn-cs"/>
              </a:defRPr>
            </a:lvl6pPr>
            <a:lvl7pPr marL="1255713" indent="-182563" algn="l" defTabSz="914400" rtl="0" eaLnBrk="1" latinLnBrk="0" hangingPunct="1">
              <a:spcBef>
                <a:spcPts val="0"/>
              </a:spcBef>
              <a:spcAft>
                <a:spcPts val="400"/>
              </a:spcAft>
              <a:buClr>
                <a:schemeClr val="accent1"/>
              </a:buClr>
              <a:buFont typeface="Arial" pitchFamily="34" charset="0"/>
              <a:buChar char="-"/>
              <a:defRPr sz="1600" kern="1200">
                <a:solidFill>
                  <a:schemeClr val="tx1"/>
                </a:solidFill>
                <a:latin typeface="+mn-lt"/>
                <a:ea typeface="+mn-ea"/>
                <a:cs typeface="+mn-cs"/>
              </a:defRPr>
            </a:lvl7pPr>
            <a:lvl8pPr marL="1431925" indent="-176213" algn="l" defTabSz="914400" rtl="0" eaLnBrk="1" latinLnBrk="0" hangingPunct="1">
              <a:spcBef>
                <a:spcPts val="0"/>
              </a:spcBef>
              <a:spcAft>
                <a:spcPts val="400"/>
              </a:spcAft>
              <a:buClr>
                <a:schemeClr val="accent1"/>
              </a:buClr>
              <a:buFont typeface="Arial" pitchFamily="34" charset="0"/>
              <a:buChar char="-"/>
              <a:defRPr sz="1600" kern="1200">
                <a:solidFill>
                  <a:schemeClr val="tx1"/>
                </a:solidFill>
                <a:latin typeface="+mn-lt"/>
                <a:ea typeface="+mn-ea"/>
                <a:cs typeface="+mn-cs"/>
              </a:defRPr>
            </a:lvl8pPr>
            <a:lvl9pPr marL="1614488" indent="-182563" algn="l" defTabSz="914400" rtl="0" eaLnBrk="1" latinLnBrk="0" hangingPunct="1">
              <a:spcBef>
                <a:spcPts val="0"/>
              </a:spcBef>
              <a:spcAft>
                <a:spcPts val="400"/>
              </a:spcAft>
              <a:buClr>
                <a:schemeClr val="accent1"/>
              </a:buClr>
              <a:buFont typeface="Arial" pitchFamily="34" charset="0"/>
              <a:buChar char="-"/>
              <a:defRPr sz="1600" kern="1200">
                <a:solidFill>
                  <a:schemeClr val="tx1"/>
                </a:solidFill>
                <a:latin typeface="+mn-lt"/>
                <a:ea typeface="+mn-ea"/>
                <a:cs typeface="+mn-cs"/>
              </a:defRPr>
            </a:lvl9pPr>
          </a:lstStyle>
          <a:p>
            <a:pPr>
              <a:spcBef>
                <a:spcPts val="0"/>
              </a:spcBef>
            </a:pPr>
            <a:r>
              <a:rPr lang="en-US" altLang="zh-CN" b="1" dirty="0" smtClean="0">
                <a:latin typeface="Arial" panose="020B0604020202020204" pitchFamily="34" charset="0"/>
                <a:ea typeface="黑体" panose="02010609060101010101" pitchFamily="49" charset="-122"/>
                <a:cs typeface="Arial" panose="020B0604020202020204" pitchFamily="34" charset="0"/>
              </a:rPr>
              <a:t>2017 version</a:t>
            </a:r>
          </a:p>
          <a:p>
            <a:pPr marL="0" indent="0">
              <a:spcBef>
                <a:spcPts val="0"/>
              </a:spcBef>
              <a:buNone/>
            </a:pPr>
            <a:r>
              <a:rPr lang="en-US" altLang="zh-CN" dirty="0"/>
              <a:t>Test severity</a:t>
            </a:r>
            <a:r>
              <a:rPr lang="en-US" altLang="zh-CN" dirty="0" smtClean="0"/>
              <a:t>:</a:t>
            </a:r>
          </a:p>
          <a:p>
            <a:pPr marL="0" indent="0">
              <a:spcBef>
                <a:spcPts val="0"/>
              </a:spcBef>
              <a:buNone/>
            </a:pPr>
            <a:r>
              <a:rPr lang="en-US" altLang="zh-CN" b="1" dirty="0"/>
              <a:t>Level 3:</a:t>
            </a:r>
          </a:p>
          <a:p>
            <a:pPr marL="179387" lvl="1" indent="0">
              <a:buNone/>
            </a:pPr>
            <a:r>
              <a:rPr lang="en-US" altLang="zh-CN" dirty="0"/>
              <a:t>Frequency range: 80 MHz* to </a:t>
            </a:r>
            <a:r>
              <a:rPr lang="en-US" altLang="zh-CN" b="1" dirty="0"/>
              <a:t>3 000 </a:t>
            </a:r>
            <a:r>
              <a:rPr lang="en-US" altLang="zh-CN" dirty="0"/>
              <a:t>MHz;</a:t>
            </a:r>
          </a:p>
          <a:p>
            <a:pPr marL="179387" lvl="1" indent="0">
              <a:buNone/>
            </a:pPr>
            <a:r>
              <a:rPr lang="en-US" altLang="zh-CN" dirty="0"/>
              <a:t>Field strength: 10 V/m;</a:t>
            </a:r>
          </a:p>
          <a:p>
            <a:pPr marL="179387" lvl="1" indent="0">
              <a:buNone/>
            </a:pPr>
            <a:r>
              <a:rPr lang="en-US" altLang="zh-CN" dirty="0"/>
              <a:t>Modulation: 80 % AM, 1 kHz sine wave</a:t>
            </a:r>
            <a:r>
              <a:rPr lang="en-US" altLang="zh-CN" dirty="0" smtClean="0"/>
              <a:t>.</a:t>
            </a:r>
          </a:p>
          <a:p>
            <a:pPr marL="179387" lvl="1" indent="0">
              <a:spcBef>
                <a:spcPts val="1200"/>
              </a:spcBef>
              <a:buNone/>
            </a:pPr>
            <a:r>
              <a:rPr lang="en-US" altLang="zh-CN" dirty="0"/>
              <a:t>* Frequency range used in conventional testing shall be 80 </a:t>
            </a:r>
            <a:r>
              <a:rPr lang="en-US" altLang="zh-CN" dirty="0" smtClean="0"/>
              <a:t>MHZ to </a:t>
            </a:r>
            <a:r>
              <a:rPr lang="en-US" altLang="zh-CN" dirty="0"/>
              <a:t>3 000 MHZ, for load cells with power lines or I/O ports. The</a:t>
            </a:r>
          </a:p>
          <a:p>
            <a:pPr marL="179387" lvl="1" indent="0">
              <a:buNone/>
            </a:pPr>
            <a:r>
              <a:rPr lang="en-US" altLang="zh-CN" dirty="0"/>
              <a:t>lower limit of frequency of electromagnetic field is 26 MHz </a:t>
            </a:r>
            <a:r>
              <a:rPr lang="en-US" altLang="zh-CN" dirty="0" smtClean="0"/>
              <a:t>for load </a:t>
            </a:r>
            <a:r>
              <a:rPr lang="en-US" altLang="zh-CN" dirty="0"/>
              <a:t>cells without power lines or I/O ports, and for which the </a:t>
            </a:r>
            <a:r>
              <a:rPr lang="en-US" altLang="zh-CN" dirty="0" smtClean="0"/>
              <a:t>test for </a:t>
            </a:r>
            <a:r>
              <a:rPr lang="en-US" altLang="zh-CN" dirty="0"/>
              <a:t>conducted electromagnetic field (2.10.7.10) is inapplicable.</a:t>
            </a:r>
            <a:endParaRPr lang="en-US" altLang="zh-CN" dirty="0" smtClean="0"/>
          </a:p>
          <a:p>
            <a:pPr marL="0" indent="0">
              <a:spcBef>
                <a:spcPts val="0"/>
              </a:spcBef>
              <a:buNone/>
            </a:pPr>
            <a:endParaRPr lang="en-US" altLang="zh-CN" dirty="0"/>
          </a:p>
          <a:p>
            <a:pPr marL="0" indent="0">
              <a:spcBef>
                <a:spcPts val="0"/>
              </a:spcBef>
              <a:buNone/>
            </a:pPr>
            <a:endParaRPr lang="en-US" altLang="zh-CN" dirty="0"/>
          </a:p>
          <a:p>
            <a:pPr marL="0" indent="0">
              <a:spcBef>
                <a:spcPts val="0"/>
              </a:spcBef>
              <a:buNone/>
            </a:pPr>
            <a:endParaRPr lang="en-US" altLang="zh-CN" dirty="0"/>
          </a:p>
          <a:p>
            <a:pPr marL="0" indent="0">
              <a:spcBef>
                <a:spcPts val="0"/>
              </a:spcBef>
              <a:buNone/>
            </a:pPr>
            <a:endParaRPr lang="en-US" altLang="zh-CN" dirty="0"/>
          </a:p>
          <a:p>
            <a:pPr marL="0" indent="0">
              <a:spcBef>
                <a:spcPts val="0"/>
              </a:spcBef>
              <a:buNone/>
            </a:pPr>
            <a:endParaRPr lang="en-US" altLang="zh-CN" dirty="0"/>
          </a:p>
          <a:p>
            <a:pPr marL="179387" lvl="1" indent="0">
              <a:buNone/>
            </a:pPr>
            <a:endParaRPr lang="en-US" altLang="zh-CN" dirty="0"/>
          </a:p>
          <a:p>
            <a:pPr marL="0" indent="0">
              <a:spcBef>
                <a:spcPts val="0"/>
              </a:spcBef>
              <a:buNone/>
            </a:pPr>
            <a:endParaRPr lang="en-US" altLang="zh-CN" dirty="0" smtClean="0">
              <a:latin typeface="Arial" panose="020B0604020202020204" pitchFamily="34" charset="0"/>
              <a:ea typeface="黑体" panose="02010609060101010101" pitchFamily="49" charset="-122"/>
              <a:cs typeface="Arial" panose="020B0604020202020204" pitchFamily="34" charset="0"/>
            </a:endParaRPr>
          </a:p>
        </p:txBody>
      </p:sp>
      <mc:AlternateContent xmlns:mc="http://schemas.openxmlformats.org/markup-compatibility/2006" xmlns:a14="http://schemas.microsoft.com/office/drawing/2010/main">
        <mc:Choice Requires="a14">
          <p:sp>
            <p:nvSpPr>
              <p:cNvPr id="9" name="TextBox 8"/>
              <p:cNvSpPr txBox="1"/>
              <p:nvPr/>
            </p:nvSpPr>
            <p:spPr>
              <a:xfrm>
                <a:off x="528477" y="4449787"/>
                <a:ext cx="3996000" cy="2016000"/>
              </a:xfrm>
              <a:prstGeom prst="rect">
                <a:avLst/>
              </a:prstGeom>
              <a:noFill/>
            </p:spPr>
            <p:txBody>
              <a:bodyPr wrap="square" lIns="0" tIns="0" rIns="0" bIns="0" rtlCol="0">
                <a:spAutoFit/>
              </a:bodyPr>
              <a:lstStyle/>
              <a:p>
                <a:pPr marL="179387" lvl="1" indent="0">
                  <a:spcAft>
                    <a:spcPts val="600"/>
                  </a:spcAft>
                  <a:buNone/>
                </a:pPr>
                <a:r>
                  <a:rPr lang="en-US" altLang="zh-CN" sz="1600" dirty="0" smtClean="0">
                    <a:latin typeface="Arial" panose="020B0604020202020204" pitchFamily="34" charset="0"/>
                    <a:ea typeface="黑体" panose="02010609060101010101" pitchFamily="49" charset="-122"/>
                    <a:cs typeface="Arial" panose="020B0604020202020204" pitchFamily="34" charset="0"/>
                  </a:rPr>
                  <a:t>Maximum </a:t>
                </a:r>
                <a:r>
                  <a:rPr lang="en-US" altLang="zh-CN" sz="1600" dirty="0">
                    <a:latin typeface="Arial" panose="020B0604020202020204" pitchFamily="34" charset="0"/>
                    <a:ea typeface="黑体" panose="02010609060101010101" pitchFamily="49" charset="-122"/>
                    <a:cs typeface="Arial" panose="020B0604020202020204" pitchFamily="34" charset="0"/>
                  </a:rPr>
                  <a:t>allowable variations:</a:t>
                </a:r>
              </a:p>
              <a:p>
                <a:pPr marL="179387" lvl="1" indent="0">
                  <a:buNone/>
                </a:pPr>
                <a:r>
                  <a:rPr lang="en-US" altLang="zh-CN" sz="1600" dirty="0">
                    <a:latin typeface="Arial" panose="020B0604020202020204" pitchFamily="34" charset="0"/>
                    <a:ea typeface="黑体" panose="02010609060101010101" pitchFamily="49" charset="-122"/>
                    <a:cs typeface="Arial" panose="020B0604020202020204" pitchFamily="34" charset="0"/>
                  </a:rPr>
                  <a:t>The difference between the measurement result due to the disturbance and the measurement result without the disturbance shall not exceed one minimum load cell verification interval, </a:t>
                </a:r>
                <a14:m>
                  <m:oMath xmlns:m="http://schemas.openxmlformats.org/officeDocument/2006/math">
                    <m:sSub>
                      <m:sSubPr>
                        <m:ctrlPr>
                          <a:rPr lang="en-US" altLang="zh-CN" sz="1600" i="1" dirty="0">
                            <a:latin typeface="Cambria Math"/>
                            <a:ea typeface="黑体" panose="02010609060101010101" pitchFamily="49" charset="-122"/>
                            <a:cs typeface="Arial" panose="020B0604020202020204" pitchFamily="34" charset="0"/>
                          </a:rPr>
                        </m:ctrlPr>
                      </m:sSubPr>
                      <m:e>
                        <m:r>
                          <a:rPr lang="en-US" altLang="zh-CN" sz="1600" i="1" dirty="0">
                            <a:latin typeface="Cambria Math"/>
                            <a:ea typeface="黑体" panose="02010609060101010101" pitchFamily="49" charset="-122"/>
                            <a:cs typeface="Arial" panose="020B0604020202020204" pitchFamily="34" charset="0"/>
                          </a:rPr>
                          <m:t>𝑣</m:t>
                        </m:r>
                      </m:e>
                      <m:sub>
                        <m:r>
                          <a:rPr lang="en-US" altLang="zh-CN" sz="1600" i="1" dirty="0">
                            <a:latin typeface="Cambria Math"/>
                            <a:ea typeface="黑体" panose="02010609060101010101" pitchFamily="49" charset="-122"/>
                            <a:cs typeface="Arial" panose="020B0604020202020204" pitchFamily="34" charset="0"/>
                          </a:rPr>
                          <m:t>𝑚𝑖𝑛</m:t>
                        </m:r>
                      </m:sub>
                    </m:sSub>
                  </m:oMath>
                </a14:m>
                <a:r>
                  <a:rPr lang="en-US" altLang="zh-CN" sz="1600" dirty="0">
                    <a:latin typeface="Arial" panose="020B0604020202020204" pitchFamily="34" charset="0"/>
                    <a:ea typeface="黑体" panose="02010609060101010101" pitchFamily="49" charset="-122"/>
                    <a:cs typeface="Arial" panose="020B0604020202020204" pitchFamily="34" charset="0"/>
                  </a:rPr>
                  <a:t>, or the load cell shall detect and react to a significant fault.</a:t>
                </a:r>
              </a:p>
              <a:p>
                <a:pPr>
                  <a:spcBef>
                    <a:spcPts val="400"/>
                  </a:spcBef>
                  <a:spcAft>
                    <a:spcPts val="600"/>
                  </a:spcAft>
                  <a:buClr>
                    <a:schemeClr val="accent1"/>
                  </a:buClr>
                </a:pPr>
                <a:endParaRPr lang="zh-CN" altLang="en-US" sz="1800" dirty="0" err="1" smtClean="0"/>
              </a:p>
            </p:txBody>
          </p:sp>
        </mc:Choice>
        <mc:Fallback xmlns="">
          <p:sp>
            <p:nvSpPr>
              <p:cNvPr id="9" name="TextBox 8"/>
              <p:cNvSpPr txBox="1">
                <a:spLocks noRot="1" noChangeAspect="1" noMove="1" noResize="1" noEditPoints="1" noAdjustHandles="1" noChangeArrowheads="1" noChangeShapeType="1" noTextEdit="1"/>
              </p:cNvSpPr>
              <p:nvPr/>
            </p:nvSpPr>
            <p:spPr>
              <a:xfrm>
                <a:off x="528477" y="4449787"/>
                <a:ext cx="3996000" cy="2016000"/>
              </a:xfrm>
              <a:prstGeom prst="rect">
                <a:avLst/>
              </a:prstGeom>
              <a:blipFill rotWithShape="1">
                <a:blip r:embed="rId2"/>
                <a:stretch>
                  <a:fillRect t="-3323" r="-3053" b="-6647"/>
                </a:stretch>
              </a:blipFill>
            </p:spPr>
            <p:txBody>
              <a:bodyPr/>
              <a:lstStyle/>
              <a:p>
                <a:r>
                  <a:rPr lang="zh-CN" altLang="en-US">
                    <a:noFill/>
                  </a:rPr>
                  <a:t> </a:t>
                </a:r>
              </a:p>
            </p:txBody>
          </p:sp>
        </mc:Fallback>
      </mc:AlternateContent>
      <p:sp>
        <p:nvSpPr>
          <p:cNvPr id="10" name="TextBox 9"/>
          <p:cNvSpPr txBox="1"/>
          <p:nvPr/>
        </p:nvSpPr>
        <p:spPr>
          <a:xfrm>
            <a:off x="4737140" y="3069601"/>
            <a:ext cx="3960000" cy="1769715"/>
          </a:xfrm>
          <a:prstGeom prst="rect">
            <a:avLst/>
          </a:prstGeom>
          <a:noFill/>
        </p:spPr>
        <p:txBody>
          <a:bodyPr wrap="square" lIns="0" tIns="0" rIns="0" bIns="0" rtlCol="0">
            <a:spAutoFit/>
          </a:bodyPr>
          <a:lstStyle/>
          <a:p>
            <a:pPr marL="704850" lvl="2" indent="-342900">
              <a:spcAft>
                <a:spcPts val="600"/>
              </a:spcAft>
              <a:buFont typeface="+mj-lt"/>
              <a:buAutoNum type="alphaLcParenR"/>
            </a:pPr>
            <a:r>
              <a:rPr lang="en-US" altLang="zh-CN" sz="1600" dirty="0">
                <a:latin typeface="Arial" panose="020B0604020202020204" pitchFamily="34" charset="0"/>
                <a:ea typeface="黑体" panose="02010609060101010101" pitchFamily="49" charset="-122"/>
                <a:cs typeface="Arial" panose="020B0604020202020204" pitchFamily="34" charset="0"/>
              </a:rPr>
              <a:t>significant faults do not occur; or</a:t>
            </a:r>
          </a:p>
          <a:p>
            <a:pPr marL="704850" lvl="2" indent="-342900">
              <a:spcAft>
                <a:spcPts val="600"/>
              </a:spcAft>
              <a:buFont typeface="+mj-lt"/>
              <a:buAutoNum type="alphaLcParenR"/>
            </a:pPr>
            <a:r>
              <a:rPr lang="en-US" altLang="zh-CN" sz="1600" dirty="0">
                <a:latin typeface="Arial" panose="020B0604020202020204" pitchFamily="34" charset="0"/>
                <a:ea typeface="黑体" panose="02010609060101010101" pitchFamily="49" charset="-122"/>
                <a:cs typeface="Arial" panose="020B0604020202020204" pitchFamily="34" charset="0"/>
              </a:rPr>
              <a:t>significant faults are detected and acted upon</a:t>
            </a:r>
            <a:r>
              <a:rPr lang="en-US" altLang="zh-CN" sz="1600" dirty="0" smtClean="0">
                <a:latin typeface="Arial" panose="020B0604020202020204" pitchFamily="34" charset="0"/>
                <a:ea typeface="黑体" panose="02010609060101010101" pitchFamily="49" charset="-122"/>
                <a:cs typeface="Arial" panose="020B0604020202020204" pitchFamily="34" charset="0"/>
              </a:rPr>
              <a:t>.</a:t>
            </a:r>
          </a:p>
          <a:p>
            <a:pPr marL="361950" lvl="2">
              <a:spcAft>
                <a:spcPts val="600"/>
              </a:spcAft>
            </a:pPr>
            <a:endParaRPr lang="en-US" altLang="zh-CN" sz="1600" b="1" dirty="0" smtClean="0">
              <a:latin typeface="Arial" panose="020B0604020202020204" pitchFamily="34" charset="0"/>
              <a:ea typeface="黑体" panose="02010609060101010101" pitchFamily="49" charset="-122"/>
              <a:cs typeface="Arial" panose="020B0604020202020204" pitchFamily="34" charset="0"/>
            </a:endParaRPr>
          </a:p>
          <a:p>
            <a:pPr marL="190500" lvl="2">
              <a:spcAft>
                <a:spcPts val="600"/>
              </a:spcAft>
            </a:pPr>
            <a:r>
              <a:rPr lang="en-US" altLang="zh-CN" sz="1600" b="1" dirty="0" smtClean="0">
                <a:latin typeface="Arial" panose="020B0604020202020204" pitchFamily="34" charset="0"/>
                <a:ea typeface="黑体" panose="02010609060101010101" pitchFamily="49" charset="-122"/>
                <a:cs typeface="Arial" panose="020B0604020202020204" pitchFamily="34" charset="0"/>
              </a:rPr>
              <a:t>2017</a:t>
            </a:r>
            <a:r>
              <a:rPr lang="zh-CN" altLang="en-US" sz="1600" b="1" dirty="0" smtClean="0">
                <a:latin typeface="Arial" panose="020B0604020202020204" pitchFamily="34" charset="0"/>
                <a:ea typeface="黑体" panose="02010609060101010101" pitchFamily="49" charset="-122"/>
                <a:cs typeface="Arial" panose="020B0604020202020204" pitchFamily="34" charset="0"/>
              </a:rPr>
              <a:t>版本频率范围到</a:t>
            </a:r>
            <a:r>
              <a:rPr lang="en-US" altLang="zh-CN" sz="1600" b="1" dirty="0" smtClean="0">
                <a:latin typeface="Arial" panose="020B0604020202020204" pitchFamily="34" charset="0"/>
                <a:ea typeface="黑体" panose="02010609060101010101" pitchFamily="49" charset="-122"/>
                <a:cs typeface="Arial" panose="020B0604020202020204" pitchFamily="34" charset="0"/>
              </a:rPr>
              <a:t>3GHz</a:t>
            </a:r>
            <a:r>
              <a:rPr lang="zh-CN" altLang="en-US" sz="1600" b="1" dirty="0" smtClean="0">
                <a:latin typeface="Arial" panose="020B0604020202020204" pitchFamily="34" charset="0"/>
                <a:ea typeface="黑体" panose="02010609060101010101" pitchFamily="49" charset="-122"/>
                <a:cs typeface="Arial" panose="020B0604020202020204" pitchFamily="34" charset="0"/>
              </a:rPr>
              <a:t>，</a:t>
            </a:r>
            <a:r>
              <a:rPr lang="en-US" altLang="zh-CN" sz="1600" dirty="0" smtClean="0">
                <a:latin typeface="Arial" panose="020B0604020202020204" pitchFamily="34" charset="0"/>
                <a:ea typeface="黑体" panose="02010609060101010101" pitchFamily="49" charset="-122"/>
                <a:cs typeface="Arial" panose="020B0604020202020204" pitchFamily="34" charset="0"/>
              </a:rPr>
              <a:t>2000</a:t>
            </a:r>
            <a:r>
              <a:rPr lang="zh-CN" altLang="en-US" sz="1600" dirty="0" smtClean="0">
                <a:latin typeface="Arial" panose="020B0604020202020204" pitchFamily="34" charset="0"/>
                <a:ea typeface="黑体" panose="02010609060101010101" pitchFamily="49" charset="-122"/>
                <a:cs typeface="Arial" panose="020B0604020202020204" pitchFamily="34" charset="0"/>
              </a:rPr>
              <a:t>版本为</a:t>
            </a:r>
            <a:r>
              <a:rPr lang="en-US" altLang="zh-CN" sz="1600" dirty="0" smtClean="0">
                <a:latin typeface="Arial" panose="020B0604020202020204" pitchFamily="34" charset="0"/>
                <a:ea typeface="黑体" panose="02010609060101010101" pitchFamily="49" charset="-122"/>
                <a:cs typeface="Arial" panose="020B0604020202020204" pitchFamily="34" charset="0"/>
              </a:rPr>
              <a:t>1GHz</a:t>
            </a:r>
            <a:r>
              <a:rPr lang="zh-CN" altLang="en-US" sz="1600" dirty="0" smtClean="0">
                <a:latin typeface="Arial" panose="020B0604020202020204" pitchFamily="34" charset="0"/>
                <a:ea typeface="黑体" panose="02010609060101010101" pitchFamily="49" charset="-122"/>
                <a:cs typeface="Arial" panose="020B0604020202020204" pitchFamily="34" charset="0"/>
              </a:rPr>
              <a:t>，</a:t>
            </a:r>
            <a:r>
              <a:rPr lang="en-US" altLang="zh-CN" sz="1600" dirty="0" smtClean="0">
                <a:latin typeface="Arial" panose="020B0604020202020204" pitchFamily="34" charset="0"/>
                <a:ea typeface="黑体" panose="02010609060101010101" pitchFamily="49" charset="-122"/>
                <a:cs typeface="Arial" panose="020B0604020202020204" pitchFamily="34" charset="0"/>
              </a:rPr>
              <a:t>R76</a:t>
            </a:r>
            <a:r>
              <a:rPr lang="zh-CN" altLang="en-US" sz="1600" dirty="0" smtClean="0">
                <a:latin typeface="Arial" panose="020B0604020202020204" pitchFamily="34" charset="0"/>
                <a:ea typeface="黑体" panose="02010609060101010101" pitchFamily="49" charset="-122"/>
                <a:cs typeface="Arial" panose="020B0604020202020204" pitchFamily="34" charset="0"/>
              </a:rPr>
              <a:t>为</a:t>
            </a:r>
            <a:r>
              <a:rPr lang="en-US" altLang="zh-CN" sz="1600" dirty="0" smtClean="0">
                <a:latin typeface="Arial" panose="020B0604020202020204" pitchFamily="34" charset="0"/>
                <a:ea typeface="黑体" panose="02010609060101010101" pitchFamily="49" charset="-122"/>
                <a:cs typeface="Arial" panose="020B0604020202020204" pitchFamily="34" charset="0"/>
              </a:rPr>
              <a:t>2GHz</a:t>
            </a:r>
            <a:endParaRPr lang="zh-CN" altLang="en-US" sz="1600" dirty="0" err="1" smtClean="0"/>
          </a:p>
        </p:txBody>
      </p:sp>
    </p:spTree>
    <p:extLst>
      <p:ext uri="{BB962C8B-B14F-4D97-AF65-F5344CB8AC3E}">
        <p14:creationId xmlns:p14="http://schemas.microsoft.com/office/powerpoint/2010/main" val="22229865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8"/>
                                        </p:tgtEl>
                                      </p:cBhvr>
                                    </p:animEffect>
                                    <p:set>
                                      <p:cBhvr>
                                        <p:cTn id="7" dur="1" fill="hold">
                                          <p:stCondLst>
                                            <p:cond delay="499"/>
                                          </p:stCondLst>
                                        </p:cTn>
                                        <p:tgtEl>
                                          <p:spTgt spid="8"/>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1000"/>
                                        <p:tgtEl>
                                          <p:spTgt spid="10"/>
                                        </p:tgtEl>
                                      </p:cBhvr>
                                    </p:animEffect>
                                    <p:anim calcmode="lin" valueType="num">
                                      <p:cBhvr>
                                        <p:cTn id="13" dur="1000" fill="hold"/>
                                        <p:tgtEl>
                                          <p:spTgt spid="10"/>
                                        </p:tgtEl>
                                        <p:attrNameLst>
                                          <p:attrName>ppt_x</p:attrName>
                                        </p:attrNameLst>
                                      </p:cBhvr>
                                      <p:tavLst>
                                        <p:tav tm="0">
                                          <p:val>
                                            <p:strVal val="#ppt_x"/>
                                          </p:val>
                                        </p:tav>
                                        <p:tav tm="100000">
                                          <p:val>
                                            <p:strVal val="#ppt_x"/>
                                          </p:val>
                                        </p:tav>
                                      </p:tavLst>
                                    </p:anim>
                                    <p:anim calcmode="lin" valueType="num">
                                      <p:cBhvr>
                                        <p:cTn id="14"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0" grpId="0"/>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latin typeface="黑体" panose="02010609060101010101" pitchFamily="49" charset="-122"/>
                <a:ea typeface="黑体" panose="02010609060101010101" pitchFamily="49" charset="-122"/>
              </a:rPr>
              <a:t>计量</a:t>
            </a:r>
            <a:r>
              <a:rPr lang="zh-CN" altLang="en-US" dirty="0">
                <a:latin typeface="黑体" panose="02010609060101010101" pitchFamily="49" charset="-122"/>
                <a:ea typeface="黑体" panose="02010609060101010101" pitchFamily="49" charset="-122"/>
              </a:rPr>
              <a:t>要求</a:t>
            </a:r>
            <a:endParaRPr lang="zh-CN" altLang="en-US" dirty="0"/>
          </a:p>
        </p:txBody>
      </p:sp>
      <p:sp>
        <p:nvSpPr>
          <p:cNvPr id="4" name="内容占位符 3"/>
          <p:cNvSpPr>
            <a:spLocks noGrp="1"/>
          </p:cNvSpPr>
          <p:nvPr>
            <p:ph idx="1"/>
          </p:nvPr>
        </p:nvSpPr>
        <p:spPr>
          <a:xfrm>
            <a:off x="395288" y="1618632"/>
            <a:ext cx="4248000" cy="2088000"/>
          </a:xfrm>
        </p:spPr>
        <p:txBody>
          <a:bodyPr/>
          <a:lstStyle/>
          <a:p>
            <a:pPr>
              <a:spcAft>
                <a:spcPts val="1200"/>
              </a:spcAft>
            </a:pPr>
            <a:r>
              <a:rPr lang="en-US" altLang="zh-CN" b="1" dirty="0" smtClean="0">
                <a:latin typeface="Arial" panose="020B0604020202020204" pitchFamily="34" charset="0"/>
                <a:ea typeface="黑体" panose="02010609060101010101" pitchFamily="49" charset="-122"/>
                <a:cs typeface="Arial" panose="020B0604020202020204" pitchFamily="34" charset="0"/>
              </a:rPr>
              <a:t>2000 version</a:t>
            </a:r>
          </a:p>
          <a:p>
            <a:pPr marL="179387" lvl="1" indent="0">
              <a:spcAft>
                <a:spcPts val="1200"/>
              </a:spcAft>
              <a:buNone/>
            </a:pPr>
            <a:r>
              <a:rPr lang="en-US" altLang="zh-CN" dirty="0" smtClean="0">
                <a:latin typeface="Arial" panose="020B0604020202020204" pitchFamily="34" charset="0"/>
                <a:ea typeface="黑体" panose="02010609060101010101" pitchFamily="49" charset="-122"/>
                <a:cs typeface="Arial" panose="020B0604020202020204" pitchFamily="34" charset="0"/>
              </a:rPr>
              <a:t>No Requirements.</a:t>
            </a:r>
          </a:p>
        </p:txBody>
      </p:sp>
      <p:sp>
        <p:nvSpPr>
          <p:cNvPr id="5" name="灯片编号占位符 4"/>
          <p:cNvSpPr>
            <a:spLocks noGrp="1"/>
          </p:cNvSpPr>
          <p:nvPr>
            <p:ph type="sldNum" sz="quarter" idx="100"/>
          </p:nvPr>
        </p:nvSpPr>
        <p:spPr/>
        <p:txBody>
          <a:bodyPr/>
          <a:lstStyle/>
          <a:p>
            <a:fld id="{2B2B68EE-DD1E-4368-AFCE-24A50EC7BF18}" type="slidenum">
              <a:rPr lang="en-US" smtClean="0"/>
              <a:pPr/>
              <a:t>73</a:t>
            </a:fld>
            <a:endParaRPr lang="en-US" dirty="0"/>
          </a:p>
        </p:txBody>
      </p:sp>
      <p:sp>
        <p:nvSpPr>
          <p:cNvPr id="6" name="页脚占位符 5"/>
          <p:cNvSpPr>
            <a:spLocks noGrp="1"/>
          </p:cNvSpPr>
          <p:nvPr>
            <p:ph type="ftr" sz="quarter" idx="101"/>
          </p:nvPr>
        </p:nvSpPr>
        <p:spPr/>
        <p:txBody>
          <a:bodyPr/>
          <a:lstStyle/>
          <a:p>
            <a:r>
              <a:rPr lang="en-US" dirty="0" smtClean="0"/>
              <a:t>For internal use - Confidential</a:t>
            </a:r>
            <a:endParaRPr lang="en-US" dirty="0"/>
          </a:p>
        </p:txBody>
      </p:sp>
      <p:sp>
        <p:nvSpPr>
          <p:cNvPr id="7" name="标题 2"/>
          <p:cNvSpPr>
            <a:spLocks noGrp="1"/>
          </p:cNvSpPr>
          <p:nvPr>
            <p:ph type="title" idx="99"/>
          </p:nvPr>
        </p:nvSpPr>
        <p:spPr>
          <a:xfrm>
            <a:off x="395288" y="883268"/>
            <a:ext cx="8353176" cy="324768"/>
          </a:xfrm>
        </p:spPr>
        <p:txBody>
          <a:bodyPr/>
          <a:lstStyle/>
          <a:p>
            <a:r>
              <a:rPr lang="en-US" altLang="zh-CN" dirty="0">
                <a:solidFill>
                  <a:schemeClr val="tx1"/>
                </a:solidFill>
              </a:rPr>
              <a:t>Disturbance - </a:t>
            </a:r>
            <a:r>
              <a:rPr lang="en-US" altLang="zh-CN" sz="1400" b="0" dirty="0">
                <a:solidFill>
                  <a:schemeClr val="tx1"/>
                </a:solidFill>
              </a:rPr>
              <a:t> </a:t>
            </a:r>
            <a:r>
              <a:rPr lang="en-US" altLang="zh-CN" sz="1400" b="0" dirty="0" smtClean="0">
                <a:solidFill>
                  <a:schemeClr val="tx1"/>
                </a:solidFill>
              </a:rPr>
              <a:t>Exposure </a:t>
            </a:r>
            <a:r>
              <a:rPr lang="en-US" altLang="zh-CN" sz="1400" b="0" dirty="0">
                <a:solidFill>
                  <a:schemeClr val="tx1"/>
                </a:solidFill>
              </a:rPr>
              <a:t>to conducted (common mode) currents generated 2.10.7.10 by RF EM fields</a:t>
            </a:r>
            <a:endParaRPr lang="zh-CN" altLang="en-US" sz="1600" b="0" dirty="0">
              <a:solidFill>
                <a:schemeClr val="tx1"/>
              </a:solidFill>
            </a:endParaRPr>
          </a:p>
        </p:txBody>
      </p:sp>
      <mc:AlternateContent xmlns:mc="http://schemas.openxmlformats.org/markup-compatibility/2006" xmlns:a14="http://schemas.microsoft.com/office/drawing/2010/main">
        <mc:Choice Requires="a14">
          <p:sp>
            <p:nvSpPr>
              <p:cNvPr id="8" name="内容占位符 3"/>
              <p:cNvSpPr txBox="1">
                <a:spLocks/>
              </p:cNvSpPr>
              <p:nvPr/>
            </p:nvSpPr>
            <p:spPr>
              <a:xfrm>
                <a:off x="4854104" y="1623552"/>
                <a:ext cx="4140000" cy="2160000"/>
              </a:xfrm>
              <a:prstGeom prst="rect">
                <a:avLst/>
              </a:prstGeom>
            </p:spPr>
            <p:txBody>
              <a:bodyPr vert="horz" lIns="0" tIns="0" rIns="0" bIns="0" rtlCol="0" anchor="t" anchorCtr="0">
                <a:noAutofit/>
              </a:bodyPr>
              <a:lstStyle>
                <a:lvl1pPr marL="179388" indent="-179388" algn="l" defTabSz="914400" rtl="0" eaLnBrk="1" latinLnBrk="0" hangingPunct="1">
                  <a:spcBef>
                    <a:spcPts val="400"/>
                  </a:spcBef>
                  <a:spcAft>
                    <a:spcPts val="600"/>
                  </a:spcAft>
                  <a:buClr>
                    <a:schemeClr val="accent1"/>
                  </a:buClr>
                  <a:buFont typeface="Wingdings" pitchFamily="2" charset="2"/>
                  <a:buChar char="§"/>
                  <a:defRPr sz="1600" kern="1200" baseline="0">
                    <a:solidFill>
                      <a:schemeClr val="tx1"/>
                    </a:solidFill>
                    <a:latin typeface="+mn-lt"/>
                    <a:ea typeface="+mn-ea"/>
                    <a:cs typeface="+mn-cs"/>
                  </a:defRPr>
                </a:lvl1pPr>
                <a:lvl2pPr marL="358775" indent="-179388" algn="l" defTabSz="914400" rtl="0" eaLnBrk="1" latinLnBrk="0" hangingPunct="1">
                  <a:spcBef>
                    <a:spcPts val="0"/>
                  </a:spcBef>
                  <a:spcAft>
                    <a:spcPts val="400"/>
                  </a:spcAft>
                  <a:buClr>
                    <a:schemeClr val="accent1"/>
                  </a:buClr>
                  <a:buFont typeface="Arial" pitchFamily="34" charset="0"/>
                  <a:buChar char="-"/>
                  <a:defRPr sz="1600" kern="1200">
                    <a:solidFill>
                      <a:schemeClr val="tx1"/>
                    </a:solidFill>
                    <a:latin typeface="+mn-lt"/>
                    <a:ea typeface="+mn-ea"/>
                    <a:cs typeface="+mn-cs"/>
                  </a:defRPr>
                </a:lvl2pPr>
                <a:lvl3pPr marL="541338" indent="-184150" algn="l" defTabSz="914400" rtl="0" eaLnBrk="1" latinLnBrk="0" hangingPunct="1">
                  <a:spcBef>
                    <a:spcPts val="0"/>
                  </a:spcBef>
                  <a:spcAft>
                    <a:spcPts val="400"/>
                  </a:spcAft>
                  <a:buClr>
                    <a:schemeClr val="accent1"/>
                  </a:buClr>
                  <a:buFont typeface="Arial" pitchFamily="34" charset="0"/>
                  <a:buChar char="-"/>
                  <a:tabLst/>
                  <a:defRPr sz="1600" kern="1200">
                    <a:solidFill>
                      <a:schemeClr val="tx1"/>
                    </a:solidFill>
                    <a:latin typeface="+mn-lt"/>
                    <a:ea typeface="+mn-ea"/>
                    <a:cs typeface="+mn-cs"/>
                  </a:defRPr>
                </a:lvl3pPr>
                <a:lvl4pPr marL="715963" indent="-174625" algn="l" defTabSz="914400" rtl="0" eaLnBrk="1" latinLnBrk="0" hangingPunct="1">
                  <a:spcBef>
                    <a:spcPts val="0"/>
                  </a:spcBef>
                  <a:spcAft>
                    <a:spcPts val="400"/>
                  </a:spcAft>
                  <a:buClr>
                    <a:schemeClr val="accent1"/>
                  </a:buClr>
                  <a:buFont typeface="Arial" panose="020B0604020202020204" pitchFamily="34" charset="0"/>
                  <a:buChar char="-"/>
                  <a:defRPr sz="1600" kern="1200">
                    <a:solidFill>
                      <a:schemeClr val="tx1"/>
                    </a:solidFill>
                    <a:latin typeface="+mn-lt"/>
                    <a:ea typeface="+mn-ea"/>
                    <a:cs typeface="+mn-cs"/>
                  </a:defRPr>
                </a:lvl4pPr>
                <a:lvl5pPr marL="715963" indent="182563" algn="l" defTabSz="914400" rtl="0" eaLnBrk="1" latinLnBrk="0" hangingPunct="1">
                  <a:spcBef>
                    <a:spcPts val="0"/>
                  </a:spcBef>
                  <a:spcAft>
                    <a:spcPts val="400"/>
                  </a:spcAft>
                  <a:buClr>
                    <a:schemeClr val="accent1"/>
                  </a:buClr>
                  <a:buFont typeface="Arial" panose="020B0604020202020204" pitchFamily="34" charset="0"/>
                  <a:buChar char="-"/>
                  <a:tabLst/>
                  <a:defRPr sz="1600" kern="1200">
                    <a:solidFill>
                      <a:schemeClr val="tx1"/>
                    </a:solidFill>
                    <a:latin typeface="+mn-lt"/>
                    <a:ea typeface="+mn-ea"/>
                    <a:cs typeface="+mn-cs"/>
                  </a:defRPr>
                </a:lvl5pPr>
                <a:lvl6pPr marL="1073150" indent="-174625" algn="l" defTabSz="914400" rtl="0" eaLnBrk="1" latinLnBrk="0" hangingPunct="1">
                  <a:spcBef>
                    <a:spcPts val="0"/>
                  </a:spcBef>
                  <a:spcAft>
                    <a:spcPts val="400"/>
                  </a:spcAft>
                  <a:buClr>
                    <a:schemeClr val="accent1"/>
                  </a:buClr>
                  <a:buFont typeface="Arial" panose="020B0604020202020204" pitchFamily="34" charset="0"/>
                  <a:buChar char="-"/>
                  <a:defRPr sz="1600" kern="1200">
                    <a:solidFill>
                      <a:schemeClr val="tx1"/>
                    </a:solidFill>
                    <a:latin typeface="+mn-lt"/>
                    <a:ea typeface="+mn-ea"/>
                    <a:cs typeface="+mn-cs"/>
                  </a:defRPr>
                </a:lvl6pPr>
                <a:lvl7pPr marL="1255713" indent="-182563" algn="l" defTabSz="914400" rtl="0" eaLnBrk="1" latinLnBrk="0" hangingPunct="1">
                  <a:spcBef>
                    <a:spcPts val="0"/>
                  </a:spcBef>
                  <a:spcAft>
                    <a:spcPts val="400"/>
                  </a:spcAft>
                  <a:buClr>
                    <a:schemeClr val="accent1"/>
                  </a:buClr>
                  <a:buFont typeface="Arial" pitchFamily="34" charset="0"/>
                  <a:buChar char="-"/>
                  <a:defRPr sz="1600" kern="1200">
                    <a:solidFill>
                      <a:schemeClr val="tx1"/>
                    </a:solidFill>
                    <a:latin typeface="+mn-lt"/>
                    <a:ea typeface="+mn-ea"/>
                    <a:cs typeface="+mn-cs"/>
                  </a:defRPr>
                </a:lvl7pPr>
                <a:lvl8pPr marL="1431925" indent="-176213" algn="l" defTabSz="914400" rtl="0" eaLnBrk="1" latinLnBrk="0" hangingPunct="1">
                  <a:spcBef>
                    <a:spcPts val="0"/>
                  </a:spcBef>
                  <a:spcAft>
                    <a:spcPts val="400"/>
                  </a:spcAft>
                  <a:buClr>
                    <a:schemeClr val="accent1"/>
                  </a:buClr>
                  <a:buFont typeface="Arial" pitchFamily="34" charset="0"/>
                  <a:buChar char="-"/>
                  <a:defRPr sz="1600" kern="1200">
                    <a:solidFill>
                      <a:schemeClr val="tx1"/>
                    </a:solidFill>
                    <a:latin typeface="+mn-lt"/>
                    <a:ea typeface="+mn-ea"/>
                    <a:cs typeface="+mn-cs"/>
                  </a:defRPr>
                </a:lvl8pPr>
                <a:lvl9pPr marL="1614488" indent="-182563" algn="l" defTabSz="914400" rtl="0" eaLnBrk="1" latinLnBrk="0" hangingPunct="1">
                  <a:spcBef>
                    <a:spcPts val="0"/>
                  </a:spcBef>
                  <a:spcAft>
                    <a:spcPts val="400"/>
                  </a:spcAft>
                  <a:buClr>
                    <a:schemeClr val="accent1"/>
                  </a:buClr>
                  <a:buFont typeface="Arial" pitchFamily="34" charset="0"/>
                  <a:buChar char="-"/>
                  <a:defRPr sz="1600" kern="1200">
                    <a:solidFill>
                      <a:schemeClr val="tx1"/>
                    </a:solidFill>
                    <a:latin typeface="+mn-lt"/>
                    <a:ea typeface="+mn-ea"/>
                    <a:cs typeface="+mn-cs"/>
                  </a:defRPr>
                </a:lvl9pPr>
              </a:lstStyle>
              <a:p>
                <a:pPr>
                  <a:spcBef>
                    <a:spcPts val="0"/>
                  </a:spcBef>
                </a:pPr>
                <a:r>
                  <a:rPr lang="en-US" altLang="zh-CN" b="1" dirty="0" smtClean="0">
                    <a:latin typeface="Arial" panose="020B0604020202020204" pitchFamily="34" charset="0"/>
                    <a:ea typeface="黑体" panose="02010609060101010101" pitchFamily="49" charset="-122"/>
                    <a:cs typeface="Arial" panose="020B0604020202020204" pitchFamily="34" charset="0"/>
                  </a:rPr>
                  <a:t>2017 version</a:t>
                </a:r>
              </a:p>
              <a:p>
                <a:pPr marL="0" indent="0">
                  <a:spcBef>
                    <a:spcPts val="0"/>
                  </a:spcBef>
                  <a:buNone/>
                </a:pPr>
                <a:r>
                  <a:rPr lang="en-US" altLang="zh-CN" dirty="0"/>
                  <a:t>Test severity</a:t>
                </a:r>
                <a:r>
                  <a:rPr lang="en-US" altLang="zh-CN" dirty="0" smtClean="0"/>
                  <a:t>:</a:t>
                </a:r>
              </a:p>
              <a:p>
                <a:pPr marL="0" indent="0">
                  <a:spcBef>
                    <a:spcPts val="0"/>
                  </a:spcBef>
                  <a:buNone/>
                </a:pPr>
                <a:r>
                  <a:rPr lang="en-US" altLang="zh-CN" b="1" dirty="0"/>
                  <a:t>Level 3</a:t>
                </a:r>
                <a:r>
                  <a:rPr lang="en-US" altLang="zh-CN" b="1" dirty="0" smtClean="0"/>
                  <a:t>: </a:t>
                </a:r>
                <a:r>
                  <a:rPr lang="en-US" altLang="zh-CN" dirty="0" smtClean="0"/>
                  <a:t>(</a:t>
                </a:r>
                <a:r>
                  <a:rPr lang="en-US" altLang="zh-CN" dirty="0"/>
                  <a:t>in accordance with the referred standard)</a:t>
                </a:r>
              </a:p>
              <a:p>
                <a:pPr marL="179387" lvl="1" indent="0">
                  <a:buNone/>
                </a:pPr>
                <a:r>
                  <a:rPr lang="en-US" altLang="zh-CN" dirty="0"/>
                  <a:t>Frequency range: 0.15 MHz–80 MHz</a:t>
                </a:r>
              </a:p>
              <a:p>
                <a:pPr marL="179387" lvl="1" indent="0">
                  <a:buNone/>
                </a:pPr>
                <a:r>
                  <a:rPr lang="en-US" altLang="zh-CN" dirty="0"/>
                  <a:t>RF amplitude (50 Ω): 10 </a:t>
                </a:r>
                <a:r>
                  <a:rPr lang="en-US" altLang="zh-CN" dirty="0" smtClean="0"/>
                  <a:t>V (</a:t>
                </a:r>
                <a14:m>
                  <m:oMath xmlns:m="http://schemas.openxmlformats.org/officeDocument/2006/math">
                    <m:r>
                      <a:rPr lang="en-US" altLang="zh-CN" i="1" dirty="0" smtClean="0">
                        <a:latin typeface="Cambria Math"/>
                      </a:rPr>
                      <m:t>𝑒𝑚𝑓</m:t>
                    </m:r>
                  </m:oMath>
                </a14:m>
                <a:r>
                  <a:rPr lang="en-US" altLang="zh-CN" dirty="0"/>
                  <a:t>)</a:t>
                </a:r>
              </a:p>
              <a:p>
                <a:pPr marL="179387" lvl="1" indent="0">
                  <a:buNone/>
                </a:pPr>
                <a:r>
                  <a:rPr lang="en-US" altLang="zh-CN" dirty="0"/>
                  <a:t>Modulation: 80 % AM, 1 kHz, sine wave</a:t>
                </a:r>
              </a:p>
              <a:p>
                <a:pPr marL="0" indent="0">
                  <a:spcBef>
                    <a:spcPts val="0"/>
                  </a:spcBef>
                  <a:buNone/>
                </a:pPr>
                <a:endParaRPr lang="en-US" altLang="zh-CN" dirty="0"/>
              </a:p>
              <a:p>
                <a:pPr marL="0" indent="0">
                  <a:spcBef>
                    <a:spcPts val="0"/>
                  </a:spcBef>
                  <a:buNone/>
                </a:pPr>
                <a:endParaRPr lang="en-US" altLang="zh-CN" dirty="0"/>
              </a:p>
              <a:p>
                <a:pPr marL="0" indent="0">
                  <a:spcBef>
                    <a:spcPts val="0"/>
                  </a:spcBef>
                  <a:buNone/>
                </a:pPr>
                <a:endParaRPr lang="en-US" altLang="zh-CN" dirty="0"/>
              </a:p>
              <a:p>
                <a:pPr marL="0" indent="0">
                  <a:spcBef>
                    <a:spcPts val="0"/>
                  </a:spcBef>
                  <a:buNone/>
                </a:pPr>
                <a:endParaRPr lang="en-US" altLang="zh-CN" dirty="0"/>
              </a:p>
              <a:p>
                <a:pPr marL="179387" lvl="1" indent="0">
                  <a:buNone/>
                </a:pPr>
                <a:endParaRPr lang="en-US" altLang="zh-CN" dirty="0"/>
              </a:p>
              <a:p>
                <a:pPr marL="0" indent="0">
                  <a:spcBef>
                    <a:spcPts val="0"/>
                  </a:spcBef>
                  <a:buNone/>
                </a:pPr>
                <a:endParaRPr lang="en-US" altLang="zh-CN" dirty="0" smtClean="0">
                  <a:latin typeface="Arial" panose="020B0604020202020204" pitchFamily="34" charset="0"/>
                  <a:ea typeface="黑体" panose="02010609060101010101" pitchFamily="49" charset="-122"/>
                  <a:cs typeface="Arial" panose="020B0604020202020204" pitchFamily="34" charset="0"/>
                </a:endParaRPr>
              </a:p>
            </p:txBody>
          </p:sp>
        </mc:Choice>
        <mc:Fallback xmlns="">
          <p:sp>
            <p:nvSpPr>
              <p:cNvPr id="8" name="内容占位符 3"/>
              <p:cNvSpPr txBox="1">
                <a:spLocks noRot="1" noChangeAspect="1" noMove="1" noResize="1" noEditPoints="1" noAdjustHandles="1" noChangeArrowheads="1" noChangeShapeType="1" noTextEdit="1"/>
              </p:cNvSpPr>
              <p:nvPr/>
            </p:nvSpPr>
            <p:spPr>
              <a:xfrm>
                <a:off x="4854104" y="1623552"/>
                <a:ext cx="4140000" cy="2160000"/>
              </a:xfrm>
              <a:prstGeom prst="rect">
                <a:avLst/>
              </a:prstGeom>
              <a:blipFill rotWithShape="1">
                <a:blip r:embed="rId2"/>
                <a:stretch>
                  <a:fillRect l="-2946" t="-2817" b="-282"/>
                </a:stretch>
              </a:blipFill>
            </p:spPr>
            <p:txBody>
              <a:bodyPr/>
              <a:lstStyle/>
              <a:p>
                <a:r>
                  <a:rPr lang="zh-CN" altLang="en-US">
                    <a:noFill/>
                  </a:rPr>
                  <a:t> </a:t>
                </a:r>
              </a:p>
            </p:txBody>
          </p:sp>
        </mc:Fallback>
      </mc:AlternateContent>
      <p:sp>
        <p:nvSpPr>
          <p:cNvPr id="9" name="TextBox 8"/>
          <p:cNvSpPr txBox="1"/>
          <p:nvPr/>
        </p:nvSpPr>
        <p:spPr>
          <a:xfrm>
            <a:off x="4356483" y="4403293"/>
            <a:ext cx="4284000" cy="1220847"/>
          </a:xfrm>
          <a:prstGeom prst="rect">
            <a:avLst/>
          </a:prstGeom>
          <a:noFill/>
        </p:spPr>
        <p:txBody>
          <a:bodyPr wrap="square" lIns="0" tIns="0" rIns="0" bIns="0" rtlCol="0">
            <a:spAutoFit/>
          </a:bodyPr>
          <a:lstStyle/>
          <a:p>
            <a:pPr marL="704850" lvl="2" indent="-342900">
              <a:spcAft>
                <a:spcPts val="600"/>
              </a:spcAft>
              <a:buFont typeface="+mj-lt"/>
              <a:buAutoNum type="alphaLcParenR"/>
            </a:pPr>
            <a:r>
              <a:rPr lang="en-US" altLang="zh-CN" sz="1600" dirty="0">
                <a:latin typeface="Arial" panose="020B0604020202020204" pitchFamily="34" charset="0"/>
                <a:ea typeface="黑体" panose="02010609060101010101" pitchFamily="49" charset="-122"/>
                <a:cs typeface="Arial" panose="020B0604020202020204" pitchFamily="34" charset="0"/>
              </a:rPr>
              <a:t>significant faults do not occur; or</a:t>
            </a:r>
          </a:p>
          <a:p>
            <a:pPr marL="704850" lvl="2" indent="-342900">
              <a:spcAft>
                <a:spcPts val="600"/>
              </a:spcAft>
              <a:buFont typeface="+mj-lt"/>
              <a:buAutoNum type="alphaLcParenR"/>
            </a:pPr>
            <a:r>
              <a:rPr lang="en-US" altLang="zh-CN" sz="1600" dirty="0">
                <a:latin typeface="Arial" panose="020B0604020202020204" pitchFamily="34" charset="0"/>
                <a:ea typeface="黑体" panose="02010609060101010101" pitchFamily="49" charset="-122"/>
                <a:cs typeface="Arial" panose="020B0604020202020204" pitchFamily="34" charset="0"/>
              </a:rPr>
              <a:t>significant faults are detected and acted upon.</a:t>
            </a:r>
          </a:p>
          <a:p>
            <a:pPr>
              <a:spcBef>
                <a:spcPts val="400"/>
              </a:spcBef>
              <a:spcAft>
                <a:spcPts val="600"/>
              </a:spcAft>
              <a:buClr>
                <a:schemeClr val="accent1"/>
              </a:buClr>
            </a:pPr>
            <a:endParaRPr lang="zh-CN" altLang="en-US" sz="1800" dirty="0" err="1" smtClean="0"/>
          </a:p>
        </p:txBody>
      </p:sp>
      <p:sp>
        <p:nvSpPr>
          <p:cNvPr id="3" name="TextBox 2"/>
          <p:cNvSpPr txBox="1"/>
          <p:nvPr/>
        </p:nvSpPr>
        <p:spPr>
          <a:xfrm>
            <a:off x="790425" y="3905573"/>
            <a:ext cx="3024000" cy="246221"/>
          </a:xfrm>
          <a:prstGeom prst="rect">
            <a:avLst/>
          </a:prstGeom>
          <a:noFill/>
        </p:spPr>
        <p:txBody>
          <a:bodyPr wrap="square" lIns="0" tIns="0" rIns="0" bIns="0" rtlCol="0">
            <a:spAutoFit/>
          </a:bodyPr>
          <a:lstStyle/>
          <a:p>
            <a:pPr>
              <a:spcBef>
                <a:spcPts val="400"/>
              </a:spcBef>
              <a:spcAft>
                <a:spcPts val="600"/>
              </a:spcAft>
              <a:buClr>
                <a:schemeClr val="accent1"/>
              </a:buClr>
            </a:pPr>
            <a:r>
              <a:rPr lang="zh-CN" altLang="en-US" sz="1600" dirty="0" smtClean="0">
                <a:latin typeface="黑体" panose="02010609060101010101" pitchFamily="49" charset="-122"/>
                <a:ea typeface="黑体" panose="02010609060101010101" pitchFamily="49" charset="-122"/>
              </a:rPr>
              <a:t>干扰的注入仅考虑共模方式</a:t>
            </a:r>
          </a:p>
        </p:txBody>
      </p:sp>
    </p:spTree>
    <p:extLst>
      <p:ext uri="{BB962C8B-B14F-4D97-AF65-F5344CB8AC3E}">
        <p14:creationId xmlns:p14="http://schemas.microsoft.com/office/powerpoint/2010/main" val="14477629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latin typeface="黑体" panose="02010609060101010101" pitchFamily="49" charset="-122"/>
                <a:ea typeface="黑体" panose="02010609060101010101" pitchFamily="49" charset="-122"/>
              </a:rPr>
              <a:t>计量</a:t>
            </a:r>
            <a:r>
              <a:rPr lang="zh-CN" altLang="en-US" dirty="0">
                <a:latin typeface="黑体" panose="02010609060101010101" pitchFamily="49" charset="-122"/>
                <a:ea typeface="黑体" panose="02010609060101010101" pitchFamily="49" charset="-122"/>
              </a:rPr>
              <a:t>要求</a:t>
            </a:r>
            <a:endParaRPr lang="zh-CN" altLang="en-US" dirty="0"/>
          </a:p>
        </p:txBody>
      </p:sp>
      <mc:AlternateContent xmlns:mc="http://schemas.openxmlformats.org/markup-compatibility/2006" xmlns:a14="http://schemas.microsoft.com/office/drawing/2010/main">
        <mc:Choice Requires="a14">
          <p:sp>
            <p:nvSpPr>
              <p:cNvPr id="4" name="内容占位符 3"/>
              <p:cNvSpPr>
                <a:spLocks noGrp="1"/>
              </p:cNvSpPr>
              <p:nvPr>
                <p:ph idx="1"/>
              </p:nvPr>
            </p:nvSpPr>
            <p:spPr>
              <a:xfrm>
                <a:off x="395288" y="1176192"/>
                <a:ext cx="8353426" cy="4895850"/>
              </a:xfrm>
            </p:spPr>
            <p:txBody>
              <a:bodyPr/>
              <a:lstStyle/>
              <a:p>
                <a:pPr>
                  <a:spcAft>
                    <a:spcPts val="1200"/>
                  </a:spcAft>
                </a:pPr>
                <a:r>
                  <a:rPr lang="en-US" altLang="zh-CN" b="1" dirty="0" smtClean="0">
                    <a:latin typeface="Arial" panose="020B0604020202020204" pitchFamily="34" charset="0"/>
                    <a:ea typeface="黑体" panose="02010609060101010101" pitchFamily="49" charset="-122"/>
                    <a:cs typeface="Arial" panose="020B0604020202020204" pitchFamily="34" charset="0"/>
                  </a:rPr>
                  <a:t>Span stability</a:t>
                </a:r>
              </a:p>
              <a:p>
                <a:pPr marL="179387" lvl="1" indent="0">
                  <a:spcAft>
                    <a:spcPts val="1200"/>
                  </a:spcAft>
                  <a:buNone/>
                </a:pPr>
                <a:r>
                  <a:rPr lang="en-US" altLang="zh-CN" dirty="0">
                    <a:latin typeface="Arial" panose="020B0604020202020204" pitchFamily="34" charset="0"/>
                    <a:ea typeface="黑体" panose="02010609060101010101" pitchFamily="49" charset="-122"/>
                    <a:cs typeface="Arial" panose="020B0604020202020204" pitchFamily="34" charset="0"/>
                  </a:rPr>
                  <a:t>When an analog-active load cell is subjected to the span stability test specified in R 60-2, 2.10.7.11, the variation in the load cell span measurement results shall not exceed the greater of: half the load cell verification interval; or half the absolute value of the MPE for the applied </a:t>
                </a:r>
                <a:r>
                  <a:rPr lang="en-US" altLang="zh-CN" dirty="0" smtClean="0">
                    <a:latin typeface="Arial" panose="020B0604020202020204" pitchFamily="34" charset="0"/>
                    <a:ea typeface="黑体" panose="02010609060101010101" pitchFamily="49" charset="-122"/>
                    <a:cs typeface="Arial" panose="020B0604020202020204" pitchFamily="34" charset="0"/>
                  </a:rPr>
                  <a:t>test </a:t>
                </a:r>
                <a:r>
                  <a:rPr lang="en-US" altLang="zh-CN" dirty="0">
                    <a:latin typeface="Arial" panose="020B0604020202020204" pitchFamily="34" charset="0"/>
                    <a:ea typeface="黑体" panose="02010609060101010101" pitchFamily="49" charset="-122"/>
                    <a:cs typeface="Arial" panose="020B0604020202020204" pitchFamily="34" charset="0"/>
                  </a:rPr>
                  <a:t>load </a:t>
                </a:r>
                <a14:m>
                  <m:oMath xmlns:m="http://schemas.openxmlformats.org/officeDocument/2006/math">
                    <m:sSub>
                      <m:sSubPr>
                        <m:ctrlPr>
                          <a:rPr lang="en-US" altLang="zh-CN" i="1" smtClean="0">
                            <a:latin typeface="Cambria Math"/>
                            <a:ea typeface="黑体" panose="02010609060101010101" pitchFamily="49" charset="-122"/>
                            <a:cs typeface="Arial" panose="020B0604020202020204" pitchFamily="34" charset="0"/>
                          </a:rPr>
                        </m:ctrlPr>
                      </m:sSubPr>
                      <m:e>
                        <m:r>
                          <a:rPr lang="en-US" altLang="zh-CN" b="0" i="1" smtClean="0">
                            <a:latin typeface="Cambria Math"/>
                            <a:ea typeface="黑体" panose="02010609060101010101" pitchFamily="49" charset="-122"/>
                            <a:cs typeface="Arial" panose="020B0604020202020204" pitchFamily="34" charset="0"/>
                          </a:rPr>
                          <m:t>𝐷</m:t>
                        </m:r>
                      </m:e>
                      <m:sub>
                        <m:r>
                          <a:rPr lang="en-US" altLang="zh-CN" b="0" i="1" smtClean="0">
                            <a:latin typeface="Cambria Math"/>
                            <a:ea typeface="黑体" panose="02010609060101010101" pitchFamily="49" charset="-122"/>
                            <a:cs typeface="Arial" panose="020B0604020202020204" pitchFamily="34" charset="0"/>
                          </a:rPr>
                          <m:t>𝑚𝑎𝑥</m:t>
                        </m:r>
                      </m:sub>
                    </m:sSub>
                  </m:oMath>
                </a14:m>
                <a:r>
                  <a:rPr lang="en-US" altLang="zh-CN" dirty="0">
                    <a:latin typeface="Arial" panose="020B0604020202020204" pitchFamily="34" charset="0"/>
                    <a:ea typeface="黑体" panose="02010609060101010101" pitchFamily="49" charset="-122"/>
                    <a:cs typeface="Arial" panose="020B0604020202020204" pitchFamily="34" charset="0"/>
                  </a:rPr>
                  <a:t>.</a:t>
                </a:r>
                <a:endParaRPr lang="en-US" altLang="zh-CN" dirty="0" smtClean="0">
                  <a:latin typeface="Arial" panose="020B0604020202020204" pitchFamily="34" charset="0"/>
                  <a:ea typeface="黑体" panose="02010609060101010101" pitchFamily="49" charset="-122"/>
                  <a:cs typeface="Arial" panose="020B0604020202020204" pitchFamily="34" charset="0"/>
                </a:endParaRPr>
              </a:p>
              <a:p>
                <a:pPr marL="179387" lvl="1" indent="0">
                  <a:spcAft>
                    <a:spcPts val="1200"/>
                  </a:spcAft>
                  <a:buNone/>
                </a:pPr>
                <a:r>
                  <a:rPr lang="en-US" altLang="zh-CN" dirty="0">
                    <a:latin typeface="Arial" panose="020B0604020202020204" pitchFamily="34" charset="0"/>
                    <a:ea typeface="黑体" panose="02010609060101010101" pitchFamily="49" charset="-122"/>
                    <a:cs typeface="Arial" panose="020B0604020202020204" pitchFamily="34" charset="0"/>
                  </a:rPr>
                  <a:t>For the conduct of this test, the manufacturer’s operating instructions shall be </a:t>
                </a:r>
                <a:r>
                  <a:rPr lang="en-US" altLang="zh-CN" dirty="0" smtClean="0">
                    <a:latin typeface="Arial" panose="020B0604020202020204" pitchFamily="34" charset="0"/>
                    <a:ea typeface="黑体" panose="02010609060101010101" pitchFamily="49" charset="-122"/>
                    <a:cs typeface="Arial" panose="020B0604020202020204" pitchFamily="34" charset="0"/>
                  </a:rPr>
                  <a:t>considered.</a:t>
                </a:r>
              </a:p>
              <a:p>
                <a:pPr marL="179387" lvl="1" indent="0">
                  <a:spcAft>
                    <a:spcPts val="1200"/>
                  </a:spcAft>
                  <a:buNone/>
                </a:pPr>
                <a:r>
                  <a:rPr lang="en-US" altLang="zh-CN" dirty="0">
                    <a:latin typeface="Arial" panose="020B0604020202020204" pitchFamily="34" charset="0"/>
                    <a:ea typeface="黑体" panose="02010609060101010101" pitchFamily="49" charset="-122"/>
                    <a:cs typeface="Arial" panose="020B0604020202020204" pitchFamily="34" charset="0"/>
                  </a:rPr>
                  <a:t>The load cell shall be stabilized at sufficiently constant ambient conditions after switch-on for at </a:t>
                </a:r>
                <a:r>
                  <a:rPr lang="en-US" altLang="zh-CN" dirty="0" smtClean="0">
                    <a:latin typeface="Arial" panose="020B0604020202020204" pitchFamily="34" charset="0"/>
                    <a:ea typeface="黑体" panose="02010609060101010101" pitchFamily="49" charset="-122"/>
                    <a:cs typeface="Arial" panose="020B0604020202020204" pitchFamily="34" charset="0"/>
                  </a:rPr>
                  <a:t>least 5 </a:t>
                </a:r>
                <a:r>
                  <a:rPr lang="en-US" altLang="zh-CN" dirty="0">
                    <a:latin typeface="Arial" panose="020B0604020202020204" pitchFamily="34" charset="0"/>
                    <a:ea typeface="黑体" panose="02010609060101010101" pitchFamily="49" charset="-122"/>
                    <a:cs typeface="Arial" panose="020B0604020202020204" pitchFamily="34" charset="0"/>
                  </a:rPr>
                  <a:t>hours, but at least 16 hours after any temperature or humidity tests have been performed</a:t>
                </a:r>
                <a:r>
                  <a:rPr lang="en-US" altLang="zh-CN" dirty="0" smtClean="0">
                    <a:latin typeface="Arial" panose="020B0604020202020204" pitchFamily="34" charset="0"/>
                    <a:ea typeface="黑体" panose="02010609060101010101" pitchFamily="49" charset="-122"/>
                    <a:cs typeface="Arial" panose="020B0604020202020204" pitchFamily="34" charset="0"/>
                  </a:rPr>
                  <a:t>.</a:t>
                </a:r>
              </a:p>
              <a:p>
                <a:pPr marL="179387" lvl="1" indent="457200">
                  <a:spcAft>
                    <a:spcPts val="1200"/>
                  </a:spcAft>
                  <a:buNone/>
                </a:pPr>
                <a:r>
                  <a:rPr lang="zh-CN" altLang="en-US" dirty="0" smtClean="0">
                    <a:latin typeface="Arial" panose="020B0604020202020204" pitchFamily="34" charset="0"/>
                    <a:ea typeface="黑体" panose="02010609060101010101" pitchFamily="49" charset="-122"/>
                    <a:cs typeface="Arial" panose="020B0604020202020204" pitchFamily="34" charset="0"/>
                  </a:rPr>
                  <a:t>该要求不适用于无源模拟传感器。</a:t>
                </a:r>
                <a:endParaRPr lang="en-US" altLang="zh-CN" dirty="0" smtClean="0">
                  <a:latin typeface="Arial" panose="020B0604020202020204" pitchFamily="34" charset="0"/>
                  <a:ea typeface="黑体" panose="02010609060101010101" pitchFamily="49" charset="-122"/>
                  <a:cs typeface="Arial" panose="020B0604020202020204" pitchFamily="34" charset="0"/>
                </a:endParaRPr>
              </a:p>
              <a:p>
                <a:pPr marL="179387" lvl="1" indent="457200">
                  <a:spcAft>
                    <a:spcPts val="1200"/>
                  </a:spcAft>
                  <a:buNone/>
                </a:pPr>
                <a:r>
                  <a:rPr lang="zh-CN" altLang="en-US" dirty="0" smtClean="0">
                    <a:latin typeface="Arial" panose="020B0604020202020204" pitchFamily="34" charset="0"/>
                    <a:ea typeface="黑体" panose="02010609060101010101" pitchFamily="49" charset="-122"/>
                    <a:cs typeface="Arial" panose="020B0604020202020204" pitchFamily="34" charset="0"/>
                  </a:rPr>
                  <a:t>与</a:t>
                </a:r>
                <a:r>
                  <a:rPr lang="en-US" altLang="zh-CN" dirty="0" smtClean="0">
                    <a:latin typeface="Arial" panose="020B0604020202020204" pitchFamily="34" charset="0"/>
                    <a:ea typeface="黑体" panose="02010609060101010101" pitchFamily="49" charset="-122"/>
                    <a:cs typeface="Arial" panose="020B0604020202020204" pitchFamily="34" charset="0"/>
                  </a:rPr>
                  <a:t>CH</a:t>
                </a:r>
                <a:r>
                  <a:rPr lang="zh-CN" altLang="en-US" dirty="0" smtClean="0">
                    <a:latin typeface="Arial" panose="020B0604020202020204" pitchFamily="34" charset="0"/>
                    <a:ea typeface="黑体" panose="02010609060101010101" pitchFamily="49" charset="-122"/>
                    <a:cs typeface="Arial" panose="020B0604020202020204" pitchFamily="34" charset="0"/>
                  </a:rPr>
                  <a:t>测试一样，量程稳定性测试需要对传感器多次重新安装，且最大允许变化要求很高（</a:t>
                </a:r>
                <a:r>
                  <a:rPr lang="en-US" altLang="zh-CN" dirty="0" smtClean="0">
                    <a:latin typeface="Arial" panose="020B0604020202020204" pitchFamily="34" charset="0"/>
                    <a:ea typeface="黑体" panose="02010609060101010101" pitchFamily="49" charset="-122"/>
                    <a:cs typeface="Arial" panose="020B0604020202020204" pitchFamily="34" charset="0"/>
                  </a:rPr>
                  <a:t>1/2mpe</a:t>
                </a:r>
                <a:r>
                  <a:rPr lang="zh-CN" altLang="en-US" dirty="0" smtClean="0">
                    <a:latin typeface="Arial" panose="020B0604020202020204" pitchFamily="34" charset="0"/>
                    <a:ea typeface="黑体" panose="02010609060101010101" pitchFamily="49" charset="-122"/>
                    <a:cs typeface="Arial" panose="020B0604020202020204" pitchFamily="34" charset="0"/>
                  </a:rPr>
                  <a:t>，对有源模拟传感器为</a:t>
                </a:r>
                <a:r>
                  <a:rPr lang="en-US" altLang="zh-CN" dirty="0" smtClean="0">
                    <a:latin typeface="Arial" panose="020B0604020202020204" pitchFamily="34" charset="0"/>
                    <a:ea typeface="黑体" panose="02010609060101010101" pitchFamily="49" charset="-122"/>
                    <a:cs typeface="Arial" panose="020B0604020202020204" pitchFamily="34" charset="0"/>
                  </a:rPr>
                  <a:t>1.07/2 = 0.525 v</a:t>
                </a:r>
                <a:r>
                  <a:rPr lang="zh-CN" altLang="en-US" dirty="0" smtClean="0">
                    <a:latin typeface="Arial" panose="020B0604020202020204" pitchFamily="34" charset="0"/>
                    <a:ea typeface="黑体" panose="02010609060101010101" pitchFamily="49" charset="-122"/>
                    <a:cs typeface="Arial" panose="020B0604020202020204" pitchFamily="34" charset="0"/>
                  </a:rPr>
                  <a:t>）。因此使用设备、工装和连接件应是同一个，安装方位、工装连接件与传感器、力机的相对位置关系应尽量保持不变。</a:t>
                </a:r>
                <a:endParaRPr lang="en-US" altLang="zh-CN" dirty="0" smtClean="0">
                  <a:latin typeface="Arial" panose="020B0604020202020204" pitchFamily="34" charset="0"/>
                  <a:ea typeface="黑体" panose="02010609060101010101" pitchFamily="49" charset="-122"/>
                  <a:cs typeface="Arial" panose="020B0604020202020204" pitchFamily="34" charset="0"/>
                </a:endParaRPr>
              </a:p>
              <a:p>
                <a:pPr marL="179387" lvl="1" indent="457200">
                  <a:spcAft>
                    <a:spcPts val="1200"/>
                  </a:spcAft>
                  <a:buNone/>
                </a:pPr>
                <a:r>
                  <a:rPr lang="zh-CN" altLang="en-US" dirty="0" smtClean="0">
                    <a:latin typeface="Arial" panose="020B0604020202020204" pitchFamily="34" charset="0"/>
                    <a:ea typeface="黑体" panose="02010609060101010101" pitchFamily="49" charset="-122"/>
                    <a:cs typeface="Arial" panose="020B0604020202020204" pitchFamily="34" charset="0"/>
                  </a:rPr>
                  <a:t>该要求是针对电子装置的，因传感器本身作为一个独立模块不再细分为两个模块，因此该项目的评价仅适用于整个模块，所以应尽量避免上述原因引起的附加误差而影响结果的判断。如果发现量程稳定性不合格，可以对电子部分单独试验，分析是产品的原因还是测试的原因或角差太大的原因。</a:t>
                </a:r>
                <a:endParaRPr lang="en-US" altLang="zh-CN" dirty="0" smtClean="0">
                  <a:latin typeface="Arial" panose="020B0604020202020204" pitchFamily="34" charset="0"/>
                  <a:ea typeface="黑体" panose="02010609060101010101" pitchFamily="49" charset="-122"/>
                  <a:cs typeface="Arial" panose="020B0604020202020204" pitchFamily="34" charset="0"/>
                </a:endParaRPr>
              </a:p>
            </p:txBody>
          </p:sp>
        </mc:Choice>
        <mc:Fallback xmlns="">
          <p:sp>
            <p:nvSpPr>
              <p:cNvPr id="4" name="内容占位符 3"/>
              <p:cNvSpPr>
                <a:spLocks noGrp="1" noRot="1" noChangeAspect="1" noMove="1" noResize="1" noEditPoints="1" noAdjustHandles="1" noChangeArrowheads="1" noChangeShapeType="1" noTextEdit="1"/>
              </p:cNvSpPr>
              <p:nvPr>
                <p:ph idx="1"/>
              </p:nvPr>
            </p:nvSpPr>
            <p:spPr>
              <a:xfrm>
                <a:off x="395288" y="1176192"/>
                <a:ext cx="8353426" cy="4895850"/>
              </a:xfrm>
              <a:blipFill rotWithShape="1">
                <a:blip r:embed="rId2"/>
                <a:stretch>
                  <a:fillRect l="-1387" t="-1370" r="-876" b="-5729"/>
                </a:stretch>
              </a:blipFill>
            </p:spPr>
            <p:txBody>
              <a:bodyPr/>
              <a:lstStyle/>
              <a:p>
                <a:r>
                  <a:rPr lang="zh-CN" altLang="en-US">
                    <a:noFill/>
                  </a:rPr>
                  <a:t> </a:t>
                </a:r>
              </a:p>
            </p:txBody>
          </p:sp>
        </mc:Fallback>
      </mc:AlternateContent>
      <p:sp>
        <p:nvSpPr>
          <p:cNvPr id="5" name="灯片编号占位符 4"/>
          <p:cNvSpPr>
            <a:spLocks noGrp="1"/>
          </p:cNvSpPr>
          <p:nvPr>
            <p:ph type="sldNum" sz="quarter" idx="100"/>
          </p:nvPr>
        </p:nvSpPr>
        <p:spPr/>
        <p:txBody>
          <a:bodyPr/>
          <a:lstStyle/>
          <a:p>
            <a:fld id="{2B2B68EE-DD1E-4368-AFCE-24A50EC7BF18}" type="slidenum">
              <a:rPr lang="en-US" smtClean="0"/>
              <a:pPr/>
              <a:t>74</a:t>
            </a:fld>
            <a:endParaRPr lang="en-US" dirty="0"/>
          </a:p>
        </p:txBody>
      </p:sp>
      <p:sp>
        <p:nvSpPr>
          <p:cNvPr id="6" name="页脚占位符 5"/>
          <p:cNvSpPr>
            <a:spLocks noGrp="1"/>
          </p:cNvSpPr>
          <p:nvPr>
            <p:ph type="ftr" sz="quarter" idx="101"/>
          </p:nvPr>
        </p:nvSpPr>
        <p:spPr/>
        <p:txBody>
          <a:bodyPr/>
          <a:lstStyle/>
          <a:p>
            <a:r>
              <a:rPr lang="en-US" dirty="0" smtClean="0"/>
              <a:t>For internal use - Confidential</a:t>
            </a:r>
            <a:endParaRPr lang="en-US" dirty="0"/>
          </a:p>
        </p:txBody>
      </p:sp>
    </p:spTree>
    <p:extLst>
      <p:ext uri="{BB962C8B-B14F-4D97-AF65-F5344CB8AC3E}">
        <p14:creationId xmlns:p14="http://schemas.microsoft.com/office/powerpoint/2010/main" val="26763701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xEl>
                                              <p:pRg st="5" end="5"/>
                                            </p:txEl>
                                          </p:spTgt>
                                        </p:tgtEl>
                                        <p:attrNameLst>
                                          <p:attrName>style.visibility</p:attrName>
                                        </p:attrNameLst>
                                      </p:cBhvr>
                                      <p:to>
                                        <p:strVal val="visible"/>
                                      </p:to>
                                    </p:set>
                                    <p:animEffect transition="in" filter="fade">
                                      <p:cBhvr>
                                        <p:cTn id="7" dur="1000"/>
                                        <p:tgtEl>
                                          <p:spTgt spid="4">
                                            <p:txEl>
                                              <p:pRg st="5" end="5"/>
                                            </p:txEl>
                                          </p:spTgt>
                                        </p:tgtEl>
                                      </p:cBhvr>
                                    </p:animEffect>
                                    <p:anim calcmode="lin" valueType="num">
                                      <p:cBhvr>
                                        <p:cTn id="8" dur="1000" fill="hold"/>
                                        <p:tgtEl>
                                          <p:spTgt spid="4">
                                            <p:txEl>
                                              <p:pRg st="5" end="5"/>
                                            </p:txEl>
                                          </p:spTgt>
                                        </p:tgtEl>
                                        <p:attrNameLst>
                                          <p:attrName>ppt_x</p:attrName>
                                        </p:attrNameLst>
                                      </p:cBhvr>
                                      <p:tavLst>
                                        <p:tav tm="0">
                                          <p:val>
                                            <p:strVal val="#ppt_x"/>
                                          </p:val>
                                        </p:tav>
                                        <p:tav tm="100000">
                                          <p:val>
                                            <p:strVal val="#ppt_x"/>
                                          </p:val>
                                        </p:tav>
                                      </p:tavLst>
                                    </p:anim>
                                    <p:anim calcmode="lin" valueType="num">
                                      <p:cBhvr>
                                        <p:cTn id="9" dur="1000" fill="hold"/>
                                        <p:tgtEl>
                                          <p:spTgt spid="4">
                                            <p:txEl>
                                              <p:pRg st="5" end="5"/>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4">
                                            <p:txEl>
                                              <p:pRg st="6" end="6"/>
                                            </p:txEl>
                                          </p:spTgt>
                                        </p:tgtEl>
                                        <p:attrNameLst>
                                          <p:attrName>style.visibility</p:attrName>
                                        </p:attrNameLst>
                                      </p:cBhvr>
                                      <p:to>
                                        <p:strVal val="visible"/>
                                      </p:to>
                                    </p:set>
                                    <p:animEffect transition="in" filter="fade">
                                      <p:cBhvr>
                                        <p:cTn id="12" dur="1000"/>
                                        <p:tgtEl>
                                          <p:spTgt spid="4">
                                            <p:txEl>
                                              <p:pRg st="6" end="6"/>
                                            </p:txEl>
                                          </p:spTgt>
                                        </p:tgtEl>
                                      </p:cBhvr>
                                    </p:animEffect>
                                    <p:anim calcmode="lin" valueType="num">
                                      <p:cBhvr>
                                        <p:cTn id="13" dur="1000" fill="hold"/>
                                        <p:tgtEl>
                                          <p:spTgt spid="4">
                                            <p:txEl>
                                              <p:pRg st="6" end="6"/>
                                            </p:txEl>
                                          </p:spTgt>
                                        </p:tgtEl>
                                        <p:attrNameLst>
                                          <p:attrName>ppt_x</p:attrName>
                                        </p:attrNameLst>
                                      </p:cBhvr>
                                      <p:tavLst>
                                        <p:tav tm="0">
                                          <p:val>
                                            <p:strVal val="#ppt_x"/>
                                          </p:val>
                                        </p:tav>
                                        <p:tav tm="100000">
                                          <p:val>
                                            <p:strVal val="#ppt_x"/>
                                          </p:val>
                                        </p:tav>
                                      </p:tavLst>
                                    </p:anim>
                                    <p:anim calcmode="lin" valueType="num">
                                      <p:cBhvr>
                                        <p:cTn id="14" dur="1000" fill="hold"/>
                                        <p:tgtEl>
                                          <p:spTgt spid="4">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7" name="Gruppieren 16"/>
          <p:cNvGrpSpPr/>
          <p:nvPr/>
        </p:nvGrpSpPr>
        <p:grpSpPr>
          <a:xfrm>
            <a:off x="395288" y="2975448"/>
            <a:ext cx="10081400" cy="491500"/>
            <a:chOff x="539175" y="3154768"/>
            <a:chExt cx="10081400" cy="531132"/>
          </a:xfrm>
        </p:grpSpPr>
        <p:sp>
          <p:nvSpPr>
            <p:cNvPr id="4" name="Gleichschenkliges Dreieck 3"/>
            <p:cNvSpPr/>
            <p:nvPr/>
          </p:nvSpPr>
          <p:spPr>
            <a:xfrm rot="16200000">
              <a:off x="9371418" y="3273380"/>
              <a:ext cx="311087" cy="216029"/>
            </a:xfrm>
            <a:prstGeom prs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hteck 19"/>
            <p:cNvSpPr/>
            <p:nvPr/>
          </p:nvSpPr>
          <p:spPr>
            <a:xfrm>
              <a:off x="539175" y="3154768"/>
              <a:ext cx="8396287" cy="531132"/>
            </a:xfrm>
            <a:prstGeom prst="rect">
              <a:avLst/>
            </a:prstGeom>
            <a:solidFill>
              <a:schemeClr val="bg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b="1" dirty="0"/>
            </a:p>
          </p:txBody>
        </p:sp>
        <p:sp>
          <p:nvSpPr>
            <p:cNvPr id="16" name="Rechteck 15"/>
            <p:cNvSpPr/>
            <p:nvPr/>
          </p:nvSpPr>
          <p:spPr>
            <a:xfrm>
              <a:off x="9684445" y="3176891"/>
              <a:ext cx="936130" cy="43206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36000" bIns="0" rtlCol="0" anchor="ctr"/>
            <a:lstStyle/>
            <a:p>
              <a:r>
                <a:rPr lang="en-US" sz="800" dirty="0" smtClean="0">
                  <a:solidFill>
                    <a:schemeClr val="tx1"/>
                  </a:solidFill>
                </a:rPr>
                <a:t>To shift Highlight</a:t>
              </a:r>
            </a:p>
            <a:p>
              <a:r>
                <a:rPr lang="en-US" sz="800" dirty="0">
                  <a:solidFill>
                    <a:schemeClr val="tx1"/>
                  </a:solidFill>
                </a:rPr>
                <a:t>C</a:t>
              </a:r>
              <a:r>
                <a:rPr lang="en-US" sz="800" dirty="0" smtClean="0">
                  <a:solidFill>
                    <a:schemeClr val="tx1"/>
                  </a:solidFill>
                </a:rPr>
                <a:t>lick the arrow, press shift key and move top or bottom</a:t>
              </a:r>
            </a:p>
          </p:txBody>
        </p:sp>
      </p:grpSp>
      <p:sp>
        <p:nvSpPr>
          <p:cNvPr id="2" name="Titel 1"/>
          <p:cNvSpPr>
            <a:spLocks noGrp="1"/>
          </p:cNvSpPr>
          <p:nvPr>
            <p:ph type="title"/>
          </p:nvPr>
        </p:nvSpPr>
        <p:spPr/>
        <p:txBody>
          <a:bodyPr/>
          <a:lstStyle/>
          <a:p>
            <a:r>
              <a:rPr lang="en-US" dirty="0" smtClean="0"/>
              <a:t>Agenda</a:t>
            </a:r>
            <a:endParaRPr lang="en-US" dirty="0"/>
          </a:p>
        </p:txBody>
      </p:sp>
      <p:sp>
        <p:nvSpPr>
          <p:cNvPr id="14" name="Slide Number Placeholder 13"/>
          <p:cNvSpPr>
            <a:spLocks noGrp="1"/>
          </p:cNvSpPr>
          <p:nvPr>
            <p:ph type="sldNum" sz="quarter" idx="100"/>
          </p:nvPr>
        </p:nvSpPr>
        <p:spPr/>
        <p:txBody>
          <a:bodyPr/>
          <a:lstStyle/>
          <a:p>
            <a:fld id="{2B2B68EE-DD1E-4368-AFCE-24A50EC7BF18}" type="slidenum">
              <a:rPr lang="en-US" smtClean="0"/>
              <a:pPr/>
              <a:t>75</a:t>
            </a:fld>
            <a:endParaRPr lang="en-US" dirty="0"/>
          </a:p>
        </p:txBody>
      </p:sp>
      <p:sp>
        <p:nvSpPr>
          <p:cNvPr id="13" name="Footer Placeholder 12"/>
          <p:cNvSpPr>
            <a:spLocks noGrp="1"/>
          </p:cNvSpPr>
          <p:nvPr>
            <p:ph type="ftr" sz="quarter" idx="101"/>
          </p:nvPr>
        </p:nvSpPr>
        <p:spPr/>
        <p:txBody>
          <a:bodyPr/>
          <a:lstStyle/>
          <a:p>
            <a:r>
              <a:rPr lang="en-US" smtClean="0"/>
              <a:t>For internal use - Confidential</a:t>
            </a:r>
            <a:endParaRPr lang="en-US" dirty="0"/>
          </a:p>
        </p:txBody>
      </p:sp>
      <p:graphicFrame>
        <p:nvGraphicFramePr>
          <p:cNvPr id="8" name="Inhaltsplatzhalter 7"/>
          <p:cNvGraphicFramePr>
            <a:graphicFrameLocks noGrp="1"/>
          </p:cNvGraphicFramePr>
          <p:nvPr>
            <p:ph idx="4294967295"/>
            <p:extLst>
              <p:ext uri="{D42A27DB-BD31-4B8C-83A1-F6EECF244321}">
                <p14:modId xmlns:p14="http://schemas.microsoft.com/office/powerpoint/2010/main" val="1796036031"/>
              </p:ext>
            </p:extLst>
          </p:nvPr>
        </p:nvGraphicFramePr>
        <p:xfrm>
          <a:off x="357187" y="1477762"/>
          <a:ext cx="8429625" cy="2016000"/>
        </p:xfrm>
        <a:graphic>
          <a:graphicData uri="http://schemas.openxmlformats.org/drawingml/2006/table">
            <a:tbl>
              <a:tblPr firstRow="1" firstCol="1" bandRow="1">
                <a:solidFill>
                  <a:srgbClr val="FFFFFF">
                    <a:alpha val="20000"/>
                  </a:srgbClr>
                </a:solidFill>
              </a:tblPr>
              <a:tblGrid>
                <a:gridCol w="508896"/>
                <a:gridCol w="7920729"/>
              </a:tblGrid>
              <a:tr h="504000">
                <a:tc>
                  <a:txBody>
                    <a:bodyPr/>
                    <a:lstStyle/>
                    <a:p>
                      <a:pPr algn="ctr"/>
                      <a:r>
                        <a:rPr lang="en-US" b="1" noProof="0" dirty="0" smtClean="0">
                          <a:solidFill>
                            <a:schemeClr val="bg1"/>
                          </a:solidFill>
                          <a:latin typeface="Arial" panose="020B0604020202020204" pitchFamily="34" charset="0"/>
                          <a:ea typeface="黑体" panose="02010609060101010101" pitchFamily="49" charset="-122"/>
                          <a:cs typeface="Arial" panose="020B0604020202020204" pitchFamily="34" charset="0"/>
                        </a:rPr>
                        <a:t>1</a:t>
                      </a:r>
                      <a:endParaRPr lang="en-US" b="1" noProof="0" dirty="0">
                        <a:solidFill>
                          <a:schemeClr val="bg1"/>
                        </a:solidFill>
                        <a:latin typeface="Arial" panose="020B0604020202020204" pitchFamily="34" charset="0"/>
                        <a:ea typeface="黑体" panose="02010609060101010101" pitchFamily="49" charset="-122"/>
                        <a:cs typeface="Arial" panose="020B0604020202020204" pitchFamily="34" charset="0"/>
                      </a:endParaRPr>
                    </a:p>
                  </a:txBody>
                  <a:tcPr marL="35742" marR="71484" anchor="ctr">
                    <a:lnL w="76200" cap="flat" cmpd="sng" algn="ctr">
                      <a:solidFill>
                        <a:schemeClr val="tx2"/>
                      </a:solidFill>
                      <a:prstDash val="solid"/>
                      <a:round/>
                      <a:headEnd type="none" w="med" len="med"/>
                      <a:tailEnd type="none" w="med" len="med"/>
                    </a:lnL>
                    <a:lnR w="76200" cap="flat" cmpd="sng" algn="ctr">
                      <a:solidFill>
                        <a:schemeClr val="tx2"/>
                      </a:solidFill>
                      <a:prstDash val="solid"/>
                      <a:round/>
                      <a:headEnd type="none" w="med" len="med"/>
                      <a:tailEnd type="none" w="med" len="med"/>
                    </a:lnR>
                    <a:lnT w="76200" cap="flat" cmpd="sng" algn="ctr">
                      <a:solidFill>
                        <a:schemeClr val="tx2"/>
                      </a:solidFill>
                      <a:prstDash val="solid"/>
                      <a:round/>
                      <a:headEnd type="none" w="med" len="med"/>
                      <a:tailEnd type="none" w="med" len="med"/>
                    </a:lnT>
                    <a:lnB w="76200" cap="flat" cmpd="sng" algn="ctr">
                      <a:solidFill>
                        <a:schemeClr val="tx2"/>
                      </a:solidFill>
                      <a:prstDash val="solid"/>
                      <a:round/>
                      <a:headEnd type="none" w="med" len="med"/>
                      <a:tailEnd type="none" w="med" len="med"/>
                    </a:lnB>
                    <a:solidFill>
                      <a:schemeClr val="tx1"/>
                    </a:solidFill>
                  </a:tcPr>
                </a:tc>
                <a:tc>
                  <a:txBody>
                    <a:bodyPr/>
                    <a:lstStyle/>
                    <a:p>
                      <a:r>
                        <a:rPr lang="zh-CN" altLang="en-US" b="1" baseline="0" noProof="0" dirty="0" smtClean="0">
                          <a:latin typeface="Arial" panose="020B0604020202020204" pitchFamily="34" charset="0"/>
                          <a:ea typeface="黑体" panose="02010609060101010101" pitchFamily="49" charset="-122"/>
                          <a:cs typeface="Arial" panose="020B0604020202020204" pitchFamily="34" charset="0"/>
                        </a:rPr>
                        <a:t>一般介绍</a:t>
                      </a:r>
                      <a:endParaRPr lang="en-US" b="1" baseline="0" noProof="0" dirty="0">
                        <a:latin typeface="Arial" panose="020B0604020202020204" pitchFamily="34" charset="0"/>
                        <a:ea typeface="黑体" panose="02010609060101010101" pitchFamily="49" charset="-122"/>
                        <a:cs typeface="Arial" panose="020B0604020202020204" pitchFamily="34" charset="0"/>
                      </a:endParaRPr>
                    </a:p>
                  </a:txBody>
                  <a:tcPr marL="90784" marR="90784" anchor="ctr">
                    <a:lnL w="76200" cap="flat" cmpd="sng" algn="ctr">
                      <a:solidFill>
                        <a:schemeClr val="tx2"/>
                      </a:solidFill>
                      <a:prstDash val="solid"/>
                      <a:round/>
                      <a:headEnd type="none" w="med" len="med"/>
                      <a:tailEnd type="none" w="med" len="med"/>
                    </a:lnL>
                    <a:lnR w="76200" cap="flat" cmpd="sng" algn="ctr">
                      <a:solidFill>
                        <a:schemeClr val="tx2"/>
                      </a:solidFill>
                      <a:prstDash val="solid"/>
                      <a:round/>
                      <a:headEnd type="none" w="med" len="med"/>
                      <a:tailEnd type="none" w="med" len="med"/>
                    </a:lnR>
                    <a:lnT w="76200" cap="flat" cmpd="sng" algn="ctr">
                      <a:solidFill>
                        <a:schemeClr val="tx2"/>
                      </a:solidFill>
                      <a:prstDash val="solid"/>
                      <a:round/>
                      <a:headEnd type="none" w="med" len="med"/>
                      <a:tailEnd type="none" w="med" len="med"/>
                    </a:lnT>
                    <a:lnB w="76200" cap="flat" cmpd="sng" algn="ctr">
                      <a:solidFill>
                        <a:schemeClr val="tx2"/>
                      </a:solidFill>
                      <a:prstDash val="solid"/>
                      <a:round/>
                      <a:headEnd type="none" w="med" len="med"/>
                      <a:tailEnd type="none" w="med" len="med"/>
                    </a:lnB>
                    <a:blipFill dpi="0" rotWithShape="1">
                      <a:blip r:embed="rId3">
                        <a:alphaModFix amt="40000"/>
                      </a:blip>
                      <a:srcRect/>
                      <a:stretch>
                        <a:fillRect/>
                      </a:stretch>
                    </a:blipFill>
                  </a:tcPr>
                </a:tc>
              </a:tr>
              <a:tr h="50400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b="1" noProof="0" dirty="0" smtClean="0">
                          <a:solidFill>
                            <a:schemeClr val="bg1"/>
                          </a:solidFill>
                          <a:latin typeface="Arial" panose="020B0604020202020204" pitchFamily="34" charset="0"/>
                          <a:ea typeface="黑体" panose="02010609060101010101" pitchFamily="49" charset="-122"/>
                          <a:cs typeface="Arial" panose="020B0604020202020204" pitchFamily="34" charset="0"/>
                        </a:rPr>
                        <a:t>2</a:t>
                      </a:r>
                    </a:p>
                  </a:txBody>
                  <a:tcPr marL="35742" marR="71484" anchor="ctr">
                    <a:lnL w="76200" cap="flat" cmpd="sng" algn="ctr">
                      <a:solidFill>
                        <a:schemeClr val="tx2"/>
                      </a:solidFill>
                      <a:prstDash val="solid"/>
                      <a:round/>
                      <a:headEnd type="none" w="med" len="med"/>
                      <a:tailEnd type="none" w="med" len="med"/>
                    </a:lnL>
                    <a:lnR w="76200" cap="flat" cmpd="sng" algn="ctr">
                      <a:solidFill>
                        <a:schemeClr val="tx2"/>
                      </a:solidFill>
                      <a:prstDash val="solid"/>
                      <a:round/>
                      <a:headEnd type="none" w="med" len="med"/>
                      <a:tailEnd type="none" w="med" len="med"/>
                    </a:lnR>
                    <a:lnT w="76200" cap="flat" cmpd="sng" algn="ctr">
                      <a:solidFill>
                        <a:schemeClr val="tx2"/>
                      </a:solidFill>
                      <a:prstDash val="solid"/>
                      <a:round/>
                      <a:headEnd type="none" w="med" len="med"/>
                      <a:tailEnd type="none" w="med" len="med"/>
                    </a:lnT>
                    <a:lnB w="76200" cap="flat" cmpd="sng" algn="ctr">
                      <a:solidFill>
                        <a:schemeClr val="tx2"/>
                      </a:solidFill>
                      <a:prstDash val="solid"/>
                      <a:round/>
                      <a:headEnd type="none" w="med" len="med"/>
                      <a:tailEnd type="none" w="med" len="med"/>
                    </a:lnB>
                    <a:solidFill>
                      <a:schemeClr val="tx1"/>
                    </a:solidFill>
                  </a:tcPr>
                </a:tc>
                <a:tc>
                  <a:txBody>
                    <a:bodyPr/>
                    <a:lstStyle/>
                    <a:p>
                      <a:r>
                        <a:rPr lang="zh-CN" altLang="en-US" b="1" noProof="0" dirty="0" smtClean="0">
                          <a:latin typeface="Arial" panose="020B0604020202020204" pitchFamily="34" charset="0"/>
                          <a:ea typeface="黑体" panose="02010609060101010101" pitchFamily="49" charset="-122"/>
                          <a:cs typeface="Arial" panose="020B0604020202020204" pitchFamily="34" charset="0"/>
                        </a:rPr>
                        <a:t>术语新增和修订</a:t>
                      </a:r>
                      <a:endParaRPr lang="en-US" b="1" noProof="0" dirty="0">
                        <a:latin typeface="Arial" panose="020B0604020202020204" pitchFamily="34" charset="0"/>
                        <a:ea typeface="黑体" panose="02010609060101010101" pitchFamily="49" charset="-122"/>
                        <a:cs typeface="Arial" panose="020B0604020202020204" pitchFamily="34" charset="0"/>
                      </a:endParaRPr>
                    </a:p>
                  </a:txBody>
                  <a:tcPr marL="90784" marR="90784" anchor="ctr">
                    <a:lnL w="76200" cap="flat" cmpd="sng" algn="ctr">
                      <a:solidFill>
                        <a:schemeClr val="tx2"/>
                      </a:solidFill>
                      <a:prstDash val="solid"/>
                      <a:round/>
                      <a:headEnd type="none" w="med" len="med"/>
                      <a:tailEnd type="none" w="med" len="med"/>
                    </a:lnL>
                    <a:lnR w="76200" cap="flat" cmpd="sng" algn="ctr">
                      <a:solidFill>
                        <a:schemeClr val="tx2"/>
                      </a:solidFill>
                      <a:prstDash val="solid"/>
                      <a:round/>
                      <a:headEnd type="none" w="med" len="med"/>
                      <a:tailEnd type="none" w="med" len="med"/>
                    </a:lnR>
                    <a:lnT w="76200" cap="flat" cmpd="sng" algn="ctr">
                      <a:solidFill>
                        <a:schemeClr val="tx2"/>
                      </a:solidFill>
                      <a:prstDash val="solid"/>
                      <a:round/>
                      <a:headEnd type="none" w="med" len="med"/>
                      <a:tailEnd type="none" w="med" len="med"/>
                    </a:lnT>
                    <a:lnB w="76200" cap="flat" cmpd="sng" algn="ctr">
                      <a:solidFill>
                        <a:schemeClr val="tx2"/>
                      </a:solidFill>
                      <a:prstDash val="solid"/>
                      <a:round/>
                      <a:headEnd type="none" w="med" len="med"/>
                      <a:tailEnd type="none" w="med" len="med"/>
                    </a:lnB>
                    <a:blipFill dpi="0" rotWithShape="1">
                      <a:blip r:embed="rId3">
                        <a:alphaModFix amt="40000"/>
                      </a:blip>
                      <a:srcRect/>
                      <a:stretch>
                        <a:fillRect/>
                      </a:stretch>
                    </a:blipFill>
                  </a:tcPr>
                </a:tc>
              </a:tr>
              <a:tr h="504000">
                <a:tc>
                  <a:txBody>
                    <a:bodyPr/>
                    <a:lstStyle/>
                    <a:p>
                      <a:pPr algn="ctr"/>
                      <a:r>
                        <a:rPr lang="en-US" b="1" noProof="0" dirty="0" smtClean="0">
                          <a:solidFill>
                            <a:schemeClr val="bg1"/>
                          </a:solidFill>
                          <a:latin typeface="Arial" panose="020B0604020202020204" pitchFamily="34" charset="0"/>
                          <a:ea typeface="黑体" panose="02010609060101010101" pitchFamily="49" charset="-122"/>
                          <a:cs typeface="Arial" panose="020B0604020202020204" pitchFamily="34" charset="0"/>
                        </a:rPr>
                        <a:t>3</a:t>
                      </a:r>
                      <a:endParaRPr lang="en-US" b="1" noProof="0" dirty="0">
                        <a:solidFill>
                          <a:schemeClr val="bg1"/>
                        </a:solidFill>
                        <a:latin typeface="Arial" panose="020B0604020202020204" pitchFamily="34" charset="0"/>
                        <a:ea typeface="黑体" panose="02010609060101010101" pitchFamily="49" charset="-122"/>
                        <a:cs typeface="Arial" panose="020B0604020202020204" pitchFamily="34" charset="0"/>
                      </a:endParaRPr>
                    </a:p>
                  </a:txBody>
                  <a:tcPr marL="35742" marR="71484" anchor="ctr">
                    <a:lnL w="76200" cap="flat" cmpd="sng" algn="ctr">
                      <a:solidFill>
                        <a:schemeClr val="tx2"/>
                      </a:solidFill>
                      <a:prstDash val="solid"/>
                      <a:round/>
                      <a:headEnd type="none" w="med" len="med"/>
                      <a:tailEnd type="none" w="med" len="med"/>
                    </a:lnL>
                    <a:lnR w="76200" cap="flat" cmpd="sng" algn="ctr">
                      <a:solidFill>
                        <a:schemeClr val="tx2"/>
                      </a:solidFill>
                      <a:prstDash val="solid"/>
                      <a:round/>
                      <a:headEnd type="none" w="med" len="med"/>
                      <a:tailEnd type="none" w="med" len="med"/>
                    </a:lnR>
                    <a:lnT w="76200" cap="flat" cmpd="sng" algn="ctr">
                      <a:solidFill>
                        <a:schemeClr val="tx2"/>
                      </a:solidFill>
                      <a:prstDash val="solid"/>
                      <a:round/>
                      <a:headEnd type="none" w="med" len="med"/>
                      <a:tailEnd type="none" w="med" len="med"/>
                    </a:lnT>
                    <a:lnB w="76200" cap="flat" cmpd="sng" algn="ctr">
                      <a:solidFill>
                        <a:schemeClr val="tx2"/>
                      </a:solidFill>
                      <a:prstDash val="solid"/>
                      <a:round/>
                      <a:headEnd type="none" w="med" len="med"/>
                      <a:tailEnd type="none" w="med" len="med"/>
                    </a:lnB>
                    <a:solidFill>
                      <a:schemeClr val="tx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b="1" noProof="0" dirty="0" smtClean="0">
                          <a:latin typeface="Arial" panose="020B0604020202020204" pitchFamily="34" charset="0"/>
                          <a:ea typeface="黑体" panose="02010609060101010101" pitchFamily="49" charset="-122"/>
                          <a:cs typeface="Arial" panose="020B0604020202020204" pitchFamily="34" charset="0"/>
                        </a:rPr>
                        <a:t>计量要求简述和差异</a:t>
                      </a:r>
                      <a:endParaRPr lang="en-US" b="1" noProof="0" dirty="0" smtClean="0">
                        <a:latin typeface="Arial" panose="020B0604020202020204" pitchFamily="34" charset="0"/>
                        <a:ea typeface="黑体" panose="02010609060101010101" pitchFamily="49" charset="-122"/>
                        <a:cs typeface="Arial" panose="020B0604020202020204" pitchFamily="34" charset="0"/>
                      </a:endParaRPr>
                    </a:p>
                  </a:txBody>
                  <a:tcPr marL="90784" marR="90784" anchor="ctr">
                    <a:lnL w="76200" cap="flat" cmpd="sng" algn="ctr">
                      <a:solidFill>
                        <a:schemeClr val="tx2"/>
                      </a:solidFill>
                      <a:prstDash val="solid"/>
                      <a:round/>
                      <a:headEnd type="none" w="med" len="med"/>
                      <a:tailEnd type="none" w="med" len="med"/>
                    </a:lnL>
                    <a:lnR w="76200" cap="flat" cmpd="sng" algn="ctr">
                      <a:solidFill>
                        <a:schemeClr val="tx2"/>
                      </a:solidFill>
                      <a:prstDash val="solid"/>
                      <a:round/>
                      <a:headEnd type="none" w="med" len="med"/>
                      <a:tailEnd type="none" w="med" len="med"/>
                    </a:lnR>
                    <a:lnT w="76200" cap="flat" cmpd="sng" algn="ctr">
                      <a:solidFill>
                        <a:schemeClr val="tx2"/>
                      </a:solidFill>
                      <a:prstDash val="solid"/>
                      <a:round/>
                      <a:headEnd type="none" w="med" len="med"/>
                      <a:tailEnd type="none" w="med" len="med"/>
                    </a:lnT>
                    <a:lnB w="76200" cap="flat" cmpd="sng" algn="ctr">
                      <a:solidFill>
                        <a:schemeClr val="tx2"/>
                      </a:solidFill>
                      <a:prstDash val="solid"/>
                      <a:round/>
                      <a:headEnd type="none" w="med" len="med"/>
                      <a:tailEnd type="none" w="med" len="med"/>
                    </a:lnB>
                    <a:blipFill dpi="0" rotWithShape="1">
                      <a:blip r:embed="rId3">
                        <a:alphaModFix amt="40000"/>
                      </a:blip>
                      <a:srcRect/>
                      <a:stretch>
                        <a:fillRect/>
                      </a:stretch>
                    </a:blipFill>
                  </a:tcPr>
                </a:tc>
              </a:tr>
              <a:tr h="504000">
                <a:tc>
                  <a:txBody>
                    <a:bodyPr/>
                    <a:lstStyle/>
                    <a:p>
                      <a:pPr algn="ctr"/>
                      <a:r>
                        <a:rPr lang="en-US" altLang="zh-CN" b="1" noProof="0" dirty="0" smtClean="0">
                          <a:solidFill>
                            <a:schemeClr val="bg1"/>
                          </a:solidFill>
                          <a:latin typeface="Arial" panose="020B0604020202020204" pitchFamily="34" charset="0"/>
                          <a:ea typeface="黑体" panose="02010609060101010101" pitchFamily="49" charset="-122"/>
                          <a:cs typeface="Arial" panose="020B0604020202020204" pitchFamily="34" charset="0"/>
                        </a:rPr>
                        <a:t>4</a:t>
                      </a:r>
                      <a:endParaRPr lang="en-US" b="1" noProof="0" dirty="0">
                        <a:solidFill>
                          <a:schemeClr val="bg1"/>
                        </a:solidFill>
                        <a:latin typeface="Arial" panose="020B0604020202020204" pitchFamily="34" charset="0"/>
                        <a:ea typeface="黑体" panose="02010609060101010101" pitchFamily="49" charset="-122"/>
                        <a:cs typeface="Arial" panose="020B0604020202020204" pitchFamily="34" charset="0"/>
                      </a:endParaRPr>
                    </a:p>
                  </a:txBody>
                  <a:tcPr marL="35742" marR="71484" anchor="ctr">
                    <a:lnL w="76200" cap="flat" cmpd="sng" algn="ctr">
                      <a:solidFill>
                        <a:schemeClr val="tx2"/>
                      </a:solidFill>
                      <a:prstDash val="solid"/>
                      <a:round/>
                      <a:headEnd type="none" w="med" len="med"/>
                      <a:tailEnd type="none" w="med" len="med"/>
                    </a:lnL>
                    <a:lnR w="76200" cap="flat" cmpd="sng" algn="ctr">
                      <a:solidFill>
                        <a:schemeClr val="tx2"/>
                      </a:solidFill>
                      <a:prstDash val="solid"/>
                      <a:round/>
                      <a:headEnd type="none" w="med" len="med"/>
                      <a:tailEnd type="none" w="med" len="med"/>
                    </a:lnR>
                    <a:lnT w="76200" cap="flat" cmpd="sng" algn="ctr">
                      <a:solidFill>
                        <a:schemeClr val="tx2"/>
                      </a:solidFill>
                      <a:prstDash val="solid"/>
                      <a:round/>
                      <a:headEnd type="none" w="med" len="med"/>
                      <a:tailEnd type="none" w="med" len="med"/>
                    </a:lnT>
                    <a:lnB w="76200" cap="flat" cmpd="sng" algn="ctr">
                      <a:solidFill>
                        <a:schemeClr val="tx2"/>
                      </a:solidFill>
                      <a:prstDash val="solid"/>
                      <a:round/>
                      <a:headEnd type="none" w="med" len="med"/>
                      <a:tailEnd type="none" w="med" len="med"/>
                    </a:lnB>
                    <a:solidFill>
                      <a:schemeClr val="tx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b="1" noProof="0" dirty="0" smtClean="0">
                          <a:latin typeface="Arial" panose="020B0604020202020204" pitchFamily="34" charset="0"/>
                          <a:ea typeface="黑体" panose="02010609060101010101" pitchFamily="49" charset="-122"/>
                          <a:cs typeface="Arial" panose="020B0604020202020204" pitchFamily="34" charset="0"/>
                        </a:rPr>
                        <a:t>新增软件要求</a:t>
                      </a:r>
                      <a:endParaRPr lang="en-US" b="1" noProof="0" dirty="0" smtClean="0">
                        <a:latin typeface="Arial" panose="020B0604020202020204" pitchFamily="34" charset="0"/>
                        <a:ea typeface="黑体" panose="02010609060101010101" pitchFamily="49" charset="-122"/>
                        <a:cs typeface="Arial" panose="020B0604020202020204" pitchFamily="34" charset="0"/>
                      </a:endParaRPr>
                    </a:p>
                  </a:txBody>
                  <a:tcPr marL="90784" marR="90784" anchor="ctr">
                    <a:lnL w="76200" cap="flat" cmpd="sng" algn="ctr">
                      <a:solidFill>
                        <a:schemeClr val="tx2"/>
                      </a:solidFill>
                      <a:prstDash val="solid"/>
                      <a:round/>
                      <a:headEnd type="none" w="med" len="med"/>
                      <a:tailEnd type="none" w="med" len="med"/>
                    </a:lnL>
                    <a:lnR w="76200" cap="flat" cmpd="sng" algn="ctr">
                      <a:solidFill>
                        <a:schemeClr val="tx2"/>
                      </a:solidFill>
                      <a:prstDash val="solid"/>
                      <a:round/>
                      <a:headEnd type="none" w="med" len="med"/>
                      <a:tailEnd type="none" w="med" len="med"/>
                    </a:lnR>
                    <a:lnT w="76200" cap="flat" cmpd="sng" algn="ctr">
                      <a:solidFill>
                        <a:schemeClr val="tx2"/>
                      </a:solidFill>
                      <a:prstDash val="solid"/>
                      <a:round/>
                      <a:headEnd type="none" w="med" len="med"/>
                      <a:tailEnd type="none" w="med" len="med"/>
                    </a:lnT>
                    <a:lnB w="76200" cap="flat" cmpd="sng" algn="ctr">
                      <a:solidFill>
                        <a:schemeClr val="tx2"/>
                      </a:solidFill>
                      <a:prstDash val="solid"/>
                      <a:round/>
                      <a:headEnd type="none" w="med" len="med"/>
                      <a:tailEnd type="none" w="med" len="med"/>
                    </a:lnB>
                    <a:blipFill dpi="0" rotWithShape="1">
                      <a:blip r:embed="rId3">
                        <a:alphaModFix amt="40000"/>
                      </a:blip>
                      <a:srcRect/>
                      <a:stretch>
                        <a:fillRect/>
                      </a:stretch>
                    </a:blipFill>
                  </a:tcPr>
                </a:tc>
              </a:tr>
            </a:tbl>
          </a:graphicData>
        </a:graphic>
      </p:graphicFrame>
    </p:spTree>
    <p:extLst>
      <p:ext uri="{BB962C8B-B14F-4D97-AF65-F5344CB8AC3E}">
        <p14:creationId xmlns:p14="http://schemas.microsoft.com/office/powerpoint/2010/main" val="3810962951"/>
      </p:ext>
    </p:extLst>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latin typeface="黑体" panose="02010609060101010101" pitchFamily="49" charset="-122"/>
                <a:ea typeface="黑体" panose="02010609060101010101" pitchFamily="49" charset="-122"/>
              </a:rPr>
              <a:t>新增技术要求</a:t>
            </a:r>
            <a:endParaRPr lang="zh-CN" altLang="en-US" dirty="0"/>
          </a:p>
        </p:txBody>
      </p:sp>
      <p:sp>
        <p:nvSpPr>
          <p:cNvPr id="4" name="内容占位符 3"/>
          <p:cNvSpPr>
            <a:spLocks noGrp="1"/>
          </p:cNvSpPr>
          <p:nvPr>
            <p:ph idx="1"/>
          </p:nvPr>
        </p:nvSpPr>
        <p:spPr>
          <a:xfrm>
            <a:off x="395288" y="1176192"/>
            <a:ext cx="8353426" cy="4895850"/>
          </a:xfrm>
        </p:spPr>
        <p:txBody>
          <a:bodyPr/>
          <a:lstStyle/>
          <a:p>
            <a:pPr>
              <a:spcBef>
                <a:spcPts val="0"/>
              </a:spcBef>
              <a:spcAft>
                <a:spcPts val="1200"/>
              </a:spcAft>
            </a:pPr>
            <a:r>
              <a:rPr lang="en-US" altLang="zh-CN" b="1" dirty="0" smtClean="0">
                <a:latin typeface="Arial" panose="020B0604020202020204" pitchFamily="34" charset="0"/>
                <a:ea typeface="黑体" panose="02010609060101010101" pitchFamily="49" charset="-122"/>
                <a:cs typeface="Arial" panose="020B0604020202020204" pitchFamily="34" charset="0"/>
              </a:rPr>
              <a:t>Software </a:t>
            </a:r>
          </a:p>
          <a:p>
            <a:pPr lvl="1">
              <a:spcAft>
                <a:spcPts val="1200"/>
              </a:spcAft>
            </a:pPr>
            <a:r>
              <a:rPr lang="zh-CN" altLang="en-US" b="1" dirty="0" smtClean="0">
                <a:latin typeface="Arial" panose="020B0604020202020204" pitchFamily="34" charset="0"/>
                <a:ea typeface="黑体" panose="02010609060101010101" pitchFamily="49" charset="-122"/>
                <a:cs typeface="Arial" panose="020B0604020202020204" pitchFamily="34" charset="0"/>
              </a:rPr>
              <a:t>基本原则和适用范围</a:t>
            </a:r>
            <a:endParaRPr lang="en-US" altLang="zh-CN" b="1" dirty="0" smtClean="0">
              <a:latin typeface="Arial" panose="020B0604020202020204" pitchFamily="34" charset="0"/>
              <a:ea typeface="黑体" panose="02010609060101010101" pitchFamily="49" charset="-122"/>
              <a:cs typeface="Arial" panose="020B0604020202020204" pitchFamily="34" charset="0"/>
            </a:endParaRPr>
          </a:p>
          <a:p>
            <a:pPr marL="179387" lvl="1" indent="0">
              <a:spcAft>
                <a:spcPts val="1200"/>
              </a:spcAft>
              <a:buNone/>
            </a:pPr>
            <a:r>
              <a:rPr lang="en-US" altLang="zh-CN" dirty="0">
                <a:latin typeface="Arial" panose="020B0604020202020204" pitchFamily="34" charset="0"/>
                <a:ea typeface="黑体" panose="02010609060101010101" pitchFamily="49" charset="-122"/>
                <a:cs typeface="Arial" panose="020B0604020202020204" pitchFamily="34" charset="0"/>
              </a:rPr>
              <a:t>Provision  shall  be  made  for  appropriate  sealing  by  mechanical,  electronic  and/or  cryptographic means, making any change that affects the metrological integrity of the device impossible or evident</a:t>
            </a:r>
            <a:r>
              <a:rPr lang="en-US" altLang="zh-CN" dirty="0" smtClean="0">
                <a:latin typeface="Arial" panose="020B0604020202020204" pitchFamily="34" charset="0"/>
                <a:ea typeface="黑体" panose="02010609060101010101" pitchFamily="49" charset="-122"/>
                <a:cs typeface="Arial" panose="020B0604020202020204" pitchFamily="34" charset="0"/>
              </a:rPr>
              <a:t>.</a:t>
            </a:r>
          </a:p>
          <a:p>
            <a:pPr marL="179387" lvl="1" indent="457200">
              <a:spcAft>
                <a:spcPts val="1200"/>
              </a:spcAft>
              <a:buNone/>
            </a:pPr>
            <a:r>
              <a:rPr lang="zh-CN" altLang="en-US" dirty="0" smtClean="0">
                <a:latin typeface="Arial" panose="020B0604020202020204" pitchFamily="34" charset="0"/>
                <a:ea typeface="黑体" panose="02010609060101010101" pitchFamily="49" charset="-122"/>
                <a:cs typeface="Arial" panose="020B0604020202020204" pitchFamily="34" charset="0"/>
              </a:rPr>
              <a:t>应规定适用的铅封（保护）方法，使得影响装置计量真实性的修改是不可能的或修改是明显和易于被发现的。</a:t>
            </a:r>
            <a:endParaRPr lang="en-US" altLang="zh-CN" dirty="0">
              <a:latin typeface="Arial" panose="020B0604020202020204" pitchFamily="34" charset="0"/>
              <a:ea typeface="黑体" panose="02010609060101010101" pitchFamily="49" charset="-122"/>
              <a:cs typeface="Arial" panose="020B0604020202020204" pitchFamily="34" charset="0"/>
            </a:endParaRPr>
          </a:p>
          <a:p>
            <a:pPr marL="179387" lvl="1" indent="0">
              <a:spcAft>
                <a:spcPts val="1200"/>
              </a:spcAft>
              <a:buNone/>
            </a:pPr>
            <a:r>
              <a:rPr lang="en-US" altLang="zh-CN" dirty="0">
                <a:latin typeface="Arial" panose="020B0604020202020204" pitchFamily="34" charset="0"/>
                <a:ea typeface="黑体" panose="02010609060101010101" pitchFamily="49" charset="-122"/>
                <a:cs typeface="Arial" panose="020B0604020202020204" pitchFamily="34" charset="0"/>
              </a:rPr>
              <a:t>Any embedded programming (i.e. firmware) that influences the raw count output of the load cell will be evaluated under the terms of this Recommendation. In addition, if the software modifies load cell performance, not exceeding the functions of analog to digital conversion and the linearization of the load cell output, then that software shall be evaluated under the terms in this Recommendation and in accordance with OIML D 31:2008 [8]. Any weighing instrument function shall be evaluated under other appropriate Recommendations for weighing instruments</a:t>
            </a:r>
            <a:r>
              <a:rPr lang="en-US" altLang="zh-CN" dirty="0" smtClean="0">
                <a:latin typeface="Arial" panose="020B0604020202020204" pitchFamily="34" charset="0"/>
                <a:ea typeface="黑体" panose="02010609060101010101" pitchFamily="49" charset="-122"/>
                <a:cs typeface="Arial" panose="020B0604020202020204" pitchFamily="34" charset="0"/>
              </a:rPr>
              <a:t>.</a:t>
            </a:r>
          </a:p>
          <a:p>
            <a:pPr marL="179387" lvl="1" indent="457200">
              <a:spcAft>
                <a:spcPts val="1200"/>
              </a:spcAft>
              <a:buNone/>
            </a:pPr>
            <a:r>
              <a:rPr lang="zh-CN" altLang="en-US" dirty="0" smtClean="0">
                <a:latin typeface="Arial" panose="020B0604020202020204" pitchFamily="34" charset="0"/>
                <a:ea typeface="黑体" panose="02010609060101010101" pitchFamily="49" charset="-122"/>
                <a:cs typeface="Arial" panose="020B0604020202020204" pitchFamily="34" charset="0"/>
              </a:rPr>
              <a:t>任何植入影响</a:t>
            </a:r>
            <a:r>
              <a:rPr lang="zh-CN" altLang="en-US" dirty="0">
                <a:latin typeface="Arial" panose="020B0604020202020204" pitchFamily="34" charset="0"/>
                <a:ea typeface="黑体" panose="02010609060101010101" pitchFamily="49" charset="-122"/>
                <a:cs typeface="Arial" panose="020B0604020202020204" pitchFamily="34" charset="0"/>
              </a:rPr>
              <a:t>传感器计数</a:t>
            </a:r>
            <a:r>
              <a:rPr lang="zh-CN" altLang="en-US" dirty="0" smtClean="0">
                <a:latin typeface="Arial" panose="020B0604020202020204" pitchFamily="34" charset="0"/>
                <a:ea typeface="黑体" panose="02010609060101010101" pitchFamily="49" charset="-122"/>
                <a:cs typeface="Arial" panose="020B0604020202020204" pitchFamily="34" charset="0"/>
              </a:rPr>
              <a:t>输出的程序应按本标准进行评价，如果软件修改涉及传感器性能，但没有超出模数转换和传感器输出线性化处理的范畴，即不包括数据处理和进一步数据处理的软件可以依据本标准和</a:t>
            </a:r>
            <a:r>
              <a:rPr lang="en-US" altLang="zh-CN" dirty="0" smtClean="0">
                <a:latin typeface="Arial" panose="020B0604020202020204" pitchFamily="34" charset="0"/>
                <a:ea typeface="黑体" panose="02010609060101010101" pitchFamily="49" charset="-122"/>
                <a:cs typeface="Arial" panose="020B0604020202020204" pitchFamily="34" charset="0"/>
              </a:rPr>
              <a:t>OIML D31</a:t>
            </a:r>
            <a:r>
              <a:rPr lang="zh-CN" altLang="en-US" dirty="0" smtClean="0">
                <a:latin typeface="Arial" panose="020B0604020202020204" pitchFamily="34" charset="0"/>
                <a:ea typeface="黑体" panose="02010609060101010101" pitchFamily="49" charset="-122"/>
                <a:cs typeface="Arial" panose="020B0604020202020204" pitchFamily="34" charset="0"/>
              </a:rPr>
              <a:t>评价。传感器中所有属于衡器法制相关功能软件按相对应的衡器标准评价。</a:t>
            </a:r>
            <a:endParaRPr lang="en-US" altLang="zh-CN" dirty="0">
              <a:latin typeface="Arial" panose="020B0604020202020204" pitchFamily="34" charset="0"/>
              <a:ea typeface="黑体" panose="02010609060101010101" pitchFamily="49" charset="-122"/>
              <a:cs typeface="Arial" panose="020B0604020202020204" pitchFamily="34" charset="0"/>
            </a:endParaRPr>
          </a:p>
          <a:p>
            <a:pPr marL="179387" lvl="1" indent="0">
              <a:spcAft>
                <a:spcPts val="1200"/>
              </a:spcAft>
              <a:buNone/>
            </a:pPr>
            <a:endParaRPr lang="en-US" altLang="zh-CN" dirty="0" smtClean="0">
              <a:latin typeface="Arial" panose="020B0604020202020204" pitchFamily="34" charset="0"/>
              <a:ea typeface="黑体" panose="02010609060101010101" pitchFamily="49" charset="-122"/>
              <a:cs typeface="Arial" panose="020B0604020202020204" pitchFamily="34" charset="0"/>
            </a:endParaRPr>
          </a:p>
        </p:txBody>
      </p:sp>
      <p:sp>
        <p:nvSpPr>
          <p:cNvPr id="5" name="灯片编号占位符 4"/>
          <p:cNvSpPr>
            <a:spLocks noGrp="1"/>
          </p:cNvSpPr>
          <p:nvPr>
            <p:ph type="sldNum" sz="quarter" idx="100"/>
          </p:nvPr>
        </p:nvSpPr>
        <p:spPr/>
        <p:txBody>
          <a:bodyPr/>
          <a:lstStyle/>
          <a:p>
            <a:fld id="{2B2B68EE-DD1E-4368-AFCE-24A50EC7BF18}" type="slidenum">
              <a:rPr lang="en-US" smtClean="0"/>
              <a:pPr/>
              <a:t>76</a:t>
            </a:fld>
            <a:endParaRPr lang="en-US" dirty="0"/>
          </a:p>
        </p:txBody>
      </p:sp>
      <p:sp>
        <p:nvSpPr>
          <p:cNvPr id="6" name="页脚占位符 5"/>
          <p:cNvSpPr>
            <a:spLocks noGrp="1"/>
          </p:cNvSpPr>
          <p:nvPr>
            <p:ph type="ftr" sz="quarter" idx="101"/>
          </p:nvPr>
        </p:nvSpPr>
        <p:spPr/>
        <p:txBody>
          <a:bodyPr/>
          <a:lstStyle/>
          <a:p>
            <a:r>
              <a:rPr lang="en-US" dirty="0" smtClean="0"/>
              <a:t>For internal use - Confidential</a:t>
            </a:r>
            <a:endParaRPr lang="en-US" dirty="0"/>
          </a:p>
        </p:txBody>
      </p:sp>
    </p:spTree>
    <p:extLst>
      <p:ext uri="{BB962C8B-B14F-4D97-AF65-F5344CB8AC3E}">
        <p14:creationId xmlns:p14="http://schemas.microsoft.com/office/powerpoint/2010/main" val="342444794"/>
      </p:ext>
    </p:extLst>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latin typeface="黑体" panose="02010609060101010101" pitchFamily="49" charset="-122"/>
                <a:ea typeface="黑体" panose="02010609060101010101" pitchFamily="49" charset="-122"/>
              </a:rPr>
              <a:t>新增技术要求</a:t>
            </a:r>
            <a:endParaRPr lang="zh-CN" altLang="en-US" dirty="0"/>
          </a:p>
        </p:txBody>
      </p:sp>
      <p:sp>
        <p:nvSpPr>
          <p:cNvPr id="4" name="内容占位符 3"/>
          <p:cNvSpPr>
            <a:spLocks noGrp="1"/>
          </p:cNvSpPr>
          <p:nvPr>
            <p:ph idx="1"/>
          </p:nvPr>
        </p:nvSpPr>
        <p:spPr>
          <a:xfrm>
            <a:off x="581264" y="1176192"/>
            <a:ext cx="8136000" cy="4895850"/>
          </a:xfrm>
        </p:spPr>
        <p:txBody>
          <a:bodyPr/>
          <a:lstStyle/>
          <a:p>
            <a:pPr marL="0" indent="0">
              <a:spcBef>
                <a:spcPts val="0"/>
              </a:spcBef>
              <a:spcAft>
                <a:spcPts val="1200"/>
              </a:spcAft>
              <a:buNone/>
            </a:pPr>
            <a:endParaRPr lang="en-US" altLang="zh-CN" b="1" dirty="0" smtClean="0">
              <a:latin typeface="Arial" panose="020B0604020202020204" pitchFamily="34" charset="0"/>
              <a:ea typeface="黑体" panose="02010609060101010101" pitchFamily="49" charset="-122"/>
              <a:cs typeface="Arial" panose="020B0604020202020204" pitchFamily="34" charset="0"/>
            </a:endParaRPr>
          </a:p>
          <a:p>
            <a:pPr marL="179387" lvl="1" indent="0">
              <a:spcAft>
                <a:spcPts val="1200"/>
              </a:spcAft>
              <a:buNone/>
            </a:pPr>
            <a:r>
              <a:rPr lang="en-US" altLang="zh-CN" dirty="0">
                <a:latin typeface="Arial" panose="020B0604020202020204" pitchFamily="34" charset="0"/>
                <a:ea typeface="黑体" panose="02010609060101010101" pitchFamily="49" charset="-122"/>
                <a:cs typeface="Arial" panose="020B0604020202020204" pitchFamily="34" charset="0"/>
              </a:rPr>
              <a:t>Functionality of any software which is not covered by this Recommendation, e.g. functionalities of weighing instruments, is outside the scope of this Recommendation and is therefore not evaluated. It may be required to undergo additional evaluations against other requirements contained in the applicable OIML Recommendations for weighing instruments</a:t>
            </a:r>
            <a:r>
              <a:rPr lang="en-US" altLang="zh-CN" dirty="0" smtClean="0">
                <a:latin typeface="Arial" panose="020B0604020202020204" pitchFamily="34" charset="0"/>
                <a:ea typeface="黑体" panose="02010609060101010101" pitchFamily="49" charset="-122"/>
                <a:cs typeface="Arial" panose="020B0604020202020204" pitchFamily="34" charset="0"/>
              </a:rPr>
              <a:t>.</a:t>
            </a:r>
          </a:p>
          <a:p>
            <a:pPr marL="179387" lvl="1" indent="457200">
              <a:spcAft>
                <a:spcPts val="1200"/>
              </a:spcAft>
              <a:buNone/>
            </a:pPr>
            <a:r>
              <a:rPr lang="zh-CN" altLang="en-US" dirty="0" smtClean="0">
                <a:latin typeface="Arial" panose="020B0604020202020204" pitchFamily="34" charset="0"/>
                <a:ea typeface="黑体" panose="02010609060101010101" pitchFamily="49" charset="-122"/>
                <a:cs typeface="Arial" panose="020B0604020202020204" pitchFamily="34" charset="0"/>
              </a:rPr>
              <a:t>对于</a:t>
            </a:r>
            <a:r>
              <a:rPr lang="en-US" altLang="zh-CN" dirty="0" smtClean="0">
                <a:latin typeface="Arial" panose="020B0604020202020204" pitchFamily="34" charset="0"/>
                <a:ea typeface="黑体" panose="02010609060101010101" pitchFamily="49" charset="-122"/>
                <a:cs typeface="Arial" panose="020B0604020202020204" pitchFamily="34" charset="0"/>
              </a:rPr>
              <a:t>R60</a:t>
            </a:r>
            <a:r>
              <a:rPr lang="zh-CN" altLang="en-US" dirty="0" smtClean="0">
                <a:latin typeface="Arial" panose="020B0604020202020204" pitchFamily="34" charset="0"/>
                <a:ea typeface="黑体" panose="02010609060101010101" pitchFamily="49" charset="-122"/>
                <a:cs typeface="Arial" panose="020B0604020202020204" pitchFamily="34" charset="0"/>
              </a:rPr>
              <a:t>而言不评价不属于本标准范畴的衡器功能，如果将衡器功能及数据处理等也植入在传感器中，且制造商有要求进行符合性评价，应按相关衡器标准进行附加评价（需要额外申请和缴费）。</a:t>
            </a:r>
            <a:endParaRPr lang="en-US" altLang="zh-CN" dirty="0">
              <a:latin typeface="Arial" panose="020B0604020202020204" pitchFamily="34" charset="0"/>
              <a:ea typeface="黑体" panose="02010609060101010101" pitchFamily="49" charset="-122"/>
              <a:cs typeface="Arial" panose="020B0604020202020204" pitchFamily="34" charset="0"/>
            </a:endParaRPr>
          </a:p>
          <a:p>
            <a:pPr marL="179387" lvl="1" indent="0">
              <a:spcAft>
                <a:spcPts val="1200"/>
              </a:spcAft>
              <a:buNone/>
            </a:pPr>
            <a:endParaRPr lang="en-US" altLang="zh-CN" dirty="0" smtClean="0">
              <a:latin typeface="Arial" panose="020B0604020202020204" pitchFamily="34" charset="0"/>
              <a:ea typeface="黑体" panose="02010609060101010101" pitchFamily="49" charset="-122"/>
              <a:cs typeface="Arial" panose="020B0604020202020204" pitchFamily="34" charset="0"/>
            </a:endParaRPr>
          </a:p>
        </p:txBody>
      </p:sp>
      <p:sp>
        <p:nvSpPr>
          <p:cNvPr id="5" name="灯片编号占位符 4"/>
          <p:cNvSpPr>
            <a:spLocks noGrp="1"/>
          </p:cNvSpPr>
          <p:nvPr>
            <p:ph type="sldNum" sz="quarter" idx="100"/>
          </p:nvPr>
        </p:nvSpPr>
        <p:spPr/>
        <p:txBody>
          <a:bodyPr/>
          <a:lstStyle/>
          <a:p>
            <a:fld id="{2B2B68EE-DD1E-4368-AFCE-24A50EC7BF18}" type="slidenum">
              <a:rPr lang="en-US" smtClean="0"/>
              <a:pPr/>
              <a:t>77</a:t>
            </a:fld>
            <a:endParaRPr lang="en-US" dirty="0"/>
          </a:p>
        </p:txBody>
      </p:sp>
      <p:sp>
        <p:nvSpPr>
          <p:cNvPr id="6" name="页脚占位符 5"/>
          <p:cNvSpPr>
            <a:spLocks noGrp="1"/>
          </p:cNvSpPr>
          <p:nvPr>
            <p:ph type="ftr" sz="quarter" idx="101"/>
          </p:nvPr>
        </p:nvSpPr>
        <p:spPr/>
        <p:txBody>
          <a:bodyPr/>
          <a:lstStyle/>
          <a:p>
            <a:r>
              <a:rPr lang="en-US" dirty="0" smtClean="0"/>
              <a:t>For internal use - Confidential</a:t>
            </a:r>
            <a:endParaRPr lang="en-US" dirty="0"/>
          </a:p>
        </p:txBody>
      </p:sp>
    </p:spTree>
    <p:extLst>
      <p:ext uri="{BB962C8B-B14F-4D97-AF65-F5344CB8AC3E}">
        <p14:creationId xmlns:p14="http://schemas.microsoft.com/office/powerpoint/2010/main" val="1313498661"/>
      </p:ext>
    </p:extLst>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latin typeface="黑体" panose="02010609060101010101" pitchFamily="49" charset="-122"/>
                <a:ea typeface="黑体" panose="02010609060101010101" pitchFamily="49" charset="-122"/>
              </a:rPr>
              <a:t>新增技术要求</a:t>
            </a:r>
            <a:endParaRPr lang="zh-CN" altLang="en-US" dirty="0"/>
          </a:p>
        </p:txBody>
      </p:sp>
      <p:sp>
        <p:nvSpPr>
          <p:cNvPr id="4" name="内容占位符 3"/>
          <p:cNvSpPr>
            <a:spLocks noGrp="1"/>
          </p:cNvSpPr>
          <p:nvPr>
            <p:ph idx="1"/>
          </p:nvPr>
        </p:nvSpPr>
        <p:spPr>
          <a:xfrm>
            <a:off x="534770" y="1176192"/>
            <a:ext cx="8208000" cy="4895850"/>
          </a:xfrm>
        </p:spPr>
        <p:txBody>
          <a:bodyPr/>
          <a:lstStyle/>
          <a:p>
            <a:pPr marL="179387" lvl="1" indent="0">
              <a:spcAft>
                <a:spcPts val="1200"/>
              </a:spcAft>
              <a:buNone/>
            </a:pPr>
            <a:r>
              <a:rPr lang="zh-CN" altLang="en-US" b="1" dirty="0" smtClean="0">
                <a:latin typeface="Arial" panose="020B0604020202020204" pitchFamily="34" charset="0"/>
                <a:ea typeface="黑体" panose="02010609060101010101" pitchFamily="49" charset="-122"/>
                <a:cs typeface="Arial" panose="020B0604020202020204" pitchFamily="34" charset="0"/>
              </a:rPr>
              <a:t>评价方法</a:t>
            </a:r>
            <a:endParaRPr lang="en-US" altLang="zh-CN" b="1" dirty="0" smtClean="0">
              <a:latin typeface="Arial" panose="020B0604020202020204" pitchFamily="34" charset="0"/>
              <a:ea typeface="黑体" panose="02010609060101010101" pitchFamily="49" charset="-122"/>
              <a:cs typeface="Arial" panose="020B0604020202020204" pitchFamily="34" charset="0"/>
            </a:endParaRPr>
          </a:p>
          <a:p>
            <a:pPr marL="179387" lvl="1" indent="0">
              <a:spcAft>
                <a:spcPts val="1200"/>
              </a:spcAft>
              <a:buNone/>
            </a:pPr>
            <a:r>
              <a:rPr lang="en-US" altLang="zh-CN" dirty="0" smtClean="0">
                <a:latin typeface="Arial" panose="020B0604020202020204" pitchFamily="34" charset="0"/>
                <a:ea typeface="黑体" panose="02010609060101010101" pitchFamily="49" charset="-122"/>
                <a:cs typeface="Arial" panose="020B0604020202020204" pitchFamily="34" charset="0"/>
              </a:rPr>
              <a:t>The </a:t>
            </a:r>
            <a:r>
              <a:rPr lang="en-US" altLang="zh-CN" dirty="0">
                <a:latin typeface="Arial" panose="020B0604020202020204" pitchFamily="34" charset="0"/>
                <a:ea typeface="黑体" panose="02010609060101010101" pitchFamily="49" charset="-122"/>
                <a:cs typeface="Arial" panose="020B0604020202020204" pitchFamily="34" charset="0"/>
              </a:rPr>
              <a:t>requirements which are relevant to the evaluation of load cells and provided in OIML D 31:2008 [8] shall be fulfilled for the load cell by taking into account the following aspects.</a:t>
            </a:r>
          </a:p>
          <a:p>
            <a:pPr marL="179387" lvl="1" indent="0">
              <a:spcAft>
                <a:spcPts val="1200"/>
              </a:spcAft>
              <a:buNone/>
            </a:pPr>
            <a:r>
              <a:rPr lang="en-US" altLang="zh-CN" dirty="0" smtClean="0">
                <a:latin typeface="Arial" panose="020B0604020202020204" pitchFamily="34" charset="0"/>
                <a:ea typeface="黑体" panose="02010609060101010101" pitchFamily="49" charset="-122"/>
                <a:cs typeface="Arial" panose="020B0604020202020204" pitchFamily="34" charset="0"/>
              </a:rPr>
              <a:t>"OIML D31 General </a:t>
            </a:r>
            <a:r>
              <a:rPr lang="en-US" altLang="zh-CN" dirty="0">
                <a:latin typeface="Arial" panose="020B0604020202020204" pitchFamily="34" charset="0"/>
                <a:ea typeface="黑体" panose="02010609060101010101" pitchFamily="49" charset="-122"/>
                <a:cs typeface="Arial" panose="020B0604020202020204" pitchFamily="34" charset="0"/>
              </a:rPr>
              <a:t>requirements for software controlled measuring </a:t>
            </a:r>
            <a:r>
              <a:rPr lang="en-US" altLang="zh-CN" dirty="0" smtClean="0">
                <a:latin typeface="Arial" panose="020B0604020202020204" pitchFamily="34" charset="0"/>
                <a:ea typeface="黑体" panose="02010609060101010101" pitchFamily="49" charset="-122"/>
                <a:cs typeface="Arial" panose="020B0604020202020204" pitchFamily="34" charset="0"/>
              </a:rPr>
              <a:t>instruments"</a:t>
            </a:r>
            <a:endParaRPr lang="en-US" altLang="zh-CN" dirty="0">
              <a:latin typeface="Arial" panose="020B0604020202020204" pitchFamily="34" charset="0"/>
              <a:ea typeface="黑体" panose="02010609060101010101" pitchFamily="49" charset="-122"/>
              <a:cs typeface="Arial" panose="020B0604020202020204" pitchFamily="34" charset="0"/>
            </a:endParaRPr>
          </a:p>
          <a:p>
            <a:pPr marL="179387" lvl="1" indent="0">
              <a:spcAft>
                <a:spcPts val="1200"/>
              </a:spcAft>
              <a:buNone/>
            </a:pPr>
            <a:r>
              <a:rPr lang="zh-CN" altLang="en-US" dirty="0" smtClean="0">
                <a:latin typeface="Arial" panose="020B0604020202020204" pitchFamily="34" charset="0"/>
                <a:ea typeface="黑体" panose="02010609060101010101" pitchFamily="49" charset="-122"/>
                <a:cs typeface="Arial" panose="020B0604020202020204" pitchFamily="34" charset="0"/>
              </a:rPr>
              <a:t>传感器软件评价相关要求以及</a:t>
            </a:r>
            <a:r>
              <a:rPr lang="en-US" altLang="zh-CN" dirty="0" smtClean="0">
                <a:latin typeface="Arial" panose="020B0604020202020204" pitchFamily="34" charset="0"/>
                <a:ea typeface="黑体" panose="02010609060101010101" pitchFamily="49" charset="-122"/>
                <a:cs typeface="Arial" panose="020B0604020202020204" pitchFamily="34" charset="0"/>
              </a:rPr>
              <a:t>OIML D31</a:t>
            </a:r>
            <a:r>
              <a:rPr lang="zh-CN" altLang="en-US" dirty="0" smtClean="0">
                <a:latin typeface="Arial" panose="020B0604020202020204" pitchFamily="34" charset="0"/>
                <a:ea typeface="黑体" panose="02010609060101010101" pitchFamily="49" charset="-122"/>
                <a:cs typeface="Arial" panose="020B0604020202020204" pitchFamily="34" charset="0"/>
              </a:rPr>
              <a:t>要求的几个方面</a:t>
            </a:r>
            <a:endParaRPr lang="en-US" altLang="zh-CN" b="1" dirty="0">
              <a:latin typeface="Arial" panose="020B0604020202020204" pitchFamily="34" charset="0"/>
              <a:ea typeface="黑体" panose="02010609060101010101" pitchFamily="49" charset="-122"/>
              <a:cs typeface="Arial" panose="020B0604020202020204" pitchFamily="34" charset="0"/>
            </a:endParaRPr>
          </a:p>
          <a:p>
            <a:pPr marL="522287" lvl="1" indent="-342900">
              <a:spcAft>
                <a:spcPts val="1200"/>
              </a:spcAft>
              <a:buFont typeface="+mj-lt"/>
              <a:buAutoNum type="alphaLcParenR"/>
            </a:pPr>
            <a:r>
              <a:rPr lang="en-US" altLang="zh-CN" dirty="0">
                <a:latin typeface="Arial" panose="020B0604020202020204" pitchFamily="34" charset="0"/>
                <a:ea typeface="黑体" panose="02010609060101010101" pitchFamily="49" charset="-122"/>
                <a:cs typeface="Arial" panose="020B0604020202020204" pitchFamily="34" charset="0"/>
              </a:rPr>
              <a:t>In general, for load cells, the severity level I, examined with validation procedure A, is required.</a:t>
            </a:r>
          </a:p>
          <a:p>
            <a:pPr marL="361950" lvl="2" indent="457200">
              <a:spcAft>
                <a:spcPts val="1200"/>
              </a:spcAft>
              <a:buNone/>
            </a:pPr>
            <a:r>
              <a:rPr lang="en-US" altLang="zh-CN" dirty="0">
                <a:latin typeface="Arial" panose="020B0604020202020204" pitchFamily="34" charset="0"/>
                <a:ea typeface="黑体" panose="02010609060101010101" pitchFamily="49" charset="-122"/>
                <a:cs typeface="Arial" panose="020B0604020202020204" pitchFamily="34" charset="0"/>
              </a:rPr>
              <a:t>D31</a:t>
            </a:r>
            <a:r>
              <a:rPr lang="zh-CN" altLang="en-US" dirty="0">
                <a:latin typeface="Arial" panose="020B0604020202020204" pitchFamily="34" charset="0"/>
                <a:ea typeface="黑体" panose="02010609060101010101" pitchFamily="49" charset="-122"/>
                <a:cs typeface="Arial" panose="020B0604020202020204" pitchFamily="34" charset="0"/>
              </a:rPr>
              <a:t>将采用的</a:t>
            </a:r>
            <a:r>
              <a:rPr lang="zh-CN" altLang="en-US" dirty="0" smtClean="0">
                <a:latin typeface="Arial" panose="020B0604020202020204" pitchFamily="34" charset="0"/>
                <a:ea typeface="黑体" panose="02010609060101010101" pitchFamily="49" charset="-122"/>
                <a:cs typeface="Arial" panose="020B0604020202020204" pitchFamily="34" charset="0"/>
              </a:rPr>
              <a:t>技术方案分为</a:t>
            </a:r>
            <a:r>
              <a:rPr lang="zh-CN" altLang="en-US" dirty="0">
                <a:latin typeface="Arial" panose="020B0604020202020204" pitchFamily="34" charset="0"/>
                <a:ea typeface="黑体" panose="02010609060101010101" pitchFamily="49" charset="-122"/>
                <a:cs typeface="Arial" panose="020B0604020202020204" pitchFamily="34" charset="0"/>
              </a:rPr>
              <a:t>两个水平，</a:t>
            </a:r>
            <a:r>
              <a:rPr lang="en-US" altLang="zh-CN" dirty="0">
                <a:latin typeface="Arial" panose="020B0604020202020204" pitchFamily="34" charset="0"/>
                <a:ea typeface="黑体" panose="02010609060101010101" pitchFamily="49" charset="-122"/>
                <a:cs typeface="Arial" panose="020B0604020202020204" pitchFamily="34" charset="0"/>
              </a:rPr>
              <a:t>Level I </a:t>
            </a:r>
            <a:r>
              <a:rPr lang="zh-CN" altLang="en-US" dirty="0">
                <a:latin typeface="Arial" panose="020B0604020202020204" pitchFamily="34" charset="0"/>
                <a:ea typeface="黑体" panose="02010609060101010101" pitchFamily="49" charset="-122"/>
                <a:cs typeface="Arial" panose="020B0604020202020204" pitchFamily="34" charset="0"/>
              </a:rPr>
              <a:t>表示一般等级的可接受技术方案，</a:t>
            </a:r>
            <a:r>
              <a:rPr lang="en-US" altLang="zh-CN" dirty="0">
                <a:latin typeface="Arial" panose="020B0604020202020204" pitchFamily="34" charset="0"/>
                <a:ea typeface="黑体" panose="02010609060101010101" pitchFamily="49" charset="-122"/>
                <a:cs typeface="Arial" panose="020B0604020202020204" pitchFamily="34" charset="0"/>
              </a:rPr>
              <a:t>Level </a:t>
            </a:r>
            <a:r>
              <a:rPr lang="en-US" altLang="zh-CN" dirty="0" smtClean="0">
                <a:latin typeface="Arial" panose="020B0604020202020204" pitchFamily="34" charset="0"/>
                <a:ea typeface="黑体" panose="02010609060101010101" pitchFamily="49" charset="-122"/>
                <a:cs typeface="Arial" panose="020B0604020202020204" pitchFamily="34" charset="0"/>
              </a:rPr>
              <a:t>II </a:t>
            </a:r>
            <a:r>
              <a:rPr lang="zh-CN" altLang="en-US" dirty="0" smtClean="0">
                <a:latin typeface="Arial" panose="020B0604020202020204" pitchFamily="34" charset="0"/>
                <a:ea typeface="黑体" panose="02010609060101010101" pitchFamily="49" charset="-122"/>
                <a:cs typeface="Arial" panose="020B0604020202020204" pitchFamily="34" charset="0"/>
              </a:rPr>
              <a:t>表示</a:t>
            </a:r>
            <a:r>
              <a:rPr lang="zh-CN" altLang="en-US" dirty="0">
                <a:latin typeface="Arial" panose="020B0604020202020204" pitchFamily="34" charset="0"/>
                <a:ea typeface="黑体" panose="02010609060101010101" pitchFamily="49" charset="-122"/>
                <a:cs typeface="Arial" panose="020B0604020202020204" pitchFamily="34" charset="0"/>
              </a:rPr>
              <a:t>高等级的可接受技术方案</a:t>
            </a:r>
            <a:r>
              <a:rPr lang="zh-CN" altLang="en-US" dirty="0" smtClean="0">
                <a:latin typeface="Arial" panose="020B0604020202020204" pitchFamily="34" charset="0"/>
                <a:ea typeface="黑体" panose="02010609060101010101" pitchFamily="49" charset="-122"/>
                <a:cs typeface="Arial" panose="020B0604020202020204" pitchFamily="34" charset="0"/>
              </a:rPr>
              <a:t>。</a:t>
            </a:r>
            <a:endParaRPr lang="en-US" altLang="zh-CN" dirty="0" smtClean="0">
              <a:latin typeface="Arial" panose="020B0604020202020204" pitchFamily="34" charset="0"/>
              <a:ea typeface="黑体" panose="02010609060101010101" pitchFamily="49" charset="-122"/>
              <a:cs typeface="Arial" panose="020B0604020202020204" pitchFamily="34" charset="0"/>
            </a:endParaRPr>
          </a:p>
          <a:p>
            <a:pPr marL="361950" lvl="2" indent="457200">
              <a:spcAft>
                <a:spcPts val="1200"/>
              </a:spcAft>
              <a:buNone/>
            </a:pPr>
            <a:r>
              <a:rPr lang="zh-CN" altLang="en-US" dirty="0" smtClean="0">
                <a:latin typeface="Arial" panose="020B0604020202020204" pitchFamily="34" charset="0"/>
                <a:ea typeface="黑体" panose="02010609060101010101" pitchFamily="49" charset="-122"/>
                <a:cs typeface="Arial" panose="020B0604020202020204" pitchFamily="34" charset="0"/>
              </a:rPr>
              <a:t>这里的水平等级是技术方案通常指受保护的程度或保护能力的程度。</a:t>
            </a:r>
            <a:endParaRPr lang="en-US" altLang="zh-CN" dirty="0" smtClean="0">
              <a:latin typeface="Arial" panose="020B0604020202020204" pitchFamily="34" charset="0"/>
              <a:ea typeface="黑体" panose="02010609060101010101" pitchFamily="49" charset="-122"/>
              <a:cs typeface="Arial" panose="020B0604020202020204" pitchFamily="34" charset="0"/>
            </a:endParaRPr>
          </a:p>
          <a:p>
            <a:pPr marL="361950" lvl="2" indent="457200">
              <a:spcAft>
                <a:spcPts val="1200"/>
              </a:spcAft>
              <a:buNone/>
            </a:pPr>
            <a:r>
              <a:rPr lang="zh-CN" altLang="en-US" dirty="0" smtClean="0">
                <a:latin typeface="Arial" panose="020B0604020202020204" pitchFamily="34" charset="0"/>
                <a:ea typeface="黑体" panose="02010609060101010101" pitchFamily="49" charset="-122"/>
                <a:cs typeface="Arial" panose="020B0604020202020204" pitchFamily="34" charset="0"/>
              </a:rPr>
              <a:t>称重传感器可以使用</a:t>
            </a:r>
            <a:r>
              <a:rPr lang="zh-CN" altLang="en-US" dirty="0">
                <a:latin typeface="Arial" panose="020B0604020202020204" pitchFamily="34" charset="0"/>
                <a:ea typeface="黑体" panose="02010609060101010101" pitchFamily="49" charset="-122"/>
                <a:cs typeface="Arial" panose="020B0604020202020204" pitchFamily="34" charset="0"/>
              </a:rPr>
              <a:t>水平 </a:t>
            </a:r>
            <a:r>
              <a:rPr lang="en-US" altLang="zh-CN" dirty="0">
                <a:latin typeface="Arial" panose="020B0604020202020204" pitchFamily="34" charset="0"/>
                <a:ea typeface="黑体" panose="02010609060101010101" pitchFamily="49" charset="-122"/>
                <a:cs typeface="Arial" panose="020B0604020202020204" pitchFamily="34" charset="0"/>
              </a:rPr>
              <a:t>I </a:t>
            </a:r>
            <a:r>
              <a:rPr lang="zh-CN" altLang="en-US" dirty="0" smtClean="0">
                <a:latin typeface="Arial" panose="020B0604020202020204" pitchFamily="34" charset="0"/>
                <a:ea typeface="黑体" panose="02010609060101010101" pitchFamily="49" charset="-122"/>
                <a:cs typeface="Arial" panose="020B0604020202020204" pitchFamily="34" charset="0"/>
              </a:rPr>
              <a:t>技术方案和 </a:t>
            </a:r>
            <a:r>
              <a:rPr lang="en-US" altLang="zh-CN" dirty="0">
                <a:latin typeface="Arial" panose="020B0604020202020204" pitchFamily="34" charset="0"/>
                <a:ea typeface="黑体" panose="02010609060101010101" pitchFamily="49" charset="-122"/>
                <a:cs typeface="Arial" panose="020B0604020202020204" pitchFamily="34" charset="0"/>
              </a:rPr>
              <a:t>A </a:t>
            </a:r>
            <a:r>
              <a:rPr lang="zh-CN" altLang="en-US" dirty="0">
                <a:latin typeface="Arial" panose="020B0604020202020204" pitchFamily="34" charset="0"/>
                <a:ea typeface="黑体" panose="02010609060101010101" pitchFamily="49" charset="-122"/>
                <a:cs typeface="Arial" panose="020B0604020202020204" pitchFamily="34" charset="0"/>
              </a:rPr>
              <a:t>评价程序</a:t>
            </a:r>
            <a:r>
              <a:rPr lang="zh-CN" altLang="en-US" dirty="0" smtClean="0">
                <a:latin typeface="Arial" panose="020B0604020202020204" pitchFamily="34" charset="0"/>
                <a:ea typeface="黑体" panose="02010609060101010101" pitchFamily="49" charset="-122"/>
                <a:cs typeface="Arial" panose="020B0604020202020204" pitchFamily="34" charset="0"/>
              </a:rPr>
              <a:t>。</a:t>
            </a:r>
            <a:endParaRPr lang="en-US" altLang="zh-CN" dirty="0" smtClean="0">
              <a:latin typeface="Arial" panose="020B0604020202020204" pitchFamily="34" charset="0"/>
              <a:ea typeface="黑体" panose="02010609060101010101" pitchFamily="49" charset="-122"/>
              <a:cs typeface="Arial" panose="020B0604020202020204" pitchFamily="34" charset="0"/>
            </a:endParaRPr>
          </a:p>
          <a:p>
            <a:pPr marL="361950" lvl="2" indent="457200">
              <a:spcAft>
                <a:spcPts val="1200"/>
              </a:spcAft>
              <a:buNone/>
            </a:pPr>
            <a:r>
              <a:rPr lang="zh-CN" altLang="en-US" dirty="0" smtClean="0">
                <a:latin typeface="Arial" panose="020B0604020202020204" pitchFamily="34" charset="0"/>
                <a:ea typeface="黑体" panose="02010609060101010101" pitchFamily="49" charset="-122"/>
                <a:cs typeface="Arial" panose="020B0604020202020204" pitchFamily="34" charset="0"/>
              </a:rPr>
              <a:t>同</a:t>
            </a:r>
            <a:r>
              <a:rPr lang="zh-CN" altLang="en-US" dirty="0">
                <a:latin typeface="Arial" panose="020B0604020202020204" pitchFamily="34" charset="0"/>
                <a:ea typeface="黑体" panose="02010609060101010101" pitchFamily="49" charset="-122"/>
                <a:cs typeface="Arial" panose="020B0604020202020204" pitchFamily="34" charset="0"/>
              </a:rPr>
              <a:t>一要求中何种方案是水平 </a:t>
            </a:r>
            <a:r>
              <a:rPr lang="en-US" altLang="zh-CN" dirty="0">
                <a:latin typeface="Arial" panose="020B0604020202020204" pitchFamily="34" charset="0"/>
                <a:ea typeface="黑体" panose="02010609060101010101" pitchFamily="49" charset="-122"/>
                <a:cs typeface="Arial" panose="020B0604020202020204" pitchFamily="34" charset="0"/>
              </a:rPr>
              <a:t>I </a:t>
            </a:r>
            <a:r>
              <a:rPr lang="zh-CN" altLang="en-US" dirty="0">
                <a:latin typeface="Arial" panose="020B0604020202020204" pitchFamily="34" charset="0"/>
                <a:ea typeface="黑体" panose="02010609060101010101" pitchFamily="49" charset="-122"/>
                <a:cs typeface="Arial" panose="020B0604020202020204" pitchFamily="34" charset="0"/>
              </a:rPr>
              <a:t>或是水平 </a:t>
            </a:r>
            <a:r>
              <a:rPr lang="en-US" altLang="zh-CN" dirty="0">
                <a:latin typeface="Arial" panose="020B0604020202020204" pitchFamily="34" charset="0"/>
                <a:ea typeface="黑体" panose="02010609060101010101" pitchFamily="49" charset="-122"/>
                <a:cs typeface="Arial" panose="020B0604020202020204" pitchFamily="34" charset="0"/>
              </a:rPr>
              <a:t>II</a:t>
            </a:r>
            <a:r>
              <a:rPr lang="zh-CN" altLang="en-US" dirty="0">
                <a:latin typeface="Arial" panose="020B0604020202020204" pitchFamily="34" charset="0"/>
                <a:ea typeface="黑体" panose="02010609060101010101" pitchFamily="49" charset="-122"/>
                <a:cs typeface="Arial" panose="020B0604020202020204" pitchFamily="34" charset="0"/>
              </a:rPr>
              <a:t>，在</a:t>
            </a:r>
            <a:r>
              <a:rPr lang="en-US" altLang="zh-CN" dirty="0">
                <a:latin typeface="Arial" panose="020B0604020202020204" pitchFamily="34" charset="0"/>
                <a:ea typeface="黑体" panose="02010609060101010101" pitchFamily="49" charset="-122"/>
                <a:cs typeface="Arial" panose="020B0604020202020204" pitchFamily="34" charset="0"/>
              </a:rPr>
              <a:t>OIML D31</a:t>
            </a:r>
            <a:r>
              <a:rPr lang="zh-CN" altLang="en-US" dirty="0">
                <a:latin typeface="Arial" panose="020B0604020202020204" pitchFamily="34" charset="0"/>
                <a:ea typeface="黑体" panose="02010609060101010101" pitchFamily="49" charset="-122"/>
                <a:cs typeface="Arial" panose="020B0604020202020204" pitchFamily="34" charset="0"/>
              </a:rPr>
              <a:t>中有举例说明，标准不限定采用举例的技术方案，只要能</a:t>
            </a:r>
            <a:r>
              <a:rPr lang="zh-CN" altLang="en-US" dirty="0" smtClean="0">
                <a:latin typeface="Arial" panose="020B0604020202020204" pitchFamily="34" charset="0"/>
                <a:ea typeface="黑体" panose="02010609060101010101" pitchFamily="49" charset="-122"/>
                <a:cs typeface="Arial" panose="020B0604020202020204" pitchFamily="34" charset="0"/>
              </a:rPr>
              <a:t>证明使用的其它技术方案的效果与举例是</a:t>
            </a:r>
            <a:r>
              <a:rPr lang="zh-CN" altLang="en-US" dirty="0">
                <a:latin typeface="Arial" panose="020B0604020202020204" pitchFamily="34" charset="0"/>
                <a:ea typeface="黑体" panose="02010609060101010101" pitchFamily="49" charset="-122"/>
                <a:cs typeface="Arial" panose="020B0604020202020204" pitchFamily="34" charset="0"/>
              </a:rPr>
              <a:t>等同的，就可以</a:t>
            </a:r>
            <a:r>
              <a:rPr lang="zh-CN" altLang="en-US" dirty="0" smtClean="0">
                <a:latin typeface="Arial" panose="020B0604020202020204" pitchFamily="34" charset="0"/>
                <a:ea typeface="黑体" panose="02010609060101010101" pitchFamily="49" charset="-122"/>
                <a:cs typeface="Arial" panose="020B0604020202020204" pitchFamily="34" charset="0"/>
              </a:rPr>
              <a:t>认为其具有</a:t>
            </a:r>
            <a:r>
              <a:rPr lang="zh-CN" altLang="en-US" dirty="0">
                <a:latin typeface="Arial" panose="020B0604020202020204" pitchFamily="34" charset="0"/>
                <a:ea typeface="黑体" panose="02010609060101010101" pitchFamily="49" charset="-122"/>
                <a:cs typeface="Arial" panose="020B0604020202020204" pitchFamily="34" charset="0"/>
              </a:rPr>
              <a:t>相同的水平等级。</a:t>
            </a:r>
            <a:endParaRPr lang="en-US" altLang="zh-CN" dirty="0">
              <a:latin typeface="Arial" panose="020B0604020202020204" pitchFamily="34" charset="0"/>
              <a:ea typeface="黑体" panose="02010609060101010101" pitchFamily="49" charset="-122"/>
              <a:cs typeface="Arial" panose="020B0604020202020204" pitchFamily="34" charset="0"/>
            </a:endParaRPr>
          </a:p>
          <a:p>
            <a:pPr marL="179387" lvl="1" indent="0">
              <a:spcAft>
                <a:spcPts val="1200"/>
              </a:spcAft>
              <a:buNone/>
            </a:pPr>
            <a:endParaRPr lang="en-US" altLang="zh-CN" dirty="0" smtClean="0">
              <a:latin typeface="Arial" panose="020B0604020202020204" pitchFamily="34" charset="0"/>
              <a:ea typeface="黑体" panose="02010609060101010101" pitchFamily="49" charset="-122"/>
              <a:cs typeface="Arial" panose="020B0604020202020204" pitchFamily="34" charset="0"/>
            </a:endParaRPr>
          </a:p>
          <a:p>
            <a:pPr marL="179387" lvl="1" indent="0">
              <a:spcAft>
                <a:spcPts val="1200"/>
              </a:spcAft>
              <a:buNone/>
            </a:pPr>
            <a:endParaRPr lang="en-US" altLang="zh-CN" dirty="0" smtClean="0">
              <a:latin typeface="Arial" panose="020B0604020202020204" pitchFamily="34" charset="0"/>
              <a:ea typeface="黑体" panose="02010609060101010101" pitchFamily="49" charset="-122"/>
              <a:cs typeface="Arial" panose="020B0604020202020204" pitchFamily="34" charset="0"/>
            </a:endParaRPr>
          </a:p>
        </p:txBody>
      </p:sp>
      <p:sp>
        <p:nvSpPr>
          <p:cNvPr id="5" name="灯片编号占位符 4"/>
          <p:cNvSpPr>
            <a:spLocks noGrp="1"/>
          </p:cNvSpPr>
          <p:nvPr>
            <p:ph type="sldNum" sz="quarter" idx="100"/>
          </p:nvPr>
        </p:nvSpPr>
        <p:spPr/>
        <p:txBody>
          <a:bodyPr/>
          <a:lstStyle/>
          <a:p>
            <a:fld id="{2B2B68EE-DD1E-4368-AFCE-24A50EC7BF18}" type="slidenum">
              <a:rPr lang="en-US" smtClean="0"/>
              <a:pPr/>
              <a:t>78</a:t>
            </a:fld>
            <a:endParaRPr lang="en-US" dirty="0"/>
          </a:p>
        </p:txBody>
      </p:sp>
      <p:sp>
        <p:nvSpPr>
          <p:cNvPr id="6" name="页脚占位符 5"/>
          <p:cNvSpPr>
            <a:spLocks noGrp="1"/>
          </p:cNvSpPr>
          <p:nvPr>
            <p:ph type="ftr" sz="quarter" idx="101"/>
          </p:nvPr>
        </p:nvSpPr>
        <p:spPr/>
        <p:txBody>
          <a:bodyPr/>
          <a:lstStyle/>
          <a:p>
            <a:r>
              <a:rPr lang="en-US" dirty="0" smtClean="0"/>
              <a:t>For internal use - Confidential</a:t>
            </a:r>
            <a:endParaRPr lang="en-US" dirty="0"/>
          </a:p>
        </p:txBody>
      </p:sp>
    </p:spTree>
    <p:extLst>
      <p:ext uri="{BB962C8B-B14F-4D97-AF65-F5344CB8AC3E}">
        <p14:creationId xmlns:p14="http://schemas.microsoft.com/office/powerpoint/2010/main" val="3314908606"/>
      </p:ext>
    </p:extLst>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latin typeface="黑体" panose="02010609060101010101" pitchFamily="49" charset="-122"/>
                <a:ea typeface="黑体" panose="02010609060101010101" pitchFamily="49" charset="-122"/>
              </a:rPr>
              <a:t>新增要求</a:t>
            </a:r>
            <a:endParaRPr lang="zh-CN" altLang="en-US" dirty="0"/>
          </a:p>
        </p:txBody>
      </p:sp>
      <p:sp>
        <p:nvSpPr>
          <p:cNvPr id="4" name="内容占位符 3"/>
          <p:cNvSpPr>
            <a:spLocks noGrp="1"/>
          </p:cNvSpPr>
          <p:nvPr>
            <p:ph idx="1"/>
          </p:nvPr>
        </p:nvSpPr>
        <p:spPr>
          <a:xfrm>
            <a:off x="395288" y="1176192"/>
            <a:ext cx="8353426" cy="4895850"/>
          </a:xfrm>
        </p:spPr>
        <p:txBody>
          <a:bodyPr/>
          <a:lstStyle/>
          <a:p>
            <a:pPr marL="179387" lvl="1" indent="0">
              <a:spcAft>
                <a:spcPts val="1200"/>
              </a:spcAft>
              <a:buNone/>
            </a:pPr>
            <a:r>
              <a:rPr lang="zh-CN" altLang="en-US" dirty="0" smtClean="0">
                <a:latin typeface="Arial" panose="020B0604020202020204" pitchFamily="34" charset="0"/>
                <a:ea typeface="黑体" panose="02010609060101010101" pitchFamily="49" charset="-122"/>
                <a:cs typeface="Arial" panose="020B0604020202020204" pitchFamily="34" charset="0"/>
              </a:rPr>
              <a:t>举例</a:t>
            </a:r>
            <a:r>
              <a:rPr lang="en-US" altLang="zh-CN" dirty="0" smtClean="0">
                <a:latin typeface="Arial" panose="020B0604020202020204" pitchFamily="34" charset="0"/>
                <a:ea typeface="黑体" panose="02010609060101010101" pitchFamily="49" charset="-122"/>
                <a:cs typeface="Arial" panose="020B0604020202020204" pitchFamily="34" charset="0"/>
              </a:rPr>
              <a:t>1</a:t>
            </a:r>
            <a:r>
              <a:rPr lang="zh-CN" altLang="en-US" dirty="0" smtClean="0">
                <a:latin typeface="Arial" panose="020B0604020202020204" pitchFamily="34" charset="0"/>
                <a:ea typeface="黑体" panose="02010609060101010101" pitchFamily="49" charset="-122"/>
                <a:cs typeface="Arial" panose="020B0604020202020204" pitchFamily="34" charset="0"/>
              </a:rPr>
              <a:t>：软件标识的技术</a:t>
            </a:r>
            <a:endParaRPr lang="en-US" altLang="zh-CN" dirty="0" smtClean="0">
              <a:latin typeface="Arial" panose="020B0604020202020204" pitchFamily="34" charset="0"/>
              <a:ea typeface="黑体" panose="02010609060101010101" pitchFamily="49" charset="-122"/>
              <a:cs typeface="Arial" panose="020B0604020202020204" pitchFamily="34" charset="0"/>
            </a:endParaRPr>
          </a:p>
          <a:p>
            <a:pPr marL="1255713" lvl="1" indent="-1077913">
              <a:spcAft>
                <a:spcPts val="1200"/>
              </a:spcAft>
              <a:buNone/>
              <a:tabLst>
                <a:tab pos="1255713" algn="l"/>
              </a:tabLst>
            </a:pPr>
            <a:r>
              <a:rPr lang="en-US" altLang="zh-CN" dirty="0" smtClean="0">
                <a:latin typeface="Arial" panose="020B0604020202020204" pitchFamily="34" charset="0"/>
                <a:ea typeface="黑体" panose="02010609060101010101" pitchFamily="49" charset="-122"/>
                <a:cs typeface="Arial" panose="020B0604020202020204" pitchFamily="34" charset="0"/>
              </a:rPr>
              <a:t>Level I</a:t>
            </a:r>
            <a:r>
              <a:rPr lang="zh-CN" altLang="en-US" dirty="0" smtClean="0">
                <a:latin typeface="Arial" panose="020B0604020202020204" pitchFamily="34" charset="0"/>
                <a:ea typeface="黑体" panose="02010609060101010101" pitchFamily="49" charset="-122"/>
                <a:cs typeface="Arial" panose="020B0604020202020204" pitchFamily="34" charset="0"/>
              </a:rPr>
              <a:t>：</a:t>
            </a:r>
            <a:r>
              <a:rPr lang="en-US" altLang="zh-CN" dirty="0" smtClean="0">
                <a:latin typeface="Arial" panose="020B0604020202020204" pitchFamily="34" charset="0"/>
                <a:ea typeface="黑体" panose="02010609060101010101" pitchFamily="49" charset="-122"/>
                <a:cs typeface="Arial" panose="020B0604020202020204" pitchFamily="34" charset="0"/>
              </a:rPr>
              <a:t>	</a:t>
            </a:r>
            <a:r>
              <a:rPr lang="zh-CN" altLang="en-US" dirty="0" smtClean="0">
                <a:latin typeface="Arial" panose="020B0604020202020204" pitchFamily="34" charset="0"/>
                <a:ea typeface="黑体" panose="02010609060101010101" pitchFamily="49" charset="-122"/>
                <a:cs typeface="Arial" panose="020B0604020202020204" pitchFamily="34" charset="0"/>
              </a:rPr>
              <a:t>使用一串字符和数字，表示所安装的软件版本，利用按键或接通电源时，或周期性地将该字符串在显示器上显示；</a:t>
            </a:r>
            <a:endParaRPr lang="en-US" altLang="zh-CN" dirty="0" smtClean="0">
              <a:latin typeface="Arial" panose="020B0604020202020204" pitchFamily="34" charset="0"/>
              <a:ea typeface="黑体" panose="02010609060101010101" pitchFamily="49" charset="-122"/>
              <a:cs typeface="Arial" panose="020B0604020202020204" pitchFamily="34" charset="0"/>
            </a:endParaRPr>
          </a:p>
          <a:p>
            <a:pPr marL="1255713" lvl="1" indent="-1077913">
              <a:spcAft>
                <a:spcPts val="1200"/>
              </a:spcAft>
              <a:buNone/>
              <a:tabLst>
                <a:tab pos="1255713" algn="l"/>
              </a:tabLst>
            </a:pPr>
            <a:r>
              <a:rPr lang="en-US" altLang="zh-CN" dirty="0" smtClean="0">
                <a:latin typeface="Arial" panose="020B0604020202020204" pitchFamily="34" charset="0"/>
                <a:ea typeface="黑体" panose="02010609060101010101" pitchFamily="49" charset="-122"/>
                <a:cs typeface="Arial" panose="020B0604020202020204" pitchFamily="34" charset="0"/>
              </a:rPr>
              <a:t>Level II</a:t>
            </a:r>
            <a:r>
              <a:rPr lang="zh-CN" altLang="en-US" dirty="0" smtClean="0">
                <a:latin typeface="Arial" panose="020B0604020202020204" pitchFamily="34" charset="0"/>
                <a:ea typeface="黑体" panose="02010609060101010101" pitchFamily="49" charset="-122"/>
                <a:cs typeface="Arial" panose="020B0604020202020204" pitchFamily="34" charset="0"/>
              </a:rPr>
              <a:t>：</a:t>
            </a:r>
            <a:r>
              <a:rPr lang="en-US" altLang="zh-CN" dirty="0" smtClean="0">
                <a:latin typeface="Arial" panose="020B0604020202020204" pitchFamily="34" charset="0"/>
                <a:ea typeface="黑体" panose="02010609060101010101" pitchFamily="49" charset="-122"/>
                <a:cs typeface="Arial" panose="020B0604020202020204" pitchFamily="34" charset="0"/>
              </a:rPr>
              <a:t>	</a:t>
            </a:r>
            <a:r>
              <a:rPr lang="zh-CN" altLang="en-US" dirty="0" smtClean="0">
                <a:latin typeface="Arial" panose="020B0604020202020204" pitchFamily="34" charset="0"/>
                <a:ea typeface="黑体" panose="02010609060101010101" pitchFamily="49" charset="-122"/>
                <a:cs typeface="Arial" panose="020B0604020202020204" pitchFamily="34" charset="0"/>
              </a:rPr>
              <a:t>软件计算执行代码的校验和替代水平 </a:t>
            </a:r>
            <a:r>
              <a:rPr lang="en-US" altLang="zh-CN" dirty="0" smtClean="0">
                <a:latin typeface="Arial" panose="020B0604020202020204" pitchFamily="34" charset="0"/>
                <a:ea typeface="黑体" panose="02010609060101010101" pitchFamily="49" charset="-122"/>
                <a:cs typeface="Arial" panose="020B0604020202020204" pitchFamily="34" charset="0"/>
              </a:rPr>
              <a:t>II </a:t>
            </a:r>
            <a:r>
              <a:rPr lang="zh-CN" altLang="en-US" dirty="0" smtClean="0">
                <a:latin typeface="Arial" panose="020B0604020202020204" pitchFamily="34" charset="0"/>
                <a:ea typeface="黑体" panose="02010609060101010101" pitchFamily="49" charset="-122"/>
                <a:cs typeface="Arial" panose="020B0604020202020204" pitchFamily="34" charset="0"/>
              </a:rPr>
              <a:t>的字符串，校验和采用标准算法，例如</a:t>
            </a:r>
            <a:r>
              <a:rPr lang="en-US" altLang="zh-CN" dirty="0" smtClean="0">
                <a:latin typeface="Arial" panose="020B0604020202020204" pitchFamily="34" charset="0"/>
                <a:ea typeface="黑体" panose="02010609060101010101" pitchFamily="49" charset="-122"/>
                <a:cs typeface="Arial" panose="020B0604020202020204" pitchFamily="34" charset="0"/>
              </a:rPr>
              <a:t>CRC16.</a:t>
            </a:r>
          </a:p>
          <a:p>
            <a:pPr marL="1255713" lvl="1" indent="-1077913">
              <a:spcAft>
                <a:spcPts val="1200"/>
              </a:spcAft>
              <a:buNone/>
              <a:tabLst>
                <a:tab pos="1255713" algn="l"/>
              </a:tabLst>
            </a:pPr>
            <a:endParaRPr lang="en-US" altLang="zh-CN" dirty="0">
              <a:latin typeface="Arial" panose="020B0604020202020204" pitchFamily="34" charset="0"/>
              <a:ea typeface="黑体" panose="02010609060101010101" pitchFamily="49" charset="-122"/>
              <a:cs typeface="Arial" panose="020B0604020202020204" pitchFamily="34" charset="0"/>
            </a:endParaRPr>
          </a:p>
          <a:p>
            <a:pPr marL="1255713" lvl="1" indent="-1077913">
              <a:spcAft>
                <a:spcPts val="1200"/>
              </a:spcAft>
              <a:buNone/>
              <a:tabLst>
                <a:tab pos="1255713" algn="l"/>
              </a:tabLst>
            </a:pPr>
            <a:r>
              <a:rPr lang="zh-CN" altLang="en-US" dirty="0" smtClean="0">
                <a:latin typeface="Arial" panose="020B0604020202020204" pitchFamily="34" charset="0"/>
                <a:ea typeface="黑体" panose="02010609060101010101" pitchFamily="49" charset="-122"/>
                <a:cs typeface="Arial" panose="020B0604020202020204" pitchFamily="34" charset="0"/>
              </a:rPr>
              <a:t>举例</a:t>
            </a:r>
            <a:r>
              <a:rPr lang="en-US" altLang="zh-CN" dirty="0" smtClean="0">
                <a:latin typeface="Arial" panose="020B0604020202020204" pitchFamily="34" charset="0"/>
                <a:ea typeface="黑体" panose="02010609060101010101" pitchFamily="49" charset="-122"/>
                <a:cs typeface="Arial" panose="020B0604020202020204" pitchFamily="34" charset="0"/>
              </a:rPr>
              <a:t>2</a:t>
            </a:r>
            <a:r>
              <a:rPr lang="zh-CN" altLang="en-US" dirty="0" smtClean="0">
                <a:latin typeface="Arial" panose="020B0604020202020204" pitchFamily="34" charset="0"/>
                <a:ea typeface="黑体" panose="02010609060101010101" pitchFamily="49" charset="-122"/>
                <a:cs typeface="Arial" panose="020B0604020202020204" pitchFamily="34" charset="0"/>
              </a:rPr>
              <a:t>：经开放的通讯系统传输、存储数据的保护措施</a:t>
            </a:r>
            <a:endParaRPr lang="en-US" altLang="zh-CN" dirty="0" smtClean="0">
              <a:latin typeface="Arial" panose="020B0604020202020204" pitchFamily="34" charset="0"/>
              <a:ea typeface="黑体" panose="02010609060101010101" pitchFamily="49" charset="-122"/>
              <a:cs typeface="Arial" panose="020B0604020202020204" pitchFamily="34" charset="0"/>
            </a:endParaRPr>
          </a:p>
          <a:p>
            <a:pPr marL="1255713" lvl="1" indent="-1077913">
              <a:spcAft>
                <a:spcPts val="1200"/>
              </a:spcAft>
              <a:buNone/>
              <a:tabLst>
                <a:tab pos="1255713" algn="l"/>
              </a:tabLst>
            </a:pPr>
            <a:r>
              <a:rPr lang="en-US" altLang="zh-CN" dirty="0" smtClean="0">
                <a:latin typeface="Arial" panose="020B0604020202020204" pitchFamily="34" charset="0"/>
                <a:ea typeface="黑体" panose="02010609060101010101" pitchFamily="49" charset="-122"/>
                <a:cs typeface="Arial" panose="020B0604020202020204" pitchFamily="34" charset="0"/>
              </a:rPr>
              <a:t>Level I</a:t>
            </a:r>
            <a:r>
              <a:rPr lang="zh-CN" altLang="en-US" dirty="0" smtClean="0">
                <a:latin typeface="Arial" panose="020B0604020202020204" pitchFamily="34" charset="0"/>
                <a:ea typeface="黑体" panose="02010609060101010101" pitchFamily="49" charset="-122"/>
                <a:cs typeface="Arial" panose="020B0604020202020204" pitchFamily="34" charset="0"/>
              </a:rPr>
              <a:t>：</a:t>
            </a:r>
            <a:r>
              <a:rPr lang="en-US" altLang="zh-CN" dirty="0" smtClean="0">
                <a:latin typeface="Arial" panose="020B0604020202020204" pitchFamily="34" charset="0"/>
                <a:ea typeface="黑体" panose="02010609060101010101" pitchFamily="49" charset="-122"/>
                <a:cs typeface="Arial" panose="020B0604020202020204" pitchFamily="34" charset="0"/>
              </a:rPr>
              <a:t>	</a:t>
            </a:r>
            <a:r>
              <a:rPr lang="zh-CN" altLang="en-US" dirty="0" smtClean="0">
                <a:latin typeface="Arial" panose="020B0604020202020204" pitchFamily="34" charset="0"/>
                <a:ea typeface="黑体" panose="02010609060101010101" pitchFamily="49" charset="-122"/>
                <a:cs typeface="Arial" panose="020B0604020202020204" pitchFamily="34" charset="0"/>
              </a:rPr>
              <a:t>被传输、存储数据组经</a:t>
            </a:r>
            <a:r>
              <a:rPr lang="en-US" altLang="zh-CN" dirty="0" smtClean="0">
                <a:latin typeface="Arial" panose="020B0604020202020204" pitchFamily="34" charset="0"/>
                <a:ea typeface="黑体" panose="02010609060101010101" pitchFamily="49" charset="-122"/>
                <a:cs typeface="Arial" panose="020B0604020202020204" pitchFamily="34" charset="0"/>
              </a:rPr>
              <a:t>CRC</a:t>
            </a:r>
            <a:r>
              <a:rPr lang="zh-CN" altLang="en-US" dirty="0" smtClean="0">
                <a:latin typeface="Arial" panose="020B0604020202020204" pitchFamily="34" charset="0"/>
                <a:ea typeface="黑体" panose="02010609060101010101" pitchFamily="49" charset="-122"/>
                <a:cs typeface="Arial" panose="020B0604020202020204" pitchFamily="34" charset="0"/>
              </a:rPr>
              <a:t>计算，并将结果加入该传输数据组，数据使用前接受程序再次计算并比较确定其真实性和完整性；</a:t>
            </a:r>
            <a:endParaRPr lang="en-US" altLang="zh-CN" dirty="0" smtClean="0">
              <a:latin typeface="Arial" panose="020B0604020202020204" pitchFamily="34" charset="0"/>
              <a:ea typeface="黑体" panose="02010609060101010101" pitchFamily="49" charset="-122"/>
              <a:cs typeface="Arial" panose="020B0604020202020204" pitchFamily="34" charset="0"/>
            </a:endParaRPr>
          </a:p>
          <a:p>
            <a:pPr marL="1255713" lvl="1" indent="-1077913">
              <a:spcAft>
                <a:spcPts val="1200"/>
              </a:spcAft>
              <a:buNone/>
              <a:tabLst>
                <a:tab pos="1255713" algn="l"/>
              </a:tabLst>
            </a:pPr>
            <a:r>
              <a:rPr lang="en-US" altLang="zh-CN" dirty="0" smtClean="0">
                <a:latin typeface="Arial" panose="020B0604020202020204" pitchFamily="34" charset="0"/>
                <a:ea typeface="黑体" panose="02010609060101010101" pitchFamily="49" charset="-122"/>
                <a:cs typeface="Arial" panose="020B0604020202020204" pitchFamily="34" charset="0"/>
              </a:rPr>
              <a:t>Level II</a:t>
            </a:r>
            <a:r>
              <a:rPr lang="zh-CN" altLang="en-US" dirty="0" smtClean="0">
                <a:latin typeface="Arial" panose="020B0604020202020204" pitchFamily="34" charset="0"/>
                <a:ea typeface="黑体" panose="02010609060101010101" pitchFamily="49" charset="-122"/>
                <a:cs typeface="Arial" panose="020B0604020202020204" pitchFamily="34" charset="0"/>
              </a:rPr>
              <a:t>：</a:t>
            </a:r>
            <a:r>
              <a:rPr lang="en-US" altLang="zh-CN" dirty="0" smtClean="0">
                <a:latin typeface="Arial" panose="020B0604020202020204" pitchFamily="34" charset="0"/>
                <a:ea typeface="黑体" panose="02010609060101010101" pitchFamily="49" charset="-122"/>
                <a:cs typeface="Arial" panose="020B0604020202020204" pitchFamily="34" charset="0"/>
              </a:rPr>
              <a:t>	</a:t>
            </a:r>
            <a:r>
              <a:rPr lang="zh-CN" altLang="en-US" dirty="0" smtClean="0">
                <a:latin typeface="Arial" panose="020B0604020202020204" pitchFamily="34" charset="0"/>
                <a:ea typeface="黑体" panose="02010609060101010101" pitchFamily="49" charset="-122"/>
                <a:cs typeface="Arial" panose="020B0604020202020204" pitchFamily="34" charset="0"/>
              </a:rPr>
              <a:t>程序对数据组计算一个 </a:t>
            </a:r>
            <a:r>
              <a:rPr lang="en-US" altLang="zh-CN" dirty="0" smtClean="0">
                <a:latin typeface="Arial" panose="020B0604020202020204" pitchFamily="34" charset="0"/>
                <a:ea typeface="黑体" panose="02010609060101010101" pitchFamily="49" charset="-122"/>
                <a:cs typeface="Arial" panose="020B0604020202020204" pitchFamily="34" charset="0"/>
              </a:rPr>
              <a:t>hash </a:t>
            </a:r>
            <a:r>
              <a:rPr lang="zh-CN" altLang="en-US" dirty="0" smtClean="0">
                <a:latin typeface="Arial" panose="020B0604020202020204" pitchFamily="34" charset="0"/>
                <a:ea typeface="黑体" panose="02010609060101010101" pitchFamily="49" charset="-122"/>
                <a:cs typeface="Arial" panose="020B0604020202020204" pitchFamily="34" charset="0"/>
              </a:rPr>
              <a:t>值，利用密匙加密一起发送。接受程序利用公匙计算加密的 </a:t>
            </a:r>
            <a:r>
              <a:rPr lang="en-US" altLang="zh-CN" dirty="0" smtClean="0">
                <a:latin typeface="Arial" panose="020B0604020202020204" pitchFamily="34" charset="0"/>
                <a:ea typeface="黑体" panose="02010609060101010101" pitchFamily="49" charset="-122"/>
                <a:cs typeface="Arial" panose="020B0604020202020204" pitchFamily="34" charset="0"/>
              </a:rPr>
              <a:t>hash </a:t>
            </a:r>
            <a:r>
              <a:rPr lang="zh-CN" altLang="en-US" dirty="0" smtClean="0">
                <a:latin typeface="Arial" panose="020B0604020202020204" pitchFamily="34" charset="0"/>
                <a:ea typeface="黑体" panose="02010609060101010101" pitchFamily="49" charset="-122"/>
                <a:cs typeface="Arial" panose="020B0604020202020204" pitchFamily="34" charset="0"/>
              </a:rPr>
              <a:t>值，比较两个值检验数据的真实和完整性。</a:t>
            </a:r>
            <a:r>
              <a:rPr lang="en-US" altLang="zh-CN" dirty="0" smtClean="0">
                <a:latin typeface="Arial" panose="020B0604020202020204" pitchFamily="34" charset="0"/>
                <a:ea typeface="黑体" panose="02010609060101010101" pitchFamily="49" charset="-122"/>
                <a:cs typeface="Arial" panose="020B0604020202020204" pitchFamily="34" charset="0"/>
              </a:rPr>
              <a:t/>
            </a:r>
            <a:br>
              <a:rPr lang="en-US" altLang="zh-CN" dirty="0" smtClean="0">
                <a:latin typeface="Arial" panose="020B0604020202020204" pitchFamily="34" charset="0"/>
                <a:ea typeface="黑体" panose="02010609060101010101" pitchFamily="49" charset="-122"/>
                <a:cs typeface="Arial" panose="020B0604020202020204" pitchFamily="34" charset="0"/>
              </a:rPr>
            </a:br>
            <a:r>
              <a:rPr lang="zh-CN" altLang="en-US" dirty="0" smtClean="0">
                <a:latin typeface="Arial" panose="020B0604020202020204" pitchFamily="34" charset="0"/>
                <a:ea typeface="黑体" panose="02010609060101010101" pitchFamily="49" charset="-122"/>
                <a:cs typeface="Arial" panose="020B0604020202020204" pitchFamily="34" charset="0"/>
              </a:rPr>
              <a:t>接受</a:t>
            </a:r>
            <a:r>
              <a:rPr lang="zh-CN" altLang="en-US" dirty="0">
                <a:latin typeface="Arial" panose="020B0604020202020204" pitchFamily="34" charset="0"/>
                <a:ea typeface="黑体" panose="02010609060101010101" pitchFamily="49" charset="-122"/>
                <a:cs typeface="Arial" panose="020B0604020202020204" pitchFamily="34" charset="0"/>
              </a:rPr>
              <a:t>端</a:t>
            </a:r>
            <a:r>
              <a:rPr lang="zh-CN" altLang="en-US" dirty="0" smtClean="0">
                <a:latin typeface="Arial" panose="020B0604020202020204" pitchFamily="34" charset="0"/>
                <a:ea typeface="黑体" panose="02010609060101010101" pitchFamily="49" charset="-122"/>
                <a:cs typeface="Arial" panose="020B0604020202020204" pitchFamily="34" charset="0"/>
              </a:rPr>
              <a:t>公匙应在显示器上显示，并与型式评价时一致。</a:t>
            </a:r>
            <a:endParaRPr lang="en-US" altLang="zh-CN" dirty="0" smtClean="0">
              <a:latin typeface="Arial" panose="020B0604020202020204" pitchFamily="34" charset="0"/>
              <a:ea typeface="黑体" panose="02010609060101010101" pitchFamily="49" charset="-122"/>
              <a:cs typeface="Arial" panose="020B0604020202020204" pitchFamily="34" charset="0"/>
            </a:endParaRPr>
          </a:p>
          <a:p>
            <a:pPr marL="179387" lvl="1" indent="0">
              <a:spcAft>
                <a:spcPts val="1200"/>
              </a:spcAft>
              <a:buNone/>
            </a:pPr>
            <a:endParaRPr lang="en-US" altLang="zh-CN" dirty="0" smtClean="0">
              <a:latin typeface="Arial" panose="020B0604020202020204" pitchFamily="34" charset="0"/>
              <a:ea typeface="黑体" panose="02010609060101010101" pitchFamily="49" charset="-122"/>
              <a:cs typeface="Arial" panose="020B0604020202020204" pitchFamily="34" charset="0"/>
            </a:endParaRPr>
          </a:p>
        </p:txBody>
      </p:sp>
      <p:sp>
        <p:nvSpPr>
          <p:cNvPr id="5" name="灯片编号占位符 4"/>
          <p:cNvSpPr>
            <a:spLocks noGrp="1"/>
          </p:cNvSpPr>
          <p:nvPr>
            <p:ph type="sldNum" sz="quarter" idx="100"/>
          </p:nvPr>
        </p:nvSpPr>
        <p:spPr/>
        <p:txBody>
          <a:bodyPr/>
          <a:lstStyle/>
          <a:p>
            <a:fld id="{2B2B68EE-DD1E-4368-AFCE-24A50EC7BF18}" type="slidenum">
              <a:rPr lang="en-US" smtClean="0"/>
              <a:pPr/>
              <a:t>79</a:t>
            </a:fld>
            <a:endParaRPr lang="en-US" dirty="0"/>
          </a:p>
        </p:txBody>
      </p:sp>
      <p:sp>
        <p:nvSpPr>
          <p:cNvPr id="6" name="页脚占位符 5"/>
          <p:cNvSpPr>
            <a:spLocks noGrp="1"/>
          </p:cNvSpPr>
          <p:nvPr>
            <p:ph type="ftr" sz="quarter" idx="101"/>
          </p:nvPr>
        </p:nvSpPr>
        <p:spPr/>
        <p:txBody>
          <a:bodyPr/>
          <a:lstStyle/>
          <a:p>
            <a:r>
              <a:rPr lang="en-US" dirty="0" smtClean="0"/>
              <a:t>For internal use - Confidential</a:t>
            </a:r>
            <a:endParaRPr lang="en-US" dirty="0"/>
          </a:p>
        </p:txBody>
      </p:sp>
    </p:spTree>
    <p:extLst>
      <p:ext uri="{BB962C8B-B14F-4D97-AF65-F5344CB8AC3E}">
        <p14:creationId xmlns:p14="http://schemas.microsoft.com/office/powerpoint/2010/main" val="979139096"/>
      </p:ext>
    </p:extLst>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latin typeface="黑体" panose="02010609060101010101" pitchFamily="49" charset="-122"/>
                <a:ea typeface="黑体" panose="02010609060101010101" pitchFamily="49" charset="-122"/>
              </a:rPr>
              <a:t>新增要求</a:t>
            </a:r>
            <a:endParaRPr lang="zh-CN" altLang="en-US" dirty="0"/>
          </a:p>
        </p:txBody>
      </p:sp>
      <p:sp>
        <p:nvSpPr>
          <p:cNvPr id="4" name="内容占位符 3"/>
          <p:cNvSpPr>
            <a:spLocks noGrp="1"/>
          </p:cNvSpPr>
          <p:nvPr>
            <p:ph idx="1"/>
          </p:nvPr>
        </p:nvSpPr>
        <p:spPr>
          <a:xfrm>
            <a:off x="395288" y="1176192"/>
            <a:ext cx="8353426" cy="4895850"/>
          </a:xfrm>
        </p:spPr>
        <p:txBody>
          <a:bodyPr/>
          <a:lstStyle/>
          <a:p>
            <a:pPr marL="361950" lvl="2" indent="457200">
              <a:spcAft>
                <a:spcPts val="1200"/>
              </a:spcAft>
              <a:buNone/>
            </a:pPr>
            <a:r>
              <a:rPr lang="zh-CN" altLang="en-US" dirty="0" smtClean="0">
                <a:latin typeface="Arial" panose="020B0604020202020204" pitchFamily="34" charset="0"/>
                <a:ea typeface="黑体" panose="02010609060101010101" pitchFamily="49" charset="-122"/>
                <a:cs typeface="Arial" panose="020B0604020202020204" pitchFamily="34" charset="0"/>
              </a:rPr>
              <a:t>不是每个要求都有对应的水平 </a:t>
            </a:r>
            <a:r>
              <a:rPr lang="en-US" altLang="zh-CN" dirty="0" smtClean="0">
                <a:latin typeface="Arial" panose="020B0604020202020204" pitchFamily="34" charset="0"/>
                <a:ea typeface="黑体" panose="02010609060101010101" pitchFamily="49" charset="-122"/>
                <a:cs typeface="Arial" panose="020B0604020202020204" pitchFamily="34" charset="0"/>
              </a:rPr>
              <a:t>I </a:t>
            </a:r>
            <a:r>
              <a:rPr lang="zh-CN" altLang="en-US" dirty="0" smtClean="0">
                <a:latin typeface="Arial" panose="020B0604020202020204" pitchFamily="34" charset="0"/>
                <a:ea typeface="黑体" panose="02010609060101010101" pitchFamily="49" charset="-122"/>
                <a:cs typeface="Arial" panose="020B0604020202020204" pitchFamily="34" charset="0"/>
              </a:rPr>
              <a:t>和水平 </a:t>
            </a:r>
            <a:r>
              <a:rPr lang="en-US" altLang="zh-CN" dirty="0" smtClean="0">
                <a:latin typeface="Arial" panose="020B0604020202020204" pitchFamily="34" charset="0"/>
                <a:ea typeface="黑体" panose="02010609060101010101" pitchFamily="49" charset="-122"/>
                <a:cs typeface="Arial" panose="020B0604020202020204" pitchFamily="34" charset="0"/>
              </a:rPr>
              <a:t>II </a:t>
            </a:r>
            <a:r>
              <a:rPr lang="zh-CN" altLang="en-US" dirty="0" smtClean="0">
                <a:latin typeface="Arial" panose="020B0604020202020204" pitchFamily="34" charset="0"/>
                <a:ea typeface="黑体" panose="02010609060101010101" pitchFamily="49" charset="-122"/>
                <a:cs typeface="Arial" panose="020B0604020202020204" pitchFamily="34" charset="0"/>
              </a:rPr>
              <a:t>的技术方案，有时只有一种或一个水平的解决方案。</a:t>
            </a:r>
            <a:endParaRPr lang="en-US" altLang="zh-CN" dirty="0" smtClean="0">
              <a:latin typeface="Arial" panose="020B0604020202020204" pitchFamily="34" charset="0"/>
              <a:ea typeface="黑体" panose="02010609060101010101" pitchFamily="49" charset="-122"/>
              <a:cs typeface="Arial" panose="020B0604020202020204" pitchFamily="34" charset="0"/>
            </a:endParaRPr>
          </a:p>
          <a:p>
            <a:pPr marL="361950" lvl="2" indent="457200">
              <a:spcAft>
                <a:spcPts val="1200"/>
              </a:spcAft>
              <a:buNone/>
            </a:pPr>
            <a:r>
              <a:rPr lang="zh-CN" altLang="en-US" dirty="0" smtClean="0">
                <a:latin typeface="Arial" panose="020B0604020202020204" pitchFamily="34" charset="0"/>
                <a:ea typeface="黑体" panose="02010609060101010101" pitchFamily="49" charset="-122"/>
                <a:cs typeface="Arial" panose="020B0604020202020204" pitchFamily="34" charset="0"/>
              </a:rPr>
              <a:t>对于水平 </a:t>
            </a:r>
            <a:r>
              <a:rPr lang="en-US" altLang="zh-CN" dirty="0" smtClean="0">
                <a:latin typeface="Arial" panose="020B0604020202020204" pitchFamily="34" charset="0"/>
                <a:ea typeface="黑体" panose="02010609060101010101" pitchFamily="49" charset="-122"/>
                <a:cs typeface="Arial" panose="020B0604020202020204" pitchFamily="34" charset="0"/>
              </a:rPr>
              <a:t>I </a:t>
            </a:r>
            <a:r>
              <a:rPr lang="zh-CN" altLang="en-US" dirty="0" smtClean="0">
                <a:latin typeface="Arial" panose="020B0604020202020204" pitchFamily="34" charset="0"/>
                <a:ea typeface="黑体" panose="02010609060101010101" pitchFamily="49" charset="-122"/>
                <a:cs typeface="Arial" panose="020B0604020202020204" pitchFamily="34" charset="0"/>
              </a:rPr>
              <a:t>的技术方案，通常使用检查确认程序 </a:t>
            </a:r>
            <a:r>
              <a:rPr lang="en-US" altLang="zh-CN" dirty="0" smtClean="0">
                <a:latin typeface="Arial" panose="020B0604020202020204" pitchFamily="34" charset="0"/>
                <a:ea typeface="黑体" panose="02010609060101010101" pitchFamily="49" charset="-122"/>
                <a:cs typeface="Arial" panose="020B0604020202020204" pitchFamily="34" charset="0"/>
              </a:rPr>
              <a:t>A</a:t>
            </a:r>
            <a:r>
              <a:rPr lang="zh-CN" altLang="en-US" dirty="0" smtClean="0">
                <a:latin typeface="Arial" panose="020B0604020202020204" pitchFamily="34" charset="0"/>
                <a:ea typeface="黑体" panose="02010609060101010101" pitchFamily="49" charset="-122"/>
                <a:cs typeface="Arial" panose="020B0604020202020204" pitchFamily="34" charset="0"/>
              </a:rPr>
              <a:t>，如果有高可靠性要求也可以使用程序 </a:t>
            </a:r>
            <a:r>
              <a:rPr lang="en-US" altLang="zh-CN" dirty="0" smtClean="0">
                <a:latin typeface="Arial" panose="020B0604020202020204" pitchFamily="34" charset="0"/>
                <a:ea typeface="黑体" panose="02010609060101010101" pitchFamily="49" charset="-122"/>
                <a:cs typeface="Arial" panose="020B0604020202020204" pitchFamily="34" charset="0"/>
              </a:rPr>
              <a:t>B</a:t>
            </a:r>
            <a:r>
              <a:rPr lang="zh-CN" altLang="en-US" dirty="0" smtClean="0">
                <a:latin typeface="Arial" panose="020B0604020202020204" pitchFamily="34" charset="0"/>
                <a:ea typeface="黑体" panose="02010609060101010101" pitchFamily="49" charset="-122"/>
                <a:cs typeface="Arial" panose="020B0604020202020204" pitchFamily="34" charset="0"/>
              </a:rPr>
              <a:t>。</a:t>
            </a:r>
            <a:endParaRPr lang="en-US" altLang="zh-CN" dirty="0" smtClean="0">
              <a:latin typeface="Arial" panose="020B0604020202020204" pitchFamily="34" charset="0"/>
              <a:ea typeface="黑体" panose="02010609060101010101" pitchFamily="49" charset="-122"/>
              <a:cs typeface="Arial" panose="020B0604020202020204" pitchFamily="34" charset="0"/>
            </a:endParaRPr>
          </a:p>
          <a:p>
            <a:pPr marL="361950" lvl="2" indent="457200">
              <a:spcAft>
                <a:spcPts val="1200"/>
              </a:spcAft>
              <a:buNone/>
            </a:pPr>
            <a:r>
              <a:rPr lang="zh-CN" altLang="en-US" dirty="0" smtClean="0">
                <a:latin typeface="Arial" panose="020B0604020202020204" pitchFamily="34" charset="0"/>
                <a:ea typeface="黑体" panose="02010609060101010101" pitchFamily="49" charset="-122"/>
                <a:cs typeface="Arial" panose="020B0604020202020204" pitchFamily="34" charset="0"/>
              </a:rPr>
              <a:t>对采用的技术方案符合性的检查和确认程序的水平或严酷度分为两个，</a:t>
            </a:r>
            <a:r>
              <a:rPr lang="en-US" altLang="zh-CN" dirty="0" smtClean="0">
                <a:latin typeface="Arial" panose="020B0604020202020204" pitchFamily="34" charset="0"/>
                <a:ea typeface="黑体" panose="02010609060101010101" pitchFamily="49" charset="-122"/>
                <a:cs typeface="Arial" panose="020B0604020202020204" pitchFamily="34" charset="0"/>
              </a:rPr>
              <a:t>procedure A </a:t>
            </a:r>
            <a:r>
              <a:rPr lang="zh-CN" altLang="en-US" dirty="0" smtClean="0">
                <a:latin typeface="Arial" panose="020B0604020202020204" pitchFamily="34" charset="0"/>
                <a:ea typeface="黑体" panose="02010609060101010101" pitchFamily="49" charset="-122"/>
                <a:cs typeface="Arial" panose="020B0604020202020204" pitchFamily="34" charset="0"/>
              </a:rPr>
              <a:t>（</a:t>
            </a:r>
            <a:r>
              <a:rPr lang="en-US" altLang="zh-CN" dirty="0">
                <a:latin typeface="Arial" panose="020B0604020202020204" pitchFamily="34" charset="0"/>
                <a:ea typeface="黑体" panose="02010609060101010101" pitchFamily="49" charset="-122"/>
                <a:cs typeface="Arial" panose="020B0604020202020204" pitchFamily="34" charset="0"/>
              </a:rPr>
              <a:t>normal examination </a:t>
            </a:r>
            <a:r>
              <a:rPr lang="en-US" altLang="zh-CN" dirty="0" smtClean="0">
                <a:latin typeface="Arial" panose="020B0604020202020204" pitchFamily="34" charset="0"/>
                <a:ea typeface="黑体" panose="02010609060101010101" pitchFamily="49" charset="-122"/>
                <a:cs typeface="Arial" panose="020B0604020202020204" pitchFamily="34" charset="0"/>
              </a:rPr>
              <a:t>level </a:t>
            </a:r>
            <a:r>
              <a:rPr lang="zh-CN" altLang="en-US" dirty="0" smtClean="0">
                <a:latin typeface="Arial" panose="020B0604020202020204" pitchFamily="34" charset="0"/>
                <a:ea typeface="黑体" panose="02010609060101010101" pitchFamily="49" charset="-122"/>
                <a:cs typeface="Arial" panose="020B0604020202020204" pitchFamily="34" charset="0"/>
              </a:rPr>
              <a:t>一般检查水平）</a:t>
            </a:r>
            <a:r>
              <a:rPr lang="zh-CN" altLang="en-US" dirty="0">
                <a:latin typeface="Arial" panose="020B0604020202020204" pitchFamily="34" charset="0"/>
                <a:ea typeface="黑体" panose="02010609060101010101" pitchFamily="49" charset="-122"/>
                <a:cs typeface="Arial" panose="020B0604020202020204" pitchFamily="34" charset="0"/>
              </a:rPr>
              <a:t>和 </a:t>
            </a:r>
            <a:r>
              <a:rPr lang="en-US" altLang="zh-CN" dirty="0">
                <a:latin typeface="Arial" panose="020B0604020202020204" pitchFamily="34" charset="0"/>
                <a:ea typeface="黑体" panose="02010609060101010101" pitchFamily="49" charset="-122"/>
                <a:cs typeface="Arial" panose="020B0604020202020204" pitchFamily="34" charset="0"/>
              </a:rPr>
              <a:t>procedure B (extended examination </a:t>
            </a:r>
            <a:r>
              <a:rPr lang="en-US" altLang="zh-CN" dirty="0" smtClean="0">
                <a:latin typeface="Arial" panose="020B0604020202020204" pitchFamily="34" charset="0"/>
                <a:ea typeface="黑体" panose="02010609060101010101" pitchFamily="49" charset="-122"/>
                <a:cs typeface="Arial" panose="020B0604020202020204" pitchFamily="34" charset="0"/>
              </a:rPr>
              <a:t>level </a:t>
            </a:r>
            <a:r>
              <a:rPr lang="zh-CN" altLang="en-US" dirty="0" smtClean="0">
                <a:latin typeface="Arial" panose="020B0604020202020204" pitchFamily="34" charset="0"/>
                <a:ea typeface="黑体" panose="02010609060101010101" pitchFamily="49" charset="-122"/>
                <a:cs typeface="Arial" panose="020B0604020202020204" pitchFamily="34" charset="0"/>
              </a:rPr>
              <a:t>加严或延伸检查水平</a:t>
            </a:r>
            <a:r>
              <a:rPr lang="en-US" altLang="zh-CN" dirty="0" smtClean="0">
                <a:latin typeface="Arial" panose="020B0604020202020204" pitchFamily="34" charset="0"/>
                <a:ea typeface="黑体" panose="02010609060101010101" pitchFamily="49" charset="-122"/>
                <a:cs typeface="Arial" panose="020B0604020202020204" pitchFamily="34" charset="0"/>
              </a:rPr>
              <a:t>)</a:t>
            </a:r>
          </a:p>
          <a:p>
            <a:pPr marL="361950" lvl="2" indent="457200">
              <a:spcAft>
                <a:spcPts val="1200"/>
              </a:spcAft>
              <a:buNone/>
            </a:pPr>
            <a:r>
              <a:rPr lang="zh-CN" altLang="en-US" dirty="0" smtClean="0">
                <a:latin typeface="Arial" panose="020B0604020202020204" pitchFamily="34" charset="0"/>
                <a:ea typeface="黑体" panose="02010609060101010101" pitchFamily="49" charset="-122"/>
                <a:cs typeface="Arial" panose="020B0604020202020204" pitchFamily="34" charset="0"/>
              </a:rPr>
              <a:t>程序</a:t>
            </a:r>
            <a:r>
              <a:rPr lang="en-US" altLang="zh-CN" dirty="0" smtClean="0">
                <a:latin typeface="Arial" panose="020B0604020202020204" pitchFamily="34" charset="0"/>
                <a:ea typeface="黑体" panose="02010609060101010101" pitchFamily="49" charset="-122"/>
                <a:cs typeface="Arial" panose="020B0604020202020204" pitchFamily="34" charset="0"/>
              </a:rPr>
              <a:t>A</a:t>
            </a:r>
            <a:r>
              <a:rPr lang="zh-CN" altLang="en-US" dirty="0" smtClean="0">
                <a:latin typeface="Arial" panose="020B0604020202020204" pitchFamily="34" charset="0"/>
                <a:ea typeface="黑体" panose="02010609060101010101" pitchFamily="49" charset="-122"/>
                <a:cs typeface="Arial" panose="020B0604020202020204" pitchFamily="34" charset="0"/>
              </a:rPr>
              <a:t>通常是</a:t>
            </a:r>
            <a:r>
              <a:rPr lang="zh-CN" altLang="en-US" dirty="0">
                <a:latin typeface="Arial" panose="020B0604020202020204" pitchFamily="34" charset="0"/>
                <a:ea typeface="黑体" panose="02010609060101010101" pitchFamily="49" charset="-122"/>
                <a:cs typeface="Arial" panose="020B0604020202020204" pitchFamily="34" charset="0"/>
              </a:rPr>
              <a:t>：文档分析 </a:t>
            </a:r>
            <a:r>
              <a:rPr lang="en-US" altLang="zh-CN" dirty="0">
                <a:latin typeface="Arial" panose="020B0604020202020204" pitchFamily="34" charset="0"/>
                <a:ea typeface="黑体" panose="02010609060101010101" pitchFamily="49" charset="-122"/>
                <a:cs typeface="Arial" panose="020B0604020202020204" pitchFamily="34" charset="0"/>
              </a:rPr>
              <a:t>+ </a:t>
            </a:r>
            <a:r>
              <a:rPr lang="zh-CN" altLang="en-US" dirty="0" smtClean="0">
                <a:latin typeface="Arial" panose="020B0604020202020204" pitchFamily="34" charset="0"/>
                <a:ea typeface="黑体" panose="02010609060101010101" pitchFamily="49" charset="-122"/>
                <a:cs typeface="Arial" panose="020B0604020202020204" pitchFamily="34" charset="0"/>
              </a:rPr>
              <a:t>功能测试 </a:t>
            </a:r>
            <a:r>
              <a:rPr lang="en-US" altLang="zh-CN" dirty="0" smtClean="0">
                <a:latin typeface="Arial" panose="020B0604020202020204" pitchFamily="34" charset="0"/>
                <a:ea typeface="黑体" panose="02010609060101010101" pitchFamily="49" charset="-122"/>
                <a:cs typeface="Arial" panose="020B0604020202020204" pitchFamily="34" charset="0"/>
              </a:rPr>
              <a:t>(</a:t>
            </a:r>
            <a:r>
              <a:rPr lang="zh-CN" altLang="en-US" dirty="0" smtClean="0">
                <a:latin typeface="Arial" panose="020B0604020202020204" pitchFamily="34" charset="0"/>
                <a:ea typeface="黑体" panose="02010609060101010101" pitchFamily="49" charset="-122"/>
                <a:cs typeface="Arial" panose="020B0604020202020204" pitchFamily="34" charset="0"/>
              </a:rPr>
              <a:t>黑盒</a:t>
            </a:r>
            <a:r>
              <a:rPr lang="en-US" altLang="zh-CN" dirty="0" smtClean="0">
                <a:latin typeface="Arial" panose="020B0604020202020204" pitchFamily="34" charset="0"/>
                <a:ea typeface="黑体" panose="02010609060101010101" pitchFamily="49" charset="-122"/>
                <a:cs typeface="Arial" panose="020B0604020202020204" pitchFamily="34" charset="0"/>
              </a:rPr>
              <a:t>)</a:t>
            </a:r>
          </a:p>
          <a:p>
            <a:pPr marL="536575" lvl="3" indent="0">
              <a:spcAft>
                <a:spcPts val="1200"/>
              </a:spcAft>
              <a:buNone/>
            </a:pPr>
            <a:r>
              <a:rPr lang="en-US" altLang="zh-CN" dirty="0" smtClean="0">
                <a:latin typeface="Arial" panose="020B0604020202020204" pitchFamily="34" charset="0"/>
                <a:ea typeface="黑体" panose="02010609060101010101" pitchFamily="49" charset="-122"/>
                <a:cs typeface="Arial" panose="020B0604020202020204" pitchFamily="34" charset="0"/>
              </a:rPr>
              <a:t>Analysis </a:t>
            </a:r>
            <a:r>
              <a:rPr lang="en-US" altLang="zh-CN" dirty="0">
                <a:latin typeface="Arial" panose="020B0604020202020204" pitchFamily="34" charset="0"/>
                <a:ea typeface="黑体" panose="02010609060101010101" pitchFamily="49" charset="-122"/>
                <a:cs typeface="Arial" panose="020B0604020202020204" pitchFamily="34" charset="0"/>
              </a:rPr>
              <a:t>of </a:t>
            </a:r>
            <a:r>
              <a:rPr lang="en-US" altLang="zh-CN" dirty="0" smtClean="0">
                <a:latin typeface="Arial" panose="020B0604020202020204" pitchFamily="34" charset="0"/>
                <a:ea typeface="黑体" panose="02010609060101010101" pitchFamily="49" charset="-122"/>
                <a:cs typeface="Arial" panose="020B0604020202020204" pitchFamily="34" charset="0"/>
              </a:rPr>
              <a:t>Documentation ( AD ) + Validation </a:t>
            </a:r>
            <a:r>
              <a:rPr lang="en-US" altLang="zh-CN" dirty="0">
                <a:latin typeface="Arial" panose="020B0604020202020204" pitchFamily="34" charset="0"/>
                <a:ea typeface="黑体" panose="02010609060101010101" pitchFamily="49" charset="-122"/>
                <a:cs typeface="Arial" panose="020B0604020202020204" pitchFamily="34" charset="0"/>
              </a:rPr>
              <a:t>by functional testing of metrological </a:t>
            </a:r>
            <a:r>
              <a:rPr lang="en-US" altLang="zh-CN" dirty="0" smtClean="0">
                <a:latin typeface="Arial" panose="020B0604020202020204" pitchFamily="34" charset="0"/>
                <a:ea typeface="黑体" panose="02010609060101010101" pitchFamily="49" charset="-122"/>
                <a:cs typeface="Arial" panose="020B0604020202020204" pitchFamily="34" charset="0"/>
              </a:rPr>
              <a:t>functions ( VFTM</a:t>
            </a:r>
            <a:r>
              <a:rPr lang="zh-CN" altLang="en-US" dirty="0">
                <a:latin typeface="Arial" panose="020B0604020202020204" pitchFamily="34" charset="0"/>
                <a:ea typeface="黑体" panose="02010609060101010101" pitchFamily="49" charset="-122"/>
                <a:cs typeface="Arial" panose="020B0604020202020204" pitchFamily="34" charset="0"/>
              </a:rPr>
              <a:t> </a:t>
            </a:r>
            <a:r>
              <a:rPr lang="en-US" altLang="zh-CN" dirty="0" smtClean="0">
                <a:latin typeface="Arial" panose="020B0604020202020204" pitchFamily="34" charset="0"/>
                <a:ea typeface="黑体" panose="02010609060101010101" pitchFamily="49" charset="-122"/>
                <a:cs typeface="Arial" panose="020B0604020202020204" pitchFamily="34" charset="0"/>
              </a:rPr>
              <a:t>) or </a:t>
            </a:r>
            <a:r>
              <a:rPr lang="en-US" altLang="zh-CN" dirty="0">
                <a:latin typeface="Arial" panose="020B0604020202020204" pitchFamily="34" charset="0"/>
                <a:ea typeface="黑体" panose="02010609060101010101" pitchFamily="49" charset="-122"/>
                <a:cs typeface="Arial" panose="020B0604020202020204" pitchFamily="34" charset="0"/>
              </a:rPr>
              <a:t>Validation by functional testing of software features </a:t>
            </a:r>
            <a:r>
              <a:rPr lang="en-US" altLang="zh-CN" dirty="0" smtClean="0">
                <a:latin typeface="Arial" panose="020B0604020202020204" pitchFamily="34" charset="0"/>
                <a:ea typeface="黑体" panose="02010609060101010101" pitchFamily="49" charset="-122"/>
                <a:cs typeface="Arial" panose="020B0604020202020204" pitchFamily="34" charset="0"/>
              </a:rPr>
              <a:t>( </a:t>
            </a:r>
            <a:r>
              <a:rPr lang="en-US" altLang="zh-CN" dirty="0" err="1" smtClean="0">
                <a:latin typeface="Arial" panose="020B0604020202020204" pitchFamily="34" charset="0"/>
                <a:ea typeface="黑体" panose="02010609060101010101" pitchFamily="49" charset="-122"/>
                <a:cs typeface="Arial" panose="020B0604020202020204" pitchFamily="34" charset="0"/>
              </a:rPr>
              <a:t>VFTSw</a:t>
            </a:r>
            <a:r>
              <a:rPr lang="en-US" altLang="zh-CN" dirty="0" smtClean="0">
                <a:latin typeface="Arial" panose="020B0604020202020204" pitchFamily="34" charset="0"/>
                <a:ea typeface="黑体" panose="02010609060101010101" pitchFamily="49" charset="-122"/>
                <a:cs typeface="Arial" panose="020B0604020202020204" pitchFamily="34" charset="0"/>
              </a:rPr>
              <a:t> )</a:t>
            </a:r>
          </a:p>
          <a:p>
            <a:pPr marL="361950" lvl="2" indent="457200">
              <a:spcAft>
                <a:spcPts val="1200"/>
              </a:spcAft>
              <a:buNone/>
            </a:pPr>
            <a:r>
              <a:rPr lang="zh-CN" altLang="en-US" dirty="0" smtClean="0">
                <a:latin typeface="Arial" panose="020B0604020202020204" pitchFamily="34" charset="0"/>
                <a:ea typeface="黑体" panose="02010609060101010101" pitchFamily="49" charset="-122"/>
                <a:cs typeface="Arial" panose="020B0604020202020204" pitchFamily="34" charset="0"/>
              </a:rPr>
              <a:t>程序</a:t>
            </a:r>
            <a:r>
              <a:rPr lang="en-US" altLang="zh-CN" dirty="0" smtClean="0">
                <a:latin typeface="Arial" panose="020B0604020202020204" pitchFamily="34" charset="0"/>
                <a:ea typeface="黑体" panose="02010609060101010101" pitchFamily="49" charset="-122"/>
                <a:cs typeface="Arial" panose="020B0604020202020204" pitchFamily="34" charset="0"/>
              </a:rPr>
              <a:t>B</a:t>
            </a:r>
            <a:r>
              <a:rPr lang="zh-CN" altLang="en-US" dirty="0" smtClean="0">
                <a:latin typeface="Arial" panose="020B0604020202020204" pitchFamily="34" charset="0"/>
                <a:ea typeface="黑体" panose="02010609060101010101" pitchFamily="49" charset="-122"/>
                <a:cs typeface="Arial" panose="020B0604020202020204" pitchFamily="34" charset="0"/>
              </a:rPr>
              <a:t>通常是：程序</a:t>
            </a:r>
            <a:r>
              <a:rPr lang="en-US" altLang="zh-CN" dirty="0" smtClean="0">
                <a:latin typeface="Arial" panose="020B0604020202020204" pitchFamily="34" charset="0"/>
                <a:ea typeface="黑体" panose="02010609060101010101" pitchFamily="49" charset="-122"/>
                <a:cs typeface="Arial" panose="020B0604020202020204" pitchFamily="34" charset="0"/>
              </a:rPr>
              <a:t>A + </a:t>
            </a:r>
            <a:r>
              <a:rPr lang="zh-CN" altLang="en-US" dirty="0" smtClean="0">
                <a:latin typeface="Arial" panose="020B0604020202020204" pitchFamily="34" charset="0"/>
                <a:ea typeface="黑体" panose="02010609060101010101" pitchFamily="49" charset="-122"/>
                <a:cs typeface="Arial" panose="020B0604020202020204" pitchFamily="34" charset="0"/>
              </a:rPr>
              <a:t>数据流分析 </a:t>
            </a:r>
            <a:r>
              <a:rPr lang="en-US" altLang="zh-CN" dirty="0" smtClean="0">
                <a:latin typeface="Arial" panose="020B0604020202020204" pitchFamily="34" charset="0"/>
                <a:ea typeface="黑体" panose="02010609060101010101" pitchFamily="49" charset="-122"/>
                <a:cs typeface="Arial" panose="020B0604020202020204" pitchFamily="34" charset="0"/>
              </a:rPr>
              <a:t>+ </a:t>
            </a:r>
            <a:r>
              <a:rPr lang="zh-CN" altLang="en-US" dirty="0" smtClean="0">
                <a:latin typeface="Arial" panose="020B0604020202020204" pitchFamily="34" charset="0"/>
                <a:ea typeface="黑体" panose="02010609060101010101" pitchFamily="49" charset="-122"/>
                <a:cs typeface="Arial" panose="020B0604020202020204" pitchFamily="34" charset="0"/>
              </a:rPr>
              <a:t>代码检查 </a:t>
            </a:r>
            <a:r>
              <a:rPr lang="en-US" altLang="zh-CN" dirty="0" smtClean="0">
                <a:latin typeface="Arial" panose="020B0604020202020204" pitchFamily="34" charset="0"/>
                <a:ea typeface="黑体" panose="02010609060101010101" pitchFamily="49" charset="-122"/>
                <a:cs typeface="Arial" panose="020B0604020202020204" pitchFamily="34" charset="0"/>
              </a:rPr>
              <a:t>+ </a:t>
            </a:r>
            <a:r>
              <a:rPr lang="zh-CN" altLang="en-US" dirty="0" smtClean="0">
                <a:latin typeface="Arial" panose="020B0604020202020204" pitchFamily="34" charset="0"/>
                <a:ea typeface="黑体" panose="02010609060101010101" pitchFamily="49" charset="-122"/>
                <a:cs typeface="Arial" panose="020B0604020202020204" pitchFamily="34" charset="0"/>
              </a:rPr>
              <a:t>软件模块测试</a:t>
            </a:r>
            <a:endParaRPr lang="en-US" altLang="zh-CN" dirty="0" smtClean="0">
              <a:latin typeface="Arial" panose="020B0604020202020204" pitchFamily="34" charset="0"/>
              <a:ea typeface="黑体" panose="02010609060101010101" pitchFamily="49" charset="-122"/>
              <a:cs typeface="Arial" panose="020B0604020202020204" pitchFamily="34" charset="0"/>
            </a:endParaRPr>
          </a:p>
          <a:p>
            <a:pPr marL="536575" lvl="3" indent="0">
              <a:spcAft>
                <a:spcPts val="1200"/>
              </a:spcAft>
              <a:buNone/>
            </a:pPr>
            <a:r>
              <a:rPr lang="en-US" altLang="zh-CN" dirty="0" smtClean="0">
                <a:latin typeface="Arial" panose="020B0604020202020204" pitchFamily="34" charset="0"/>
                <a:ea typeface="黑体" panose="02010609060101010101" pitchFamily="49" charset="-122"/>
                <a:cs typeface="Arial" panose="020B0604020202020204" pitchFamily="34" charset="0"/>
              </a:rPr>
              <a:t>Procedure A + Metrological </a:t>
            </a:r>
            <a:r>
              <a:rPr lang="en-US" altLang="zh-CN" dirty="0">
                <a:latin typeface="Arial" panose="020B0604020202020204" pitchFamily="34" charset="0"/>
                <a:ea typeface="黑体" panose="02010609060101010101" pitchFamily="49" charset="-122"/>
                <a:cs typeface="Arial" panose="020B0604020202020204" pitchFamily="34" charset="0"/>
              </a:rPr>
              <a:t>data flow </a:t>
            </a:r>
            <a:r>
              <a:rPr lang="en-US" altLang="zh-CN" dirty="0" smtClean="0">
                <a:latin typeface="Arial" panose="020B0604020202020204" pitchFamily="34" charset="0"/>
                <a:ea typeface="黑体" panose="02010609060101010101" pitchFamily="49" charset="-122"/>
                <a:cs typeface="Arial" panose="020B0604020202020204" pitchFamily="34" charset="0"/>
              </a:rPr>
              <a:t>analysis  ( DFA ) + </a:t>
            </a:r>
            <a:r>
              <a:rPr lang="en-US" altLang="zh-CN" dirty="0">
                <a:latin typeface="Arial" panose="020B0604020202020204" pitchFamily="34" charset="0"/>
                <a:ea typeface="黑体" panose="02010609060101010101" pitchFamily="49" charset="-122"/>
                <a:cs typeface="Arial" panose="020B0604020202020204" pitchFamily="34" charset="0"/>
              </a:rPr>
              <a:t>Code inspection, </a:t>
            </a:r>
            <a:r>
              <a:rPr lang="en-US" altLang="zh-CN" dirty="0" smtClean="0">
                <a:latin typeface="Arial" panose="020B0604020202020204" pitchFamily="34" charset="0"/>
                <a:ea typeface="黑体" panose="02010609060101010101" pitchFamily="49" charset="-122"/>
                <a:cs typeface="Arial" panose="020B0604020202020204" pitchFamily="34" charset="0"/>
              </a:rPr>
              <a:t>Walk -through ( CIWT )</a:t>
            </a:r>
            <a:r>
              <a:rPr lang="zh-CN" altLang="en-US" dirty="0" smtClean="0">
                <a:latin typeface="Arial" panose="020B0604020202020204" pitchFamily="34" charset="0"/>
                <a:ea typeface="黑体" panose="02010609060101010101" pitchFamily="49" charset="-122"/>
                <a:cs typeface="Arial" panose="020B0604020202020204" pitchFamily="34" charset="0"/>
              </a:rPr>
              <a:t> </a:t>
            </a:r>
            <a:r>
              <a:rPr lang="en-US" altLang="zh-CN" dirty="0" smtClean="0">
                <a:latin typeface="Arial" panose="020B0604020202020204" pitchFamily="34" charset="0"/>
                <a:ea typeface="黑体" panose="02010609060101010101" pitchFamily="49" charset="-122"/>
                <a:cs typeface="Arial" panose="020B0604020202020204" pitchFamily="34" charset="0"/>
              </a:rPr>
              <a:t>+ Software </a:t>
            </a:r>
            <a:r>
              <a:rPr lang="en-US" altLang="zh-CN" dirty="0">
                <a:latin typeface="Arial" panose="020B0604020202020204" pitchFamily="34" charset="0"/>
                <a:ea typeface="黑体" panose="02010609060101010101" pitchFamily="49" charset="-122"/>
                <a:cs typeface="Arial" panose="020B0604020202020204" pitchFamily="34" charset="0"/>
              </a:rPr>
              <a:t>module </a:t>
            </a:r>
            <a:r>
              <a:rPr lang="en-US" altLang="zh-CN" dirty="0" smtClean="0">
                <a:latin typeface="Arial" panose="020B0604020202020204" pitchFamily="34" charset="0"/>
                <a:ea typeface="黑体" panose="02010609060101010101" pitchFamily="49" charset="-122"/>
                <a:cs typeface="Arial" panose="020B0604020202020204" pitchFamily="34" charset="0"/>
              </a:rPr>
              <a:t>testing ( SMT )</a:t>
            </a:r>
          </a:p>
          <a:p>
            <a:pPr marL="179387" lvl="1" indent="0">
              <a:spcAft>
                <a:spcPts val="1200"/>
              </a:spcAft>
              <a:buNone/>
            </a:pPr>
            <a:endParaRPr lang="en-US" altLang="zh-CN" dirty="0" smtClean="0">
              <a:latin typeface="Arial" panose="020B0604020202020204" pitchFamily="34" charset="0"/>
              <a:ea typeface="黑体" panose="02010609060101010101" pitchFamily="49" charset="-122"/>
              <a:cs typeface="Arial" panose="020B0604020202020204" pitchFamily="34" charset="0"/>
            </a:endParaRPr>
          </a:p>
        </p:txBody>
      </p:sp>
      <p:sp>
        <p:nvSpPr>
          <p:cNvPr id="5" name="灯片编号占位符 4"/>
          <p:cNvSpPr>
            <a:spLocks noGrp="1"/>
          </p:cNvSpPr>
          <p:nvPr>
            <p:ph type="sldNum" sz="quarter" idx="100"/>
          </p:nvPr>
        </p:nvSpPr>
        <p:spPr/>
        <p:txBody>
          <a:bodyPr/>
          <a:lstStyle/>
          <a:p>
            <a:fld id="{2B2B68EE-DD1E-4368-AFCE-24A50EC7BF18}" type="slidenum">
              <a:rPr lang="en-US" smtClean="0"/>
              <a:pPr/>
              <a:t>80</a:t>
            </a:fld>
            <a:endParaRPr lang="en-US" dirty="0"/>
          </a:p>
        </p:txBody>
      </p:sp>
      <p:sp>
        <p:nvSpPr>
          <p:cNvPr id="6" name="页脚占位符 5"/>
          <p:cNvSpPr>
            <a:spLocks noGrp="1"/>
          </p:cNvSpPr>
          <p:nvPr>
            <p:ph type="ftr" sz="quarter" idx="101"/>
          </p:nvPr>
        </p:nvSpPr>
        <p:spPr/>
        <p:txBody>
          <a:bodyPr/>
          <a:lstStyle/>
          <a:p>
            <a:r>
              <a:rPr lang="en-US" dirty="0" smtClean="0"/>
              <a:t>For internal use - Confidential</a:t>
            </a:r>
            <a:endParaRPr lang="en-US" dirty="0"/>
          </a:p>
        </p:txBody>
      </p:sp>
    </p:spTree>
    <p:extLst>
      <p:ext uri="{BB962C8B-B14F-4D97-AF65-F5344CB8AC3E}">
        <p14:creationId xmlns:p14="http://schemas.microsoft.com/office/powerpoint/2010/main" val="2232465939"/>
      </p:ext>
    </p:extLst>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latin typeface="黑体" panose="02010609060101010101" pitchFamily="49" charset="-122"/>
                <a:ea typeface="黑体" panose="02010609060101010101" pitchFamily="49" charset="-122"/>
              </a:rPr>
              <a:t>新增技术要求</a:t>
            </a:r>
            <a:endParaRPr lang="zh-CN" altLang="en-US" dirty="0"/>
          </a:p>
        </p:txBody>
      </p:sp>
      <p:sp>
        <p:nvSpPr>
          <p:cNvPr id="4" name="内容占位符 3"/>
          <p:cNvSpPr>
            <a:spLocks noGrp="1"/>
          </p:cNvSpPr>
          <p:nvPr>
            <p:ph idx="1"/>
          </p:nvPr>
        </p:nvSpPr>
        <p:spPr>
          <a:xfrm>
            <a:off x="395787" y="984468"/>
            <a:ext cx="8424000" cy="5400000"/>
          </a:xfrm>
        </p:spPr>
        <p:txBody>
          <a:bodyPr/>
          <a:lstStyle/>
          <a:p>
            <a:pPr marL="179387" lvl="1" indent="0">
              <a:spcAft>
                <a:spcPts val="1200"/>
              </a:spcAft>
              <a:buNone/>
            </a:pPr>
            <a:endParaRPr lang="en-US" altLang="zh-CN" b="1" dirty="0" smtClean="0">
              <a:latin typeface="Arial" panose="020B0604020202020204" pitchFamily="34" charset="0"/>
              <a:ea typeface="黑体" panose="02010609060101010101" pitchFamily="49" charset="-122"/>
              <a:cs typeface="Arial" panose="020B0604020202020204" pitchFamily="34" charset="0"/>
            </a:endParaRPr>
          </a:p>
          <a:p>
            <a:pPr marL="522287" lvl="1" indent="-342900">
              <a:spcAft>
                <a:spcPts val="1200"/>
              </a:spcAft>
              <a:buFont typeface="+mj-lt"/>
              <a:buAutoNum type="alphaLcParenR" startAt="2"/>
            </a:pPr>
            <a:r>
              <a:rPr lang="en-US" altLang="zh-CN" dirty="0" smtClean="0">
                <a:latin typeface="Arial" panose="020B0604020202020204" pitchFamily="34" charset="0"/>
                <a:ea typeface="黑体" panose="02010609060101010101" pitchFamily="49" charset="-122"/>
                <a:cs typeface="Arial" panose="020B0604020202020204" pitchFamily="34" charset="0"/>
              </a:rPr>
              <a:t>For </a:t>
            </a:r>
            <a:r>
              <a:rPr lang="en-US" altLang="zh-CN" dirty="0">
                <a:latin typeface="Arial" panose="020B0604020202020204" pitchFamily="34" charset="0"/>
                <a:ea typeface="黑体" panose="02010609060101010101" pitchFamily="49" charset="-122"/>
                <a:cs typeface="Arial" panose="020B0604020202020204" pitchFamily="34" charset="0"/>
              </a:rPr>
              <a:t>legally relevant software of digital load cells the following statements according to OIML D 31 shall be applied</a:t>
            </a:r>
            <a:r>
              <a:rPr lang="en-US" altLang="zh-CN" dirty="0" smtClean="0">
                <a:latin typeface="Arial" panose="020B0604020202020204" pitchFamily="34" charset="0"/>
                <a:ea typeface="黑体" panose="02010609060101010101" pitchFamily="49" charset="-122"/>
                <a:cs typeface="Arial" panose="020B0604020202020204" pitchFamily="34" charset="0"/>
              </a:rPr>
              <a:t>.</a:t>
            </a:r>
            <a:br>
              <a:rPr lang="en-US" altLang="zh-CN" dirty="0" smtClean="0">
                <a:latin typeface="Arial" panose="020B0604020202020204" pitchFamily="34" charset="0"/>
                <a:ea typeface="黑体" panose="02010609060101010101" pitchFamily="49" charset="-122"/>
                <a:cs typeface="Arial" panose="020B0604020202020204" pitchFamily="34" charset="0"/>
              </a:rPr>
            </a:br>
            <a:r>
              <a:rPr lang="zh-CN" altLang="en-US" dirty="0" smtClean="0">
                <a:latin typeface="Arial" panose="020B0604020202020204" pitchFamily="34" charset="0"/>
                <a:ea typeface="黑体" panose="02010609060101010101" pitchFamily="49" charset="-122"/>
                <a:cs typeface="Arial" panose="020B0604020202020204" pitchFamily="34" charset="0"/>
              </a:rPr>
              <a:t>依据</a:t>
            </a:r>
            <a:r>
              <a:rPr lang="en-US" altLang="zh-CN" dirty="0" smtClean="0">
                <a:latin typeface="Arial" panose="020B0604020202020204" pitchFamily="34" charset="0"/>
                <a:ea typeface="黑体" panose="02010609060101010101" pitchFamily="49" charset="-122"/>
                <a:cs typeface="Arial" panose="020B0604020202020204" pitchFamily="34" charset="0"/>
              </a:rPr>
              <a:t>D31</a:t>
            </a:r>
            <a:r>
              <a:rPr lang="zh-CN" altLang="en-US" dirty="0" smtClean="0">
                <a:latin typeface="Arial" panose="020B0604020202020204" pitchFamily="34" charset="0"/>
                <a:ea typeface="黑体" panose="02010609060101010101" pitchFamily="49" charset="-122"/>
                <a:cs typeface="Arial" panose="020B0604020202020204" pitchFamily="34" charset="0"/>
              </a:rPr>
              <a:t>数字传感器法制相关软件：</a:t>
            </a:r>
            <a:endParaRPr lang="en-US" altLang="zh-CN" dirty="0">
              <a:latin typeface="Arial" panose="020B0604020202020204" pitchFamily="34" charset="0"/>
              <a:ea typeface="黑体" panose="02010609060101010101" pitchFamily="49" charset="-122"/>
              <a:cs typeface="Arial" panose="020B0604020202020204" pitchFamily="34" charset="0"/>
            </a:endParaRPr>
          </a:p>
          <a:p>
            <a:pPr marL="704850" lvl="2" indent="-342900">
              <a:spcAft>
                <a:spcPts val="1200"/>
              </a:spcAft>
              <a:buFont typeface="+mj-lt"/>
              <a:buAutoNum type="arabicPeriod"/>
            </a:pPr>
            <a:r>
              <a:rPr lang="en-US" altLang="zh-CN" dirty="0" smtClean="0">
                <a:latin typeface="Arial" panose="020B0604020202020204" pitchFamily="34" charset="0"/>
                <a:ea typeface="黑体" panose="02010609060101010101" pitchFamily="49" charset="-122"/>
                <a:cs typeface="Arial" panose="020B0604020202020204" pitchFamily="34" charset="0"/>
              </a:rPr>
              <a:t>The </a:t>
            </a:r>
            <a:r>
              <a:rPr lang="en-US" altLang="zh-CN" dirty="0">
                <a:latin typeface="Arial" panose="020B0604020202020204" pitchFamily="34" charset="0"/>
                <a:ea typeface="黑体" panose="02010609060101010101" pitchFamily="49" charset="-122"/>
                <a:cs typeface="Arial" panose="020B0604020202020204" pitchFamily="34" charset="0"/>
              </a:rPr>
              <a:t>exception described in OIML D 31, 5.1.1 </a:t>
            </a:r>
            <a:r>
              <a:rPr lang="en-US" altLang="zh-CN" dirty="0" smtClean="0">
                <a:latin typeface="Arial" panose="020B0604020202020204" pitchFamily="34" charset="0"/>
                <a:ea typeface="黑体" panose="02010609060101010101" pitchFamily="49" charset="-122"/>
                <a:cs typeface="Arial" panose="020B0604020202020204" pitchFamily="34" charset="0"/>
              </a:rPr>
              <a:t>for </a:t>
            </a:r>
            <a:r>
              <a:rPr lang="en-US" altLang="zh-CN" dirty="0">
                <a:latin typeface="Arial" panose="020B0604020202020204" pitchFamily="34" charset="0"/>
                <a:ea typeface="黑体" panose="02010609060101010101" pitchFamily="49" charset="-122"/>
                <a:cs typeface="Arial" panose="020B0604020202020204" pitchFamily="34" charset="0"/>
              </a:rPr>
              <a:t>an imprint of the software identification is allowed</a:t>
            </a:r>
            <a:r>
              <a:rPr lang="en-US" altLang="zh-CN" dirty="0" smtClean="0">
                <a:latin typeface="Arial" panose="020B0604020202020204" pitchFamily="34" charset="0"/>
                <a:ea typeface="黑体" panose="02010609060101010101" pitchFamily="49" charset="-122"/>
                <a:cs typeface="Arial" panose="020B0604020202020204" pitchFamily="34" charset="0"/>
              </a:rPr>
              <a:t>.</a:t>
            </a:r>
            <a:br>
              <a:rPr lang="en-US" altLang="zh-CN" dirty="0" smtClean="0">
                <a:latin typeface="Arial" panose="020B0604020202020204" pitchFamily="34" charset="0"/>
                <a:ea typeface="黑体" panose="02010609060101010101" pitchFamily="49" charset="-122"/>
                <a:cs typeface="Arial" panose="020B0604020202020204" pitchFamily="34" charset="0"/>
              </a:rPr>
            </a:br>
            <a:r>
              <a:rPr lang="zh-CN" altLang="en-US" dirty="0" smtClean="0">
                <a:latin typeface="Arial" panose="020B0604020202020204" pitchFamily="34" charset="0"/>
                <a:ea typeface="黑体" panose="02010609060101010101" pitchFamily="49" charset="-122"/>
                <a:cs typeface="Arial" panose="020B0604020202020204" pitchFamily="34" charset="0"/>
              </a:rPr>
              <a:t>传感器软件标识属于 </a:t>
            </a:r>
            <a:r>
              <a:rPr lang="en-US" altLang="zh-CN" dirty="0" smtClean="0">
                <a:latin typeface="Arial" panose="020B0604020202020204" pitchFamily="34" charset="0"/>
                <a:ea typeface="黑体" panose="02010609060101010101" pitchFamily="49" charset="-122"/>
                <a:cs typeface="Arial" panose="020B0604020202020204" pitchFamily="34" charset="0"/>
              </a:rPr>
              <a:t>OIML D31 5.1.1 </a:t>
            </a:r>
            <a:r>
              <a:rPr lang="zh-CN" altLang="en-US" dirty="0" smtClean="0">
                <a:latin typeface="Arial" panose="020B0604020202020204" pitchFamily="34" charset="0"/>
                <a:ea typeface="黑体" panose="02010609060101010101" pitchFamily="49" charset="-122"/>
                <a:cs typeface="Arial" panose="020B0604020202020204" pitchFamily="34" charset="0"/>
              </a:rPr>
              <a:t>的</a:t>
            </a:r>
            <a:r>
              <a:rPr lang="zh-CN" altLang="en-US" dirty="0">
                <a:latin typeface="Arial" panose="020B0604020202020204" pitchFamily="34" charset="0"/>
                <a:ea typeface="黑体" panose="02010609060101010101" pitchFamily="49" charset="-122"/>
                <a:cs typeface="Arial" panose="020B0604020202020204" pitchFamily="34" charset="0"/>
              </a:rPr>
              <a:t>例外，可以使用标记的方法</a:t>
            </a:r>
            <a:r>
              <a:rPr lang="zh-CN" altLang="en-US" dirty="0" smtClean="0">
                <a:latin typeface="Arial" panose="020B0604020202020204" pitchFamily="34" charset="0"/>
                <a:ea typeface="黑体" panose="02010609060101010101" pitchFamily="49" charset="-122"/>
                <a:cs typeface="Arial" panose="020B0604020202020204" pitchFamily="34" charset="0"/>
              </a:rPr>
              <a:t>。无需在</a:t>
            </a:r>
            <a:r>
              <a:rPr lang="zh-CN" altLang="en-US" dirty="0">
                <a:latin typeface="Arial" panose="020B0604020202020204" pitchFamily="34" charset="0"/>
                <a:ea typeface="黑体" panose="02010609060101010101" pitchFamily="49" charset="-122"/>
                <a:cs typeface="Arial" panose="020B0604020202020204" pitchFamily="34" charset="0"/>
              </a:rPr>
              <a:t>运行期间或在测量仪器（计量器具）开机时能依据命令被呈现或打印或</a:t>
            </a:r>
            <a:r>
              <a:rPr lang="zh-CN" altLang="en-US" dirty="0" smtClean="0">
                <a:latin typeface="Arial" panose="020B0604020202020204" pitchFamily="34" charset="0"/>
                <a:ea typeface="黑体" panose="02010609060101010101" pitchFamily="49" charset="-122"/>
                <a:cs typeface="Arial" panose="020B0604020202020204" pitchFamily="34" charset="0"/>
              </a:rPr>
              <a:t>显示。</a:t>
            </a:r>
            <a:endParaRPr lang="en-US" altLang="zh-CN" dirty="0">
              <a:latin typeface="Arial" panose="020B0604020202020204" pitchFamily="34" charset="0"/>
              <a:ea typeface="黑体" panose="02010609060101010101" pitchFamily="49" charset="-122"/>
              <a:cs typeface="Arial" panose="020B0604020202020204" pitchFamily="34" charset="0"/>
            </a:endParaRPr>
          </a:p>
          <a:p>
            <a:pPr marL="704850" lvl="2" indent="-342900">
              <a:spcAft>
                <a:spcPts val="1200"/>
              </a:spcAft>
              <a:buFont typeface="+mj-lt"/>
              <a:buAutoNum type="arabicPeriod"/>
            </a:pPr>
            <a:r>
              <a:rPr lang="en-US" altLang="zh-CN" dirty="0" smtClean="0">
                <a:latin typeface="Arial" panose="020B0604020202020204" pitchFamily="34" charset="0"/>
                <a:ea typeface="黑体" panose="02010609060101010101" pitchFamily="49" charset="-122"/>
                <a:cs typeface="Arial" panose="020B0604020202020204" pitchFamily="34" charset="0"/>
              </a:rPr>
              <a:t>The </a:t>
            </a:r>
            <a:r>
              <a:rPr lang="en-US" altLang="zh-CN" dirty="0">
                <a:latin typeface="Arial" panose="020B0604020202020204" pitchFamily="34" charset="0"/>
                <a:ea typeface="黑体" panose="02010609060101010101" pitchFamily="49" charset="-122"/>
                <a:cs typeface="Arial" panose="020B0604020202020204" pitchFamily="34" charset="0"/>
              </a:rPr>
              <a:t>level of conformity of manufactured devices to the approved type is according </a:t>
            </a:r>
            <a:r>
              <a:rPr lang="en-US" altLang="zh-CN" dirty="0" smtClean="0">
                <a:latin typeface="Arial" panose="020B0604020202020204" pitchFamily="34" charset="0"/>
                <a:ea typeface="黑体" panose="02010609060101010101" pitchFamily="49" charset="-122"/>
                <a:cs typeface="Arial" panose="020B0604020202020204" pitchFamily="34" charset="0"/>
              </a:rPr>
              <a:t>to OIML </a:t>
            </a:r>
            <a:r>
              <a:rPr lang="en-US" altLang="zh-CN" dirty="0">
                <a:latin typeface="Arial" panose="020B0604020202020204" pitchFamily="34" charset="0"/>
                <a:ea typeface="黑体" panose="02010609060101010101" pitchFamily="49" charset="-122"/>
                <a:cs typeface="Arial" panose="020B0604020202020204" pitchFamily="34" charset="0"/>
              </a:rPr>
              <a:t>D 31, 5.2.5 (</a:t>
            </a:r>
            <a:r>
              <a:rPr lang="en-US" altLang="zh-CN" dirty="0" err="1" smtClean="0">
                <a:latin typeface="Arial" panose="020B0604020202020204" pitchFamily="34" charset="0"/>
                <a:ea typeface="黑体" panose="02010609060101010101" pitchFamily="49" charset="-122"/>
                <a:cs typeface="Arial" panose="020B0604020202020204" pitchFamily="34" charset="0"/>
              </a:rPr>
              <a:t>subclause</a:t>
            </a:r>
            <a:r>
              <a:rPr lang="en-US" altLang="zh-CN" dirty="0" smtClean="0">
                <a:latin typeface="Arial" panose="020B0604020202020204" pitchFamily="34" charset="0"/>
                <a:ea typeface="黑体" panose="02010609060101010101" pitchFamily="49" charset="-122"/>
                <a:cs typeface="Arial" panose="020B0604020202020204" pitchFamily="34" charset="0"/>
              </a:rPr>
              <a:t> a). identity </a:t>
            </a:r>
            <a:r>
              <a:rPr lang="en-US" altLang="zh-CN" dirty="0">
                <a:latin typeface="Arial" panose="020B0604020202020204" pitchFamily="34" charset="0"/>
                <a:ea typeface="黑体" panose="02010609060101010101" pitchFamily="49" charset="-122"/>
                <a:cs typeface="Arial" panose="020B0604020202020204" pitchFamily="34" charset="0"/>
              </a:rPr>
              <a:t>of the legally relevant functions described in the documentation (6.1) of </a:t>
            </a:r>
            <a:r>
              <a:rPr lang="en-US" altLang="zh-CN" dirty="0" smtClean="0">
                <a:latin typeface="Arial" panose="020B0604020202020204" pitchFamily="34" charset="0"/>
                <a:ea typeface="黑体" panose="02010609060101010101" pitchFamily="49" charset="-122"/>
                <a:cs typeface="Arial" panose="020B0604020202020204" pitchFamily="34" charset="0"/>
              </a:rPr>
              <a:t>each device </a:t>
            </a:r>
            <a:r>
              <a:rPr lang="en-US" altLang="zh-CN" dirty="0">
                <a:latin typeface="Arial" panose="020B0604020202020204" pitchFamily="34" charset="0"/>
                <a:ea typeface="黑体" panose="02010609060101010101" pitchFamily="49" charset="-122"/>
                <a:cs typeface="Arial" panose="020B0604020202020204" pitchFamily="34" charset="0"/>
              </a:rPr>
              <a:t>with those of the type (the executable code may differ);</a:t>
            </a:r>
            <a:r>
              <a:rPr lang="en-US" altLang="zh-CN" dirty="0" smtClean="0">
                <a:latin typeface="Arial" panose="020B0604020202020204" pitchFamily="34" charset="0"/>
                <a:ea typeface="黑体" panose="02010609060101010101" pitchFamily="49" charset="-122"/>
                <a:cs typeface="Arial" panose="020B0604020202020204" pitchFamily="34" charset="0"/>
              </a:rPr>
              <a:t/>
            </a:r>
            <a:br>
              <a:rPr lang="en-US" altLang="zh-CN" dirty="0" smtClean="0">
                <a:latin typeface="Arial" panose="020B0604020202020204" pitchFamily="34" charset="0"/>
                <a:ea typeface="黑体" panose="02010609060101010101" pitchFamily="49" charset="-122"/>
                <a:cs typeface="Arial" panose="020B0604020202020204" pitchFamily="34" charset="0"/>
              </a:rPr>
            </a:br>
            <a:r>
              <a:rPr lang="zh-CN" altLang="en-US" dirty="0" smtClean="0">
                <a:latin typeface="Arial" panose="020B0604020202020204" pitchFamily="34" charset="0"/>
                <a:ea typeface="黑体" panose="02010609060101010101" pitchFamily="49" charset="-122"/>
                <a:cs typeface="Arial" panose="020B0604020202020204" pitchFamily="34" charset="0"/>
              </a:rPr>
              <a:t>传感器软件一致性要</a:t>
            </a:r>
            <a:r>
              <a:rPr lang="zh-CN" altLang="en-US" dirty="0">
                <a:latin typeface="Arial" panose="020B0604020202020204" pitchFamily="34" charset="0"/>
                <a:ea typeface="黑体" panose="02010609060101010101" pitchFamily="49" charset="-122"/>
                <a:cs typeface="Arial" panose="020B0604020202020204" pitchFamily="34" charset="0"/>
              </a:rPr>
              <a:t>求是法定相关功能相同，根据其型式（执行代码可以不同）在每个装置的文件中</a:t>
            </a:r>
            <a:r>
              <a:rPr lang="zh-CN" altLang="en-US" dirty="0" smtClean="0">
                <a:latin typeface="Arial" panose="020B0604020202020204" pitchFamily="34" charset="0"/>
                <a:ea typeface="黑体" panose="02010609060101010101" pitchFamily="49" charset="-122"/>
                <a:cs typeface="Arial" panose="020B0604020202020204" pitchFamily="34" charset="0"/>
              </a:rPr>
              <a:t>说明。及在维护中只要不改变功能（包括新增或删除），软件的修改</a:t>
            </a:r>
            <a:r>
              <a:rPr lang="en-US" altLang="zh-CN" dirty="0" smtClean="0">
                <a:latin typeface="Arial" panose="020B0604020202020204" pitchFamily="34" charset="0"/>
                <a:ea typeface="黑体" panose="02010609060101010101" pitchFamily="49" charset="-122"/>
                <a:cs typeface="Arial" panose="020B0604020202020204" pitchFamily="34" charset="0"/>
              </a:rPr>
              <a:t>(bug </a:t>
            </a:r>
            <a:r>
              <a:rPr lang="zh-CN" altLang="en-US" dirty="0" smtClean="0">
                <a:latin typeface="Arial" panose="020B0604020202020204" pitchFamily="34" charset="0"/>
                <a:ea typeface="黑体" panose="02010609060101010101" pitchFamily="49" charset="-122"/>
                <a:cs typeface="Arial" panose="020B0604020202020204" pitchFamily="34" charset="0"/>
              </a:rPr>
              <a:t>消除</a:t>
            </a:r>
            <a:r>
              <a:rPr lang="en-US" altLang="zh-CN" dirty="0" smtClean="0">
                <a:latin typeface="Arial" panose="020B0604020202020204" pitchFamily="34" charset="0"/>
                <a:ea typeface="黑体" panose="02010609060101010101" pitchFamily="49" charset="-122"/>
                <a:cs typeface="Arial" panose="020B0604020202020204" pitchFamily="34" charset="0"/>
              </a:rPr>
              <a:t>)</a:t>
            </a:r>
            <a:r>
              <a:rPr lang="zh-CN" altLang="en-US" dirty="0" smtClean="0">
                <a:latin typeface="Arial" panose="020B0604020202020204" pitchFamily="34" charset="0"/>
                <a:ea typeface="黑体" panose="02010609060101010101" pitchFamily="49" charset="-122"/>
                <a:cs typeface="Arial" panose="020B0604020202020204" pitchFamily="34" charset="0"/>
              </a:rPr>
              <a:t>是允许的</a:t>
            </a:r>
            <a:r>
              <a:rPr lang="zh-CN" altLang="en-US" dirty="0">
                <a:latin typeface="Arial" panose="020B0604020202020204" pitchFamily="34" charset="0"/>
                <a:ea typeface="黑体" panose="02010609060101010101" pitchFamily="49" charset="-122"/>
                <a:cs typeface="Arial" panose="020B0604020202020204" pitchFamily="34" charset="0"/>
              </a:rPr>
              <a:t>。</a:t>
            </a:r>
            <a:endParaRPr lang="en-US" altLang="zh-CN" dirty="0">
              <a:latin typeface="Arial" panose="020B0604020202020204" pitchFamily="34" charset="0"/>
              <a:ea typeface="黑体" panose="02010609060101010101" pitchFamily="49" charset="-122"/>
              <a:cs typeface="Arial" panose="020B0604020202020204" pitchFamily="34" charset="0"/>
            </a:endParaRPr>
          </a:p>
          <a:p>
            <a:pPr marL="704850" lvl="2" indent="-342900">
              <a:spcAft>
                <a:spcPts val="1200"/>
              </a:spcAft>
              <a:buFont typeface="+mj-lt"/>
              <a:buAutoNum type="arabicPeriod"/>
            </a:pPr>
            <a:r>
              <a:rPr lang="en-US" altLang="zh-CN" dirty="0" smtClean="0">
                <a:latin typeface="Arial" panose="020B0604020202020204" pitchFamily="34" charset="0"/>
                <a:ea typeface="黑体" panose="02010609060101010101" pitchFamily="49" charset="-122"/>
                <a:cs typeface="Arial" panose="020B0604020202020204" pitchFamily="34" charset="0"/>
              </a:rPr>
              <a:t>Updating </a:t>
            </a:r>
            <a:r>
              <a:rPr lang="en-US" altLang="zh-CN" dirty="0">
                <a:latin typeface="Arial" panose="020B0604020202020204" pitchFamily="34" charset="0"/>
                <a:ea typeface="黑体" panose="02010609060101010101" pitchFamily="49" charset="-122"/>
                <a:cs typeface="Arial" panose="020B0604020202020204" pitchFamily="34" charset="0"/>
              </a:rPr>
              <a:t>the legally relevant software of a load cell in the field is possible via verified or traced update according to OIML D 31, 5.2.6.2 and 5.2.6.3 </a:t>
            </a:r>
            <a:r>
              <a:rPr lang="en-US" altLang="zh-CN" dirty="0" smtClean="0">
                <a:latin typeface="Arial" panose="020B0604020202020204" pitchFamily="34" charset="0"/>
                <a:ea typeface="黑体" panose="02010609060101010101" pitchFamily="49" charset="-122"/>
                <a:cs typeface="Arial" panose="020B0604020202020204" pitchFamily="34" charset="0"/>
              </a:rPr>
              <a:t>.</a:t>
            </a:r>
            <a:br>
              <a:rPr lang="en-US" altLang="zh-CN" dirty="0" smtClean="0">
                <a:latin typeface="Arial" panose="020B0604020202020204" pitchFamily="34" charset="0"/>
                <a:ea typeface="黑体" panose="02010609060101010101" pitchFamily="49" charset="-122"/>
                <a:cs typeface="Arial" panose="020B0604020202020204" pitchFamily="34" charset="0"/>
              </a:rPr>
            </a:br>
            <a:r>
              <a:rPr lang="zh-CN" altLang="en-US" dirty="0">
                <a:latin typeface="Arial" panose="020B0604020202020204" pitchFamily="34" charset="0"/>
                <a:ea typeface="黑体" panose="02010609060101010101" pitchFamily="49" charset="-122"/>
                <a:cs typeface="Arial" panose="020B0604020202020204" pitchFamily="34" charset="0"/>
              </a:rPr>
              <a:t>如果</a:t>
            </a:r>
            <a:r>
              <a:rPr lang="zh-CN" altLang="en-US" dirty="0" smtClean="0">
                <a:latin typeface="Arial" panose="020B0604020202020204" pitchFamily="34" charset="0"/>
                <a:ea typeface="黑体" panose="02010609060101010101" pitchFamily="49" charset="-122"/>
                <a:cs typeface="Arial" panose="020B0604020202020204" pitchFamily="34" charset="0"/>
              </a:rPr>
              <a:t>经验证或对更新可追溯，允许传感器法制相关软件在用户现场更新和远程更新，对于软件现场更新采用检验确认方法，对通过远程更新采用可追溯方法。</a:t>
            </a:r>
            <a:endParaRPr lang="en-US" altLang="zh-CN" dirty="0" smtClean="0">
              <a:latin typeface="Arial" panose="020B0604020202020204" pitchFamily="34" charset="0"/>
              <a:ea typeface="黑体" panose="02010609060101010101" pitchFamily="49" charset="-122"/>
              <a:cs typeface="Arial" panose="020B0604020202020204" pitchFamily="34" charset="0"/>
            </a:endParaRPr>
          </a:p>
          <a:p>
            <a:pPr marL="179387" lvl="1" indent="0">
              <a:spcAft>
                <a:spcPts val="1200"/>
              </a:spcAft>
              <a:buNone/>
            </a:pPr>
            <a:endParaRPr lang="en-US" altLang="zh-CN" dirty="0" smtClean="0">
              <a:latin typeface="Arial" panose="020B0604020202020204" pitchFamily="34" charset="0"/>
              <a:ea typeface="黑体" panose="02010609060101010101" pitchFamily="49" charset="-122"/>
              <a:cs typeface="Arial" panose="020B0604020202020204" pitchFamily="34" charset="0"/>
            </a:endParaRPr>
          </a:p>
        </p:txBody>
      </p:sp>
      <p:sp>
        <p:nvSpPr>
          <p:cNvPr id="5" name="灯片编号占位符 4"/>
          <p:cNvSpPr>
            <a:spLocks noGrp="1"/>
          </p:cNvSpPr>
          <p:nvPr>
            <p:ph type="sldNum" sz="quarter" idx="100"/>
          </p:nvPr>
        </p:nvSpPr>
        <p:spPr/>
        <p:txBody>
          <a:bodyPr/>
          <a:lstStyle/>
          <a:p>
            <a:fld id="{2B2B68EE-DD1E-4368-AFCE-24A50EC7BF18}" type="slidenum">
              <a:rPr lang="en-US" smtClean="0"/>
              <a:pPr/>
              <a:t>81</a:t>
            </a:fld>
            <a:endParaRPr lang="en-US" dirty="0"/>
          </a:p>
        </p:txBody>
      </p:sp>
      <p:sp>
        <p:nvSpPr>
          <p:cNvPr id="6" name="页脚占位符 5"/>
          <p:cNvSpPr>
            <a:spLocks noGrp="1"/>
          </p:cNvSpPr>
          <p:nvPr>
            <p:ph type="ftr" sz="quarter" idx="101"/>
          </p:nvPr>
        </p:nvSpPr>
        <p:spPr>
          <a:xfrm>
            <a:off x="395787" y="6634613"/>
            <a:ext cx="8352927" cy="151200"/>
          </a:xfrm>
        </p:spPr>
        <p:txBody>
          <a:bodyPr/>
          <a:lstStyle/>
          <a:p>
            <a:r>
              <a:rPr lang="en-US" dirty="0" smtClean="0"/>
              <a:t>For internal use - Confidential</a:t>
            </a:r>
            <a:endParaRPr lang="en-US" dirty="0"/>
          </a:p>
        </p:txBody>
      </p:sp>
    </p:spTree>
    <p:extLst>
      <p:ext uri="{BB962C8B-B14F-4D97-AF65-F5344CB8AC3E}">
        <p14:creationId xmlns:p14="http://schemas.microsoft.com/office/powerpoint/2010/main" val="1470346025"/>
      </p:ext>
    </p:extLst>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latin typeface="黑体" panose="02010609060101010101" pitchFamily="49" charset="-122"/>
                <a:ea typeface="黑体" panose="02010609060101010101" pitchFamily="49" charset="-122"/>
              </a:rPr>
              <a:t>新增技术要求</a:t>
            </a:r>
            <a:endParaRPr lang="zh-CN" altLang="en-US" dirty="0">
              <a:latin typeface="黑体" panose="02010609060101010101" pitchFamily="49" charset="-122"/>
              <a:ea typeface="黑体" panose="02010609060101010101" pitchFamily="49" charset="-122"/>
            </a:endParaRPr>
          </a:p>
        </p:txBody>
      </p:sp>
      <p:sp>
        <p:nvSpPr>
          <p:cNvPr id="3" name="标题 2"/>
          <p:cNvSpPr>
            <a:spLocks noGrp="1"/>
          </p:cNvSpPr>
          <p:nvPr>
            <p:ph type="title" idx="99"/>
          </p:nvPr>
        </p:nvSpPr>
        <p:spPr/>
        <p:txBody>
          <a:bodyPr/>
          <a:lstStyle/>
          <a:p>
            <a:r>
              <a:rPr lang="en-US" altLang="zh-CN" dirty="0"/>
              <a:t>Updating the legally relevant software </a:t>
            </a:r>
            <a:r>
              <a:rPr lang="en-US" altLang="zh-CN" dirty="0" smtClean="0"/>
              <a:t>– Verified update by person</a:t>
            </a:r>
            <a:endParaRPr lang="zh-CN" altLang="en-US" dirty="0"/>
          </a:p>
        </p:txBody>
      </p:sp>
      <p:sp>
        <p:nvSpPr>
          <p:cNvPr id="5" name="灯片编号占位符 4"/>
          <p:cNvSpPr>
            <a:spLocks noGrp="1"/>
          </p:cNvSpPr>
          <p:nvPr>
            <p:ph type="sldNum" sz="quarter" idx="100"/>
          </p:nvPr>
        </p:nvSpPr>
        <p:spPr/>
        <p:txBody>
          <a:bodyPr/>
          <a:lstStyle/>
          <a:p>
            <a:fld id="{2B2B68EE-DD1E-4368-AFCE-24A50EC7BF18}" type="slidenum">
              <a:rPr lang="en-US" smtClean="0"/>
              <a:pPr/>
              <a:t>82</a:t>
            </a:fld>
            <a:endParaRPr lang="en-US" dirty="0"/>
          </a:p>
        </p:txBody>
      </p:sp>
      <p:sp>
        <p:nvSpPr>
          <p:cNvPr id="6" name="页脚占位符 5"/>
          <p:cNvSpPr>
            <a:spLocks noGrp="1"/>
          </p:cNvSpPr>
          <p:nvPr>
            <p:ph type="ftr" sz="quarter" idx="101"/>
          </p:nvPr>
        </p:nvSpPr>
        <p:spPr/>
        <p:txBody>
          <a:bodyPr/>
          <a:lstStyle/>
          <a:p>
            <a:r>
              <a:rPr lang="en-US" smtClean="0"/>
              <a:t>For internal use - Confidential</a:t>
            </a:r>
            <a:endParaRPr lang="en-US" dirty="0"/>
          </a:p>
        </p:txBody>
      </p:sp>
      <p:sp>
        <p:nvSpPr>
          <p:cNvPr id="8" name="内容占位符 7"/>
          <p:cNvSpPr>
            <a:spLocks noGrp="1"/>
          </p:cNvSpPr>
          <p:nvPr>
            <p:ph idx="1"/>
          </p:nvPr>
        </p:nvSpPr>
        <p:spPr/>
        <p:txBody>
          <a:bodyPr/>
          <a:lstStyle/>
          <a:p>
            <a:pPr lvl="0"/>
            <a:endParaRPr lang="zh-CN" altLang="en-US"/>
          </a:p>
          <a:p>
            <a:pPr lvl="0"/>
            <a:endParaRPr lang="zh-CN" altLang="en-US"/>
          </a:p>
          <a:p>
            <a:pPr lvl="0"/>
            <a:endParaRPr lang="zh-CN" altLang="en-US"/>
          </a:p>
        </p:txBody>
      </p:sp>
      <p:grpSp>
        <p:nvGrpSpPr>
          <p:cNvPr id="33" name="组合 32"/>
          <p:cNvGrpSpPr/>
          <p:nvPr/>
        </p:nvGrpSpPr>
        <p:grpSpPr>
          <a:xfrm>
            <a:off x="477946" y="1594383"/>
            <a:ext cx="8316000" cy="4064003"/>
            <a:chOff x="477946" y="1485897"/>
            <a:chExt cx="8316000" cy="4064003"/>
          </a:xfrm>
        </p:grpSpPr>
        <p:graphicFrame>
          <p:nvGraphicFramePr>
            <p:cNvPr id="9" name="图示 8"/>
            <p:cNvGraphicFramePr/>
            <p:nvPr>
              <p:extLst>
                <p:ext uri="{D42A27DB-BD31-4B8C-83A1-F6EECF244321}">
                  <p14:modId xmlns:p14="http://schemas.microsoft.com/office/powerpoint/2010/main" val="911816508"/>
                </p:ext>
              </p:extLst>
            </p:nvPr>
          </p:nvGraphicFramePr>
          <p:xfrm>
            <a:off x="477946" y="1485900"/>
            <a:ext cx="8316000" cy="4064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2" name="左箭头 21"/>
            <p:cNvSpPr/>
            <p:nvPr/>
          </p:nvSpPr>
          <p:spPr>
            <a:xfrm rot="5400000">
              <a:off x="497368" y="3419214"/>
              <a:ext cx="1620000" cy="144000"/>
            </a:xfrm>
            <a:prstGeom prst="leftArrow">
              <a:avLst/>
            </a:prstGeom>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sz="1600" dirty="0" err="1" smtClean="0">
                <a:solidFill>
                  <a:schemeClr val="bg1"/>
                </a:solidFill>
              </a:endParaRPr>
            </a:p>
          </p:txBody>
        </p:sp>
        <p:sp>
          <p:nvSpPr>
            <p:cNvPr id="25" name="直角上箭头 24"/>
            <p:cNvSpPr/>
            <p:nvPr/>
          </p:nvSpPr>
          <p:spPr>
            <a:xfrm>
              <a:off x="5558390" y="2457293"/>
              <a:ext cx="1188000" cy="1298431"/>
            </a:xfrm>
            <a:prstGeom prst="bentUpArrow">
              <a:avLst>
                <a:gd name="adj1" fmla="val 6004"/>
                <a:gd name="adj2" fmla="val 9529"/>
                <a:gd name="adj3" fmla="val 12892"/>
              </a:avLst>
            </a:prstGeom>
            <a:solidFill>
              <a:schemeClr val="accent4">
                <a:lumMod val="20000"/>
                <a:lumOff val="80000"/>
              </a:schemeClr>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sz="1600" dirty="0" err="1" smtClean="0">
                <a:solidFill>
                  <a:schemeClr val="bg1"/>
                </a:solidFill>
              </a:endParaRPr>
            </a:p>
          </p:txBody>
        </p:sp>
        <p:sp>
          <p:nvSpPr>
            <p:cNvPr id="26" name="矩形 25"/>
            <p:cNvSpPr/>
            <p:nvPr/>
          </p:nvSpPr>
          <p:spPr>
            <a:xfrm>
              <a:off x="5529244" y="3755723"/>
              <a:ext cx="72000" cy="676791"/>
            </a:xfrm>
            <a:prstGeom prst="rect">
              <a:avLst/>
            </a:prstGeom>
            <a:solidFill>
              <a:schemeClr val="accent4">
                <a:lumMod val="20000"/>
                <a:lumOff val="80000"/>
              </a:schemeClr>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sz="1600" dirty="0" err="1" smtClean="0">
                <a:solidFill>
                  <a:schemeClr val="bg1"/>
                </a:solidFill>
              </a:endParaRPr>
            </a:p>
          </p:txBody>
        </p:sp>
        <p:sp>
          <p:nvSpPr>
            <p:cNvPr id="27" name="直角上箭头 26"/>
            <p:cNvSpPr/>
            <p:nvPr/>
          </p:nvSpPr>
          <p:spPr>
            <a:xfrm flipH="1" flipV="1">
              <a:off x="1224388" y="1485897"/>
              <a:ext cx="4176000" cy="637369"/>
            </a:xfrm>
            <a:prstGeom prst="bentUpArrow">
              <a:avLst>
                <a:gd name="adj1" fmla="val 8914"/>
                <a:gd name="adj2" fmla="val 12593"/>
                <a:gd name="adj3" fmla="val 25062"/>
              </a:avLst>
            </a:prstGeom>
            <a:solidFill>
              <a:schemeClr val="accent4">
                <a:lumMod val="20000"/>
                <a:lumOff val="80000"/>
              </a:schemeClr>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sz="1600" dirty="0" err="1" smtClean="0">
                <a:solidFill>
                  <a:schemeClr val="bg1"/>
                </a:solidFill>
              </a:endParaRPr>
            </a:p>
          </p:txBody>
        </p:sp>
        <p:sp>
          <p:nvSpPr>
            <p:cNvPr id="28" name="矩形 27"/>
            <p:cNvSpPr/>
            <p:nvPr/>
          </p:nvSpPr>
          <p:spPr>
            <a:xfrm>
              <a:off x="5353894" y="1485900"/>
              <a:ext cx="72000" cy="513381"/>
            </a:xfrm>
            <a:prstGeom prst="rect">
              <a:avLst/>
            </a:prstGeom>
            <a:solidFill>
              <a:schemeClr val="accent4">
                <a:lumMod val="20000"/>
                <a:lumOff val="80000"/>
              </a:schemeClr>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sz="1600" dirty="0" err="1" smtClean="0">
                <a:solidFill>
                  <a:schemeClr val="bg1"/>
                </a:solidFill>
              </a:endParaRPr>
            </a:p>
          </p:txBody>
        </p:sp>
      </p:grpSp>
      <p:sp>
        <p:nvSpPr>
          <p:cNvPr id="29" name="TextBox 28"/>
          <p:cNvSpPr txBox="1"/>
          <p:nvPr/>
        </p:nvSpPr>
        <p:spPr>
          <a:xfrm>
            <a:off x="4788972" y="1789084"/>
            <a:ext cx="360000" cy="246221"/>
          </a:xfrm>
          <a:prstGeom prst="rect">
            <a:avLst/>
          </a:prstGeom>
          <a:noFill/>
        </p:spPr>
        <p:txBody>
          <a:bodyPr wrap="square" lIns="0" tIns="0" rIns="0" bIns="0" rtlCol="0">
            <a:spAutoFit/>
          </a:bodyPr>
          <a:lstStyle/>
          <a:p>
            <a:pPr>
              <a:spcBef>
                <a:spcPts val="400"/>
              </a:spcBef>
              <a:spcAft>
                <a:spcPts val="600"/>
              </a:spcAft>
              <a:buClr>
                <a:schemeClr val="accent1"/>
              </a:buClr>
            </a:pPr>
            <a:r>
              <a:rPr lang="en-US" altLang="zh-CN" sz="1600" dirty="0" smtClean="0"/>
              <a:t>No</a:t>
            </a:r>
            <a:endParaRPr lang="zh-CN" altLang="en-US" sz="1600" dirty="0" err="1" smtClean="0"/>
          </a:p>
        </p:txBody>
      </p:sp>
      <p:sp>
        <p:nvSpPr>
          <p:cNvPr id="30" name="TextBox 29"/>
          <p:cNvSpPr txBox="1"/>
          <p:nvPr/>
        </p:nvSpPr>
        <p:spPr>
          <a:xfrm>
            <a:off x="6462793" y="2160162"/>
            <a:ext cx="449451" cy="246221"/>
          </a:xfrm>
          <a:prstGeom prst="rect">
            <a:avLst/>
          </a:prstGeom>
          <a:noFill/>
        </p:spPr>
        <p:txBody>
          <a:bodyPr wrap="square" lIns="0" tIns="0" rIns="0" bIns="0" rtlCol="0">
            <a:spAutoFit/>
          </a:bodyPr>
          <a:lstStyle/>
          <a:p>
            <a:pPr>
              <a:spcBef>
                <a:spcPts val="400"/>
              </a:spcBef>
              <a:spcAft>
                <a:spcPts val="600"/>
              </a:spcAft>
              <a:buClr>
                <a:schemeClr val="accent1"/>
              </a:buClr>
            </a:pPr>
            <a:r>
              <a:rPr lang="en-US" altLang="zh-CN" sz="1600" dirty="0" smtClean="0"/>
              <a:t>Yes</a:t>
            </a:r>
            <a:endParaRPr lang="zh-CN" altLang="en-US" sz="1600" dirty="0" err="1" smtClean="0"/>
          </a:p>
        </p:txBody>
      </p:sp>
      <p:sp>
        <p:nvSpPr>
          <p:cNvPr id="31" name="TextBox 30"/>
          <p:cNvSpPr txBox="1"/>
          <p:nvPr/>
        </p:nvSpPr>
        <p:spPr>
          <a:xfrm>
            <a:off x="5739956" y="4339518"/>
            <a:ext cx="402956" cy="246221"/>
          </a:xfrm>
          <a:prstGeom prst="rect">
            <a:avLst/>
          </a:prstGeom>
          <a:noFill/>
        </p:spPr>
        <p:txBody>
          <a:bodyPr wrap="square" lIns="0" tIns="0" rIns="0" bIns="0" rtlCol="0">
            <a:spAutoFit/>
          </a:bodyPr>
          <a:lstStyle/>
          <a:p>
            <a:pPr>
              <a:spcBef>
                <a:spcPts val="400"/>
              </a:spcBef>
              <a:spcAft>
                <a:spcPts val="600"/>
              </a:spcAft>
              <a:buClr>
                <a:schemeClr val="accent1"/>
              </a:buClr>
            </a:pPr>
            <a:r>
              <a:rPr lang="en-US" altLang="zh-CN" sz="1600" dirty="0" smtClean="0"/>
              <a:t>No</a:t>
            </a:r>
            <a:endParaRPr lang="zh-CN" altLang="en-US" sz="1600" dirty="0" err="1" smtClean="0"/>
          </a:p>
        </p:txBody>
      </p:sp>
      <p:sp>
        <p:nvSpPr>
          <p:cNvPr id="32" name="TextBox 31"/>
          <p:cNvSpPr txBox="1"/>
          <p:nvPr/>
        </p:nvSpPr>
        <p:spPr>
          <a:xfrm>
            <a:off x="4360148" y="4355016"/>
            <a:ext cx="542441" cy="246221"/>
          </a:xfrm>
          <a:prstGeom prst="rect">
            <a:avLst/>
          </a:prstGeom>
          <a:noFill/>
        </p:spPr>
        <p:txBody>
          <a:bodyPr wrap="square" lIns="0" tIns="0" rIns="0" bIns="0" rtlCol="0">
            <a:spAutoFit/>
          </a:bodyPr>
          <a:lstStyle/>
          <a:p>
            <a:pPr>
              <a:spcBef>
                <a:spcPts val="400"/>
              </a:spcBef>
              <a:spcAft>
                <a:spcPts val="600"/>
              </a:spcAft>
              <a:buClr>
                <a:schemeClr val="accent1"/>
              </a:buClr>
            </a:pPr>
            <a:r>
              <a:rPr lang="en-US" altLang="zh-CN" sz="1600" dirty="0" smtClean="0"/>
              <a:t>Yes</a:t>
            </a:r>
            <a:endParaRPr lang="zh-CN" altLang="en-US" sz="1600" dirty="0" err="1" smtClean="0"/>
          </a:p>
        </p:txBody>
      </p:sp>
      <p:sp>
        <p:nvSpPr>
          <p:cNvPr id="4" name="TextBox 3"/>
          <p:cNvSpPr txBox="1"/>
          <p:nvPr/>
        </p:nvSpPr>
        <p:spPr>
          <a:xfrm>
            <a:off x="929898" y="5766872"/>
            <a:ext cx="5364000" cy="738664"/>
          </a:xfrm>
          <a:prstGeom prst="rect">
            <a:avLst/>
          </a:prstGeom>
          <a:noFill/>
        </p:spPr>
        <p:txBody>
          <a:bodyPr wrap="square" lIns="0" tIns="0" rIns="0" bIns="0" rtlCol="0">
            <a:spAutoFit/>
          </a:bodyPr>
          <a:lstStyle/>
          <a:p>
            <a:pPr>
              <a:buClr>
                <a:schemeClr val="accent1"/>
              </a:buClr>
            </a:pPr>
            <a:r>
              <a:rPr lang="en-US" altLang="zh-CN" sz="1600" dirty="0" smtClean="0">
                <a:latin typeface="Arial" panose="020B0604020202020204" pitchFamily="34" charset="0"/>
                <a:ea typeface="黑体" panose="02010609060101010101" pitchFamily="49" charset="-122"/>
                <a:cs typeface="Arial" panose="020B0604020202020204" pitchFamily="34" charset="0"/>
              </a:rPr>
              <a:t>Person: </a:t>
            </a:r>
            <a:r>
              <a:rPr lang="zh-CN" altLang="en-US" sz="1600" dirty="0" smtClean="0">
                <a:latin typeface="Arial" panose="020B0604020202020204" pitchFamily="34" charset="0"/>
                <a:ea typeface="黑体" panose="02010609060101010101" pitchFamily="49" charset="-122"/>
                <a:cs typeface="Arial" panose="020B0604020202020204" pitchFamily="34" charset="0"/>
              </a:rPr>
              <a:t>被授权的人员。</a:t>
            </a:r>
            <a:endParaRPr lang="en-US" altLang="zh-CN" sz="1600" dirty="0" smtClean="0">
              <a:latin typeface="Arial" panose="020B0604020202020204" pitchFamily="34" charset="0"/>
              <a:ea typeface="黑体" panose="02010609060101010101" pitchFamily="49" charset="-122"/>
              <a:cs typeface="Arial" panose="020B0604020202020204" pitchFamily="34" charset="0"/>
            </a:endParaRPr>
          </a:p>
          <a:p>
            <a:pPr marL="342900" indent="-342900">
              <a:buClr>
                <a:schemeClr val="accent1"/>
              </a:buClr>
              <a:buAutoNum type="arabicPeriod"/>
            </a:pPr>
            <a:r>
              <a:rPr lang="zh-CN" altLang="en-US" sz="1600" dirty="0" smtClean="0">
                <a:latin typeface="Arial" panose="020B0604020202020204" pitchFamily="34" charset="0"/>
                <a:ea typeface="黑体" panose="02010609060101010101" pitchFamily="49" charset="-122"/>
                <a:cs typeface="Arial" panose="020B0604020202020204" pitchFamily="34" charset="0"/>
              </a:rPr>
              <a:t>由被授权现场监督和检查</a:t>
            </a:r>
            <a:endParaRPr lang="en-US" altLang="zh-CN" sz="1600" dirty="0" smtClean="0">
              <a:latin typeface="Arial" panose="020B0604020202020204" pitchFamily="34" charset="0"/>
              <a:ea typeface="黑体" panose="02010609060101010101" pitchFamily="49" charset="-122"/>
              <a:cs typeface="Arial" panose="020B0604020202020204" pitchFamily="34" charset="0"/>
            </a:endParaRPr>
          </a:p>
          <a:p>
            <a:pPr marL="342900" indent="-342900">
              <a:buClr>
                <a:schemeClr val="accent1"/>
              </a:buClr>
              <a:buAutoNum type="arabicPeriod"/>
            </a:pPr>
            <a:r>
              <a:rPr lang="zh-CN" altLang="en-US" sz="1600" dirty="0" smtClean="0">
                <a:latin typeface="Arial" panose="020B0604020202020204" pitchFamily="34" charset="0"/>
                <a:ea typeface="黑体" panose="02010609060101010101" pitchFamily="49" charset="-122"/>
                <a:cs typeface="Arial" panose="020B0604020202020204" pitchFamily="34" charset="0"/>
              </a:rPr>
              <a:t>所有操作由授权人完成，如</a:t>
            </a:r>
            <a:r>
              <a:rPr lang="en-US" altLang="zh-CN" sz="1600" dirty="0" smtClean="0">
                <a:latin typeface="Arial" panose="020B0604020202020204" pitchFamily="34" charset="0"/>
                <a:ea typeface="黑体" panose="02010609060101010101" pitchFamily="49" charset="-122"/>
                <a:cs typeface="Arial" panose="020B0604020202020204" pitchFamily="34" charset="0"/>
              </a:rPr>
              <a:t>MT</a:t>
            </a:r>
            <a:r>
              <a:rPr lang="zh-CN" altLang="en-US" sz="1600" dirty="0" smtClean="0">
                <a:latin typeface="Arial" panose="020B0604020202020204" pitchFamily="34" charset="0"/>
                <a:ea typeface="黑体" panose="02010609060101010101" pitchFamily="49" charset="-122"/>
                <a:cs typeface="Arial" panose="020B0604020202020204" pitchFamily="34" charset="0"/>
              </a:rPr>
              <a:t>在欧美的被授权人</a:t>
            </a:r>
          </a:p>
        </p:txBody>
      </p:sp>
    </p:spTree>
    <p:extLst>
      <p:ext uri="{BB962C8B-B14F-4D97-AF65-F5344CB8AC3E}">
        <p14:creationId xmlns:p14="http://schemas.microsoft.com/office/powerpoint/2010/main" val="9190160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latin typeface="黑体" panose="02010609060101010101" pitchFamily="49" charset="-122"/>
                <a:ea typeface="黑体" panose="02010609060101010101" pitchFamily="49" charset="-122"/>
              </a:rPr>
              <a:t>新增技术要求</a:t>
            </a:r>
            <a:endParaRPr lang="zh-CN" altLang="en-US" dirty="0">
              <a:latin typeface="黑体" panose="02010609060101010101" pitchFamily="49" charset="-122"/>
              <a:ea typeface="黑体" panose="02010609060101010101" pitchFamily="49" charset="-122"/>
            </a:endParaRPr>
          </a:p>
        </p:txBody>
      </p:sp>
      <p:sp>
        <p:nvSpPr>
          <p:cNvPr id="3" name="标题 2"/>
          <p:cNvSpPr>
            <a:spLocks noGrp="1"/>
          </p:cNvSpPr>
          <p:nvPr>
            <p:ph type="title" idx="99"/>
          </p:nvPr>
        </p:nvSpPr>
        <p:spPr/>
        <p:txBody>
          <a:bodyPr/>
          <a:lstStyle/>
          <a:p>
            <a:r>
              <a:rPr lang="en-US" altLang="zh-CN" dirty="0"/>
              <a:t>Updating the legally relevant software </a:t>
            </a:r>
            <a:r>
              <a:rPr lang="en-US" altLang="zh-CN" dirty="0" smtClean="0"/>
              <a:t>– Traced update by Audit trail</a:t>
            </a:r>
            <a:endParaRPr lang="zh-CN" altLang="en-US" dirty="0"/>
          </a:p>
        </p:txBody>
      </p:sp>
      <p:sp>
        <p:nvSpPr>
          <p:cNvPr id="5" name="灯片编号占位符 4"/>
          <p:cNvSpPr>
            <a:spLocks noGrp="1"/>
          </p:cNvSpPr>
          <p:nvPr>
            <p:ph type="sldNum" sz="quarter" idx="100"/>
          </p:nvPr>
        </p:nvSpPr>
        <p:spPr/>
        <p:txBody>
          <a:bodyPr/>
          <a:lstStyle/>
          <a:p>
            <a:fld id="{2B2B68EE-DD1E-4368-AFCE-24A50EC7BF18}" type="slidenum">
              <a:rPr lang="en-US" smtClean="0"/>
              <a:pPr/>
              <a:t>83</a:t>
            </a:fld>
            <a:endParaRPr lang="en-US" dirty="0"/>
          </a:p>
        </p:txBody>
      </p:sp>
      <p:sp>
        <p:nvSpPr>
          <p:cNvPr id="6" name="页脚占位符 5"/>
          <p:cNvSpPr>
            <a:spLocks noGrp="1"/>
          </p:cNvSpPr>
          <p:nvPr>
            <p:ph type="ftr" sz="quarter" idx="101"/>
          </p:nvPr>
        </p:nvSpPr>
        <p:spPr/>
        <p:txBody>
          <a:bodyPr/>
          <a:lstStyle/>
          <a:p>
            <a:r>
              <a:rPr lang="en-US" smtClean="0"/>
              <a:t>For internal use - Confidential</a:t>
            </a:r>
            <a:endParaRPr lang="en-US" dirty="0"/>
          </a:p>
        </p:txBody>
      </p:sp>
      <p:sp>
        <p:nvSpPr>
          <p:cNvPr id="8" name="内容占位符 7"/>
          <p:cNvSpPr>
            <a:spLocks noGrp="1"/>
          </p:cNvSpPr>
          <p:nvPr>
            <p:ph idx="1"/>
          </p:nvPr>
        </p:nvSpPr>
        <p:spPr/>
        <p:txBody>
          <a:bodyPr/>
          <a:lstStyle/>
          <a:p>
            <a:pPr lvl="0"/>
            <a:endParaRPr lang="zh-CN" altLang="en-US"/>
          </a:p>
          <a:p>
            <a:pPr lvl="0"/>
            <a:endParaRPr lang="zh-CN" altLang="en-US"/>
          </a:p>
          <a:p>
            <a:pPr lvl="0"/>
            <a:endParaRPr lang="zh-CN" altLang="en-US"/>
          </a:p>
        </p:txBody>
      </p:sp>
      <p:grpSp>
        <p:nvGrpSpPr>
          <p:cNvPr id="33" name="组合 32"/>
          <p:cNvGrpSpPr/>
          <p:nvPr/>
        </p:nvGrpSpPr>
        <p:grpSpPr>
          <a:xfrm>
            <a:off x="336510" y="1506749"/>
            <a:ext cx="8244000" cy="4608000"/>
            <a:chOff x="477946" y="1485897"/>
            <a:chExt cx="8316000" cy="4064003"/>
          </a:xfrm>
        </p:grpSpPr>
        <p:graphicFrame>
          <p:nvGraphicFramePr>
            <p:cNvPr id="9" name="图示 8"/>
            <p:cNvGraphicFramePr/>
            <p:nvPr>
              <p:extLst>
                <p:ext uri="{D42A27DB-BD31-4B8C-83A1-F6EECF244321}">
                  <p14:modId xmlns:p14="http://schemas.microsoft.com/office/powerpoint/2010/main" val="916280500"/>
                </p:ext>
              </p:extLst>
            </p:nvPr>
          </p:nvGraphicFramePr>
          <p:xfrm>
            <a:off x="477946" y="1485900"/>
            <a:ext cx="8316000" cy="4064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2" name="左箭头 21"/>
            <p:cNvSpPr/>
            <p:nvPr/>
          </p:nvSpPr>
          <p:spPr>
            <a:xfrm rot="5400000">
              <a:off x="179608" y="3448671"/>
              <a:ext cx="2254252" cy="145258"/>
            </a:xfrm>
            <a:prstGeom prst="leftArrow">
              <a:avLst/>
            </a:prstGeom>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sz="1600" dirty="0" err="1" smtClean="0">
                <a:solidFill>
                  <a:schemeClr val="bg1"/>
                </a:solidFill>
              </a:endParaRPr>
            </a:p>
          </p:txBody>
        </p:sp>
        <p:sp>
          <p:nvSpPr>
            <p:cNvPr id="27" name="直角上箭头 26"/>
            <p:cNvSpPr/>
            <p:nvPr/>
          </p:nvSpPr>
          <p:spPr>
            <a:xfrm flipH="1" flipV="1">
              <a:off x="1224388" y="1485897"/>
              <a:ext cx="4067214" cy="349250"/>
            </a:xfrm>
            <a:prstGeom prst="bentUpArrow">
              <a:avLst>
                <a:gd name="adj1" fmla="val 8914"/>
                <a:gd name="adj2" fmla="val 12593"/>
                <a:gd name="adj3" fmla="val 25062"/>
              </a:avLst>
            </a:prstGeom>
            <a:solidFill>
              <a:schemeClr val="accent4">
                <a:lumMod val="20000"/>
                <a:lumOff val="80000"/>
              </a:schemeClr>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sz="1600" dirty="0" err="1" smtClean="0">
                <a:solidFill>
                  <a:schemeClr val="bg1"/>
                </a:solidFill>
              </a:endParaRPr>
            </a:p>
          </p:txBody>
        </p:sp>
        <p:sp>
          <p:nvSpPr>
            <p:cNvPr id="28" name="矩形 27"/>
            <p:cNvSpPr/>
            <p:nvPr/>
          </p:nvSpPr>
          <p:spPr>
            <a:xfrm>
              <a:off x="5259687" y="1485899"/>
              <a:ext cx="72000" cy="349250"/>
            </a:xfrm>
            <a:prstGeom prst="rect">
              <a:avLst/>
            </a:prstGeom>
            <a:solidFill>
              <a:schemeClr val="accent4">
                <a:lumMod val="20000"/>
                <a:lumOff val="80000"/>
              </a:schemeClr>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sz="1600" dirty="0" err="1" smtClean="0">
                <a:solidFill>
                  <a:schemeClr val="bg1"/>
                </a:solidFill>
              </a:endParaRPr>
            </a:p>
          </p:txBody>
        </p:sp>
      </p:grpSp>
      <p:sp>
        <p:nvSpPr>
          <p:cNvPr id="29" name="TextBox 28"/>
          <p:cNvSpPr txBox="1"/>
          <p:nvPr/>
        </p:nvSpPr>
        <p:spPr>
          <a:xfrm>
            <a:off x="4587498" y="1711594"/>
            <a:ext cx="360000" cy="215444"/>
          </a:xfrm>
          <a:prstGeom prst="rect">
            <a:avLst/>
          </a:prstGeom>
          <a:noFill/>
        </p:spPr>
        <p:txBody>
          <a:bodyPr wrap="square" lIns="0" tIns="0" rIns="0" bIns="0" rtlCol="0">
            <a:spAutoFit/>
          </a:bodyPr>
          <a:lstStyle/>
          <a:p>
            <a:pPr>
              <a:spcBef>
                <a:spcPts val="400"/>
              </a:spcBef>
              <a:spcAft>
                <a:spcPts val="600"/>
              </a:spcAft>
              <a:buClr>
                <a:schemeClr val="accent1"/>
              </a:buClr>
            </a:pPr>
            <a:r>
              <a:rPr lang="en-US" altLang="zh-CN" dirty="0" smtClean="0"/>
              <a:t>No</a:t>
            </a:r>
            <a:endParaRPr lang="zh-CN" altLang="en-US" dirty="0" err="1" smtClean="0"/>
          </a:p>
        </p:txBody>
      </p:sp>
      <p:sp>
        <p:nvSpPr>
          <p:cNvPr id="30" name="TextBox 29"/>
          <p:cNvSpPr txBox="1"/>
          <p:nvPr/>
        </p:nvSpPr>
        <p:spPr>
          <a:xfrm>
            <a:off x="6028849" y="1710720"/>
            <a:ext cx="449451" cy="215444"/>
          </a:xfrm>
          <a:prstGeom prst="rect">
            <a:avLst/>
          </a:prstGeom>
          <a:noFill/>
        </p:spPr>
        <p:txBody>
          <a:bodyPr wrap="square" lIns="0" tIns="0" rIns="0" bIns="0" rtlCol="0">
            <a:spAutoFit/>
          </a:bodyPr>
          <a:lstStyle/>
          <a:p>
            <a:pPr>
              <a:spcBef>
                <a:spcPts val="400"/>
              </a:spcBef>
              <a:spcAft>
                <a:spcPts val="600"/>
              </a:spcAft>
              <a:buClr>
                <a:schemeClr val="accent1"/>
              </a:buClr>
            </a:pPr>
            <a:r>
              <a:rPr lang="en-US" altLang="zh-CN" dirty="0" smtClean="0"/>
              <a:t>Yes</a:t>
            </a:r>
            <a:endParaRPr lang="zh-CN" altLang="en-US" dirty="0" err="1" smtClean="0"/>
          </a:p>
        </p:txBody>
      </p:sp>
      <p:sp>
        <p:nvSpPr>
          <p:cNvPr id="31" name="TextBox 30"/>
          <p:cNvSpPr txBox="1"/>
          <p:nvPr/>
        </p:nvSpPr>
        <p:spPr>
          <a:xfrm>
            <a:off x="7950631" y="4652349"/>
            <a:ext cx="402956" cy="215444"/>
          </a:xfrm>
          <a:prstGeom prst="rect">
            <a:avLst/>
          </a:prstGeom>
          <a:noFill/>
        </p:spPr>
        <p:txBody>
          <a:bodyPr wrap="square" lIns="0" tIns="0" rIns="0" bIns="0" rtlCol="0">
            <a:spAutoFit/>
          </a:bodyPr>
          <a:lstStyle/>
          <a:p>
            <a:pPr>
              <a:spcBef>
                <a:spcPts val="400"/>
              </a:spcBef>
              <a:spcAft>
                <a:spcPts val="600"/>
              </a:spcAft>
              <a:buClr>
                <a:schemeClr val="accent1"/>
              </a:buClr>
            </a:pPr>
            <a:r>
              <a:rPr lang="en-US" altLang="zh-CN" dirty="0" smtClean="0"/>
              <a:t>Yes</a:t>
            </a:r>
            <a:endParaRPr lang="zh-CN" altLang="en-US" dirty="0" err="1" smtClean="0"/>
          </a:p>
        </p:txBody>
      </p:sp>
      <p:sp>
        <p:nvSpPr>
          <p:cNvPr id="32" name="TextBox 31"/>
          <p:cNvSpPr txBox="1"/>
          <p:nvPr/>
        </p:nvSpPr>
        <p:spPr>
          <a:xfrm>
            <a:off x="7873139" y="3578980"/>
            <a:ext cx="542441" cy="215444"/>
          </a:xfrm>
          <a:prstGeom prst="rect">
            <a:avLst/>
          </a:prstGeom>
          <a:noFill/>
        </p:spPr>
        <p:txBody>
          <a:bodyPr wrap="square" lIns="0" tIns="0" rIns="0" bIns="0" rtlCol="0">
            <a:spAutoFit/>
          </a:bodyPr>
          <a:lstStyle/>
          <a:p>
            <a:pPr>
              <a:spcBef>
                <a:spcPts val="400"/>
              </a:spcBef>
              <a:spcAft>
                <a:spcPts val="600"/>
              </a:spcAft>
              <a:buClr>
                <a:schemeClr val="accent1"/>
              </a:buClr>
            </a:pPr>
            <a:r>
              <a:rPr lang="en-US" altLang="zh-CN" dirty="0" smtClean="0"/>
              <a:t>Yes</a:t>
            </a:r>
            <a:endParaRPr lang="zh-CN" altLang="en-US" dirty="0" err="1" smtClean="0"/>
          </a:p>
        </p:txBody>
      </p:sp>
      <p:sp>
        <p:nvSpPr>
          <p:cNvPr id="4" name="流程图: 可选过程 3"/>
          <p:cNvSpPr/>
          <p:nvPr/>
        </p:nvSpPr>
        <p:spPr>
          <a:xfrm>
            <a:off x="4262033" y="3254644"/>
            <a:ext cx="1512000" cy="1188000"/>
          </a:xfrm>
          <a:prstGeom prst="flowChartAlternateProcess">
            <a:avLst/>
          </a:prstGeom>
          <a:ln/>
        </p:spPr>
        <p:style>
          <a:lnRef idx="2">
            <a:schemeClr val="dk1"/>
          </a:lnRef>
          <a:fillRef idx="1">
            <a:schemeClr val="lt1"/>
          </a:fillRef>
          <a:effectRef idx="0">
            <a:schemeClr val="dk1"/>
          </a:effectRef>
          <a:fontRef idx="minor">
            <a:schemeClr val="dk1"/>
          </a:fontRef>
        </p:style>
        <p:txBody>
          <a:bodyPr rtlCol="0" anchor="ctr"/>
          <a:lstStyle/>
          <a:p>
            <a:r>
              <a:rPr lang="en-US" altLang="zh-CN" dirty="0"/>
              <a:t>Discard loaded files</a:t>
            </a:r>
            <a:r>
              <a:rPr lang="en-US" altLang="zh-CN" dirty="0" smtClean="0"/>
              <a:t>, keep </a:t>
            </a:r>
            <a:r>
              <a:rPr lang="en-US" altLang="zh-CN" dirty="0"/>
              <a:t>old version active</a:t>
            </a:r>
          </a:p>
          <a:p>
            <a:r>
              <a:rPr lang="en-US" altLang="zh-CN" dirty="0"/>
              <a:t>or </a:t>
            </a:r>
            <a:r>
              <a:rPr lang="en-US" altLang="zh-CN" dirty="0" smtClean="0"/>
              <a:t>become inoperable</a:t>
            </a:r>
            <a:endParaRPr lang="zh-CN" altLang="en-US" dirty="0" err="1" smtClean="0">
              <a:solidFill>
                <a:schemeClr val="bg1"/>
              </a:solidFill>
            </a:endParaRPr>
          </a:p>
        </p:txBody>
      </p:sp>
      <p:sp>
        <p:nvSpPr>
          <p:cNvPr id="7" name="直角上箭头 6"/>
          <p:cNvSpPr/>
          <p:nvPr/>
        </p:nvSpPr>
        <p:spPr>
          <a:xfrm flipH="1" flipV="1">
            <a:off x="6137335" y="3239145"/>
            <a:ext cx="252000" cy="576000"/>
          </a:xfrm>
          <a:prstGeom prst="bentUpArrow">
            <a:avLst/>
          </a:prstGeom>
          <a:solidFill>
            <a:schemeClr val="accent4">
              <a:lumMod val="20000"/>
              <a:lumOff val="80000"/>
            </a:schemeClr>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sz="1600" dirty="0" err="1" smtClean="0">
              <a:solidFill>
                <a:schemeClr val="bg1"/>
              </a:solidFill>
            </a:endParaRPr>
          </a:p>
        </p:txBody>
      </p:sp>
      <p:sp>
        <p:nvSpPr>
          <p:cNvPr id="20" name="直角上箭头 19"/>
          <p:cNvSpPr/>
          <p:nvPr/>
        </p:nvSpPr>
        <p:spPr>
          <a:xfrm flipH="1">
            <a:off x="6134755" y="3871983"/>
            <a:ext cx="252000" cy="540000"/>
          </a:xfrm>
          <a:prstGeom prst="bentUpArrow">
            <a:avLst/>
          </a:prstGeom>
          <a:solidFill>
            <a:schemeClr val="accent4">
              <a:lumMod val="20000"/>
              <a:lumOff val="80000"/>
            </a:schemeClr>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sz="1600" dirty="0" err="1" smtClean="0">
              <a:solidFill>
                <a:schemeClr val="bg1"/>
              </a:solidFill>
            </a:endParaRPr>
          </a:p>
        </p:txBody>
      </p:sp>
      <p:sp>
        <p:nvSpPr>
          <p:cNvPr id="10" name="左箭头 9"/>
          <p:cNvSpPr/>
          <p:nvPr/>
        </p:nvSpPr>
        <p:spPr>
          <a:xfrm>
            <a:off x="5811860" y="3779144"/>
            <a:ext cx="324000" cy="144000"/>
          </a:xfrm>
          <a:prstGeom prst="leftArrow">
            <a:avLst/>
          </a:prstGeom>
          <a:solidFill>
            <a:schemeClr val="accent4">
              <a:lumMod val="20000"/>
              <a:lumOff val="80000"/>
            </a:schemeClr>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sz="1600" dirty="0" err="1" smtClean="0">
              <a:solidFill>
                <a:schemeClr val="bg1"/>
              </a:solidFill>
            </a:endParaRPr>
          </a:p>
        </p:txBody>
      </p:sp>
      <p:sp>
        <p:nvSpPr>
          <p:cNvPr id="23" name="左箭头 22"/>
          <p:cNvSpPr/>
          <p:nvPr/>
        </p:nvSpPr>
        <p:spPr>
          <a:xfrm rot="16200000" flipV="1">
            <a:off x="4687279" y="4975909"/>
            <a:ext cx="936000" cy="144000"/>
          </a:xfrm>
          <a:prstGeom prst="leftArrow">
            <a:avLst/>
          </a:prstGeom>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sz="1600" dirty="0" err="1" smtClean="0">
              <a:solidFill>
                <a:schemeClr val="bg1"/>
              </a:solidFill>
            </a:endParaRPr>
          </a:p>
        </p:txBody>
      </p:sp>
      <p:sp>
        <p:nvSpPr>
          <p:cNvPr id="24" name="TextBox 23"/>
          <p:cNvSpPr txBox="1"/>
          <p:nvPr/>
        </p:nvSpPr>
        <p:spPr>
          <a:xfrm>
            <a:off x="6367188" y="3522280"/>
            <a:ext cx="360000" cy="215444"/>
          </a:xfrm>
          <a:prstGeom prst="rect">
            <a:avLst/>
          </a:prstGeom>
          <a:noFill/>
        </p:spPr>
        <p:txBody>
          <a:bodyPr wrap="square" lIns="0" tIns="0" rIns="0" bIns="0" rtlCol="0">
            <a:spAutoFit/>
          </a:bodyPr>
          <a:lstStyle/>
          <a:p>
            <a:pPr>
              <a:spcBef>
                <a:spcPts val="400"/>
              </a:spcBef>
              <a:spcAft>
                <a:spcPts val="600"/>
              </a:spcAft>
              <a:buClr>
                <a:schemeClr val="accent1"/>
              </a:buClr>
            </a:pPr>
            <a:r>
              <a:rPr lang="en-US" altLang="zh-CN" dirty="0" smtClean="0"/>
              <a:t>No</a:t>
            </a:r>
            <a:endParaRPr lang="zh-CN" altLang="en-US" dirty="0" err="1" smtClean="0"/>
          </a:p>
        </p:txBody>
      </p:sp>
      <p:sp>
        <p:nvSpPr>
          <p:cNvPr id="34" name="TextBox 33"/>
          <p:cNvSpPr txBox="1"/>
          <p:nvPr/>
        </p:nvSpPr>
        <p:spPr>
          <a:xfrm>
            <a:off x="6395604" y="4589062"/>
            <a:ext cx="360000" cy="215444"/>
          </a:xfrm>
          <a:prstGeom prst="rect">
            <a:avLst/>
          </a:prstGeom>
          <a:noFill/>
        </p:spPr>
        <p:txBody>
          <a:bodyPr wrap="square" lIns="0" tIns="0" rIns="0" bIns="0" rtlCol="0">
            <a:spAutoFit/>
          </a:bodyPr>
          <a:lstStyle/>
          <a:p>
            <a:pPr>
              <a:spcBef>
                <a:spcPts val="400"/>
              </a:spcBef>
              <a:spcAft>
                <a:spcPts val="600"/>
              </a:spcAft>
              <a:buClr>
                <a:schemeClr val="accent1"/>
              </a:buClr>
            </a:pPr>
            <a:r>
              <a:rPr lang="en-US" altLang="zh-CN" dirty="0" smtClean="0"/>
              <a:t>No</a:t>
            </a:r>
            <a:endParaRPr lang="zh-CN" altLang="en-US" dirty="0" err="1" smtClean="0"/>
          </a:p>
        </p:txBody>
      </p:sp>
      <p:sp>
        <p:nvSpPr>
          <p:cNvPr id="25" name="左箭头 24"/>
          <p:cNvSpPr/>
          <p:nvPr/>
        </p:nvSpPr>
        <p:spPr>
          <a:xfrm>
            <a:off x="4435506" y="5536389"/>
            <a:ext cx="612000" cy="144000"/>
          </a:xfrm>
          <a:prstGeom prst="leftArrow">
            <a:avLst/>
          </a:prstGeom>
          <a:solidFill>
            <a:schemeClr val="accent4">
              <a:lumMod val="20000"/>
              <a:lumOff val="80000"/>
            </a:schemeClr>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sz="1600" dirty="0" err="1" smtClean="0">
              <a:solidFill>
                <a:schemeClr val="bg1"/>
              </a:solidFill>
            </a:endParaRPr>
          </a:p>
        </p:txBody>
      </p:sp>
    </p:spTree>
    <p:extLst>
      <p:ext uri="{BB962C8B-B14F-4D97-AF65-F5344CB8AC3E}">
        <p14:creationId xmlns:p14="http://schemas.microsoft.com/office/powerpoint/2010/main" val="554598281"/>
      </p:ext>
    </p:extLst>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latin typeface="黑体" panose="02010609060101010101" pitchFamily="49" charset="-122"/>
                <a:ea typeface="黑体" panose="02010609060101010101" pitchFamily="49" charset="-122"/>
              </a:rPr>
              <a:t>新增技术要求</a:t>
            </a:r>
            <a:endParaRPr lang="zh-CN" altLang="en-US" dirty="0"/>
          </a:p>
        </p:txBody>
      </p:sp>
      <p:sp>
        <p:nvSpPr>
          <p:cNvPr id="4" name="内容占位符 3"/>
          <p:cNvSpPr>
            <a:spLocks noGrp="1"/>
          </p:cNvSpPr>
          <p:nvPr>
            <p:ph idx="1"/>
          </p:nvPr>
        </p:nvSpPr>
        <p:spPr>
          <a:xfrm>
            <a:off x="778736" y="1176192"/>
            <a:ext cx="7740000" cy="5004000"/>
          </a:xfrm>
        </p:spPr>
        <p:txBody>
          <a:bodyPr/>
          <a:lstStyle/>
          <a:p>
            <a:pPr>
              <a:spcBef>
                <a:spcPts val="0"/>
              </a:spcBef>
            </a:pPr>
            <a:r>
              <a:rPr lang="en-US" altLang="zh-CN" b="1" dirty="0" smtClean="0">
                <a:latin typeface="Arial" panose="020B0604020202020204" pitchFamily="34" charset="0"/>
                <a:ea typeface="黑体" panose="02010609060101010101" pitchFamily="49" charset="-122"/>
                <a:cs typeface="Arial" panose="020B0604020202020204" pitchFamily="34" charset="0"/>
              </a:rPr>
              <a:t>Software</a:t>
            </a:r>
          </a:p>
          <a:p>
            <a:pPr marL="704850" lvl="2" indent="-342900">
              <a:spcAft>
                <a:spcPts val="600"/>
              </a:spcAft>
              <a:buFont typeface="+mj-lt"/>
              <a:buAutoNum type="arabicPeriod" startAt="4"/>
            </a:pPr>
            <a:r>
              <a:rPr lang="en-US" altLang="zh-CN" dirty="0" smtClean="0">
                <a:latin typeface="Arial" panose="020B0604020202020204" pitchFamily="34" charset="0"/>
                <a:ea typeface="黑体" panose="02010609060101010101" pitchFamily="49" charset="-122"/>
                <a:cs typeface="Arial" panose="020B0604020202020204" pitchFamily="34" charset="0"/>
              </a:rPr>
              <a:t>The  </a:t>
            </a:r>
            <a:r>
              <a:rPr lang="en-US" altLang="zh-CN" dirty="0">
                <a:latin typeface="Arial" panose="020B0604020202020204" pitchFamily="34" charset="0"/>
                <a:ea typeface="黑体" panose="02010609060101010101" pitchFamily="49" charset="-122"/>
                <a:cs typeface="Arial" panose="020B0604020202020204" pitchFamily="34" charset="0"/>
              </a:rPr>
              <a:t>software  documentation  shall  include  descriptions  according to  the  applicable requirements of OIML D 31, 6.1.1 </a:t>
            </a:r>
            <a:r>
              <a:rPr lang="en-US" altLang="zh-CN" dirty="0" smtClean="0">
                <a:latin typeface="Arial" panose="020B0604020202020204" pitchFamily="34" charset="0"/>
                <a:ea typeface="黑体" panose="02010609060101010101" pitchFamily="49" charset="-122"/>
                <a:cs typeface="Arial" panose="020B0604020202020204" pitchFamily="34" charset="0"/>
              </a:rPr>
              <a:t>.</a:t>
            </a:r>
            <a:br>
              <a:rPr lang="en-US" altLang="zh-CN" dirty="0" smtClean="0">
                <a:latin typeface="Arial" panose="020B0604020202020204" pitchFamily="34" charset="0"/>
                <a:ea typeface="黑体" panose="02010609060101010101" pitchFamily="49" charset="-122"/>
                <a:cs typeface="Arial" panose="020B0604020202020204" pitchFamily="34" charset="0"/>
              </a:rPr>
            </a:br>
            <a:r>
              <a:rPr lang="en-US" altLang="zh-CN" dirty="0" smtClean="0">
                <a:latin typeface="Arial" panose="020B0604020202020204" pitchFamily="34" charset="0"/>
                <a:ea typeface="黑体" panose="02010609060101010101" pitchFamily="49" charset="-122"/>
                <a:cs typeface="Arial" panose="020B0604020202020204" pitchFamily="34" charset="0"/>
              </a:rPr>
              <a:t/>
            </a:r>
            <a:br>
              <a:rPr lang="en-US" altLang="zh-CN" dirty="0" smtClean="0">
                <a:latin typeface="Arial" panose="020B0604020202020204" pitchFamily="34" charset="0"/>
                <a:ea typeface="黑体" panose="02010609060101010101" pitchFamily="49" charset="-122"/>
                <a:cs typeface="Arial" panose="020B0604020202020204" pitchFamily="34" charset="0"/>
              </a:rPr>
            </a:br>
            <a:r>
              <a:rPr lang="zh-CN" altLang="en-US" dirty="0">
                <a:latin typeface="Arial" panose="020B0604020202020204" pitchFamily="34" charset="0"/>
                <a:ea typeface="黑体" panose="02010609060101010101" pitchFamily="49" charset="-122"/>
                <a:cs typeface="Arial" panose="020B0604020202020204" pitchFamily="34" charset="0"/>
              </a:rPr>
              <a:t>软件文档包括</a:t>
            </a:r>
            <a:r>
              <a:rPr lang="zh-CN" altLang="en-US" dirty="0" smtClean="0">
                <a:latin typeface="Arial" panose="020B0604020202020204" pitchFamily="34" charset="0"/>
                <a:ea typeface="黑体" panose="02010609060101010101" pitchFamily="49" charset="-122"/>
                <a:cs typeface="Arial" panose="020B0604020202020204" pitchFamily="34" charset="0"/>
              </a:rPr>
              <a:t>：</a:t>
            </a:r>
            <a:r>
              <a:rPr lang="en-US" altLang="zh-CN" dirty="0" smtClean="0">
                <a:latin typeface="Arial" panose="020B0604020202020204" pitchFamily="34" charset="0"/>
                <a:ea typeface="黑体" panose="02010609060101010101" pitchFamily="49" charset="-122"/>
                <a:cs typeface="Arial" panose="020B0604020202020204" pitchFamily="34" charset="0"/>
              </a:rPr>
              <a:t/>
            </a:r>
            <a:br>
              <a:rPr lang="en-US" altLang="zh-CN" dirty="0" smtClean="0">
                <a:latin typeface="Arial" panose="020B0604020202020204" pitchFamily="34" charset="0"/>
                <a:ea typeface="黑体" panose="02010609060101010101" pitchFamily="49" charset="-122"/>
                <a:cs typeface="Arial" panose="020B0604020202020204" pitchFamily="34" charset="0"/>
              </a:rPr>
            </a:br>
            <a:r>
              <a:rPr lang="zh-CN" altLang="en-US" dirty="0" smtClean="0">
                <a:latin typeface="Arial" panose="020B0604020202020204" pitchFamily="34" charset="0"/>
                <a:ea typeface="黑体" panose="02010609060101010101" pitchFamily="49" charset="-122"/>
                <a:cs typeface="Arial" panose="020B0604020202020204" pitchFamily="34" charset="0"/>
              </a:rPr>
              <a:t>法定软件</a:t>
            </a:r>
            <a:r>
              <a:rPr lang="zh-CN" altLang="en-US" dirty="0">
                <a:latin typeface="Arial" panose="020B0604020202020204" pitchFamily="34" charset="0"/>
                <a:ea typeface="黑体" panose="02010609060101010101" pitchFamily="49" charset="-122"/>
                <a:cs typeface="Arial" panose="020B0604020202020204" pitchFamily="34" charset="0"/>
              </a:rPr>
              <a:t>模块清单</a:t>
            </a:r>
            <a:r>
              <a:rPr lang="zh-CN" altLang="en-US" dirty="0" smtClean="0">
                <a:latin typeface="Arial" panose="020B0604020202020204" pitchFamily="34" charset="0"/>
                <a:ea typeface="黑体" panose="02010609060101010101" pitchFamily="49" charset="-122"/>
                <a:cs typeface="Arial" panose="020B0604020202020204" pitchFamily="34" charset="0"/>
              </a:rPr>
              <a:t>，法定</a:t>
            </a:r>
            <a:r>
              <a:rPr lang="zh-CN" altLang="en-US" dirty="0">
                <a:latin typeface="Arial" panose="020B0604020202020204" pitchFamily="34" charset="0"/>
                <a:ea typeface="黑体" panose="02010609060101010101" pitchFamily="49" charset="-122"/>
                <a:cs typeface="Arial" panose="020B0604020202020204" pitchFamily="34" charset="0"/>
              </a:rPr>
              <a:t>相关功能的声明；软件接口的说明和完整性声明；受保护的参数清单和保护方法；资源需求的说明；操作系统保护方法；软件铅封；算法精度的说明；界面说明，菜单和对话；接口的命令清单包括完整性声明；由软件检测到的耐久性误差的清单和必要的解释，检测算法的说明；数据组保存和传输的说明；软件检测到故障，检测到的故障清单和检测算法的说明；操作手册</a:t>
            </a:r>
            <a:endParaRPr lang="en-US" altLang="zh-CN" dirty="0">
              <a:latin typeface="Arial" panose="020B0604020202020204" pitchFamily="34" charset="0"/>
              <a:ea typeface="黑体" panose="02010609060101010101" pitchFamily="49" charset="-122"/>
              <a:cs typeface="Arial" panose="020B0604020202020204" pitchFamily="34" charset="0"/>
            </a:endParaRPr>
          </a:p>
          <a:p>
            <a:pPr marL="179387" lvl="1" indent="0">
              <a:spcAft>
                <a:spcPts val="600"/>
              </a:spcAft>
              <a:buNone/>
            </a:pPr>
            <a:endParaRPr lang="en-US" altLang="zh-CN" dirty="0" smtClean="0">
              <a:latin typeface="Arial" panose="020B0604020202020204" pitchFamily="34" charset="0"/>
              <a:ea typeface="黑体" panose="02010609060101010101" pitchFamily="49" charset="-122"/>
              <a:cs typeface="Arial" panose="020B0604020202020204" pitchFamily="34" charset="0"/>
            </a:endParaRPr>
          </a:p>
          <a:p>
            <a:pPr marL="179387" lvl="1" indent="457200">
              <a:spcAft>
                <a:spcPts val="600"/>
              </a:spcAft>
              <a:buNone/>
            </a:pPr>
            <a:r>
              <a:rPr lang="zh-CN" altLang="en-US" dirty="0" smtClean="0">
                <a:latin typeface="Arial" panose="020B0604020202020204" pitchFamily="34" charset="0"/>
                <a:ea typeface="黑体" panose="02010609060101010101" pitchFamily="49" charset="-122"/>
                <a:cs typeface="Arial" panose="020B0604020202020204" pitchFamily="34" charset="0"/>
              </a:rPr>
              <a:t>以上这些要求是</a:t>
            </a:r>
            <a:r>
              <a:rPr lang="en-US" altLang="zh-CN" dirty="0" smtClean="0">
                <a:latin typeface="Arial" panose="020B0604020202020204" pitchFamily="34" charset="0"/>
                <a:ea typeface="黑体" panose="02010609060101010101" pitchFamily="49" charset="-122"/>
                <a:cs typeface="Arial" panose="020B0604020202020204" pitchFamily="34" charset="0"/>
              </a:rPr>
              <a:t>D31</a:t>
            </a:r>
            <a:r>
              <a:rPr lang="zh-CN" altLang="en-US" dirty="0" smtClean="0">
                <a:latin typeface="Arial" panose="020B0604020202020204" pitchFamily="34" charset="0"/>
                <a:ea typeface="黑体" panose="02010609060101010101" pitchFamily="49" charset="-122"/>
                <a:cs typeface="Arial" panose="020B0604020202020204" pitchFamily="34" charset="0"/>
              </a:rPr>
              <a:t>对所有计量器具法制相关软件型式评价提出的，适用于数字式称重传感器不是很多，如果适用就按要求提供，否则无需提供。</a:t>
            </a:r>
            <a:endParaRPr lang="en-US" altLang="zh-CN" dirty="0">
              <a:latin typeface="Arial" panose="020B0604020202020204" pitchFamily="34" charset="0"/>
              <a:ea typeface="黑体" panose="02010609060101010101" pitchFamily="49" charset="-122"/>
              <a:cs typeface="Arial" panose="020B0604020202020204" pitchFamily="34" charset="0"/>
            </a:endParaRPr>
          </a:p>
          <a:p>
            <a:pPr marL="179387" lvl="1" indent="0">
              <a:spcAft>
                <a:spcPts val="600"/>
              </a:spcAft>
              <a:buNone/>
            </a:pPr>
            <a:r>
              <a:rPr lang="en-US" altLang="zh-CN" dirty="0" smtClean="0">
                <a:latin typeface="Arial" panose="020B0604020202020204" pitchFamily="34" charset="0"/>
                <a:ea typeface="黑体" panose="02010609060101010101" pitchFamily="49" charset="-122"/>
                <a:cs typeface="Arial" panose="020B0604020202020204" pitchFamily="34" charset="0"/>
              </a:rPr>
              <a:t>The </a:t>
            </a:r>
            <a:r>
              <a:rPr lang="en-US" altLang="zh-CN" dirty="0">
                <a:latin typeface="Arial" panose="020B0604020202020204" pitchFamily="34" charset="0"/>
                <a:ea typeface="黑体" panose="02010609060101010101" pitchFamily="49" charset="-122"/>
                <a:cs typeface="Arial" panose="020B0604020202020204" pitchFamily="34" charset="0"/>
              </a:rPr>
              <a:t>validation procedures are described in OIML D 31, 6.4 </a:t>
            </a:r>
            <a:r>
              <a:rPr lang="en-US" altLang="zh-CN" dirty="0" smtClean="0">
                <a:latin typeface="Arial" panose="020B0604020202020204" pitchFamily="34" charset="0"/>
                <a:ea typeface="黑体" panose="02010609060101010101" pitchFamily="49" charset="-122"/>
                <a:cs typeface="Arial" panose="020B0604020202020204" pitchFamily="34" charset="0"/>
              </a:rPr>
              <a:t>.</a:t>
            </a:r>
          </a:p>
          <a:p>
            <a:pPr marL="179387" lvl="1" indent="457200">
              <a:spcAft>
                <a:spcPts val="600"/>
              </a:spcAft>
              <a:buNone/>
            </a:pPr>
            <a:r>
              <a:rPr lang="zh-CN" altLang="en-US" dirty="0" smtClean="0">
                <a:latin typeface="Arial" panose="020B0604020202020204" pitchFamily="34" charset="0"/>
                <a:ea typeface="黑体" panose="02010609060101010101" pitchFamily="49" charset="-122"/>
                <a:cs typeface="Arial" panose="020B0604020202020204" pitchFamily="34" charset="0"/>
              </a:rPr>
              <a:t>软件检查和确认的等级是制造商提出的，至少是 </a:t>
            </a:r>
            <a:r>
              <a:rPr lang="en-US" altLang="zh-CN" dirty="0" smtClean="0">
                <a:latin typeface="Arial" panose="020B0604020202020204" pitchFamily="34" charset="0"/>
                <a:ea typeface="黑体" panose="02010609060101010101" pitchFamily="49" charset="-122"/>
                <a:cs typeface="Arial" panose="020B0604020202020204" pitchFamily="34" charset="0"/>
              </a:rPr>
              <a:t>A</a:t>
            </a:r>
            <a:r>
              <a:rPr lang="zh-CN" altLang="en-US" dirty="0" smtClean="0">
                <a:latin typeface="Arial" panose="020B0604020202020204" pitchFamily="34" charset="0"/>
                <a:ea typeface="黑体" panose="02010609060101010101" pitchFamily="49" charset="-122"/>
                <a:cs typeface="Arial" panose="020B0604020202020204" pitchFamily="34" charset="0"/>
              </a:rPr>
              <a:t>，证书会描述软件保护水平和检查水平等级。</a:t>
            </a:r>
            <a:endParaRPr lang="en-US" altLang="zh-CN" dirty="0">
              <a:latin typeface="Arial" panose="020B0604020202020204" pitchFamily="34" charset="0"/>
              <a:ea typeface="黑体" panose="02010609060101010101" pitchFamily="49" charset="-122"/>
              <a:cs typeface="Arial" panose="020B0604020202020204" pitchFamily="34" charset="0"/>
            </a:endParaRPr>
          </a:p>
          <a:p>
            <a:pPr marL="179387" lvl="1" indent="0">
              <a:spcAft>
                <a:spcPts val="600"/>
              </a:spcAft>
              <a:buNone/>
            </a:pPr>
            <a:endParaRPr lang="en-US" altLang="zh-CN" dirty="0" smtClean="0">
              <a:latin typeface="Arial" panose="020B0604020202020204" pitchFamily="34" charset="0"/>
              <a:ea typeface="黑体" panose="02010609060101010101" pitchFamily="49" charset="-122"/>
              <a:cs typeface="Arial" panose="020B0604020202020204" pitchFamily="34" charset="0"/>
            </a:endParaRPr>
          </a:p>
        </p:txBody>
      </p:sp>
      <p:sp>
        <p:nvSpPr>
          <p:cNvPr id="5" name="灯片编号占位符 4"/>
          <p:cNvSpPr>
            <a:spLocks noGrp="1"/>
          </p:cNvSpPr>
          <p:nvPr>
            <p:ph type="sldNum" sz="quarter" idx="100"/>
          </p:nvPr>
        </p:nvSpPr>
        <p:spPr/>
        <p:txBody>
          <a:bodyPr/>
          <a:lstStyle/>
          <a:p>
            <a:fld id="{2B2B68EE-DD1E-4368-AFCE-24A50EC7BF18}" type="slidenum">
              <a:rPr lang="en-US" smtClean="0"/>
              <a:pPr/>
              <a:t>84</a:t>
            </a:fld>
            <a:endParaRPr lang="en-US" dirty="0"/>
          </a:p>
        </p:txBody>
      </p:sp>
      <p:sp>
        <p:nvSpPr>
          <p:cNvPr id="6" name="页脚占位符 5"/>
          <p:cNvSpPr>
            <a:spLocks noGrp="1"/>
          </p:cNvSpPr>
          <p:nvPr>
            <p:ph type="ftr" sz="quarter" idx="101"/>
          </p:nvPr>
        </p:nvSpPr>
        <p:spPr/>
        <p:txBody>
          <a:bodyPr/>
          <a:lstStyle/>
          <a:p>
            <a:r>
              <a:rPr lang="en-US" dirty="0" smtClean="0"/>
              <a:t>For internal use - Confidential</a:t>
            </a:r>
            <a:endParaRPr lang="en-US" dirty="0"/>
          </a:p>
        </p:txBody>
      </p:sp>
    </p:spTree>
    <p:extLst>
      <p:ext uri="{BB962C8B-B14F-4D97-AF65-F5344CB8AC3E}">
        <p14:creationId xmlns:p14="http://schemas.microsoft.com/office/powerpoint/2010/main" val="544422950"/>
      </p:ext>
    </p:extLst>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几个需要澄清</a:t>
            </a:r>
            <a:endParaRPr lang="zh-CN" altLang="en-US" dirty="0"/>
          </a:p>
        </p:txBody>
      </p:sp>
      <mc:AlternateContent xmlns:mc="http://schemas.openxmlformats.org/markup-compatibility/2006" xmlns:a14="http://schemas.microsoft.com/office/drawing/2010/main">
        <mc:Choice Requires="a14">
          <p:sp>
            <p:nvSpPr>
              <p:cNvPr id="4" name="内容占位符 3"/>
              <p:cNvSpPr>
                <a:spLocks noGrp="1"/>
              </p:cNvSpPr>
              <p:nvPr>
                <p:ph idx="1"/>
              </p:nvPr>
            </p:nvSpPr>
            <p:spPr>
              <a:xfrm>
                <a:off x="395288" y="1113948"/>
                <a:ext cx="8353426" cy="4895850"/>
              </a:xfrm>
            </p:spPr>
            <p:txBody>
              <a:bodyPr/>
              <a:lstStyle/>
              <a:p>
                <a:pPr>
                  <a:spcBef>
                    <a:spcPts val="600"/>
                  </a:spcBef>
                  <a:spcAft>
                    <a:spcPts val="1200"/>
                  </a:spcAft>
                </a:pPr>
                <a:r>
                  <a:rPr lang="zh-CN" altLang="en-US" dirty="0" smtClean="0">
                    <a:latin typeface="Arial" panose="020B0604020202020204" pitchFamily="34" charset="0"/>
                    <a:ea typeface="黑体" panose="02010609060101010101" pitchFamily="49" charset="-122"/>
                    <a:cs typeface="Arial" panose="020B0604020202020204" pitchFamily="34" charset="0"/>
                  </a:rPr>
                  <a:t>数量程稳定性在技术要求中规定不大于</a:t>
                </a:r>
                <a:r>
                  <a:rPr lang="en-US" altLang="zh-CN" dirty="0" smtClean="0">
                    <a:latin typeface="Arial" panose="020B0604020202020204" pitchFamily="34" charset="0"/>
                    <a:ea typeface="黑体" panose="02010609060101010101" pitchFamily="49" charset="-122"/>
                    <a:cs typeface="Arial" panose="020B0604020202020204" pitchFamily="34" charset="0"/>
                  </a:rPr>
                  <a:t>1/2mpe</a:t>
                </a:r>
                <a:r>
                  <a:rPr lang="zh-CN" altLang="en-US" dirty="0" smtClean="0">
                    <a:latin typeface="Arial" panose="020B0604020202020204" pitchFamily="34" charset="0"/>
                    <a:ea typeface="黑体" panose="02010609060101010101" pitchFamily="49" charset="-122"/>
                    <a:cs typeface="Arial" panose="020B0604020202020204" pitchFamily="34" charset="0"/>
                  </a:rPr>
                  <a:t>，在报告表格中以</a:t>
                </a:r>
                <a14:m>
                  <m:oMath xmlns:m="http://schemas.openxmlformats.org/officeDocument/2006/math">
                    <m:sSub>
                      <m:sSubPr>
                        <m:ctrlPr>
                          <a:rPr lang="en-US" altLang="zh-CN" i="1" smtClean="0">
                            <a:latin typeface="Cambria Math"/>
                            <a:ea typeface="黑体" panose="02010609060101010101" pitchFamily="49" charset="-122"/>
                            <a:cs typeface="Arial" panose="020B0604020202020204" pitchFamily="34" charset="0"/>
                          </a:rPr>
                        </m:ctrlPr>
                      </m:sSubPr>
                      <m:e>
                        <m:r>
                          <a:rPr lang="en-US" altLang="zh-CN" b="0" i="1" smtClean="0">
                            <a:latin typeface="Cambria Math"/>
                            <a:ea typeface="黑体" panose="02010609060101010101" pitchFamily="49" charset="-122"/>
                            <a:cs typeface="Arial" panose="020B0604020202020204" pitchFamily="34" charset="0"/>
                          </a:rPr>
                          <m:t>𝑣</m:t>
                        </m:r>
                      </m:e>
                      <m:sub>
                        <m:r>
                          <a:rPr lang="en-US" altLang="zh-CN" b="0" i="1" smtClean="0">
                            <a:latin typeface="Cambria Math"/>
                            <a:ea typeface="黑体" panose="02010609060101010101" pitchFamily="49" charset="-122"/>
                            <a:cs typeface="Arial" panose="020B0604020202020204" pitchFamily="34" charset="0"/>
                          </a:rPr>
                          <m:t>𝑚𝑖𝑛</m:t>
                        </m:r>
                      </m:sub>
                    </m:sSub>
                  </m:oMath>
                </a14:m>
                <a:r>
                  <a:rPr lang="en-US" altLang="zh-CN" dirty="0" smtClean="0">
                    <a:latin typeface="Arial" panose="020B0604020202020204" pitchFamily="34" charset="0"/>
                    <a:ea typeface="黑体" panose="02010609060101010101" pitchFamily="49" charset="-122"/>
                    <a:cs typeface="Arial" panose="020B0604020202020204" pitchFamily="34" charset="0"/>
                  </a:rPr>
                  <a:t> </a:t>
                </a:r>
                <a:r>
                  <a:rPr lang="zh-CN" altLang="en-US" dirty="0" smtClean="0">
                    <a:latin typeface="Arial" panose="020B0604020202020204" pitchFamily="34" charset="0"/>
                    <a:ea typeface="黑体" panose="02010609060101010101" pitchFamily="49" charset="-122"/>
                    <a:cs typeface="Arial" panose="020B0604020202020204" pitchFamily="34" charset="0"/>
                  </a:rPr>
                  <a:t>描述。</a:t>
                </a:r>
                <a:endParaRPr lang="en-US" altLang="zh-CN" dirty="0" smtClean="0">
                  <a:latin typeface="Arial" panose="020B0604020202020204" pitchFamily="34" charset="0"/>
                  <a:ea typeface="黑体" panose="02010609060101010101" pitchFamily="49" charset="-122"/>
                  <a:cs typeface="Arial" panose="020B0604020202020204" pitchFamily="34" charset="0"/>
                </a:endParaRPr>
              </a:p>
              <a:p>
                <a:pPr>
                  <a:spcBef>
                    <a:spcPts val="600"/>
                  </a:spcBef>
                  <a:spcAft>
                    <a:spcPts val="1200"/>
                  </a:spcAft>
                </a:pPr>
                <a:r>
                  <a:rPr lang="en-US" altLang="zh-CN" dirty="0" smtClean="0">
                    <a:latin typeface="Arial" panose="020B0604020202020204" pitchFamily="34" charset="0"/>
                    <a:ea typeface="黑体" panose="02010609060101010101" pitchFamily="49" charset="-122"/>
                    <a:cs typeface="Arial" panose="020B0604020202020204" pitchFamily="34" charset="0"/>
                  </a:rPr>
                  <a:t>Warm- up time </a:t>
                </a:r>
              </a:p>
              <a:p>
                <a:pPr marL="179387" lvl="1" indent="0">
                  <a:spcBef>
                    <a:spcPts val="600"/>
                  </a:spcBef>
                  <a:spcAft>
                    <a:spcPts val="1200"/>
                  </a:spcAft>
                  <a:buNone/>
                </a:pPr>
                <a:r>
                  <a:rPr lang="zh-CN" altLang="en-US" dirty="0" smtClean="0">
                    <a:latin typeface="Arial" panose="020B0604020202020204" pitchFamily="34" charset="0"/>
                    <a:ea typeface="黑体" panose="02010609060101010101" pitchFamily="49" charset="-122"/>
                    <a:cs typeface="Arial" panose="020B0604020202020204" pitchFamily="34" charset="0"/>
                  </a:rPr>
                  <a:t>要求：预热期间不工作（不提供数据）</a:t>
                </a:r>
                <a:endParaRPr lang="en-US" altLang="zh-CN" dirty="0" smtClean="0">
                  <a:latin typeface="Arial" panose="020B0604020202020204" pitchFamily="34" charset="0"/>
                  <a:ea typeface="黑体" panose="02010609060101010101" pitchFamily="49" charset="-122"/>
                  <a:cs typeface="Arial" panose="020B0604020202020204" pitchFamily="34" charset="0"/>
                </a:endParaRPr>
              </a:p>
              <a:p>
                <a:pPr marL="179387" lvl="1" indent="0">
                  <a:spcBef>
                    <a:spcPts val="600"/>
                  </a:spcBef>
                  <a:spcAft>
                    <a:spcPts val="1200"/>
                  </a:spcAft>
                  <a:buNone/>
                </a:pPr>
                <a:r>
                  <a:rPr lang="zh-CN" altLang="en-US" dirty="0" smtClean="0">
                    <a:latin typeface="Arial" panose="020B0604020202020204" pitchFamily="34" charset="0"/>
                    <a:ea typeface="黑体" panose="02010609060101010101" pitchFamily="49" charset="-122"/>
                    <a:cs typeface="Arial" panose="020B0604020202020204" pitchFamily="34" charset="0"/>
                  </a:rPr>
                  <a:t>测试：程序</a:t>
                </a:r>
                <a:endParaRPr lang="en-US" altLang="zh-CN" dirty="0" smtClean="0">
                  <a:latin typeface="Arial" panose="020B0604020202020204" pitchFamily="34" charset="0"/>
                  <a:ea typeface="黑体" panose="02010609060101010101" pitchFamily="49" charset="-122"/>
                  <a:cs typeface="Arial" panose="020B0604020202020204" pitchFamily="34" charset="0"/>
                </a:endParaRPr>
              </a:p>
              <a:p>
                <a:pPr marL="806450" lvl="1" indent="-628650">
                  <a:spcBef>
                    <a:spcPts val="600"/>
                  </a:spcBef>
                  <a:spcAft>
                    <a:spcPts val="1200"/>
                  </a:spcAft>
                  <a:buNone/>
                </a:pPr>
                <a:r>
                  <a:rPr lang="zh-CN" altLang="en-US" dirty="0" smtClean="0">
                    <a:latin typeface="Arial" panose="020B0604020202020204" pitchFamily="34" charset="0"/>
                    <a:ea typeface="黑体" panose="02010609060101010101" pitchFamily="49" charset="-122"/>
                    <a:cs typeface="Arial" panose="020B0604020202020204" pitchFamily="34" charset="0"/>
                  </a:rPr>
                  <a:t>报告：只考核量程变化，不考核零点变化（零点与</a:t>
                </a:r>
                <a:r>
                  <a:rPr lang="en-US" altLang="zh-CN" dirty="0" smtClean="0">
                    <a:latin typeface="Arial" panose="020B0604020202020204" pitchFamily="34" charset="0"/>
                    <a:ea typeface="黑体" panose="02010609060101010101" pitchFamily="49" charset="-122"/>
                    <a:cs typeface="Arial" panose="020B0604020202020204" pitchFamily="34" charset="0"/>
                  </a:rPr>
                  <a:t>R76</a:t>
                </a:r>
                <a:r>
                  <a:rPr lang="zh-CN" altLang="en-US" dirty="0" smtClean="0">
                    <a:latin typeface="Arial" panose="020B0604020202020204" pitchFamily="34" charset="0"/>
                    <a:ea typeface="黑体" panose="02010609060101010101" pitchFamily="49" charset="-122"/>
                    <a:cs typeface="Arial" panose="020B0604020202020204" pitchFamily="34" charset="0"/>
                  </a:rPr>
                  <a:t>要求一样），量程变化与衡器要求</a:t>
                </a:r>
                <a:r>
                  <a:rPr lang="en-US" altLang="zh-CN" dirty="0" smtClean="0">
                    <a:latin typeface="Arial" panose="020B0604020202020204" pitchFamily="34" charset="0"/>
                    <a:ea typeface="黑体" panose="02010609060101010101" pitchFamily="49" charset="-122"/>
                    <a:cs typeface="Arial" panose="020B0604020202020204" pitchFamily="34" charset="0"/>
                  </a:rPr>
                  <a:t>MPE</a:t>
                </a:r>
                <a:r>
                  <a:rPr lang="zh-CN" altLang="en-US" dirty="0" smtClean="0">
                    <a:latin typeface="Arial" panose="020B0604020202020204" pitchFamily="34" charset="0"/>
                    <a:ea typeface="黑体" panose="02010609060101010101" pitchFamily="49" charset="-122"/>
                    <a:cs typeface="Arial" panose="020B0604020202020204" pitchFamily="34" charset="0"/>
                  </a:rPr>
                  <a:t>不同，</a:t>
                </a:r>
                <a14:m>
                  <m:oMath xmlns:m="http://schemas.openxmlformats.org/officeDocument/2006/math">
                    <m:sSub>
                      <m:sSubPr>
                        <m:ctrlPr>
                          <a:rPr lang="en-US" altLang="zh-CN" i="1" smtClean="0">
                            <a:latin typeface="Cambria Math"/>
                            <a:ea typeface="黑体" panose="02010609060101010101" pitchFamily="49" charset="-122"/>
                            <a:cs typeface="Arial" panose="020B0604020202020204" pitchFamily="34" charset="0"/>
                          </a:rPr>
                        </m:ctrlPr>
                      </m:sSubPr>
                      <m:e>
                        <m:r>
                          <a:rPr lang="en-US" altLang="zh-CN" b="0" i="1" smtClean="0">
                            <a:latin typeface="Cambria Math"/>
                            <a:ea typeface="黑体" panose="02010609060101010101" pitchFamily="49" charset="-122"/>
                            <a:cs typeface="Arial" panose="020B0604020202020204" pitchFamily="34" charset="0"/>
                          </a:rPr>
                          <m:t>𝑣</m:t>
                        </m:r>
                      </m:e>
                      <m:sub>
                        <m:r>
                          <a:rPr lang="en-US" altLang="zh-CN" b="0" i="1" smtClean="0">
                            <a:latin typeface="Cambria Math"/>
                            <a:ea typeface="黑体" panose="02010609060101010101" pitchFamily="49" charset="-122"/>
                            <a:cs typeface="Arial" panose="020B0604020202020204" pitchFamily="34" charset="0"/>
                          </a:rPr>
                          <m:t>𝑚𝑖𝑛</m:t>
                        </m:r>
                      </m:sub>
                    </m:sSub>
                  </m:oMath>
                </a14:m>
                <a:r>
                  <a:rPr lang="zh-CN" altLang="en-US" dirty="0" smtClean="0">
                    <a:latin typeface="Arial" panose="020B0604020202020204" pitchFamily="34" charset="0"/>
                    <a:ea typeface="黑体" panose="02010609060101010101" pitchFamily="49" charset="-122"/>
                    <a:cs typeface="Arial" panose="020B0604020202020204" pitchFamily="34" charset="0"/>
                  </a:rPr>
                  <a:t>。</a:t>
                </a:r>
                <a:r>
                  <a:rPr lang="en-US" altLang="zh-CN" dirty="0" smtClean="0">
                    <a:latin typeface="Arial" panose="020B0604020202020204" pitchFamily="34" charset="0"/>
                    <a:ea typeface="黑体" panose="02010609060101010101" pitchFamily="49" charset="-122"/>
                    <a:cs typeface="Arial" panose="020B0604020202020204" pitchFamily="34" charset="0"/>
                  </a:rPr>
                  <a:t/>
                </a:r>
                <a:br>
                  <a:rPr lang="en-US" altLang="zh-CN" dirty="0" smtClean="0">
                    <a:latin typeface="Arial" panose="020B0604020202020204" pitchFamily="34" charset="0"/>
                    <a:ea typeface="黑体" panose="02010609060101010101" pitchFamily="49" charset="-122"/>
                    <a:cs typeface="Arial" panose="020B0604020202020204" pitchFamily="34" charset="0"/>
                  </a:rPr>
                </a:br>
                <a:r>
                  <a:rPr lang="en-US" altLang="zh-CN" dirty="0" smtClean="0">
                    <a:latin typeface="Arial" panose="020B0604020202020204" pitchFamily="34" charset="0"/>
                    <a:ea typeface="黑体" panose="02010609060101010101" pitchFamily="49" charset="-122"/>
                    <a:cs typeface="Arial" panose="020B0604020202020204" pitchFamily="34" charset="0"/>
                  </a:rPr>
                  <a:t/>
                </a:r>
                <a:br>
                  <a:rPr lang="en-US" altLang="zh-CN" dirty="0" smtClean="0">
                    <a:latin typeface="Arial" panose="020B0604020202020204" pitchFamily="34" charset="0"/>
                    <a:ea typeface="黑体" panose="02010609060101010101" pitchFamily="49" charset="-122"/>
                    <a:cs typeface="Arial" panose="020B0604020202020204" pitchFamily="34" charset="0"/>
                  </a:rPr>
                </a:br>
                <a:r>
                  <a:rPr lang="zh-CN" altLang="en-US" dirty="0" smtClean="0">
                    <a:latin typeface="Arial" panose="020B0604020202020204" pitchFamily="34" charset="0"/>
                    <a:ea typeface="黑体" panose="02010609060101010101" pitchFamily="49" charset="-122"/>
                    <a:cs typeface="Arial" panose="020B0604020202020204" pitchFamily="34" charset="0"/>
                  </a:rPr>
                  <a:t>与</a:t>
                </a:r>
                <a:r>
                  <a:rPr lang="en-US" altLang="zh-CN" dirty="0" smtClean="0">
                    <a:latin typeface="Arial" panose="020B0604020202020204" pitchFamily="34" charset="0"/>
                    <a:ea typeface="黑体" panose="02010609060101010101" pitchFamily="49" charset="-122"/>
                    <a:cs typeface="Arial" panose="020B0604020202020204" pitchFamily="34" charset="0"/>
                  </a:rPr>
                  <a:t>R51</a:t>
                </a:r>
                <a:r>
                  <a:rPr lang="zh-CN" altLang="en-US" dirty="0" smtClean="0">
                    <a:latin typeface="Arial" panose="020B0604020202020204" pitchFamily="34" charset="0"/>
                    <a:ea typeface="黑体" panose="02010609060101010101" pitchFamily="49" charset="-122"/>
                    <a:cs typeface="Arial" panose="020B0604020202020204" pitchFamily="34" charset="0"/>
                  </a:rPr>
                  <a:t>和</a:t>
                </a:r>
                <a:r>
                  <a:rPr lang="en-US" altLang="zh-CN" dirty="0" smtClean="0">
                    <a:latin typeface="Arial" panose="020B0604020202020204" pitchFamily="34" charset="0"/>
                    <a:ea typeface="黑体" panose="02010609060101010101" pitchFamily="49" charset="-122"/>
                    <a:cs typeface="Arial" panose="020B0604020202020204" pitchFamily="34" charset="0"/>
                  </a:rPr>
                  <a:t>R61</a:t>
                </a:r>
                <a:r>
                  <a:rPr lang="zh-CN" altLang="en-US" dirty="0" smtClean="0">
                    <a:latin typeface="Arial" panose="020B0604020202020204" pitchFamily="34" charset="0"/>
                    <a:ea typeface="黑体" panose="02010609060101010101" pitchFamily="49" charset="-122"/>
                    <a:cs typeface="Arial" panose="020B0604020202020204" pitchFamily="34" charset="0"/>
                  </a:rPr>
                  <a:t>不一致（零点和量程同时要求，</a:t>
                </a:r>
                <a:r>
                  <a:rPr lang="zh-CN" altLang="en-US" dirty="0">
                    <a:latin typeface="Arial" panose="020B0604020202020204" pitchFamily="34" charset="0"/>
                    <a:ea typeface="黑体" panose="02010609060101010101" pitchFamily="49" charset="-122"/>
                    <a:cs typeface="Arial" panose="020B0604020202020204" pitchFamily="34" charset="0"/>
                  </a:rPr>
                  <a:t>零</a:t>
                </a:r>
                <a:r>
                  <a:rPr lang="zh-CN" altLang="en-US" dirty="0" smtClean="0">
                    <a:latin typeface="Arial" panose="020B0604020202020204" pitchFamily="34" charset="0"/>
                    <a:ea typeface="黑体" panose="02010609060101010101" pitchFamily="49" charset="-122"/>
                    <a:cs typeface="Arial" panose="020B0604020202020204" pitchFamily="34" charset="0"/>
                  </a:rPr>
                  <a:t>点：</a:t>
                </a:r>
                <a:r>
                  <a:rPr lang="en-US" altLang="zh-CN" dirty="0" smtClean="0">
                    <a:latin typeface="Arial" panose="020B0604020202020204" pitchFamily="34" charset="0"/>
                    <a:ea typeface="黑体" panose="02010609060101010101" pitchFamily="49" charset="-122"/>
                    <a:cs typeface="Arial" panose="020B0604020202020204" pitchFamily="34" charset="0"/>
                  </a:rPr>
                  <a:t>0.25e / </a:t>
                </a:r>
                <a:r>
                  <a:rPr lang="en-US" altLang="zh-CN" dirty="0" smtClean="0">
                    <a:latin typeface="Arial" panose="020B0604020202020204" pitchFamily="34" charset="0"/>
                    <a:ea typeface="黑体" panose="02010609060101010101" pitchFamily="49" charset="-122"/>
                    <a:cs typeface="Arial" panose="020B0604020202020204" pitchFamily="34" charset="0"/>
                    <a:hlinkClick r:id="rId2"/>
                  </a:rPr>
                  <a:t>0.25MPD@min</a:t>
                </a:r>
                <a:r>
                  <a:rPr lang="en-US" altLang="zh-CN" dirty="0" smtClean="0">
                    <a:latin typeface="Arial" panose="020B0604020202020204" pitchFamily="34" charset="0"/>
                    <a:ea typeface="黑体" panose="02010609060101010101" pitchFamily="49" charset="-122"/>
                    <a:cs typeface="Arial" panose="020B0604020202020204" pitchFamily="34" charset="0"/>
                  </a:rPr>
                  <a:t> fill</a:t>
                </a:r>
                <a:r>
                  <a:rPr lang="zh-CN" altLang="en-US" dirty="0" smtClean="0">
                    <a:latin typeface="Arial" panose="020B0604020202020204" pitchFamily="34" charset="0"/>
                    <a:ea typeface="黑体" panose="02010609060101010101" pitchFamily="49" charset="-122"/>
                    <a:cs typeface="Arial" panose="020B0604020202020204" pitchFamily="34" charset="0"/>
                  </a:rPr>
                  <a:t>，量程：</a:t>
                </a:r>
                <a:r>
                  <a:rPr lang="en-US" altLang="zh-CN" dirty="0" smtClean="0">
                    <a:latin typeface="Arial" panose="020B0604020202020204" pitchFamily="34" charset="0"/>
                    <a:ea typeface="黑体" panose="02010609060101010101" pitchFamily="49" charset="-122"/>
                    <a:cs typeface="Arial" panose="020B0604020202020204" pitchFamily="34" charset="0"/>
                  </a:rPr>
                  <a:t>MPE/MPD @ load</a:t>
                </a:r>
                <a:r>
                  <a:rPr lang="zh-CN" altLang="en-US" dirty="0" smtClean="0">
                    <a:latin typeface="Arial" panose="020B0604020202020204" pitchFamily="34" charset="0"/>
                    <a:ea typeface="黑体" panose="02010609060101010101" pitchFamily="49" charset="-122"/>
                    <a:cs typeface="Arial" panose="020B0604020202020204" pitchFamily="34" charset="0"/>
                  </a:rPr>
                  <a:t>）。因此如果需要，零点变化应不大于</a:t>
                </a:r>
                <a:r>
                  <a:rPr lang="en-US" altLang="zh-CN" dirty="0" smtClean="0">
                    <a:latin typeface="Arial" panose="020B0604020202020204" pitchFamily="34" charset="0"/>
                    <a:ea typeface="黑体" panose="02010609060101010101" pitchFamily="49" charset="-122"/>
                    <a:cs typeface="Arial" panose="020B0604020202020204" pitchFamily="34" charset="0"/>
                  </a:rPr>
                  <a:t>0.25</a:t>
                </a:r>
                <a14:m>
                  <m:oMath xmlns:m="http://schemas.openxmlformats.org/officeDocument/2006/math">
                    <m:sSub>
                      <m:sSubPr>
                        <m:ctrlPr>
                          <a:rPr lang="en-US" altLang="zh-CN" i="1" smtClean="0">
                            <a:latin typeface="Cambria Math"/>
                            <a:ea typeface="黑体" panose="02010609060101010101" pitchFamily="49" charset="-122"/>
                            <a:cs typeface="Arial" panose="020B0604020202020204" pitchFamily="34" charset="0"/>
                          </a:rPr>
                        </m:ctrlPr>
                      </m:sSubPr>
                      <m:e>
                        <m:r>
                          <a:rPr lang="en-US" altLang="zh-CN" b="0" i="1" smtClean="0">
                            <a:latin typeface="Cambria Math"/>
                            <a:ea typeface="黑体" panose="02010609060101010101" pitchFamily="49" charset="-122"/>
                            <a:cs typeface="Arial" panose="020B0604020202020204" pitchFamily="34" charset="0"/>
                          </a:rPr>
                          <m:t>𝑣</m:t>
                        </m:r>
                      </m:e>
                      <m:sub>
                        <m:r>
                          <a:rPr lang="en-US" altLang="zh-CN" b="0" i="1" smtClean="0">
                            <a:latin typeface="Cambria Math"/>
                            <a:ea typeface="黑体" panose="02010609060101010101" pitchFamily="49" charset="-122"/>
                            <a:cs typeface="Arial" panose="020B0604020202020204" pitchFamily="34" charset="0"/>
                          </a:rPr>
                          <m:t>𝑚𝑖𝑛</m:t>
                        </m:r>
                      </m:sub>
                    </m:sSub>
                  </m:oMath>
                </a14:m>
                <a:r>
                  <a:rPr lang="en-US" altLang="zh-CN" dirty="0" smtClean="0">
                    <a:latin typeface="Arial" panose="020B0604020202020204" pitchFamily="34" charset="0"/>
                    <a:ea typeface="黑体" panose="02010609060101010101" pitchFamily="49" charset="-122"/>
                    <a:cs typeface="Arial" panose="020B0604020202020204" pitchFamily="34" charset="0"/>
                  </a:rPr>
                  <a:t>,</a:t>
                </a:r>
                <a:br>
                  <a:rPr lang="en-US" altLang="zh-CN" dirty="0" smtClean="0">
                    <a:latin typeface="Arial" panose="020B0604020202020204" pitchFamily="34" charset="0"/>
                    <a:ea typeface="黑体" panose="02010609060101010101" pitchFamily="49" charset="-122"/>
                    <a:cs typeface="Arial" panose="020B0604020202020204" pitchFamily="34" charset="0"/>
                  </a:rPr>
                </a:br>
                <a:r>
                  <a:rPr lang="en-US" altLang="zh-CN" dirty="0" smtClean="0">
                    <a:latin typeface="Arial" panose="020B0604020202020204" pitchFamily="34" charset="0"/>
                    <a:ea typeface="黑体" panose="02010609060101010101" pitchFamily="49" charset="-122"/>
                    <a:cs typeface="Arial" panose="020B0604020202020204" pitchFamily="34" charset="0"/>
                  </a:rPr>
                  <a:t/>
                </a:r>
                <a:br>
                  <a:rPr lang="en-US" altLang="zh-CN" dirty="0" smtClean="0">
                    <a:latin typeface="Arial" panose="020B0604020202020204" pitchFamily="34" charset="0"/>
                    <a:ea typeface="黑体" panose="02010609060101010101" pitchFamily="49" charset="-122"/>
                    <a:cs typeface="Arial" panose="020B0604020202020204" pitchFamily="34" charset="0"/>
                  </a:rPr>
                </a:br>
                <a:r>
                  <a:rPr lang="zh-CN" altLang="en-US" dirty="0" smtClean="0">
                    <a:latin typeface="Arial" panose="020B0604020202020204" pitchFamily="34" charset="0"/>
                    <a:ea typeface="黑体" panose="02010609060101010101" pitchFamily="49" charset="-122"/>
                    <a:cs typeface="Arial" panose="020B0604020202020204" pitchFamily="34" charset="0"/>
                  </a:rPr>
                  <a:t>报告中有</a:t>
                </a:r>
                <a:r>
                  <a:rPr lang="en-US" altLang="zh-CN" dirty="0" smtClean="0">
                    <a:latin typeface="Arial" panose="020B0604020202020204" pitchFamily="34" charset="0"/>
                    <a:ea typeface="黑体" panose="02010609060101010101" pitchFamily="49" charset="-122"/>
                    <a:cs typeface="Arial" panose="020B0604020202020204" pitchFamily="34" charset="0"/>
                  </a:rPr>
                  <a:t>preload </a:t>
                </a:r>
                <a:r>
                  <a:rPr lang="zh-CN" altLang="en-US" dirty="0" smtClean="0">
                    <a:latin typeface="Arial" panose="020B0604020202020204" pitchFamily="34" charset="0"/>
                    <a:ea typeface="黑体" panose="02010609060101010101" pitchFamily="49" charset="-122"/>
                    <a:cs typeface="Arial" panose="020B0604020202020204" pitchFamily="34" charset="0"/>
                  </a:rPr>
                  <a:t>和 读数记录，事实上标准要求预压是在不供电条件下进行的。在衡器标准中</a:t>
                </a:r>
                <a:r>
                  <a:rPr lang="en-US" altLang="zh-CN" dirty="0" smtClean="0">
                    <a:latin typeface="Arial" panose="020B0604020202020204" pitchFamily="34" charset="0"/>
                    <a:ea typeface="黑体" panose="02010609060101010101" pitchFamily="49" charset="-122"/>
                    <a:cs typeface="Arial" panose="020B0604020202020204" pitchFamily="34" charset="0"/>
                  </a:rPr>
                  <a:t>warm up time </a:t>
                </a:r>
                <a:r>
                  <a:rPr lang="zh-CN" altLang="en-US" dirty="0" smtClean="0">
                    <a:latin typeface="Arial" panose="020B0604020202020204" pitchFamily="34" charset="0"/>
                    <a:ea typeface="黑体" panose="02010609060101010101" pitchFamily="49" charset="-122"/>
                    <a:cs typeface="Arial" panose="020B0604020202020204" pitchFamily="34" charset="0"/>
                  </a:rPr>
                  <a:t>是不预压的，这里的目的是消除传感器在加载设备上安装后的不确定。</a:t>
                </a:r>
                <a:endParaRPr lang="en-US" altLang="zh-CN" dirty="0" smtClean="0">
                  <a:latin typeface="Arial" panose="020B0604020202020204" pitchFamily="34" charset="0"/>
                  <a:ea typeface="黑体" panose="02010609060101010101" pitchFamily="49" charset="-122"/>
                  <a:cs typeface="Arial" panose="020B0604020202020204" pitchFamily="34" charset="0"/>
                </a:endParaRPr>
              </a:p>
              <a:p>
                <a:pPr>
                  <a:spcBef>
                    <a:spcPts val="600"/>
                  </a:spcBef>
                  <a:spcAft>
                    <a:spcPts val="1200"/>
                  </a:spcAft>
                </a:pPr>
                <a:endParaRPr lang="zh-CN" altLang="en-US" dirty="0">
                  <a:latin typeface="Arial" panose="020B0604020202020204" pitchFamily="34" charset="0"/>
                  <a:ea typeface="黑体" panose="02010609060101010101" pitchFamily="49" charset="-122"/>
                  <a:cs typeface="Arial" panose="020B0604020202020204" pitchFamily="34" charset="0"/>
                </a:endParaRPr>
              </a:p>
            </p:txBody>
          </p:sp>
        </mc:Choice>
        <mc:Fallback xmlns="">
          <p:sp>
            <p:nvSpPr>
              <p:cNvPr id="4" name="内容占位符 3"/>
              <p:cNvSpPr>
                <a:spLocks noGrp="1" noRot="1" noChangeAspect="1" noMove="1" noResize="1" noEditPoints="1" noAdjustHandles="1" noChangeArrowheads="1" noChangeShapeType="1" noTextEdit="1"/>
              </p:cNvSpPr>
              <p:nvPr>
                <p:ph idx="1"/>
              </p:nvPr>
            </p:nvSpPr>
            <p:spPr>
              <a:xfrm>
                <a:off x="395288" y="1113948"/>
                <a:ext cx="8353426" cy="4895850"/>
              </a:xfrm>
              <a:blipFill rotWithShape="1">
                <a:blip r:embed="rId3"/>
                <a:stretch>
                  <a:fillRect l="-1387" t="-1494" r="-3504"/>
                </a:stretch>
              </a:blipFill>
            </p:spPr>
            <p:txBody>
              <a:bodyPr/>
              <a:lstStyle/>
              <a:p>
                <a:r>
                  <a:rPr lang="zh-CN" altLang="en-US">
                    <a:noFill/>
                  </a:rPr>
                  <a:t> </a:t>
                </a:r>
              </a:p>
            </p:txBody>
          </p:sp>
        </mc:Fallback>
      </mc:AlternateContent>
      <p:sp>
        <p:nvSpPr>
          <p:cNvPr id="5" name="灯片编号占位符 4"/>
          <p:cNvSpPr>
            <a:spLocks noGrp="1"/>
          </p:cNvSpPr>
          <p:nvPr>
            <p:ph type="sldNum" sz="quarter" idx="100"/>
          </p:nvPr>
        </p:nvSpPr>
        <p:spPr/>
        <p:txBody>
          <a:bodyPr/>
          <a:lstStyle/>
          <a:p>
            <a:fld id="{2B2B68EE-DD1E-4368-AFCE-24A50EC7BF18}" type="slidenum">
              <a:rPr lang="en-US" smtClean="0"/>
              <a:pPr/>
              <a:t>85</a:t>
            </a:fld>
            <a:endParaRPr lang="en-US" dirty="0"/>
          </a:p>
        </p:txBody>
      </p:sp>
      <p:sp>
        <p:nvSpPr>
          <p:cNvPr id="6" name="页脚占位符 5"/>
          <p:cNvSpPr>
            <a:spLocks noGrp="1"/>
          </p:cNvSpPr>
          <p:nvPr>
            <p:ph type="ftr" sz="quarter" idx="101"/>
          </p:nvPr>
        </p:nvSpPr>
        <p:spPr/>
        <p:txBody>
          <a:bodyPr/>
          <a:lstStyle/>
          <a:p>
            <a:r>
              <a:rPr lang="en-US" smtClean="0"/>
              <a:t>For internal use - Confidential</a:t>
            </a:r>
            <a:endParaRPr lang="en-US" dirty="0"/>
          </a:p>
        </p:txBody>
      </p:sp>
    </p:spTree>
    <p:extLst>
      <p:ext uri="{BB962C8B-B14F-4D97-AF65-F5344CB8AC3E}">
        <p14:creationId xmlns:p14="http://schemas.microsoft.com/office/powerpoint/2010/main" val="2860226373"/>
      </p:ext>
    </p:extLst>
  </p:cSld>
  <p:clrMapOvr>
    <a:masterClrMapping/>
  </p:clrMapOvr>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几个需要澄清</a:t>
            </a:r>
            <a:endParaRPr lang="zh-CN" altLang="en-US" dirty="0"/>
          </a:p>
        </p:txBody>
      </p:sp>
      <p:sp>
        <p:nvSpPr>
          <p:cNvPr id="4" name="内容占位符 3"/>
          <p:cNvSpPr>
            <a:spLocks noGrp="1"/>
          </p:cNvSpPr>
          <p:nvPr>
            <p:ph idx="1"/>
          </p:nvPr>
        </p:nvSpPr>
        <p:spPr>
          <a:xfrm>
            <a:off x="395288" y="1113948"/>
            <a:ext cx="8353426" cy="4895850"/>
          </a:xfrm>
        </p:spPr>
        <p:txBody>
          <a:bodyPr/>
          <a:lstStyle/>
          <a:p>
            <a:pPr marL="187325" indent="-188913"/>
            <a:r>
              <a:rPr lang="en-US" altLang="zh-CN" b="1" dirty="0" smtClean="0">
                <a:latin typeface="Arial" panose="020B0604020202020204" pitchFamily="34" charset="0"/>
                <a:ea typeface="黑体" panose="02010609060101010101" pitchFamily="49" charset="-122"/>
                <a:cs typeface="Arial" panose="020B0604020202020204" pitchFamily="34" charset="0"/>
              </a:rPr>
              <a:t>Short-time </a:t>
            </a:r>
            <a:r>
              <a:rPr lang="en-US" altLang="zh-CN" b="1" dirty="0">
                <a:latin typeface="Arial" panose="020B0604020202020204" pitchFamily="34" charset="0"/>
                <a:ea typeface="黑体" panose="02010609060101010101" pitchFamily="49" charset="-122"/>
                <a:cs typeface="Arial" panose="020B0604020202020204" pitchFamily="34" charset="0"/>
              </a:rPr>
              <a:t>power </a:t>
            </a:r>
            <a:r>
              <a:rPr lang="en-US" altLang="zh-CN" b="1" dirty="0" smtClean="0">
                <a:latin typeface="Arial" panose="020B0604020202020204" pitchFamily="34" charset="0"/>
                <a:ea typeface="黑体" panose="02010609060101010101" pitchFamily="49" charset="-122"/>
                <a:cs typeface="Arial" panose="020B0604020202020204" pitchFamily="34" charset="0"/>
              </a:rPr>
              <a:t>reductions Part 2</a:t>
            </a:r>
            <a:r>
              <a:rPr lang="zh-CN" altLang="en-US" b="1" dirty="0" smtClean="0">
                <a:latin typeface="Arial" panose="020B0604020202020204" pitchFamily="34" charset="0"/>
                <a:ea typeface="黑体" panose="02010609060101010101" pitchFamily="49" charset="-122"/>
                <a:cs typeface="Arial" panose="020B0604020202020204" pitchFamily="34" charset="0"/>
              </a:rPr>
              <a:t>要求与</a:t>
            </a:r>
            <a:r>
              <a:rPr lang="en-US" altLang="zh-CN" b="1" dirty="0" smtClean="0">
                <a:latin typeface="Arial" panose="020B0604020202020204" pitchFamily="34" charset="0"/>
                <a:ea typeface="黑体" panose="02010609060101010101" pitchFamily="49" charset="-122"/>
                <a:cs typeface="Arial" panose="020B0604020202020204" pitchFamily="34" charset="0"/>
              </a:rPr>
              <a:t>Part 3</a:t>
            </a:r>
            <a:r>
              <a:rPr lang="zh-CN" altLang="en-US" b="1" dirty="0" smtClean="0">
                <a:latin typeface="Arial" panose="020B0604020202020204" pitchFamily="34" charset="0"/>
                <a:ea typeface="黑体" panose="02010609060101010101" pitchFamily="49" charset="-122"/>
                <a:cs typeface="Arial" panose="020B0604020202020204" pitchFamily="34" charset="0"/>
              </a:rPr>
              <a:t>记录表格不同</a:t>
            </a:r>
            <a:endParaRPr lang="en-US" altLang="zh-CN" dirty="0">
              <a:latin typeface="Arial" panose="020B0604020202020204" pitchFamily="34" charset="0"/>
              <a:ea typeface="黑体" panose="02010609060101010101" pitchFamily="49" charset="-122"/>
              <a:cs typeface="Arial" panose="020B0604020202020204" pitchFamily="34" charset="0"/>
            </a:endParaRPr>
          </a:p>
          <a:p>
            <a:endParaRPr lang="zh-CN" altLang="en-US" dirty="0">
              <a:latin typeface="Arial" panose="020B0604020202020204" pitchFamily="34" charset="0"/>
              <a:ea typeface="黑体" panose="02010609060101010101" pitchFamily="49" charset="-122"/>
              <a:cs typeface="Arial" panose="020B0604020202020204" pitchFamily="34" charset="0"/>
            </a:endParaRPr>
          </a:p>
        </p:txBody>
      </p:sp>
      <p:sp>
        <p:nvSpPr>
          <p:cNvPr id="5" name="灯片编号占位符 4"/>
          <p:cNvSpPr>
            <a:spLocks noGrp="1"/>
          </p:cNvSpPr>
          <p:nvPr>
            <p:ph type="sldNum" sz="quarter" idx="100"/>
          </p:nvPr>
        </p:nvSpPr>
        <p:spPr/>
        <p:txBody>
          <a:bodyPr/>
          <a:lstStyle/>
          <a:p>
            <a:fld id="{2B2B68EE-DD1E-4368-AFCE-24A50EC7BF18}" type="slidenum">
              <a:rPr lang="en-US" smtClean="0"/>
              <a:pPr/>
              <a:t>86</a:t>
            </a:fld>
            <a:endParaRPr lang="en-US" dirty="0"/>
          </a:p>
        </p:txBody>
      </p:sp>
      <p:sp>
        <p:nvSpPr>
          <p:cNvPr id="6" name="页脚占位符 5"/>
          <p:cNvSpPr>
            <a:spLocks noGrp="1"/>
          </p:cNvSpPr>
          <p:nvPr>
            <p:ph type="ftr" sz="quarter" idx="101"/>
          </p:nvPr>
        </p:nvSpPr>
        <p:spPr/>
        <p:txBody>
          <a:bodyPr/>
          <a:lstStyle/>
          <a:p>
            <a:r>
              <a:rPr lang="en-US" smtClean="0"/>
              <a:t>For internal use - Confidential</a:t>
            </a:r>
            <a:endParaRPr lang="en-US"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93683" y="1882316"/>
            <a:ext cx="6015800" cy="1548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2046" y="4061283"/>
            <a:ext cx="8232000" cy="1764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745092602"/>
      </p:ext>
    </p:extLst>
  </p:cSld>
  <p:clrMapOvr>
    <a:masterClrMapping/>
  </p:clrMapOvr>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platzhalter 2"/>
          <p:cNvSpPr>
            <a:spLocks noGrp="1"/>
          </p:cNvSpPr>
          <p:nvPr>
            <p:ph type="body" idx="1"/>
          </p:nvPr>
        </p:nvSpPr>
        <p:spPr/>
        <p:txBody>
          <a:bodyPr/>
          <a:lstStyle/>
          <a:p>
            <a:r>
              <a:rPr lang="de-CH" dirty="0" smtClean="0"/>
              <a:t>Topic 1</a:t>
            </a:r>
            <a:endParaRPr lang="en-US" dirty="0" smtClean="0"/>
          </a:p>
          <a:p>
            <a:r>
              <a:rPr lang="en-US" dirty="0" smtClean="0"/>
              <a:t>Topic 2</a:t>
            </a:r>
          </a:p>
          <a:p>
            <a:r>
              <a:rPr lang="de-CH" dirty="0" smtClean="0"/>
              <a:t>Topic 3</a:t>
            </a:r>
            <a:endParaRPr lang="en-US" dirty="0"/>
          </a:p>
        </p:txBody>
      </p:sp>
      <p:sp>
        <p:nvSpPr>
          <p:cNvPr id="2" name="Titel 1"/>
          <p:cNvSpPr>
            <a:spLocks noGrp="1"/>
          </p:cNvSpPr>
          <p:nvPr>
            <p:ph type="title"/>
          </p:nvPr>
        </p:nvSpPr>
        <p:spPr/>
        <p:txBody>
          <a:bodyPr/>
          <a:lstStyle/>
          <a:p>
            <a:r>
              <a:rPr lang="en-US" dirty="0" smtClean="0"/>
              <a:t>Put Chapter Title here</a:t>
            </a:r>
            <a:endParaRPr lang="en-US" dirty="0"/>
          </a:p>
        </p:txBody>
      </p:sp>
      <p:sp>
        <p:nvSpPr>
          <p:cNvPr id="4" name="Picture Placeholder 3"/>
          <p:cNvSpPr>
            <a:spLocks noGrp="1"/>
          </p:cNvSpPr>
          <p:nvPr>
            <p:ph type="pic" sz="quarter" idx="11"/>
          </p:nvPr>
        </p:nvSpPr>
        <p:spPr/>
      </p:sp>
    </p:spTree>
    <p:extLst>
      <p:ext uri="{BB962C8B-B14F-4D97-AF65-F5344CB8AC3E}">
        <p14:creationId xmlns:p14="http://schemas.microsoft.com/office/powerpoint/2010/main" val="3896727830"/>
      </p:ext>
    </p:extLst>
  </p:cSld>
  <p:clrMapOvr>
    <a:masterClrMapping/>
  </p:clrMapOvr>
  <p:timing>
    <p:tnLst>
      <p:par>
        <p:cTn id="1" dur="indefinite" restart="never" nodeType="tmRoot"/>
      </p:par>
    </p:tnLst>
  </p:timing>
</p:sld>
</file>

<file path=ppt/theme/theme1.xml><?xml version="1.0" encoding="utf-8"?>
<a:theme xmlns:a="http://schemas.openxmlformats.org/drawingml/2006/main" name="blank">
  <a:themeElements>
    <a:clrScheme name="METTLER TOLEDO">
      <a:dk1>
        <a:srgbClr val="004696"/>
      </a:dk1>
      <a:lt1>
        <a:srgbClr val="FFFFFF"/>
      </a:lt1>
      <a:dk2>
        <a:srgbClr val="FFFFFF"/>
      </a:dk2>
      <a:lt2>
        <a:srgbClr val="3399FF"/>
      </a:lt2>
      <a:accent1>
        <a:srgbClr val="56A410"/>
      </a:accent1>
      <a:accent2>
        <a:srgbClr val="004696"/>
      </a:accent2>
      <a:accent3>
        <a:srgbClr val="3399FF"/>
      </a:accent3>
      <a:accent4>
        <a:srgbClr val="97CBFF"/>
      </a:accent4>
      <a:accent5>
        <a:srgbClr val="BEF38E"/>
      </a:accent5>
      <a:accent6>
        <a:srgbClr val="E69400"/>
      </a:accent6>
      <a:hlink>
        <a:srgbClr val="004696"/>
      </a:hlink>
      <a:folHlink>
        <a:srgbClr val="97CBFF"/>
      </a:folHlink>
    </a:clrScheme>
    <a:fontScheme name="Arial-Font">
      <a:majorFont>
        <a:latin typeface="Arial"/>
        <a:ea typeface=""/>
        <a:cs typeface=""/>
      </a:majorFont>
      <a:minorFont>
        <a:latin typeface="Arial"/>
        <a:ea typeface=""/>
        <a:cs typeface=""/>
      </a:minorFont>
    </a:fontScheme>
    <a:fmtScheme name="Mettler-Toledo-Master">
      <a:fillStyleLst>
        <a:solidFill>
          <a:schemeClr val="phClr"/>
        </a:solidFill>
        <a:solidFill>
          <a:schemeClr val="phClr"/>
        </a:solidFill>
        <a:gradFill>
          <a:gsLst>
            <a:gs pos="0">
              <a:schemeClr val="phClr">
                <a:tint val="100000"/>
                <a:shade val="50000"/>
                <a:satMod val="130000"/>
              </a:schemeClr>
            </a:gs>
            <a:gs pos="80000">
              <a:schemeClr val="phClr">
                <a:tint val="100000"/>
                <a:shade val="90000"/>
                <a:alpha val="100000"/>
                <a:satMod val="130000"/>
              </a:schemeClr>
            </a:gs>
            <a:gs pos="100000">
              <a:schemeClr val="phClr">
                <a:tint val="100000"/>
                <a:shade val="100000"/>
                <a:alpha val="100000"/>
                <a:satMod val="130000"/>
              </a:schemeClr>
            </a:gs>
          </a:gsLst>
          <a:lin ang="16200000" scaled="1"/>
        </a:gradFill>
      </a:fillStyleLst>
      <a:lnStyleLst>
        <a:ln w="6350" cap="flat" cmpd="sng" algn="ctr">
          <a:solidFill>
            <a:schemeClr val="phClr">
              <a:satMod val="150000"/>
            </a:schemeClr>
          </a:solidFill>
          <a:prstDash val="solid"/>
        </a:ln>
        <a:ln w="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40005" dist="25400" dir="5400000" algn="bl" rotWithShape="0">
              <a:srgbClr val="000000">
                <a:alpha val="35000"/>
              </a:srgbClr>
            </a:outerShdw>
          </a:effectLst>
        </a:effectStyle>
      </a:effectStyleLst>
      <a:bgFillStyleLst>
        <a:solidFill>
          <a:schemeClr val="phClr"/>
        </a:solidFill>
        <a:solidFill>
          <a:schemeClr val="phClr"/>
        </a:solidFill>
        <a:solidFill>
          <a:schemeClr val="phClr"/>
        </a:solidFill>
      </a:bgFillStyleLst>
    </a:fmtScheme>
  </a:themeElements>
  <a:objectDefaults>
    <a:spDef>
      <a:spPr>
        <a:solidFill>
          <a:schemeClr val="tx1"/>
        </a:solidFill>
        <a:ln>
          <a:noFill/>
        </a:ln>
      </a:spPr>
      <a:bodyPr rtlCol="0" anchor="ctr"/>
      <a:lstStyle>
        <a:defPPr algn="ctr">
          <a:defRPr sz="1600" dirty="0" err="1" smtClean="0">
            <a:solidFill>
              <a:schemeClr val="bg1"/>
            </a:solidFill>
          </a:defRPr>
        </a:defPPr>
      </a:lstStyle>
      <a:style>
        <a:lnRef idx="2">
          <a:schemeClr val="accent4"/>
        </a:lnRef>
        <a:fillRef idx="1">
          <a:schemeClr val="lt1"/>
        </a:fillRef>
        <a:effectRef idx="0">
          <a:schemeClr val="accent4"/>
        </a:effectRef>
        <a:fontRef idx="minor">
          <a:schemeClr val="dk1"/>
        </a:fontRef>
      </a:style>
    </a:spDef>
    <a:txDef>
      <a:spPr>
        <a:noFill/>
      </a:spPr>
      <a:bodyPr wrap="square" lIns="0" tIns="0" rIns="0" bIns="0" rtlCol="0">
        <a:spAutoFit/>
      </a:bodyPr>
      <a:lstStyle>
        <a:defPPr marL="144000" indent="-144000">
          <a:spcBef>
            <a:spcPts val="400"/>
          </a:spcBef>
          <a:spcAft>
            <a:spcPts val="600"/>
          </a:spcAft>
          <a:buClr>
            <a:schemeClr val="accent1"/>
          </a:buClr>
          <a:buFont typeface="Wingdings" panose="05000000000000000000" pitchFamily="2" charset="2"/>
          <a:buChar char="§"/>
          <a:defRPr sz="1600" dirty="0" err="1" smtClean="0"/>
        </a:defPPr>
      </a:lstStyle>
    </a:txDef>
  </a:objectDefaults>
  <a:extraClrSchemeLst/>
  <a:custClrLst>
    <a:custClr name="MT Green">
      <a:srgbClr val="60B612"/>
    </a:custClr>
    <a:custClr name="MT Blue">
      <a:srgbClr val="004696"/>
    </a:custClr>
    <a:custClr name="MT Cyan">
      <a:srgbClr val="3399FF"/>
    </a:custClr>
  </a:custClrLst>
</a:theme>
</file>

<file path=ppt/theme/theme2.xml><?xml version="1.0" encoding="utf-8"?>
<a:theme xmlns:a="http://schemas.openxmlformats.org/drawingml/2006/main" name="Larissa-Design">
  <a:themeElements>
    <a:clrScheme name="Mettler-Toledo-Colors">
      <a:dk1>
        <a:srgbClr val="004696"/>
      </a:dk1>
      <a:lt1>
        <a:srgbClr val="FFFFFF"/>
      </a:lt1>
      <a:dk2>
        <a:srgbClr val="FFFFFF"/>
      </a:dk2>
      <a:lt2>
        <a:srgbClr val="3399FF"/>
      </a:lt2>
      <a:accent1>
        <a:srgbClr val="004696"/>
      </a:accent1>
      <a:accent2>
        <a:srgbClr val="3399FF"/>
      </a:accent2>
      <a:accent3>
        <a:srgbClr val="93CCFF"/>
      </a:accent3>
      <a:accent4>
        <a:srgbClr val="60B612"/>
      </a:accent4>
      <a:accent5>
        <a:srgbClr val="CCF595"/>
      </a:accent5>
      <a:accent6>
        <a:srgbClr val="E69400"/>
      </a:accent6>
      <a:hlink>
        <a:srgbClr val="004696"/>
      </a:hlink>
      <a:folHlink>
        <a:srgbClr val="70B711"/>
      </a:folHlink>
    </a:clrScheme>
    <a:fontScheme name="Arial-Font">
      <a:majorFont>
        <a:latin typeface="Arial"/>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Larissa-Design">
  <a:themeElements>
    <a:clrScheme name="Mettler-Toledo-Colors">
      <a:dk1>
        <a:srgbClr val="004696"/>
      </a:dk1>
      <a:lt1>
        <a:srgbClr val="FFFFFF"/>
      </a:lt1>
      <a:dk2>
        <a:srgbClr val="FFFFFF"/>
      </a:dk2>
      <a:lt2>
        <a:srgbClr val="3399FF"/>
      </a:lt2>
      <a:accent1>
        <a:srgbClr val="004696"/>
      </a:accent1>
      <a:accent2>
        <a:srgbClr val="3399FF"/>
      </a:accent2>
      <a:accent3>
        <a:srgbClr val="93CCFF"/>
      </a:accent3>
      <a:accent4>
        <a:srgbClr val="60B612"/>
      </a:accent4>
      <a:accent5>
        <a:srgbClr val="CCF595"/>
      </a:accent5>
      <a:accent6>
        <a:srgbClr val="E69400"/>
      </a:accent6>
      <a:hlink>
        <a:srgbClr val="004696"/>
      </a:hlink>
      <a:folHlink>
        <a:srgbClr val="70B711"/>
      </a:folHlink>
    </a:clrScheme>
    <a:fontScheme name="Arial-Font">
      <a:majorFont>
        <a:latin typeface="Arial"/>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blank</Template>
  <TotalTime>0</TotalTime>
  <Words>12068</Words>
  <Application>Microsoft Office PowerPoint</Application>
  <PresentationFormat>全屏显示(4:3)</PresentationFormat>
  <Paragraphs>1461</Paragraphs>
  <Slides>87</Slides>
  <Notes>41</Notes>
  <HiddenSlides>7</HiddenSlides>
  <MMClips>0</MMClips>
  <ScaleCrop>false</ScaleCrop>
  <HeadingPairs>
    <vt:vector size="4" baseType="variant">
      <vt:variant>
        <vt:lpstr>主题</vt:lpstr>
      </vt:variant>
      <vt:variant>
        <vt:i4>1</vt:i4>
      </vt:variant>
      <vt:variant>
        <vt:lpstr>幻灯片标题</vt:lpstr>
      </vt:variant>
      <vt:variant>
        <vt:i4>87</vt:i4>
      </vt:variant>
    </vt:vector>
  </HeadingPairs>
  <TitlesOfParts>
    <vt:vector size="88" baseType="lpstr">
      <vt:lpstr>blank</vt:lpstr>
      <vt:lpstr>OIML R60 Load Cell</vt:lpstr>
      <vt:lpstr>Agenda</vt:lpstr>
      <vt:lpstr>一般介绍</vt:lpstr>
      <vt:lpstr>一般介绍 - R60的适用范围Scope</vt:lpstr>
      <vt:lpstr>Agenda</vt:lpstr>
      <vt:lpstr>术语 </vt:lpstr>
      <vt:lpstr>术语 – 新增</vt:lpstr>
      <vt:lpstr>术语 – 新增</vt:lpstr>
      <vt:lpstr>术语 – 新增</vt:lpstr>
      <vt:lpstr>术语 – 新增</vt:lpstr>
      <vt:lpstr>术语 – 新增</vt:lpstr>
      <vt:lpstr>术语 – 新增</vt:lpstr>
      <vt:lpstr>术语 - 修订</vt:lpstr>
      <vt:lpstr>术语 – 新增</vt:lpstr>
      <vt:lpstr>术语 - 修订</vt:lpstr>
      <vt:lpstr>术语 – 修订</vt:lpstr>
      <vt:lpstr>术语 – 修订</vt:lpstr>
      <vt:lpstr>术语 – 修订</vt:lpstr>
      <vt:lpstr>术语 – 修订</vt:lpstr>
      <vt:lpstr>术语 – 修订</vt:lpstr>
      <vt:lpstr>术语修订 - 传感器模块与其它模块的界定</vt:lpstr>
      <vt:lpstr>术语修订 - 模拟传感器和数字传感器</vt:lpstr>
      <vt:lpstr>术语修订 - 模拟传感器和数字传感器在衡器中的界定</vt:lpstr>
      <vt:lpstr>Agenda</vt:lpstr>
      <vt:lpstr>计量要求 – 3个基本参数</vt:lpstr>
      <vt:lpstr>计量要求 - MPE</vt:lpstr>
      <vt:lpstr>计量要求</vt:lpstr>
      <vt:lpstr>计量要求</vt:lpstr>
      <vt:lpstr>计量要求</vt:lpstr>
      <vt:lpstr>计量要求</vt:lpstr>
      <vt:lpstr>计量要求</vt:lpstr>
      <vt:lpstr>计量要求</vt:lpstr>
      <vt:lpstr>计量要求</vt:lpstr>
      <vt:lpstr>计量要求</vt:lpstr>
      <vt:lpstr>计量要求</vt:lpstr>
      <vt:lpstr>计量要求</vt:lpstr>
      <vt:lpstr>计量要求</vt:lpstr>
      <vt:lpstr>计量要求</vt:lpstr>
      <vt:lpstr>计量要求</vt:lpstr>
      <vt:lpstr>计量要求</vt:lpstr>
      <vt:lpstr>计量要求</vt:lpstr>
      <vt:lpstr>DL 对零点温度特性的影响</vt:lpstr>
      <vt:lpstr>DL 对零点温度特性的影响</vt:lpstr>
      <vt:lpstr>DL 对零点温度特性的影响</vt:lpstr>
      <vt:lpstr>DL 对零点温度特性的影响</vt:lpstr>
      <vt:lpstr>DL 对零点温度特性的影响</vt:lpstr>
      <vt:lpstr>DL 对零点温度特性的影响</vt:lpstr>
      <vt:lpstr>计量要求</vt:lpstr>
      <vt:lpstr>计量要求</vt:lpstr>
      <vt:lpstr>计量要求</vt:lpstr>
      <vt:lpstr>计量要求</vt:lpstr>
      <vt:lpstr>计量要求</vt:lpstr>
      <vt:lpstr>计量要求</vt:lpstr>
      <vt:lpstr>计量要求</vt:lpstr>
      <vt:lpstr>计量要求</vt:lpstr>
      <vt:lpstr>计量要求</vt:lpstr>
      <vt:lpstr>计量要求</vt:lpstr>
      <vt:lpstr>计量要求</vt:lpstr>
      <vt:lpstr>计量要求</vt:lpstr>
      <vt:lpstr>计量要求</vt:lpstr>
      <vt:lpstr>计量要求</vt:lpstr>
      <vt:lpstr>计量要求</vt:lpstr>
      <vt:lpstr>计量要求</vt:lpstr>
      <vt:lpstr>计量要求</vt:lpstr>
      <vt:lpstr>计量要求</vt:lpstr>
      <vt:lpstr>计量要求</vt:lpstr>
      <vt:lpstr>计量要求</vt:lpstr>
      <vt:lpstr>计量要求</vt:lpstr>
      <vt:lpstr>计量要求</vt:lpstr>
      <vt:lpstr>计量要求</vt:lpstr>
      <vt:lpstr>计量要求</vt:lpstr>
      <vt:lpstr>计量要求</vt:lpstr>
      <vt:lpstr>计量要求</vt:lpstr>
      <vt:lpstr>计量要求</vt:lpstr>
      <vt:lpstr>Agenda</vt:lpstr>
      <vt:lpstr>新增技术要求</vt:lpstr>
      <vt:lpstr>新增技术要求</vt:lpstr>
      <vt:lpstr>新增技术要求</vt:lpstr>
      <vt:lpstr>新增要求</vt:lpstr>
      <vt:lpstr>新增要求</vt:lpstr>
      <vt:lpstr>新增技术要求</vt:lpstr>
      <vt:lpstr>新增技术要求</vt:lpstr>
      <vt:lpstr>新增技术要求</vt:lpstr>
      <vt:lpstr>新增技术要求</vt:lpstr>
      <vt:lpstr>几个需要澄清</vt:lpstr>
      <vt:lpstr>几个需要澄清</vt:lpstr>
      <vt:lpstr>Put Chapter Title here</vt:lpstr>
    </vt:vector>
  </TitlesOfParts>
  <Manager/>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
  <cp:lastModifiedBy/>
  <cp:revision>1</cp:revision>
  <dcterms:created xsi:type="dcterms:W3CDTF">2018-03-14T04:33:22Z</dcterms:created>
  <dcterms:modified xsi:type="dcterms:W3CDTF">2018-06-19T08:51:12Z</dcterms:modified>
</cp:coreProperties>
</file>

<file path=userCustomization/customUI.xml><?xml version="1.0" encoding="utf-8"?>
<mso:customUI xmlns:doc="http://schemas.microsoft.com/office/2006/01/customui/currentDocument" xmlns:mso="http://schemas.microsoft.com/office/2006/01/customui">
  <mso:ribbon>
    <mso:qat>
      <mso:documentControls>
        <mso:separator idQ="doc:sep1" visible="true"/>
        <mso:separator idQ="doc:sep2" visible="true"/>
        <mso:control idQ="mso:FileProperties" visible="true"/>
        <mso:control idQ="mso:GridSettings" visible="true"/>
        <mso:control idQ="mso:HeaderFooterInsert" visible="true"/>
        <mso:separator idQ="doc:sep3" visible="true"/>
        <mso:control idQ="mso:SlideNewGallery" visible="true"/>
        <mso:control idQ="mso:SlideLayoutGallery" visible="true"/>
        <mso:separator idQ="doc:sep6" visible="true"/>
        <mso:control idQ="mso:OutlineDemote" visible="true"/>
        <mso:control idQ="mso:OutlinePromote" visible="true"/>
        <mso:separator idQ="doc:sep4" visible="true"/>
        <mso:separator idQ="doc:sep5" visible="true"/>
      </mso:documentControls>
    </mso:qat>
  </mso:ribbon>
</mso:customUI>
</file>