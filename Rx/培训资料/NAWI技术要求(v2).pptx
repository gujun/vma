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1.xml" ContentType="application/vnd.openxmlformats-officedocument.presentationml.notesSlide+xml"/>
  <Override PartName="/ppt/diagrams/data8.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9.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0.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9.xml" ContentType="application/vnd.openxmlformats-officedocument.presentationml.notesSlide+xml"/>
  <Override PartName="/ppt/diagrams/data11.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0.xml" ContentType="application/vnd.openxmlformats-officedocument.presentationml.notesSlide+xml"/>
  <Override PartName="/ppt/diagrams/data12.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3.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21.xml" ContentType="application/vnd.openxmlformats-officedocument.presentationml.notesSlide+xml"/>
  <Override PartName="/ppt/diagrams/data14.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7.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microsoft.com/office/2006/relationships/ui/userCustomization" Target="userCustomization/customUI.xml"/><Relationship Id="rId1" Type="http://schemas.openxmlformats.org/officeDocument/2006/relationships/officeDocument" Target="ppt/presentation.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1"/>
  </p:sldMasterIdLst>
  <p:notesMasterIdLst>
    <p:notesMasterId r:id="rId47"/>
  </p:notesMasterIdLst>
  <p:handoutMasterIdLst>
    <p:handoutMasterId r:id="rId48"/>
  </p:handoutMasterIdLst>
  <p:sldIdLst>
    <p:sldId id="315" r:id="rId2"/>
    <p:sldId id="466" r:id="rId3"/>
    <p:sldId id="266" r:id="rId4"/>
    <p:sldId id="375" r:id="rId5"/>
    <p:sldId id="393" r:id="rId6"/>
    <p:sldId id="452" r:id="rId7"/>
    <p:sldId id="453" r:id="rId8"/>
    <p:sldId id="367" r:id="rId9"/>
    <p:sldId id="394" r:id="rId10"/>
    <p:sldId id="435" r:id="rId11"/>
    <p:sldId id="454" r:id="rId12"/>
    <p:sldId id="455" r:id="rId13"/>
    <p:sldId id="428" r:id="rId14"/>
    <p:sldId id="456" r:id="rId15"/>
    <p:sldId id="430" r:id="rId16"/>
    <p:sldId id="463" r:id="rId17"/>
    <p:sldId id="370" r:id="rId18"/>
    <p:sldId id="376" r:id="rId19"/>
    <p:sldId id="450" r:id="rId20"/>
    <p:sldId id="446" r:id="rId21"/>
    <p:sldId id="460" r:id="rId22"/>
    <p:sldId id="436" r:id="rId23"/>
    <p:sldId id="380" r:id="rId24"/>
    <p:sldId id="447" r:id="rId25"/>
    <p:sldId id="382" r:id="rId26"/>
    <p:sldId id="457" r:id="rId27"/>
    <p:sldId id="458" r:id="rId28"/>
    <p:sldId id="448" r:id="rId29"/>
    <p:sldId id="461" r:id="rId30"/>
    <p:sldId id="437" r:id="rId31"/>
    <p:sldId id="383" r:id="rId32"/>
    <p:sldId id="459" r:id="rId33"/>
    <p:sldId id="386" r:id="rId34"/>
    <p:sldId id="438" r:id="rId35"/>
    <p:sldId id="439" r:id="rId36"/>
    <p:sldId id="445" r:id="rId37"/>
    <p:sldId id="464" r:id="rId38"/>
    <p:sldId id="465" r:id="rId39"/>
    <p:sldId id="462" r:id="rId40"/>
    <p:sldId id="440" r:id="rId41"/>
    <p:sldId id="441" r:id="rId42"/>
    <p:sldId id="442" r:id="rId43"/>
    <p:sldId id="443" r:id="rId44"/>
    <p:sldId id="444" r:id="rId45"/>
    <p:sldId id="310" r:id="rId46"/>
  </p:sldIdLst>
  <p:sldSz cx="9144000" cy="6858000" type="screen4x3"/>
  <p:notesSz cx="6877050" cy="10002838"/>
  <p:defaultText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0000"/>
    <a:srgbClr val="FFFFFF"/>
    <a:srgbClr val="004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F7E5F81B-B57D-4800-8E8F-8E96741CC982}" styleName="Mettler Toledo &gt; Green Table">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512FF0-2B18-46AF-9A1B-3A70A708474B}" styleName="Mettler Toledo &gt; Green Tab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tcStyle>
    </a:band1H>
    <a:band2H>
      <a:tcStyle>
        <a:tcBdr/>
      </a:tcStyle>
    </a:band2H>
    <a:band1V>
      <a:tcStyle>
        <a:tcBdr/>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66" autoAdjust="0"/>
    <p:restoredTop sz="96317" autoAdjust="0"/>
  </p:normalViewPr>
  <p:slideViewPr>
    <p:cSldViewPr snapToGrid="0" snapToObjects="1" showGuides="1">
      <p:cViewPr>
        <p:scale>
          <a:sx n="70" d="100"/>
          <a:sy n="70" d="100"/>
        </p:scale>
        <p:origin x="-1506" y="114"/>
      </p:cViewPr>
      <p:guideLst>
        <p:guide orient="horz" pos="2477"/>
        <p:guide orient="horz" pos="936"/>
        <p:guide orient="horz" pos="4020"/>
        <p:guide orient="horz" pos="391"/>
        <p:guide orient="horz" pos="640"/>
        <p:guide pos="2880"/>
        <p:guide pos="249"/>
        <p:guide pos="551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90" d="100"/>
          <a:sy n="90" d="100"/>
        </p:scale>
        <p:origin x="-3726" y="-126"/>
      </p:cViewPr>
      <p:guideLst>
        <p:guide orient="horz" pos="3151"/>
        <p:guide pos="216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s>
</file>

<file path=ppt/diagrams/_rels/data7.xml.rels><?xml version="1.0" encoding="UTF-8" standalone="yes"?>
<Relationships xmlns="http://schemas.openxmlformats.org/package/2006/relationships"><Relationship Id="rId1" Type="http://schemas.openxmlformats.org/officeDocument/2006/relationships/image" Target="../media/image10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3100BA-4E32-4163-ACCD-15F09AF72475}"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EEDE078A-7CD1-4C59-908E-C528CD58E2C9}">
      <dgm:prSet phldrT="[文本]" custT="1"/>
      <dgm:spPr/>
      <dgm:t>
        <a:bodyPr/>
        <a:lstStyle/>
        <a:p>
          <a:r>
            <a:rPr lang="zh-CN" altLang="en-US" sz="1800" dirty="0" smtClean="0">
              <a:latin typeface="黑体" panose="02010609060101010101" pitchFamily="49" charset="-122"/>
              <a:ea typeface="黑体" panose="02010609060101010101" pitchFamily="49" charset="-122"/>
            </a:rPr>
            <a:t>技术要求</a:t>
          </a:r>
          <a:endParaRPr lang="zh-CN" altLang="en-US" sz="1800" dirty="0">
            <a:latin typeface="黑体" panose="02010609060101010101" pitchFamily="49" charset="-122"/>
            <a:ea typeface="黑体" panose="02010609060101010101" pitchFamily="49" charset="-122"/>
          </a:endParaRPr>
        </a:p>
      </dgm:t>
    </dgm:pt>
    <dgm:pt modelId="{9414A402-D0F8-4169-AA27-5965E35A8E52}" type="parTrans" cxnId="{FB559824-3588-43E3-9F66-053D90F59D90}">
      <dgm:prSet/>
      <dgm:spPr/>
      <dgm:t>
        <a:bodyPr/>
        <a:lstStyle/>
        <a:p>
          <a:endParaRPr lang="zh-CN" altLang="en-US" sz="1800">
            <a:latin typeface="黑体" panose="02010609060101010101" pitchFamily="49" charset="-122"/>
            <a:ea typeface="黑体" panose="02010609060101010101" pitchFamily="49" charset="-122"/>
          </a:endParaRPr>
        </a:p>
      </dgm:t>
    </dgm:pt>
    <dgm:pt modelId="{B7BF2F51-8EC9-4951-B690-ACC69337E9D3}" type="sibTrans" cxnId="{FB559824-3588-43E3-9F66-053D90F59D90}">
      <dgm:prSet/>
      <dgm:spPr/>
      <dgm:t>
        <a:bodyPr/>
        <a:lstStyle/>
        <a:p>
          <a:endParaRPr lang="zh-CN" altLang="en-US" sz="1800">
            <a:latin typeface="黑体" panose="02010609060101010101" pitchFamily="49" charset="-122"/>
            <a:ea typeface="黑体" panose="02010609060101010101" pitchFamily="49" charset="-122"/>
          </a:endParaRPr>
        </a:p>
      </dgm:t>
    </dgm:pt>
    <dgm:pt modelId="{814B9D1E-141F-4EB5-8119-02803E2435D5}">
      <dgm:prSet phldrT="[文本]" custT="1"/>
      <dgm:spPr/>
      <dgm:t>
        <a:bodyPr/>
        <a:lstStyle/>
        <a:p>
          <a:r>
            <a:rPr lang="zh-CN" altLang="en-US" sz="1800" dirty="0" smtClean="0">
              <a:latin typeface="黑体" panose="02010609060101010101" pitchFamily="49" charset="-122"/>
              <a:ea typeface="黑体" panose="02010609060101010101" pitchFamily="49" charset="-122"/>
            </a:rPr>
            <a:t>结构要求</a:t>
          </a:r>
          <a:endParaRPr lang="zh-CN" altLang="en-US" sz="1800" dirty="0">
            <a:latin typeface="黑体" panose="02010609060101010101" pitchFamily="49" charset="-122"/>
            <a:ea typeface="黑体" panose="02010609060101010101" pitchFamily="49" charset="-122"/>
          </a:endParaRPr>
        </a:p>
      </dgm:t>
    </dgm:pt>
    <dgm:pt modelId="{AD21F4B1-A75F-4C74-BD67-2F2AFCFFBB40}" type="parTrans" cxnId="{05319DF9-FFA7-4D88-A0FA-96EC0592193B}">
      <dgm:prSet custT="1"/>
      <dgm:spPr/>
      <dgm:t>
        <a:bodyPr/>
        <a:lstStyle/>
        <a:p>
          <a:endParaRPr lang="zh-CN" altLang="en-US" sz="1800">
            <a:latin typeface="黑体" panose="02010609060101010101" pitchFamily="49" charset="-122"/>
            <a:ea typeface="黑体" panose="02010609060101010101" pitchFamily="49" charset="-122"/>
          </a:endParaRPr>
        </a:p>
      </dgm:t>
    </dgm:pt>
    <dgm:pt modelId="{0E89C744-E80C-48E6-AEE0-71F04DD14526}" type="sibTrans" cxnId="{05319DF9-FFA7-4D88-A0FA-96EC0592193B}">
      <dgm:prSet/>
      <dgm:spPr/>
      <dgm:t>
        <a:bodyPr/>
        <a:lstStyle/>
        <a:p>
          <a:endParaRPr lang="zh-CN" altLang="en-US" sz="1800">
            <a:latin typeface="黑体" panose="02010609060101010101" pitchFamily="49" charset="-122"/>
            <a:ea typeface="黑体" panose="02010609060101010101" pitchFamily="49" charset="-122"/>
          </a:endParaRPr>
        </a:p>
      </dgm:t>
    </dgm:pt>
    <dgm:pt modelId="{DA110AA8-98B1-4589-951B-EBC40A6F0E31}">
      <dgm:prSet phldrT="[文本]" custT="1"/>
      <dgm:spPr/>
      <dgm:t>
        <a:bodyPr/>
        <a:lstStyle/>
        <a:p>
          <a:r>
            <a:rPr lang="zh-CN" altLang="en-US" sz="1800" dirty="0" smtClean="0">
              <a:latin typeface="黑体" panose="02010609060101010101" pitchFamily="49" charset="-122"/>
              <a:ea typeface="黑体" panose="02010609060101010101" pitchFamily="49" charset="-122"/>
            </a:rPr>
            <a:t>功能要求</a:t>
          </a:r>
          <a:endParaRPr lang="zh-CN" altLang="en-US" sz="1800" dirty="0">
            <a:latin typeface="黑体" panose="02010609060101010101" pitchFamily="49" charset="-122"/>
            <a:ea typeface="黑体" panose="02010609060101010101" pitchFamily="49" charset="-122"/>
          </a:endParaRPr>
        </a:p>
      </dgm:t>
    </dgm:pt>
    <dgm:pt modelId="{B0B8908A-24E4-4CDA-AC91-07EFB31ABE29}" type="parTrans" cxnId="{69D564D6-C2A3-4682-864E-9BCC08747863}">
      <dgm:prSet custT="1"/>
      <dgm:spPr/>
      <dgm:t>
        <a:bodyPr/>
        <a:lstStyle/>
        <a:p>
          <a:endParaRPr lang="zh-CN" altLang="en-US" sz="1800">
            <a:latin typeface="黑体" panose="02010609060101010101" pitchFamily="49" charset="-122"/>
            <a:ea typeface="黑体" panose="02010609060101010101" pitchFamily="49" charset="-122"/>
          </a:endParaRPr>
        </a:p>
      </dgm:t>
    </dgm:pt>
    <dgm:pt modelId="{32AC7244-8286-4E60-9A92-408D83D568CC}" type="sibTrans" cxnId="{69D564D6-C2A3-4682-864E-9BCC08747863}">
      <dgm:prSet/>
      <dgm:spPr/>
      <dgm:t>
        <a:bodyPr/>
        <a:lstStyle/>
        <a:p>
          <a:endParaRPr lang="zh-CN" altLang="en-US" sz="1800">
            <a:latin typeface="黑体" panose="02010609060101010101" pitchFamily="49" charset="-122"/>
            <a:ea typeface="黑体" panose="02010609060101010101" pitchFamily="49" charset="-122"/>
          </a:endParaRPr>
        </a:p>
      </dgm:t>
    </dgm:pt>
    <dgm:pt modelId="{0C39EB44-FCEB-4BF1-8FB6-9EE58ADACC41}">
      <dgm:prSet phldrT="[文本]" custT="1"/>
      <dgm:spPr/>
      <dgm:t>
        <a:bodyPr/>
        <a:lstStyle/>
        <a:p>
          <a:r>
            <a:rPr lang="zh-CN" altLang="en-US" sz="1800" dirty="0" smtClean="0">
              <a:latin typeface="黑体" panose="02010609060101010101" pitchFamily="49" charset="-122"/>
              <a:ea typeface="黑体" panose="02010609060101010101" pitchFamily="49" charset="-122"/>
            </a:rPr>
            <a:t>计量管理要求</a:t>
          </a:r>
          <a:endParaRPr lang="zh-CN" altLang="en-US" sz="1800" dirty="0">
            <a:latin typeface="黑体" panose="02010609060101010101" pitchFamily="49" charset="-122"/>
            <a:ea typeface="黑体" panose="02010609060101010101" pitchFamily="49" charset="-122"/>
          </a:endParaRPr>
        </a:p>
      </dgm:t>
    </dgm:pt>
    <dgm:pt modelId="{F2B6F8E5-481B-4F6E-864E-F53F7E7A64AB}" type="parTrans" cxnId="{5D6D724A-6C21-494B-993C-A00BE1032FA3}">
      <dgm:prSet custT="1"/>
      <dgm:spPr/>
      <dgm:t>
        <a:bodyPr/>
        <a:lstStyle/>
        <a:p>
          <a:endParaRPr lang="zh-CN" altLang="en-US" sz="1800">
            <a:latin typeface="黑体" panose="02010609060101010101" pitchFamily="49" charset="-122"/>
            <a:ea typeface="黑体" panose="02010609060101010101" pitchFamily="49" charset="-122"/>
          </a:endParaRPr>
        </a:p>
      </dgm:t>
    </dgm:pt>
    <dgm:pt modelId="{F969CBF3-1378-4AB8-B920-9E67CE870E39}" type="sibTrans" cxnId="{5D6D724A-6C21-494B-993C-A00BE1032FA3}">
      <dgm:prSet/>
      <dgm:spPr/>
      <dgm:t>
        <a:bodyPr/>
        <a:lstStyle/>
        <a:p>
          <a:endParaRPr lang="zh-CN" altLang="en-US" sz="1800">
            <a:latin typeface="黑体" panose="02010609060101010101" pitchFamily="49" charset="-122"/>
            <a:ea typeface="黑体" panose="02010609060101010101" pitchFamily="49" charset="-122"/>
          </a:endParaRPr>
        </a:p>
      </dgm:t>
    </dgm:pt>
    <dgm:pt modelId="{410F792E-E8F6-4BF5-A43A-64E2998A12FB}">
      <dgm:prSet phldrT="[文本]" custT="1"/>
      <dgm:spPr/>
      <dgm:t>
        <a:bodyPr/>
        <a:lstStyle/>
        <a:p>
          <a:r>
            <a:rPr lang="zh-CN" altLang="en-US" sz="1800" dirty="0" smtClean="0">
              <a:latin typeface="黑体" panose="02010609060101010101" pitchFamily="49" charset="-122"/>
              <a:ea typeface="黑体" panose="02010609060101010101" pitchFamily="49" charset="-122"/>
            </a:rPr>
            <a:t>铭牌和标记</a:t>
          </a:r>
          <a:endParaRPr lang="zh-CN" altLang="en-US" sz="1800" dirty="0">
            <a:latin typeface="黑体" panose="02010609060101010101" pitchFamily="49" charset="-122"/>
            <a:ea typeface="黑体" panose="02010609060101010101" pitchFamily="49" charset="-122"/>
          </a:endParaRPr>
        </a:p>
      </dgm:t>
    </dgm:pt>
    <dgm:pt modelId="{E454D6F8-7879-4AFF-8E18-129AC1C8C039}" type="parTrans" cxnId="{4321C1D8-794A-4825-B2DF-DE063DB43B7F}">
      <dgm:prSet custT="1"/>
      <dgm:spPr/>
      <dgm:t>
        <a:bodyPr/>
        <a:lstStyle/>
        <a:p>
          <a:endParaRPr lang="zh-CN" altLang="en-US" sz="1800"/>
        </a:p>
      </dgm:t>
    </dgm:pt>
    <dgm:pt modelId="{E5A0BDFD-D089-43E5-8349-F49AF17A0A5D}" type="sibTrans" cxnId="{4321C1D8-794A-4825-B2DF-DE063DB43B7F}">
      <dgm:prSet/>
      <dgm:spPr/>
      <dgm:t>
        <a:bodyPr/>
        <a:lstStyle/>
        <a:p>
          <a:endParaRPr lang="zh-CN" altLang="en-US" sz="1800"/>
        </a:p>
      </dgm:t>
    </dgm:pt>
    <dgm:pt modelId="{24FFD972-8FE0-4BF5-8BF3-2F19883F7AC6}">
      <dgm:prSet phldrT="[文本]" custT="1"/>
      <dgm:spPr/>
      <dgm:t>
        <a:bodyPr/>
        <a:lstStyle/>
        <a:p>
          <a:r>
            <a:rPr lang="zh-CN" altLang="en-US" sz="1800" dirty="0" smtClean="0">
              <a:latin typeface="黑体" panose="02010609060101010101" pitchFamily="49" charset="-122"/>
              <a:ea typeface="黑体" panose="02010609060101010101" pitchFamily="49" charset="-122"/>
            </a:rPr>
            <a:t>保护和铅封</a:t>
          </a:r>
          <a:endParaRPr lang="zh-CN" altLang="en-US" sz="1800" dirty="0">
            <a:latin typeface="黑体" panose="02010609060101010101" pitchFamily="49" charset="-122"/>
            <a:ea typeface="黑体" panose="02010609060101010101" pitchFamily="49" charset="-122"/>
          </a:endParaRPr>
        </a:p>
      </dgm:t>
    </dgm:pt>
    <dgm:pt modelId="{5E39298D-9D54-49D0-8B90-E6AACB55C2AB}" type="parTrans" cxnId="{88DD4743-F6A3-43D4-9CE4-203255A11D7A}">
      <dgm:prSet custT="1"/>
      <dgm:spPr/>
      <dgm:t>
        <a:bodyPr/>
        <a:lstStyle/>
        <a:p>
          <a:endParaRPr lang="zh-CN" altLang="en-US" sz="1800"/>
        </a:p>
      </dgm:t>
    </dgm:pt>
    <dgm:pt modelId="{954F1BD9-BF83-4FC8-BEB4-E228950D3CA6}" type="sibTrans" cxnId="{88DD4743-F6A3-43D4-9CE4-203255A11D7A}">
      <dgm:prSet/>
      <dgm:spPr/>
      <dgm:t>
        <a:bodyPr/>
        <a:lstStyle/>
        <a:p>
          <a:endParaRPr lang="zh-CN" altLang="en-US" sz="1800"/>
        </a:p>
      </dgm:t>
    </dgm:pt>
    <dgm:pt modelId="{E202A213-2CA7-42FC-96AF-671A6CFAD5D8}">
      <dgm:prSet phldrT="[文本]" custT="1"/>
      <dgm:spPr/>
      <dgm:t>
        <a:bodyPr/>
        <a:lstStyle/>
        <a:p>
          <a:r>
            <a:rPr lang="zh-CN" altLang="en-US" sz="1800" dirty="0" smtClean="0">
              <a:latin typeface="黑体" panose="02010609060101010101" pitchFamily="49" charset="-122"/>
              <a:ea typeface="黑体" panose="02010609060101010101" pitchFamily="49" charset="-122"/>
            </a:rPr>
            <a:t>检定和测试</a:t>
          </a:r>
          <a:endParaRPr lang="zh-CN" altLang="en-US" sz="1800" dirty="0">
            <a:latin typeface="黑体" panose="02010609060101010101" pitchFamily="49" charset="-122"/>
            <a:ea typeface="黑体" panose="02010609060101010101" pitchFamily="49" charset="-122"/>
          </a:endParaRPr>
        </a:p>
      </dgm:t>
    </dgm:pt>
    <dgm:pt modelId="{5848A4BE-4618-44A8-AA84-96306A18B220}" type="parTrans" cxnId="{08F4E6AB-3FBC-4E9C-95C1-36172EEC994C}">
      <dgm:prSet custT="1"/>
      <dgm:spPr/>
      <dgm:t>
        <a:bodyPr/>
        <a:lstStyle/>
        <a:p>
          <a:endParaRPr lang="zh-CN" altLang="en-US" sz="1800"/>
        </a:p>
      </dgm:t>
    </dgm:pt>
    <dgm:pt modelId="{0BD80C29-D9C6-49DB-992A-9EDFBBE84351}" type="sibTrans" cxnId="{08F4E6AB-3FBC-4E9C-95C1-36172EEC994C}">
      <dgm:prSet/>
      <dgm:spPr/>
      <dgm:t>
        <a:bodyPr/>
        <a:lstStyle/>
        <a:p>
          <a:endParaRPr lang="zh-CN" altLang="en-US" sz="1800"/>
        </a:p>
      </dgm:t>
    </dgm:pt>
    <dgm:pt modelId="{75CD090B-7E11-4F3B-AE93-3C79C45B7550}">
      <dgm:prSet/>
      <dgm:spPr/>
      <dgm:t>
        <a:bodyPr/>
        <a:lstStyle/>
        <a:p>
          <a:r>
            <a:rPr lang="en-US" altLang="zh-CN" dirty="0" smtClean="0"/>
            <a:t>……</a:t>
          </a:r>
          <a:endParaRPr lang="zh-CN" altLang="en-US" dirty="0"/>
        </a:p>
      </dgm:t>
    </dgm:pt>
    <dgm:pt modelId="{8893F08E-3BF9-4BCB-AD21-B5ECEA267D7B}" type="parTrans" cxnId="{2C09C30D-2C56-4392-928F-74F7AD985D59}">
      <dgm:prSet/>
      <dgm:spPr/>
      <dgm:t>
        <a:bodyPr/>
        <a:lstStyle/>
        <a:p>
          <a:endParaRPr lang="zh-CN" altLang="en-US"/>
        </a:p>
      </dgm:t>
    </dgm:pt>
    <dgm:pt modelId="{ADB61CD7-F867-4A98-A4CB-7278FB28CDF1}" type="sibTrans" cxnId="{2C09C30D-2C56-4392-928F-74F7AD985D59}">
      <dgm:prSet/>
      <dgm:spPr/>
      <dgm:t>
        <a:bodyPr/>
        <a:lstStyle/>
        <a:p>
          <a:endParaRPr lang="zh-CN" altLang="en-US"/>
        </a:p>
      </dgm:t>
    </dgm:pt>
    <dgm:pt modelId="{47595558-A6B6-4573-8460-1A563D682B09}">
      <dgm:prSet/>
      <dgm:spPr/>
      <dgm:t>
        <a:bodyPr/>
        <a:lstStyle/>
        <a:p>
          <a:r>
            <a:rPr lang="en-US" altLang="zh-CN" dirty="0" smtClean="0"/>
            <a:t>……</a:t>
          </a:r>
          <a:endParaRPr lang="zh-CN" altLang="en-US" dirty="0"/>
        </a:p>
      </dgm:t>
    </dgm:pt>
    <dgm:pt modelId="{C4DD826A-23D3-4832-9EBA-BFEE49A4655B}" type="parTrans" cxnId="{9C87C399-FCFC-4724-8BD5-5A985544E66A}">
      <dgm:prSet/>
      <dgm:spPr/>
      <dgm:t>
        <a:bodyPr/>
        <a:lstStyle/>
        <a:p>
          <a:endParaRPr lang="zh-CN" altLang="en-US"/>
        </a:p>
      </dgm:t>
    </dgm:pt>
    <dgm:pt modelId="{FBB6754D-6CF6-411D-912D-5BEF7E1B1429}" type="sibTrans" cxnId="{9C87C399-FCFC-4724-8BD5-5A985544E66A}">
      <dgm:prSet/>
      <dgm:spPr/>
      <dgm:t>
        <a:bodyPr/>
        <a:lstStyle/>
        <a:p>
          <a:endParaRPr lang="zh-CN" altLang="en-US"/>
        </a:p>
      </dgm:t>
    </dgm:pt>
    <dgm:pt modelId="{8ED5BE33-13A1-4C63-8DD2-61A557431BBF}" type="pres">
      <dgm:prSet presAssocID="{543100BA-4E32-4163-ACCD-15F09AF72475}" presName="Name0" presStyleCnt="0">
        <dgm:presLayoutVars>
          <dgm:chPref val="1"/>
          <dgm:dir/>
          <dgm:animOne val="branch"/>
          <dgm:animLvl val="lvl"/>
          <dgm:resizeHandles val="exact"/>
        </dgm:presLayoutVars>
      </dgm:prSet>
      <dgm:spPr/>
      <dgm:t>
        <a:bodyPr/>
        <a:lstStyle/>
        <a:p>
          <a:endParaRPr lang="zh-CN" altLang="en-US"/>
        </a:p>
      </dgm:t>
    </dgm:pt>
    <dgm:pt modelId="{E15EE167-A630-4853-82B1-8FDFF8802675}" type="pres">
      <dgm:prSet presAssocID="{EEDE078A-7CD1-4C59-908E-C528CD58E2C9}" presName="root1" presStyleCnt="0"/>
      <dgm:spPr/>
    </dgm:pt>
    <dgm:pt modelId="{85FB80DE-8B37-4336-A44A-F43F8D3509AF}" type="pres">
      <dgm:prSet presAssocID="{EEDE078A-7CD1-4C59-908E-C528CD58E2C9}" presName="LevelOneTextNode" presStyleLbl="node0" presStyleIdx="0" presStyleCnt="1" custScaleX="124570" custScaleY="59357" custLinFactX="-100000" custLinFactNeighborX="-148002" custLinFactNeighborY="0">
        <dgm:presLayoutVars>
          <dgm:chPref val="3"/>
        </dgm:presLayoutVars>
      </dgm:prSet>
      <dgm:spPr/>
      <dgm:t>
        <a:bodyPr/>
        <a:lstStyle/>
        <a:p>
          <a:endParaRPr lang="zh-CN" altLang="en-US"/>
        </a:p>
      </dgm:t>
    </dgm:pt>
    <dgm:pt modelId="{8261BC76-A1DD-48DC-853C-DEAAD3E7132A}" type="pres">
      <dgm:prSet presAssocID="{EEDE078A-7CD1-4C59-908E-C528CD58E2C9}" presName="level2hierChild" presStyleCnt="0"/>
      <dgm:spPr/>
    </dgm:pt>
    <dgm:pt modelId="{82C5C055-D319-4BE2-B519-6CF8747F9F68}" type="pres">
      <dgm:prSet presAssocID="{AD21F4B1-A75F-4C74-BD67-2F2AFCFFBB40}" presName="conn2-1" presStyleLbl="parChTrans1D2" presStyleIdx="0" presStyleCnt="3"/>
      <dgm:spPr/>
      <dgm:t>
        <a:bodyPr/>
        <a:lstStyle/>
        <a:p>
          <a:endParaRPr lang="zh-CN" altLang="en-US"/>
        </a:p>
      </dgm:t>
    </dgm:pt>
    <dgm:pt modelId="{577D1327-AA59-43BB-90C3-9BD2D20E84B7}" type="pres">
      <dgm:prSet presAssocID="{AD21F4B1-A75F-4C74-BD67-2F2AFCFFBB40}" presName="connTx" presStyleLbl="parChTrans1D2" presStyleIdx="0" presStyleCnt="3"/>
      <dgm:spPr/>
      <dgm:t>
        <a:bodyPr/>
        <a:lstStyle/>
        <a:p>
          <a:endParaRPr lang="zh-CN" altLang="en-US"/>
        </a:p>
      </dgm:t>
    </dgm:pt>
    <dgm:pt modelId="{3675F15D-146E-404E-840A-30123F8F2C6A}" type="pres">
      <dgm:prSet presAssocID="{814B9D1E-141F-4EB5-8119-02803E2435D5}" presName="root2" presStyleCnt="0"/>
      <dgm:spPr/>
    </dgm:pt>
    <dgm:pt modelId="{02E8D0B0-2FD4-427F-ABCF-45F42C79A566}" type="pres">
      <dgm:prSet presAssocID="{814B9D1E-141F-4EB5-8119-02803E2435D5}" presName="LevelTwoTextNode" presStyleLbl="node2" presStyleIdx="0" presStyleCnt="3" custScaleX="188936">
        <dgm:presLayoutVars>
          <dgm:chPref val="3"/>
        </dgm:presLayoutVars>
      </dgm:prSet>
      <dgm:spPr/>
      <dgm:t>
        <a:bodyPr/>
        <a:lstStyle/>
        <a:p>
          <a:endParaRPr lang="zh-CN" altLang="en-US"/>
        </a:p>
      </dgm:t>
    </dgm:pt>
    <dgm:pt modelId="{DDEFE796-4643-4AD6-A795-224152F1D8FE}" type="pres">
      <dgm:prSet presAssocID="{814B9D1E-141F-4EB5-8119-02803E2435D5}" presName="level3hierChild" presStyleCnt="0"/>
      <dgm:spPr/>
    </dgm:pt>
    <dgm:pt modelId="{16FB6C4B-9018-4168-A4C2-932CA5682FDF}" type="pres">
      <dgm:prSet presAssocID="{C4DD826A-23D3-4832-9EBA-BFEE49A4655B}" presName="conn2-1" presStyleLbl="parChTrans1D3" presStyleIdx="0" presStyleCnt="5"/>
      <dgm:spPr/>
      <dgm:t>
        <a:bodyPr/>
        <a:lstStyle/>
        <a:p>
          <a:endParaRPr lang="zh-CN" altLang="en-US"/>
        </a:p>
      </dgm:t>
    </dgm:pt>
    <dgm:pt modelId="{9DF97F0D-EE4C-4A62-8FA2-F2B929DAB6DA}" type="pres">
      <dgm:prSet presAssocID="{C4DD826A-23D3-4832-9EBA-BFEE49A4655B}" presName="connTx" presStyleLbl="parChTrans1D3" presStyleIdx="0" presStyleCnt="5"/>
      <dgm:spPr/>
      <dgm:t>
        <a:bodyPr/>
        <a:lstStyle/>
        <a:p>
          <a:endParaRPr lang="zh-CN" altLang="en-US"/>
        </a:p>
      </dgm:t>
    </dgm:pt>
    <dgm:pt modelId="{786D8627-513F-4854-AB55-3E4BA4959F4B}" type="pres">
      <dgm:prSet presAssocID="{47595558-A6B6-4573-8460-1A563D682B09}" presName="root2" presStyleCnt="0"/>
      <dgm:spPr/>
    </dgm:pt>
    <dgm:pt modelId="{215077D3-F93B-4EED-8A39-8E1A1D47DDBF}" type="pres">
      <dgm:prSet presAssocID="{47595558-A6B6-4573-8460-1A563D682B09}" presName="LevelTwoTextNode" presStyleLbl="node3" presStyleIdx="0" presStyleCnt="5" custScaleX="135276">
        <dgm:presLayoutVars>
          <dgm:chPref val="3"/>
        </dgm:presLayoutVars>
      </dgm:prSet>
      <dgm:spPr/>
      <dgm:t>
        <a:bodyPr/>
        <a:lstStyle/>
        <a:p>
          <a:endParaRPr lang="zh-CN" altLang="en-US"/>
        </a:p>
      </dgm:t>
    </dgm:pt>
    <dgm:pt modelId="{0E3399F3-7E52-40EA-BD03-E31FCCF6B2B3}" type="pres">
      <dgm:prSet presAssocID="{47595558-A6B6-4573-8460-1A563D682B09}" presName="level3hierChild" presStyleCnt="0"/>
      <dgm:spPr/>
    </dgm:pt>
    <dgm:pt modelId="{191CEE28-C734-4704-89EB-4A97C53AB34E}" type="pres">
      <dgm:prSet presAssocID="{B0B8908A-24E4-4CDA-AC91-07EFB31ABE29}" presName="conn2-1" presStyleLbl="parChTrans1D2" presStyleIdx="1" presStyleCnt="3"/>
      <dgm:spPr/>
      <dgm:t>
        <a:bodyPr/>
        <a:lstStyle/>
        <a:p>
          <a:endParaRPr lang="zh-CN" altLang="en-US"/>
        </a:p>
      </dgm:t>
    </dgm:pt>
    <dgm:pt modelId="{2F6B06DC-7540-4EB9-9164-A7FC4A8A11AF}" type="pres">
      <dgm:prSet presAssocID="{B0B8908A-24E4-4CDA-AC91-07EFB31ABE29}" presName="connTx" presStyleLbl="parChTrans1D2" presStyleIdx="1" presStyleCnt="3"/>
      <dgm:spPr/>
      <dgm:t>
        <a:bodyPr/>
        <a:lstStyle/>
        <a:p>
          <a:endParaRPr lang="zh-CN" altLang="en-US"/>
        </a:p>
      </dgm:t>
    </dgm:pt>
    <dgm:pt modelId="{9704F038-A66F-46DB-A179-0D7AAABD045F}" type="pres">
      <dgm:prSet presAssocID="{DA110AA8-98B1-4589-951B-EBC40A6F0E31}" presName="root2" presStyleCnt="0"/>
      <dgm:spPr/>
    </dgm:pt>
    <dgm:pt modelId="{38F0603F-4C12-4277-A298-CE8CED5A1D93}" type="pres">
      <dgm:prSet presAssocID="{DA110AA8-98B1-4589-951B-EBC40A6F0E31}" presName="LevelTwoTextNode" presStyleLbl="node2" presStyleIdx="1" presStyleCnt="3" custScaleX="188936">
        <dgm:presLayoutVars>
          <dgm:chPref val="3"/>
        </dgm:presLayoutVars>
      </dgm:prSet>
      <dgm:spPr/>
      <dgm:t>
        <a:bodyPr/>
        <a:lstStyle/>
        <a:p>
          <a:endParaRPr lang="zh-CN" altLang="en-US"/>
        </a:p>
      </dgm:t>
    </dgm:pt>
    <dgm:pt modelId="{868DF871-55E0-48E1-90D5-80521BAD14C0}" type="pres">
      <dgm:prSet presAssocID="{DA110AA8-98B1-4589-951B-EBC40A6F0E31}" presName="level3hierChild" presStyleCnt="0"/>
      <dgm:spPr/>
    </dgm:pt>
    <dgm:pt modelId="{657F40A6-2640-4A18-B1AB-23946D5FCE5C}" type="pres">
      <dgm:prSet presAssocID="{8893F08E-3BF9-4BCB-AD21-B5ECEA267D7B}" presName="conn2-1" presStyleLbl="parChTrans1D3" presStyleIdx="1" presStyleCnt="5"/>
      <dgm:spPr/>
      <dgm:t>
        <a:bodyPr/>
        <a:lstStyle/>
        <a:p>
          <a:endParaRPr lang="zh-CN" altLang="en-US"/>
        </a:p>
      </dgm:t>
    </dgm:pt>
    <dgm:pt modelId="{673A0D42-1148-46AE-9493-1FD513B39084}" type="pres">
      <dgm:prSet presAssocID="{8893F08E-3BF9-4BCB-AD21-B5ECEA267D7B}" presName="connTx" presStyleLbl="parChTrans1D3" presStyleIdx="1" presStyleCnt="5"/>
      <dgm:spPr/>
      <dgm:t>
        <a:bodyPr/>
        <a:lstStyle/>
        <a:p>
          <a:endParaRPr lang="zh-CN" altLang="en-US"/>
        </a:p>
      </dgm:t>
    </dgm:pt>
    <dgm:pt modelId="{4A56EE00-0B99-45AD-9B7B-B61BA17E1F7A}" type="pres">
      <dgm:prSet presAssocID="{75CD090B-7E11-4F3B-AE93-3C79C45B7550}" presName="root2" presStyleCnt="0"/>
      <dgm:spPr/>
    </dgm:pt>
    <dgm:pt modelId="{23656FEE-E712-42B4-B54B-D5E4D4B34C9E}" type="pres">
      <dgm:prSet presAssocID="{75CD090B-7E11-4F3B-AE93-3C79C45B7550}" presName="LevelTwoTextNode" presStyleLbl="node3" presStyleIdx="1" presStyleCnt="5" custScaleX="138497">
        <dgm:presLayoutVars>
          <dgm:chPref val="3"/>
        </dgm:presLayoutVars>
      </dgm:prSet>
      <dgm:spPr/>
      <dgm:t>
        <a:bodyPr/>
        <a:lstStyle/>
        <a:p>
          <a:endParaRPr lang="zh-CN" altLang="en-US"/>
        </a:p>
      </dgm:t>
    </dgm:pt>
    <dgm:pt modelId="{3063C51E-BE45-44C2-94EE-D841620C7958}" type="pres">
      <dgm:prSet presAssocID="{75CD090B-7E11-4F3B-AE93-3C79C45B7550}" presName="level3hierChild" presStyleCnt="0"/>
      <dgm:spPr/>
    </dgm:pt>
    <dgm:pt modelId="{722EFB43-A0B1-4D38-95DB-BBC84773413C}" type="pres">
      <dgm:prSet presAssocID="{F2B6F8E5-481B-4F6E-864E-F53F7E7A64AB}" presName="conn2-1" presStyleLbl="parChTrans1D2" presStyleIdx="2" presStyleCnt="3"/>
      <dgm:spPr/>
      <dgm:t>
        <a:bodyPr/>
        <a:lstStyle/>
        <a:p>
          <a:endParaRPr lang="zh-CN" altLang="en-US"/>
        </a:p>
      </dgm:t>
    </dgm:pt>
    <dgm:pt modelId="{DC735365-F0B1-48A7-84B2-2D0A9AF6BF0A}" type="pres">
      <dgm:prSet presAssocID="{F2B6F8E5-481B-4F6E-864E-F53F7E7A64AB}" presName="connTx" presStyleLbl="parChTrans1D2" presStyleIdx="2" presStyleCnt="3"/>
      <dgm:spPr/>
      <dgm:t>
        <a:bodyPr/>
        <a:lstStyle/>
        <a:p>
          <a:endParaRPr lang="zh-CN" altLang="en-US"/>
        </a:p>
      </dgm:t>
    </dgm:pt>
    <dgm:pt modelId="{D5079CF1-716F-4295-AE5D-38F65910BA96}" type="pres">
      <dgm:prSet presAssocID="{0C39EB44-FCEB-4BF1-8FB6-9EE58ADACC41}" presName="root2" presStyleCnt="0"/>
      <dgm:spPr/>
    </dgm:pt>
    <dgm:pt modelId="{B22AC4F9-1FCE-45EA-A991-1259367727FE}" type="pres">
      <dgm:prSet presAssocID="{0C39EB44-FCEB-4BF1-8FB6-9EE58ADACC41}" presName="LevelTwoTextNode" presStyleLbl="node2" presStyleIdx="2" presStyleCnt="3" custScaleX="188936">
        <dgm:presLayoutVars>
          <dgm:chPref val="3"/>
        </dgm:presLayoutVars>
      </dgm:prSet>
      <dgm:spPr/>
      <dgm:t>
        <a:bodyPr/>
        <a:lstStyle/>
        <a:p>
          <a:endParaRPr lang="zh-CN" altLang="en-US"/>
        </a:p>
      </dgm:t>
    </dgm:pt>
    <dgm:pt modelId="{30E0D91F-3182-4524-BCD1-F692B6262BD3}" type="pres">
      <dgm:prSet presAssocID="{0C39EB44-FCEB-4BF1-8FB6-9EE58ADACC41}" presName="level3hierChild" presStyleCnt="0"/>
      <dgm:spPr/>
    </dgm:pt>
    <dgm:pt modelId="{76F49445-40E7-4F3F-9FAE-D2B3D86FAA2F}" type="pres">
      <dgm:prSet presAssocID="{E454D6F8-7879-4AFF-8E18-129AC1C8C039}" presName="conn2-1" presStyleLbl="parChTrans1D3" presStyleIdx="2" presStyleCnt="5"/>
      <dgm:spPr/>
      <dgm:t>
        <a:bodyPr/>
        <a:lstStyle/>
        <a:p>
          <a:endParaRPr lang="zh-CN" altLang="en-US"/>
        </a:p>
      </dgm:t>
    </dgm:pt>
    <dgm:pt modelId="{3D0A47CB-BF98-4074-8CC2-4997D8C1FBAC}" type="pres">
      <dgm:prSet presAssocID="{E454D6F8-7879-4AFF-8E18-129AC1C8C039}" presName="connTx" presStyleLbl="parChTrans1D3" presStyleIdx="2" presStyleCnt="5"/>
      <dgm:spPr/>
      <dgm:t>
        <a:bodyPr/>
        <a:lstStyle/>
        <a:p>
          <a:endParaRPr lang="zh-CN" altLang="en-US"/>
        </a:p>
      </dgm:t>
    </dgm:pt>
    <dgm:pt modelId="{3F5A44A2-703C-4663-A22B-3EEF788505F8}" type="pres">
      <dgm:prSet presAssocID="{410F792E-E8F6-4BF5-A43A-64E2998A12FB}" presName="root2" presStyleCnt="0"/>
      <dgm:spPr/>
    </dgm:pt>
    <dgm:pt modelId="{1BF27A76-4121-4F33-A5F3-D8E7C4C9749F}" type="pres">
      <dgm:prSet presAssocID="{410F792E-E8F6-4BF5-A43A-64E2998A12FB}" presName="LevelTwoTextNode" presStyleLbl="node3" presStyleIdx="2" presStyleCnt="5" custScaleX="141365">
        <dgm:presLayoutVars>
          <dgm:chPref val="3"/>
        </dgm:presLayoutVars>
      </dgm:prSet>
      <dgm:spPr/>
      <dgm:t>
        <a:bodyPr/>
        <a:lstStyle/>
        <a:p>
          <a:endParaRPr lang="zh-CN" altLang="en-US"/>
        </a:p>
      </dgm:t>
    </dgm:pt>
    <dgm:pt modelId="{8B137543-2247-4C72-80EA-4E9A8CF4AD6C}" type="pres">
      <dgm:prSet presAssocID="{410F792E-E8F6-4BF5-A43A-64E2998A12FB}" presName="level3hierChild" presStyleCnt="0"/>
      <dgm:spPr/>
    </dgm:pt>
    <dgm:pt modelId="{95E6B0FC-E749-40C6-9EE3-ACAF422E5217}" type="pres">
      <dgm:prSet presAssocID="{5E39298D-9D54-49D0-8B90-E6AACB55C2AB}" presName="conn2-1" presStyleLbl="parChTrans1D3" presStyleIdx="3" presStyleCnt="5"/>
      <dgm:spPr/>
      <dgm:t>
        <a:bodyPr/>
        <a:lstStyle/>
        <a:p>
          <a:endParaRPr lang="zh-CN" altLang="en-US"/>
        </a:p>
      </dgm:t>
    </dgm:pt>
    <dgm:pt modelId="{10212C9A-182B-4654-9CD9-EA04F09C3CD3}" type="pres">
      <dgm:prSet presAssocID="{5E39298D-9D54-49D0-8B90-E6AACB55C2AB}" presName="connTx" presStyleLbl="parChTrans1D3" presStyleIdx="3" presStyleCnt="5"/>
      <dgm:spPr/>
      <dgm:t>
        <a:bodyPr/>
        <a:lstStyle/>
        <a:p>
          <a:endParaRPr lang="zh-CN" altLang="en-US"/>
        </a:p>
      </dgm:t>
    </dgm:pt>
    <dgm:pt modelId="{4475C970-0D8A-4D62-BC08-62A659A84C02}" type="pres">
      <dgm:prSet presAssocID="{24FFD972-8FE0-4BF5-8BF3-2F19883F7AC6}" presName="root2" presStyleCnt="0"/>
      <dgm:spPr/>
    </dgm:pt>
    <dgm:pt modelId="{8323D1ED-A949-442A-9535-F8097FC982D9}" type="pres">
      <dgm:prSet presAssocID="{24FFD972-8FE0-4BF5-8BF3-2F19883F7AC6}" presName="LevelTwoTextNode" presStyleLbl="node3" presStyleIdx="3" presStyleCnt="5" custScaleX="141365">
        <dgm:presLayoutVars>
          <dgm:chPref val="3"/>
        </dgm:presLayoutVars>
      </dgm:prSet>
      <dgm:spPr/>
      <dgm:t>
        <a:bodyPr/>
        <a:lstStyle/>
        <a:p>
          <a:endParaRPr lang="zh-CN" altLang="en-US"/>
        </a:p>
      </dgm:t>
    </dgm:pt>
    <dgm:pt modelId="{76F8B7F6-113A-4BC1-93C8-CAAC255A856C}" type="pres">
      <dgm:prSet presAssocID="{24FFD972-8FE0-4BF5-8BF3-2F19883F7AC6}" presName="level3hierChild" presStyleCnt="0"/>
      <dgm:spPr/>
    </dgm:pt>
    <dgm:pt modelId="{361EE4B4-65B3-42AA-A84E-71FB5F7A5D81}" type="pres">
      <dgm:prSet presAssocID="{5848A4BE-4618-44A8-AA84-96306A18B220}" presName="conn2-1" presStyleLbl="parChTrans1D3" presStyleIdx="4" presStyleCnt="5"/>
      <dgm:spPr/>
      <dgm:t>
        <a:bodyPr/>
        <a:lstStyle/>
        <a:p>
          <a:endParaRPr lang="zh-CN" altLang="en-US"/>
        </a:p>
      </dgm:t>
    </dgm:pt>
    <dgm:pt modelId="{16AB2E96-BF18-4C65-8D12-FB1A74E02E3A}" type="pres">
      <dgm:prSet presAssocID="{5848A4BE-4618-44A8-AA84-96306A18B220}" presName="connTx" presStyleLbl="parChTrans1D3" presStyleIdx="4" presStyleCnt="5"/>
      <dgm:spPr/>
      <dgm:t>
        <a:bodyPr/>
        <a:lstStyle/>
        <a:p>
          <a:endParaRPr lang="zh-CN" altLang="en-US"/>
        </a:p>
      </dgm:t>
    </dgm:pt>
    <dgm:pt modelId="{2733DC6E-7A7E-4639-BF4F-1A15DA473F5E}" type="pres">
      <dgm:prSet presAssocID="{E202A213-2CA7-42FC-96AF-671A6CFAD5D8}" presName="root2" presStyleCnt="0"/>
      <dgm:spPr/>
    </dgm:pt>
    <dgm:pt modelId="{17BAE81C-D6EB-43F0-9C58-6172416F3648}" type="pres">
      <dgm:prSet presAssocID="{E202A213-2CA7-42FC-96AF-671A6CFAD5D8}" presName="LevelTwoTextNode" presStyleLbl="node3" presStyleIdx="4" presStyleCnt="5" custScaleX="141365">
        <dgm:presLayoutVars>
          <dgm:chPref val="3"/>
        </dgm:presLayoutVars>
      </dgm:prSet>
      <dgm:spPr/>
      <dgm:t>
        <a:bodyPr/>
        <a:lstStyle/>
        <a:p>
          <a:endParaRPr lang="zh-CN" altLang="en-US"/>
        </a:p>
      </dgm:t>
    </dgm:pt>
    <dgm:pt modelId="{14BBD5A0-E5A3-44C4-9363-3BBA27C1BD9B}" type="pres">
      <dgm:prSet presAssocID="{E202A213-2CA7-42FC-96AF-671A6CFAD5D8}" presName="level3hierChild" presStyleCnt="0"/>
      <dgm:spPr/>
    </dgm:pt>
  </dgm:ptLst>
  <dgm:cxnLst>
    <dgm:cxn modelId="{B06B09E0-7303-4670-A424-3F8A35D966B2}" type="presOf" srcId="{C4DD826A-23D3-4832-9EBA-BFEE49A4655B}" destId="{16FB6C4B-9018-4168-A4C2-932CA5682FDF}" srcOrd="0" destOrd="0" presId="urn:microsoft.com/office/officeart/2008/layout/HorizontalMultiLevelHierarchy"/>
    <dgm:cxn modelId="{8DC5DA52-CB77-43E1-9017-E93BB5D1D97A}" type="presOf" srcId="{47595558-A6B6-4573-8460-1A563D682B09}" destId="{215077D3-F93B-4EED-8A39-8E1A1D47DDBF}" srcOrd="0" destOrd="0" presId="urn:microsoft.com/office/officeart/2008/layout/HorizontalMultiLevelHierarchy"/>
    <dgm:cxn modelId="{AAC812CD-D7BE-41B1-8FD0-4E0499DA394A}" type="presOf" srcId="{AD21F4B1-A75F-4C74-BD67-2F2AFCFFBB40}" destId="{82C5C055-D319-4BE2-B519-6CF8747F9F68}" srcOrd="0" destOrd="0" presId="urn:microsoft.com/office/officeart/2008/layout/HorizontalMultiLevelHierarchy"/>
    <dgm:cxn modelId="{2C09C30D-2C56-4392-928F-74F7AD985D59}" srcId="{DA110AA8-98B1-4589-951B-EBC40A6F0E31}" destId="{75CD090B-7E11-4F3B-AE93-3C79C45B7550}" srcOrd="0" destOrd="0" parTransId="{8893F08E-3BF9-4BCB-AD21-B5ECEA267D7B}" sibTransId="{ADB61CD7-F867-4A98-A4CB-7278FB28CDF1}"/>
    <dgm:cxn modelId="{762633E6-484D-420B-B30F-2D94F28A31E3}" type="presOf" srcId="{410F792E-E8F6-4BF5-A43A-64E2998A12FB}" destId="{1BF27A76-4121-4F33-A5F3-D8E7C4C9749F}" srcOrd="0" destOrd="0" presId="urn:microsoft.com/office/officeart/2008/layout/HorizontalMultiLevelHierarchy"/>
    <dgm:cxn modelId="{16518E6C-044D-4274-BD6A-D727BC3D5EDD}" type="presOf" srcId="{0C39EB44-FCEB-4BF1-8FB6-9EE58ADACC41}" destId="{B22AC4F9-1FCE-45EA-A991-1259367727FE}" srcOrd="0" destOrd="0" presId="urn:microsoft.com/office/officeart/2008/layout/HorizontalMultiLevelHierarchy"/>
    <dgm:cxn modelId="{D6B90DE6-954F-4DDB-9C57-26610349B99F}" type="presOf" srcId="{E454D6F8-7879-4AFF-8E18-129AC1C8C039}" destId="{76F49445-40E7-4F3F-9FAE-D2B3D86FAA2F}" srcOrd="0" destOrd="0" presId="urn:microsoft.com/office/officeart/2008/layout/HorizontalMultiLevelHierarchy"/>
    <dgm:cxn modelId="{4CB20671-F6C9-4A1A-A5DE-8F8336511446}" type="presOf" srcId="{F2B6F8E5-481B-4F6E-864E-F53F7E7A64AB}" destId="{DC735365-F0B1-48A7-84B2-2D0A9AF6BF0A}" srcOrd="1" destOrd="0" presId="urn:microsoft.com/office/officeart/2008/layout/HorizontalMultiLevelHierarchy"/>
    <dgm:cxn modelId="{B87F0489-0D9D-4C8C-8B9C-6F9B61E5D92E}" type="presOf" srcId="{AD21F4B1-A75F-4C74-BD67-2F2AFCFFBB40}" destId="{577D1327-AA59-43BB-90C3-9BD2D20E84B7}" srcOrd="1" destOrd="0" presId="urn:microsoft.com/office/officeart/2008/layout/HorizontalMultiLevelHierarchy"/>
    <dgm:cxn modelId="{C07881FC-1A4E-4910-9789-D35FA7CAC558}" type="presOf" srcId="{E454D6F8-7879-4AFF-8E18-129AC1C8C039}" destId="{3D0A47CB-BF98-4074-8CC2-4997D8C1FBAC}" srcOrd="1" destOrd="0" presId="urn:microsoft.com/office/officeart/2008/layout/HorizontalMultiLevelHierarchy"/>
    <dgm:cxn modelId="{B3F3C94F-8A20-4CCE-9AAB-9B1C2A450A25}" type="presOf" srcId="{8893F08E-3BF9-4BCB-AD21-B5ECEA267D7B}" destId="{673A0D42-1148-46AE-9493-1FD513B39084}" srcOrd="1" destOrd="0" presId="urn:microsoft.com/office/officeart/2008/layout/HorizontalMultiLevelHierarchy"/>
    <dgm:cxn modelId="{DF247730-052E-48D8-AD21-C6C72F1D3B64}" type="presOf" srcId="{E202A213-2CA7-42FC-96AF-671A6CFAD5D8}" destId="{17BAE81C-D6EB-43F0-9C58-6172416F3648}" srcOrd="0" destOrd="0" presId="urn:microsoft.com/office/officeart/2008/layout/HorizontalMultiLevelHierarchy"/>
    <dgm:cxn modelId="{E6B3E636-D268-453C-9DF6-9F8732953D11}" type="presOf" srcId="{EEDE078A-7CD1-4C59-908E-C528CD58E2C9}" destId="{85FB80DE-8B37-4336-A44A-F43F8D3509AF}" srcOrd="0" destOrd="0" presId="urn:microsoft.com/office/officeart/2008/layout/HorizontalMultiLevelHierarchy"/>
    <dgm:cxn modelId="{4321C1D8-794A-4825-B2DF-DE063DB43B7F}" srcId="{0C39EB44-FCEB-4BF1-8FB6-9EE58ADACC41}" destId="{410F792E-E8F6-4BF5-A43A-64E2998A12FB}" srcOrd="0" destOrd="0" parTransId="{E454D6F8-7879-4AFF-8E18-129AC1C8C039}" sibTransId="{E5A0BDFD-D089-43E5-8349-F49AF17A0A5D}"/>
    <dgm:cxn modelId="{EF1D46A9-5909-48D2-AC37-15BEE2319805}" type="presOf" srcId="{24FFD972-8FE0-4BF5-8BF3-2F19883F7AC6}" destId="{8323D1ED-A949-442A-9535-F8097FC982D9}" srcOrd="0" destOrd="0" presId="urn:microsoft.com/office/officeart/2008/layout/HorizontalMultiLevelHierarchy"/>
    <dgm:cxn modelId="{C4C68BDE-C29F-4F48-B713-BE8370AA714B}" type="presOf" srcId="{C4DD826A-23D3-4832-9EBA-BFEE49A4655B}" destId="{9DF97F0D-EE4C-4A62-8FA2-F2B929DAB6DA}" srcOrd="1" destOrd="0" presId="urn:microsoft.com/office/officeart/2008/layout/HorizontalMultiLevelHierarchy"/>
    <dgm:cxn modelId="{FB559824-3588-43E3-9F66-053D90F59D90}" srcId="{543100BA-4E32-4163-ACCD-15F09AF72475}" destId="{EEDE078A-7CD1-4C59-908E-C528CD58E2C9}" srcOrd="0" destOrd="0" parTransId="{9414A402-D0F8-4169-AA27-5965E35A8E52}" sibTransId="{B7BF2F51-8EC9-4951-B690-ACC69337E9D3}"/>
    <dgm:cxn modelId="{52885F98-5464-4A91-B746-472898E057D3}" type="presOf" srcId="{5E39298D-9D54-49D0-8B90-E6AACB55C2AB}" destId="{10212C9A-182B-4654-9CD9-EA04F09C3CD3}" srcOrd="1" destOrd="0" presId="urn:microsoft.com/office/officeart/2008/layout/HorizontalMultiLevelHierarchy"/>
    <dgm:cxn modelId="{7527A6F9-9085-4D54-AA51-D3F049F6989C}" type="presOf" srcId="{8893F08E-3BF9-4BCB-AD21-B5ECEA267D7B}" destId="{657F40A6-2640-4A18-B1AB-23946D5FCE5C}" srcOrd="0" destOrd="0" presId="urn:microsoft.com/office/officeart/2008/layout/HorizontalMultiLevelHierarchy"/>
    <dgm:cxn modelId="{16D25D68-EF3B-4F62-BA3F-F2C9614D0538}" type="presOf" srcId="{543100BA-4E32-4163-ACCD-15F09AF72475}" destId="{8ED5BE33-13A1-4C63-8DD2-61A557431BBF}" srcOrd="0" destOrd="0" presId="urn:microsoft.com/office/officeart/2008/layout/HorizontalMultiLevelHierarchy"/>
    <dgm:cxn modelId="{6CA0A6F1-31D9-450C-9711-6093172F827B}" type="presOf" srcId="{75CD090B-7E11-4F3B-AE93-3C79C45B7550}" destId="{23656FEE-E712-42B4-B54B-D5E4D4B34C9E}" srcOrd="0" destOrd="0" presId="urn:microsoft.com/office/officeart/2008/layout/HorizontalMultiLevelHierarchy"/>
    <dgm:cxn modelId="{6A3767CB-5E2B-4F26-8D58-6F99EDECCBDA}" type="presOf" srcId="{814B9D1E-141F-4EB5-8119-02803E2435D5}" destId="{02E8D0B0-2FD4-427F-ABCF-45F42C79A566}" srcOrd="0" destOrd="0" presId="urn:microsoft.com/office/officeart/2008/layout/HorizontalMultiLevelHierarchy"/>
    <dgm:cxn modelId="{5D6D724A-6C21-494B-993C-A00BE1032FA3}" srcId="{EEDE078A-7CD1-4C59-908E-C528CD58E2C9}" destId="{0C39EB44-FCEB-4BF1-8FB6-9EE58ADACC41}" srcOrd="2" destOrd="0" parTransId="{F2B6F8E5-481B-4F6E-864E-F53F7E7A64AB}" sibTransId="{F969CBF3-1378-4AB8-B920-9E67CE870E39}"/>
    <dgm:cxn modelId="{D7945E9B-0C35-4EC7-A0A2-983D1B62144F}" type="presOf" srcId="{5848A4BE-4618-44A8-AA84-96306A18B220}" destId="{361EE4B4-65B3-42AA-A84E-71FB5F7A5D81}" srcOrd="0" destOrd="0" presId="urn:microsoft.com/office/officeart/2008/layout/HorizontalMultiLevelHierarchy"/>
    <dgm:cxn modelId="{01EB616B-7F75-4F90-8CD3-C3901DCA9D8A}" type="presOf" srcId="{F2B6F8E5-481B-4F6E-864E-F53F7E7A64AB}" destId="{722EFB43-A0B1-4D38-95DB-BBC84773413C}" srcOrd="0" destOrd="0" presId="urn:microsoft.com/office/officeart/2008/layout/HorizontalMultiLevelHierarchy"/>
    <dgm:cxn modelId="{E5649385-CC09-4F4C-8873-924D6892859C}" type="presOf" srcId="{DA110AA8-98B1-4589-951B-EBC40A6F0E31}" destId="{38F0603F-4C12-4277-A298-CE8CED5A1D93}" srcOrd="0" destOrd="0" presId="urn:microsoft.com/office/officeart/2008/layout/HorizontalMultiLevelHierarchy"/>
    <dgm:cxn modelId="{9C87C399-FCFC-4724-8BD5-5A985544E66A}" srcId="{814B9D1E-141F-4EB5-8119-02803E2435D5}" destId="{47595558-A6B6-4573-8460-1A563D682B09}" srcOrd="0" destOrd="0" parTransId="{C4DD826A-23D3-4832-9EBA-BFEE49A4655B}" sibTransId="{FBB6754D-6CF6-411D-912D-5BEF7E1B1429}"/>
    <dgm:cxn modelId="{08F4E6AB-3FBC-4E9C-95C1-36172EEC994C}" srcId="{0C39EB44-FCEB-4BF1-8FB6-9EE58ADACC41}" destId="{E202A213-2CA7-42FC-96AF-671A6CFAD5D8}" srcOrd="2" destOrd="0" parTransId="{5848A4BE-4618-44A8-AA84-96306A18B220}" sibTransId="{0BD80C29-D9C6-49DB-992A-9EDFBBE84351}"/>
    <dgm:cxn modelId="{8C9F92B0-2316-42F1-8C04-908A4B14828D}" type="presOf" srcId="{5848A4BE-4618-44A8-AA84-96306A18B220}" destId="{16AB2E96-BF18-4C65-8D12-FB1A74E02E3A}" srcOrd="1" destOrd="0" presId="urn:microsoft.com/office/officeart/2008/layout/HorizontalMultiLevelHierarchy"/>
    <dgm:cxn modelId="{7D25AAB7-9AAF-4785-B6C7-F184CCB1982B}" type="presOf" srcId="{B0B8908A-24E4-4CDA-AC91-07EFB31ABE29}" destId="{191CEE28-C734-4704-89EB-4A97C53AB34E}" srcOrd="0" destOrd="0" presId="urn:microsoft.com/office/officeart/2008/layout/HorizontalMultiLevelHierarchy"/>
    <dgm:cxn modelId="{05319DF9-FFA7-4D88-A0FA-96EC0592193B}" srcId="{EEDE078A-7CD1-4C59-908E-C528CD58E2C9}" destId="{814B9D1E-141F-4EB5-8119-02803E2435D5}" srcOrd="0" destOrd="0" parTransId="{AD21F4B1-A75F-4C74-BD67-2F2AFCFFBB40}" sibTransId="{0E89C744-E80C-48E6-AEE0-71F04DD14526}"/>
    <dgm:cxn modelId="{88DD4743-F6A3-43D4-9CE4-203255A11D7A}" srcId="{0C39EB44-FCEB-4BF1-8FB6-9EE58ADACC41}" destId="{24FFD972-8FE0-4BF5-8BF3-2F19883F7AC6}" srcOrd="1" destOrd="0" parTransId="{5E39298D-9D54-49D0-8B90-E6AACB55C2AB}" sibTransId="{954F1BD9-BF83-4FC8-BEB4-E228950D3CA6}"/>
    <dgm:cxn modelId="{BE2BC246-64C2-4257-A66A-E9E752052E59}" type="presOf" srcId="{5E39298D-9D54-49D0-8B90-E6AACB55C2AB}" destId="{95E6B0FC-E749-40C6-9EE3-ACAF422E5217}" srcOrd="0" destOrd="0" presId="urn:microsoft.com/office/officeart/2008/layout/HorizontalMultiLevelHierarchy"/>
    <dgm:cxn modelId="{69D564D6-C2A3-4682-864E-9BCC08747863}" srcId="{EEDE078A-7CD1-4C59-908E-C528CD58E2C9}" destId="{DA110AA8-98B1-4589-951B-EBC40A6F0E31}" srcOrd="1" destOrd="0" parTransId="{B0B8908A-24E4-4CDA-AC91-07EFB31ABE29}" sibTransId="{32AC7244-8286-4E60-9A92-408D83D568CC}"/>
    <dgm:cxn modelId="{F852246E-0495-4AC5-BC70-F82CF24F6AFA}" type="presOf" srcId="{B0B8908A-24E4-4CDA-AC91-07EFB31ABE29}" destId="{2F6B06DC-7540-4EB9-9164-A7FC4A8A11AF}" srcOrd="1" destOrd="0" presId="urn:microsoft.com/office/officeart/2008/layout/HorizontalMultiLevelHierarchy"/>
    <dgm:cxn modelId="{438E2E4F-4136-48A0-8BA1-7285B310BC81}" type="presParOf" srcId="{8ED5BE33-13A1-4C63-8DD2-61A557431BBF}" destId="{E15EE167-A630-4853-82B1-8FDFF8802675}" srcOrd="0" destOrd="0" presId="urn:microsoft.com/office/officeart/2008/layout/HorizontalMultiLevelHierarchy"/>
    <dgm:cxn modelId="{921B497D-64EB-40A7-948B-29DD2552E7D2}" type="presParOf" srcId="{E15EE167-A630-4853-82B1-8FDFF8802675}" destId="{85FB80DE-8B37-4336-A44A-F43F8D3509AF}" srcOrd="0" destOrd="0" presId="urn:microsoft.com/office/officeart/2008/layout/HorizontalMultiLevelHierarchy"/>
    <dgm:cxn modelId="{3E468FCD-2435-4775-8578-3D437C42282D}" type="presParOf" srcId="{E15EE167-A630-4853-82B1-8FDFF8802675}" destId="{8261BC76-A1DD-48DC-853C-DEAAD3E7132A}" srcOrd="1" destOrd="0" presId="urn:microsoft.com/office/officeart/2008/layout/HorizontalMultiLevelHierarchy"/>
    <dgm:cxn modelId="{52BB90C2-1D60-454E-AB9C-F59676829478}" type="presParOf" srcId="{8261BC76-A1DD-48DC-853C-DEAAD3E7132A}" destId="{82C5C055-D319-4BE2-B519-6CF8747F9F68}" srcOrd="0" destOrd="0" presId="urn:microsoft.com/office/officeart/2008/layout/HorizontalMultiLevelHierarchy"/>
    <dgm:cxn modelId="{FD2196F1-D8F5-48F6-B611-2E4FA18381AA}" type="presParOf" srcId="{82C5C055-D319-4BE2-B519-6CF8747F9F68}" destId="{577D1327-AA59-43BB-90C3-9BD2D20E84B7}" srcOrd="0" destOrd="0" presId="urn:microsoft.com/office/officeart/2008/layout/HorizontalMultiLevelHierarchy"/>
    <dgm:cxn modelId="{42062CB9-2CA4-485A-B35A-CA2E23BD08EF}" type="presParOf" srcId="{8261BC76-A1DD-48DC-853C-DEAAD3E7132A}" destId="{3675F15D-146E-404E-840A-30123F8F2C6A}" srcOrd="1" destOrd="0" presId="urn:microsoft.com/office/officeart/2008/layout/HorizontalMultiLevelHierarchy"/>
    <dgm:cxn modelId="{C7568914-84AD-4FF7-8296-FD5E8BA6616E}" type="presParOf" srcId="{3675F15D-146E-404E-840A-30123F8F2C6A}" destId="{02E8D0B0-2FD4-427F-ABCF-45F42C79A566}" srcOrd="0" destOrd="0" presId="urn:microsoft.com/office/officeart/2008/layout/HorizontalMultiLevelHierarchy"/>
    <dgm:cxn modelId="{97A34B1B-4426-4A47-8018-C02CBACDD1E0}" type="presParOf" srcId="{3675F15D-146E-404E-840A-30123F8F2C6A}" destId="{DDEFE796-4643-4AD6-A795-224152F1D8FE}" srcOrd="1" destOrd="0" presId="urn:microsoft.com/office/officeart/2008/layout/HorizontalMultiLevelHierarchy"/>
    <dgm:cxn modelId="{018CDC54-CFE1-429B-99AD-65720C143D5A}" type="presParOf" srcId="{DDEFE796-4643-4AD6-A795-224152F1D8FE}" destId="{16FB6C4B-9018-4168-A4C2-932CA5682FDF}" srcOrd="0" destOrd="0" presId="urn:microsoft.com/office/officeart/2008/layout/HorizontalMultiLevelHierarchy"/>
    <dgm:cxn modelId="{6B55FB5F-1EC7-4EA1-93F6-9A4096A0642E}" type="presParOf" srcId="{16FB6C4B-9018-4168-A4C2-932CA5682FDF}" destId="{9DF97F0D-EE4C-4A62-8FA2-F2B929DAB6DA}" srcOrd="0" destOrd="0" presId="urn:microsoft.com/office/officeart/2008/layout/HorizontalMultiLevelHierarchy"/>
    <dgm:cxn modelId="{FE7A0D88-DA0D-4FB0-8D7A-B0893B2B47D3}" type="presParOf" srcId="{DDEFE796-4643-4AD6-A795-224152F1D8FE}" destId="{786D8627-513F-4854-AB55-3E4BA4959F4B}" srcOrd="1" destOrd="0" presId="urn:microsoft.com/office/officeart/2008/layout/HorizontalMultiLevelHierarchy"/>
    <dgm:cxn modelId="{B1157DB6-EDFD-4EA5-81AD-14C8954A9A3E}" type="presParOf" srcId="{786D8627-513F-4854-AB55-3E4BA4959F4B}" destId="{215077D3-F93B-4EED-8A39-8E1A1D47DDBF}" srcOrd="0" destOrd="0" presId="urn:microsoft.com/office/officeart/2008/layout/HorizontalMultiLevelHierarchy"/>
    <dgm:cxn modelId="{F398C9DA-5D7F-4386-8ABB-41B7B60FADF1}" type="presParOf" srcId="{786D8627-513F-4854-AB55-3E4BA4959F4B}" destId="{0E3399F3-7E52-40EA-BD03-E31FCCF6B2B3}" srcOrd="1" destOrd="0" presId="urn:microsoft.com/office/officeart/2008/layout/HorizontalMultiLevelHierarchy"/>
    <dgm:cxn modelId="{CE00CA64-91F5-4067-968F-E88FEF761D7E}" type="presParOf" srcId="{8261BC76-A1DD-48DC-853C-DEAAD3E7132A}" destId="{191CEE28-C734-4704-89EB-4A97C53AB34E}" srcOrd="2" destOrd="0" presId="urn:microsoft.com/office/officeart/2008/layout/HorizontalMultiLevelHierarchy"/>
    <dgm:cxn modelId="{0B4AB217-B30F-4C5B-B40C-DACD8BD55C99}" type="presParOf" srcId="{191CEE28-C734-4704-89EB-4A97C53AB34E}" destId="{2F6B06DC-7540-4EB9-9164-A7FC4A8A11AF}" srcOrd="0" destOrd="0" presId="urn:microsoft.com/office/officeart/2008/layout/HorizontalMultiLevelHierarchy"/>
    <dgm:cxn modelId="{3288500F-30E5-47C5-9252-F831E11E6DC5}" type="presParOf" srcId="{8261BC76-A1DD-48DC-853C-DEAAD3E7132A}" destId="{9704F038-A66F-46DB-A179-0D7AAABD045F}" srcOrd="3" destOrd="0" presId="urn:microsoft.com/office/officeart/2008/layout/HorizontalMultiLevelHierarchy"/>
    <dgm:cxn modelId="{10B46502-CC9C-4DBA-BBE7-6D56C62D9F4F}" type="presParOf" srcId="{9704F038-A66F-46DB-A179-0D7AAABD045F}" destId="{38F0603F-4C12-4277-A298-CE8CED5A1D93}" srcOrd="0" destOrd="0" presId="urn:microsoft.com/office/officeart/2008/layout/HorizontalMultiLevelHierarchy"/>
    <dgm:cxn modelId="{7306E39D-D798-4BBC-B696-A272605C41A3}" type="presParOf" srcId="{9704F038-A66F-46DB-A179-0D7AAABD045F}" destId="{868DF871-55E0-48E1-90D5-80521BAD14C0}" srcOrd="1" destOrd="0" presId="urn:microsoft.com/office/officeart/2008/layout/HorizontalMultiLevelHierarchy"/>
    <dgm:cxn modelId="{C7439EFE-9428-45D2-8F99-3B3D8E31AC6D}" type="presParOf" srcId="{868DF871-55E0-48E1-90D5-80521BAD14C0}" destId="{657F40A6-2640-4A18-B1AB-23946D5FCE5C}" srcOrd="0" destOrd="0" presId="urn:microsoft.com/office/officeart/2008/layout/HorizontalMultiLevelHierarchy"/>
    <dgm:cxn modelId="{0F7EE205-1CB0-4EA8-A8FD-0115800BCBEC}" type="presParOf" srcId="{657F40A6-2640-4A18-B1AB-23946D5FCE5C}" destId="{673A0D42-1148-46AE-9493-1FD513B39084}" srcOrd="0" destOrd="0" presId="urn:microsoft.com/office/officeart/2008/layout/HorizontalMultiLevelHierarchy"/>
    <dgm:cxn modelId="{16BC612A-7312-42E3-A67D-3AE08F8E5C83}" type="presParOf" srcId="{868DF871-55E0-48E1-90D5-80521BAD14C0}" destId="{4A56EE00-0B99-45AD-9B7B-B61BA17E1F7A}" srcOrd="1" destOrd="0" presId="urn:microsoft.com/office/officeart/2008/layout/HorizontalMultiLevelHierarchy"/>
    <dgm:cxn modelId="{0B43AA0F-BCC1-4B80-87F4-79E64D52D67B}" type="presParOf" srcId="{4A56EE00-0B99-45AD-9B7B-B61BA17E1F7A}" destId="{23656FEE-E712-42B4-B54B-D5E4D4B34C9E}" srcOrd="0" destOrd="0" presId="urn:microsoft.com/office/officeart/2008/layout/HorizontalMultiLevelHierarchy"/>
    <dgm:cxn modelId="{88C6992D-9A38-4AB7-A34A-685F825BFE2C}" type="presParOf" srcId="{4A56EE00-0B99-45AD-9B7B-B61BA17E1F7A}" destId="{3063C51E-BE45-44C2-94EE-D841620C7958}" srcOrd="1" destOrd="0" presId="urn:microsoft.com/office/officeart/2008/layout/HorizontalMultiLevelHierarchy"/>
    <dgm:cxn modelId="{059FF42C-9E42-4980-91B0-6C194F0A265A}" type="presParOf" srcId="{8261BC76-A1DD-48DC-853C-DEAAD3E7132A}" destId="{722EFB43-A0B1-4D38-95DB-BBC84773413C}" srcOrd="4" destOrd="0" presId="urn:microsoft.com/office/officeart/2008/layout/HorizontalMultiLevelHierarchy"/>
    <dgm:cxn modelId="{47298F30-BFAE-4E47-A2E5-02D2686C3731}" type="presParOf" srcId="{722EFB43-A0B1-4D38-95DB-BBC84773413C}" destId="{DC735365-F0B1-48A7-84B2-2D0A9AF6BF0A}" srcOrd="0" destOrd="0" presId="urn:microsoft.com/office/officeart/2008/layout/HorizontalMultiLevelHierarchy"/>
    <dgm:cxn modelId="{6BA05068-B31B-46E7-AB8C-45CD4767142F}" type="presParOf" srcId="{8261BC76-A1DD-48DC-853C-DEAAD3E7132A}" destId="{D5079CF1-716F-4295-AE5D-38F65910BA96}" srcOrd="5" destOrd="0" presId="urn:microsoft.com/office/officeart/2008/layout/HorizontalMultiLevelHierarchy"/>
    <dgm:cxn modelId="{AF10CAEE-4EDD-48FB-9564-4DB5A3C5D633}" type="presParOf" srcId="{D5079CF1-716F-4295-AE5D-38F65910BA96}" destId="{B22AC4F9-1FCE-45EA-A991-1259367727FE}" srcOrd="0" destOrd="0" presId="urn:microsoft.com/office/officeart/2008/layout/HorizontalMultiLevelHierarchy"/>
    <dgm:cxn modelId="{5464AA05-43B9-407E-93FD-DC71CB16BC8C}" type="presParOf" srcId="{D5079CF1-716F-4295-AE5D-38F65910BA96}" destId="{30E0D91F-3182-4524-BCD1-F692B6262BD3}" srcOrd="1" destOrd="0" presId="urn:microsoft.com/office/officeart/2008/layout/HorizontalMultiLevelHierarchy"/>
    <dgm:cxn modelId="{1EB61BA9-8F9C-4C42-9BC5-3BB79E41C968}" type="presParOf" srcId="{30E0D91F-3182-4524-BCD1-F692B6262BD3}" destId="{76F49445-40E7-4F3F-9FAE-D2B3D86FAA2F}" srcOrd="0" destOrd="0" presId="urn:microsoft.com/office/officeart/2008/layout/HorizontalMultiLevelHierarchy"/>
    <dgm:cxn modelId="{465F187D-0C5F-4667-A354-894641C5B80A}" type="presParOf" srcId="{76F49445-40E7-4F3F-9FAE-D2B3D86FAA2F}" destId="{3D0A47CB-BF98-4074-8CC2-4997D8C1FBAC}" srcOrd="0" destOrd="0" presId="urn:microsoft.com/office/officeart/2008/layout/HorizontalMultiLevelHierarchy"/>
    <dgm:cxn modelId="{FB35ED4E-BF08-4CCF-B71A-B2E952E59440}" type="presParOf" srcId="{30E0D91F-3182-4524-BCD1-F692B6262BD3}" destId="{3F5A44A2-703C-4663-A22B-3EEF788505F8}" srcOrd="1" destOrd="0" presId="urn:microsoft.com/office/officeart/2008/layout/HorizontalMultiLevelHierarchy"/>
    <dgm:cxn modelId="{57FAEC47-B9D8-4884-A61C-9B44083BB75B}" type="presParOf" srcId="{3F5A44A2-703C-4663-A22B-3EEF788505F8}" destId="{1BF27A76-4121-4F33-A5F3-D8E7C4C9749F}" srcOrd="0" destOrd="0" presId="urn:microsoft.com/office/officeart/2008/layout/HorizontalMultiLevelHierarchy"/>
    <dgm:cxn modelId="{251DA0D2-DE2D-4217-8E17-0C3F707E8C57}" type="presParOf" srcId="{3F5A44A2-703C-4663-A22B-3EEF788505F8}" destId="{8B137543-2247-4C72-80EA-4E9A8CF4AD6C}" srcOrd="1" destOrd="0" presId="urn:microsoft.com/office/officeart/2008/layout/HorizontalMultiLevelHierarchy"/>
    <dgm:cxn modelId="{4B7D3F0C-4334-4A31-9C2A-1A9E5332D12C}" type="presParOf" srcId="{30E0D91F-3182-4524-BCD1-F692B6262BD3}" destId="{95E6B0FC-E749-40C6-9EE3-ACAF422E5217}" srcOrd="2" destOrd="0" presId="urn:microsoft.com/office/officeart/2008/layout/HorizontalMultiLevelHierarchy"/>
    <dgm:cxn modelId="{3EC94C1F-4B9F-44C0-91C9-52262B06DBF3}" type="presParOf" srcId="{95E6B0FC-E749-40C6-9EE3-ACAF422E5217}" destId="{10212C9A-182B-4654-9CD9-EA04F09C3CD3}" srcOrd="0" destOrd="0" presId="urn:microsoft.com/office/officeart/2008/layout/HorizontalMultiLevelHierarchy"/>
    <dgm:cxn modelId="{2929AC7D-DF62-456A-A0DF-BCB2A2853F21}" type="presParOf" srcId="{30E0D91F-3182-4524-BCD1-F692B6262BD3}" destId="{4475C970-0D8A-4D62-BC08-62A659A84C02}" srcOrd="3" destOrd="0" presId="urn:microsoft.com/office/officeart/2008/layout/HorizontalMultiLevelHierarchy"/>
    <dgm:cxn modelId="{88B277A6-B51A-48EA-8539-3D00FD03763C}" type="presParOf" srcId="{4475C970-0D8A-4D62-BC08-62A659A84C02}" destId="{8323D1ED-A949-442A-9535-F8097FC982D9}" srcOrd="0" destOrd="0" presId="urn:microsoft.com/office/officeart/2008/layout/HorizontalMultiLevelHierarchy"/>
    <dgm:cxn modelId="{DF8E2370-24F4-4520-BD8A-9EF2897740D6}" type="presParOf" srcId="{4475C970-0D8A-4D62-BC08-62A659A84C02}" destId="{76F8B7F6-113A-4BC1-93C8-CAAC255A856C}" srcOrd="1" destOrd="0" presId="urn:microsoft.com/office/officeart/2008/layout/HorizontalMultiLevelHierarchy"/>
    <dgm:cxn modelId="{F47DCA7D-3290-4A2B-8E44-34FDF1C87203}" type="presParOf" srcId="{30E0D91F-3182-4524-BCD1-F692B6262BD3}" destId="{361EE4B4-65B3-42AA-A84E-71FB5F7A5D81}" srcOrd="4" destOrd="0" presId="urn:microsoft.com/office/officeart/2008/layout/HorizontalMultiLevelHierarchy"/>
    <dgm:cxn modelId="{2C12829C-34B9-4484-9876-FCC930A6F7CC}" type="presParOf" srcId="{361EE4B4-65B3-42AA-A84E-71FB5F7A5D81}" destId="{16AB2E96-BF18-4C65-8D12-FB1A74E02E3A}" srcOrd="0" destOrd="0" presId="urn:microsoft.com/office/officeart/2008/layout/HorizontalMultiLevelHierarchy"/>
    <dgm:cxn modelId="{91E389B9-72C8-466C-9C13-89566BF5078D}" type="presParOf" srcId="{30E0D91F-3182-4524-BCD1-F692B6262BD3}" destId="{2733DC6E-7A7E-4639-BF4F-1A15DA473F5E}" srcOrd="5" destOrd="0" presId="urn:microsoft.com/office/officeart/2008/layout/HorizontalMultiLevelHierarchy"/>
    <dgm:cxn modelId="{9FDFE2AA-18C2-4FE0-B223-FCADE25B72C0}" type="presParOf" srcId="{2733DC6E-7A7E-4639-BF4F-1A15DA473F5E}" destId="{17BAE81C-D6EB-43F0-9C58-6172416F3648}" srcOrd="0" destOrd="0" presId="urn:microsoft.com/office/officeart/2008/layout/HorizontalMultiLevelHierarchy"/>
    <dgm:cxn modelId="{B3BA3661-8E93-4AC8-9C96-9791511AA493}" type="presParOf" srcId="{2733DC6E-7A7E-4639-BF4F-1A15DA473F5E}" destId="{14BBD5A0-E5A3-44C4-9363-3BBA27C1BD9B}"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3241F9-EAC6-445F-8CCE-9C25053BFCB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C8CA0C88-B4F8-4D1B-A677-51E707E1C7B7}">
      <dgm:prSet custT="1"/>
      <dgm:spPr>
        <a:solidFill>
          <a:schemeClr val="tx1"/>
        </a:solidFill>
      </dgm:spPr>
      <dgm:t>
        <a:bodyPr/>
        <a:lstStyle/>
        <a:p>
          <a:pPr indent="457200" algn="l" rtl="0"/>
          <a:r>
            <a:rPr lang="zh-CN" altLang="en-US" sz="1600" dirty="0" smtClean="0">
              <a:latin typeface="黑体" panose="02010609060101010101" pitchFamily="49" charset="-122"/>
              <a:ea typeface="黑体" panose="02010609060101010101" pitchFamily="49" charset="-122"/>
            </a:rPr>
            <a:t>这里的结构要求不是机械性能的结构要求，主要是对构成提供称量结果装置的特定要求。这些要求不是技术方案而是其用途。例如检定时砝码能安全放置在承载器上（例如轴称量公路车辆衡器），便于铅封和检定等，载荷的施加不引起结构的不稳定变化，影响称量的重复性和引起灵敏度变化。</a:t>
          </a:r>
          <a:endParaRPr lang="zh-CN" altLang="en-US" sz="1600" dirty="0">
            <a:latin typeface="黑体" panose="02010609060101010101" pitchFamily="49" charset="-122"/>
            <a:ea typeface="黑体" panose="02010609060101010101" pitchFamily="49" charset="-122"/>
          </a:endParaRPr>
        </a:p>
      </dgm:t>
    </dgm:pt>
    <dgm:pt modelId="{984122DA-E3A7-469D-87EF-93A3F4873305}" type="parTrans" cxnId="{D53964C8-6B3C-4A20-B576-7375196562A0}">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3E3524C6-816D-4130-BDD0-FD36D540E3B1}" type="sibTrans" cxnId="{D53964C8-6B3C-4A20-B576-7375196562A0}">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FEEE10A9-B8FE-4EB8-AB84-8F0C635772D0}">
      <dgm:prSet custT="1"/>
      <dgm:spPr/>
      <dgm:t>
        <a:bodyPr/>
        <a:lstStyle/>
        <a:p>
          <a:pPr indent="457200" algn="l" rtl="0"/>
          <a:r>
            <a:rPr lang="zh-CN" altLang="en-US" sz="1600" dirty="0" smtClean="0">
              <a:latin typeface="黑体" panose="02010609060101010101" pitchFamily="49" charset="-122"/>
              <a:ea typeface="黑体" panose="02010609060101010101" pitchFamily="49" charset="-122"/>
            </a:rPr>
            <a:t>衡器结构的设计应满足使用要求和环境要求，坚固和精致，易于按标准和规程实施检定。 </a:t>
          </a:r>
          <a:endParaRPr lang="zh-CN" altLang="en-US" sz="1600" dirty="0">
            <a:latin typeface="黑体" panose="02010609060101010101" pitchFamily="49" charset="-122"/>
            <a:ea typeface="黑体" panose="02010609060101010101" pitchFamily="49" charset="-122"/>
          </a:endParaRPr>
        </a:p>
      </dgm:t>
    </dgm:pt>
    <dgm:pt modelId="{97E1B2CD-1C8E-4376-9B5E-B77217E05836}" type="parTrans" cxnId="{E3CF5D12-F1AE-4CD7-AD75-99F354F9EB42}">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DA073818-DE73-45A8-BC5A-DC86F6954655}" type="sibTrans" cxnId="{E3CF5D12-F1AE-4CD7-AD75-99F354F9EB42}">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08CD7BE3-A4DD-4809-8382-B05EB3CC8727}">
      <dgm:prSet custT="1"/>
      <dgm:spPr>
        <a:solidFill>
          <a:schemeClr val="bg2"/>
        </a:solidFill>
      </dgm:spPr>
      <dgm:t>
        <a:bodyPr/>
        <a:lstStyle/>
        <a:p>
          <a:pPr indent="457200" algn="l" rtl="0"/>
          <a:r>
            <a:rPr lang="zh-CN" altLang="en-US" sz="1600" smtClean="0">
              <a:latin typeface="黑体" panose="02010609060101010101" pitchFamily="49" charset="-122"/>
              <a:ea typeface="黑体" panose="02010609060101010101" pitchFamily="49" charset="-122"/>
            </a:rPr>
            <a:t>这里的安全是指性能和功能的安全，对于法制计量器具这一要求非常重要，只有满足这些要求的衡器提供的称量结果才有可能具有法定地位，也只有这样，才能保证交易的公平，和测量数据的可信。</a:t>
          </a:r>
          <a:endParaRPr lang="zh-CN" altLang="en-US" sz="1600">
            <a:latin typeface="黑体" panose="02010609060101010101" pitchFamily="49" charset="-122"/>
            <a:ea typeface="黑体" panose="02010609060101010101" pitchFamily="49" charset="-122"/>
          </a:endParaRPr>
        </a:p>
      </dgm:t>
    </dgm:pt>
    <dgm:pt modelId="{77C15FB1-EC88-4188-BA4E-445A371369AC}" type="parTrans" cxnId="{33A7DC4B-61A2-44FD-BAC4-FF5D36BA47BF}">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B36475DF-6DB4-47B2-B1E8-1FF51AF5EAA9}" type="sibTrans" cxnId="{33A7DC4B-61A2-44FD-BAC4-FF5D36BA47BF}">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9EC9856C-2DAC-4360-A648-BD341C2293F3}">
      <dgm:prSet custT="1"/>
      <dgm:spPr>
        <a:solidFill>
          <a:schemeClr val="accent6"/>
        </a:solidFill>
      </dgm:spPr>
      <dgm:t>
        <a:bodyPr/>
        <a:lstStyle/>
        <a:p>
          <a:pPr indent="457200" algn="l" rtl="0"/>
          <a:r>
            <a:rPr lang="zh-CN" altLang="en-US" sz="1600" dirty="0" smtClean="0">
              <a:latin typeface="黑体" panose="02010609060101010101" pitchFamily="49" charset="-122"/>
              <a:ea typeface="黑体" panose="02010609060101010101" pitchFamily="49" charset="-122"/>
            </a:rPr>
            <a:t>各功能的使用满足一定的规定，例如半自动除皮后不允许清零；休眠、节电模式功能的启动和唤醒条件，以及唤醒后的状态等。</a:t>
          </a:r>
          <a:endParaRPr lang="zh-CN" altLang="en-US" sz="1600" dirty="0">
            <a:latin typeface="黑体" panose="02010609060101010101" pitchFamily="49" charset="-122"/>
            <a:ea typeface="黑体" panose="02010609060101010101" pitchFamily="49" charset="-122"/>
          </a:endParaRPr>
        </a:p>
      </dgm:t>
    </dgm:pt>
    <dgm:pt modelId="{1445D853-A353-4AE2-83ED-D07976AA3F23}" type="parTrans" cxnId="{82E29DEA-FC2F-4F5F-A141-90E63E1FFBF0}">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C1C79F28-3926-46BA-90D1-E7AC6B59F27E}" type="sibTrans" cxnId="{82E29DEA-FC2F-4F5F-A141-90E63E1FFBF0}">
      <dgm:prSet/>
      <dgm:spPr/>
      <dgm:t>
        <a:bodyPr/>
        <a:lstStyle/>
        <a:p>
          <a:pPr indent="457200" algn="l"/>
          <a:endParaRPr lang="zh-CN" altLang="en-US" sz="1600">
            <a:latin typeface="黑体" panose="02010609060101010101" pitchFamily="49" charset="-122"/>
            <a:ea typeface="黑体" panose="02010609060101010101" pitchFamily="49" charset="-122"/>
          </a:endParaRPr>
        </a:p>
      </dgm:t>
    </dgm:pt>
    <dgm:pt modelId="{7104ABE7-8201-4686-91BA-861C430CE692}" type="pres">
      <dgm:prSet presAssocID="{823241F9-EAC6-445F-8CCE-9C25053BFCBE}" presName="Name0" presStyleCnt="0">
        <dgm:presLayoutVars>
          <dgm:dir/>
          <dgm:animLvl val="lvl"/>
          <dgm:resizeHandles val="exact"/>
        </dgm:presLayoutVars>
      </dgm:prSet>
      <dgm:spPr/>
      <dgm:t>
        <a:bodyPr/>
        <a:lstStyle/>
        <a:p>
          <a:endParaRPr lang="zh-CN" altLang="en-US"/>
        </a:p>
      </dgm:t>
    </dgm:pt>
    <dgm:pt modelId="{8F8A8767-2A30-45BB-8781-AD8E00504E78}" type="pres">
      <dgm:prSet presAssocID="{C8CA0C88-B4F8-4D1B-A677-51E707E1C7B7}" presName="linNode" presStyleCnt="0"/>
      <dgm:spPr/>
    </dgm:pt>
    <dgm:pt modelId="{2C374330-E70F-42CE-9A3F-63F6F1A75F1F}" type="pres">
      <dgm:prSet presAssocID="{C8CA0C88-B4F8-4D1B-A677-51E707E1C7B7}" presName="parentText" presStyleLbl="node1" presStyleIdx="0" presStyleCnt="4" custScaleX="239423">
        <dgm:presLayoutVars>
          <dgm:chMax val="1"/>
          <dgm:bulletEnabled val="1"/>
        </dgm:presLayoutVars>
      </dgm:prSet>
      <dgm:spPr/>
      <dgm:t>
        <a:bodyPr/>
        <a:lstStyle/>
        <a:p>
          <a:endParaRPr lang="zh-CN" altLang="en-US"/>
        </a:p>
      </dgm:t>
    </dgm:pt>
    <dgm:pt modelId="{CCCEF2FB-9284-4670-A77D-85DECE4588C3}" type="pres">
      <dgm:prSet presAssocID="{3E3524C6-816D-4130-BDD0-FD36D540E3B1}" presName="sp" presStyleCnt="0"/>
      <dgm:spPr/>
    </dgm:pt>
    <dgm:pt modelId="{1712C8F3-B9BD-4F42-A40C-4B91020E857B}" type="pres">
      <dgm:prSet presAssocID="{FEEE10A9-B8FE-4EB8-AB84-8F0C635772D0}" presName="linNode" presStyleCnt="0"/>
      <dgm:spPr/>
    </dgm:pt>
    <dgm:pt modelId="{4584D533-BE2B-4251-8B63-F0ABB0CF5D81}" type="pres">
      <dgm:prSet presAssocID="{FEEE10A9-B8FE-4EB8-AB84-8F0C635772D0}" presName="parentText" presStyleLbl="node1" presStyleIdx="1" presStyleCnt="4" custScaleX="239423">
        <dgm:presLayoutVars>
          <dgm:chMax val="1"/>
          <dgm:bulletEnabled val="1"/>
        </dgm:presLayoutVars>
      </dgm:prSet>
      <dgm:spPr/>
      <dgm:t>
        <a:bodyPr/>
        <a:lstStyle/>
        <a:p>
          <a:endParaRPr lang="zh-CN" altLang="en-US"/>
        </a:p>
      </dgm:t>
    </dgm:pt>
    <dgm:pt modelId="{8F16FF70-1ACE-48E6-B5F1-2B6FCD354FD9}" type="pres">
      <dgm:prSet presAssocID="{DA073818-DE73-45A8-BC5A-DC86F6954655}" presName="sp" presStyleCnt="0"/>
      <dgm:spPr/>
    </dgm:pt>
    <dgm:pt modelId="{040D9E40-CB46-4E95-A752-52F2D1859E84}" type="pres">
      <dgm:prSet presAssocID="{08CD7BE3-A4DD-4809-8382-B05EB3CC8727}" presName="linNode" presStyleCnt="0"/>
      <dgm:spPr/>
    </dgm:pt>
    <dgm:pt modelId="{AEB0F1DF-2528-48EA-BA1D-3264C01323A2}" type="pres">
      <dgm:prSet presAssocID="{08CD7BE3-A4DD-4809-8382-B05EB3CC8727}" presName="parentText" presStyleLbl="node1" presStyleIdx="2" presStyleCnt="4" custScaleX="239423">
        <dgm:presLayoutVars>
          <dgm:chMax val="1"/>
          <dgm:bulletEnabled val="1"/>
        </dgm:presLayoutVars>
      </dgm:prSet>
      <dgm:spPr/>
      <dgm:t>
        <a:bodyPr/>
        <a:lstStyle/>
        <a:p>
          <a:endParaRPr lang="zh-CN" altLang="en-US"/>
        </a:p>
      </dgm:t>
    </dgm:pt>
    <dgm:pt modelId="{FE4B9F09-FFF5-4AAB-918D-2F71A77D52CE}" type="pres">
      <dgm:prSet presAssocID="{B36475DF-6DB4-47B2-B1E8-1FF51AF5EAA9}" presName="sp" presStyleCnt="0"/>
      <dgm:spPr/>
    </dgm:pt>
    <dgm:pt modelId="{67CF4775-0F08-4D64-9820-3BFD05C160BE}" type="pres">
      <dgm:prSet presAssocID="{9EC9856C-2DAC-4360-A648-BD341C2293F3}" presName="linNode" presStyleCnt="0"/>
      <dgm:spPr/>
    </dgm:pt>
    <dgm:pt modelId="{3C003095-243A-4EA1-8B84-E715CA0C8221}" type="pres">
      <dgm:prSet presAssocID="{9EC9856C-2DAC-4360-A648-BD341C2293F3}" presName="parentText" presStyleLbl="node1" presStyleIdx="3" presStyleCnt="4" custScaleX="239423">
        <dgm:presLayoutVars>
          <dgm:chMax val="1"/>
          <dgm:bulletEnabled val="1"/>
        </dgm:presLayoutVars>
      </dgm:prSet>
      <dgm:spPr/>
      <dgm:t>
        <a:bodyPr/>
        <a:lstStyle/>
        <a:p>
          <a:endParaRPr lang="zh-CN" altLang="en-US"/>
        </a:p>
      </dgm:t>
    </dgm:pt>
  </dgm:ptLst>
  <dgm:cxnLst>
    <dgm:cxn modelId="{0B756B5E-3A35-4020-B404-24F0E4DC05CC}" type="presOf" srcId="{FEEE10A9-B8FE-4EB8-AB84-8F0C635772D0}" destId="{4584D533-BE2B-4251-8B63-F0ABB0CF5D81}" srcOrd="0" destOrd="0" presId="urn:microsoft.com/office/officeart/2005/8/layout/vList5"/>
    <dgm:cxn modelId="{E3CF5D12-F1AE-4CD7-AD75-99F354F9EB42}" srcId="{823241F9-EAC6-445F-8CCE-9C25053BFCBE}" destId="{FEEE10A9-B8FE-4EB8-AB84-8F0C635772D0}" srcOrd="1" destOrd="0" parTransId="{97E1B2CD-1C8E-4376-9B5E-B77217E05836}" sibTransId="{DA073818-DE73-45A8-BC5A-DC86F6954655}"/>
    <dgm:cxn modelId="{8C42C811-EAC3-409F-926C-4EC970003536}" type="presOf" srcId="{08CD7BE3-A4DD-4809-8382-B05EB3CC8727}" destId="{AEB0F1DF-2528-48EA-BA1D-3264C01323A2}" srcOrd="0" destOrd="0" presId="urn:microsoft.com/office/officeart/2005/8/layout/vList5"/>
    <dgm:cxn modelId="{2B23A472-978D-4E30-B1F7-BE81CB958793}" type="presOf" srcId="{C8CA0C88-B4F8-4D1B-A677-51E707E1C7B7}" destId="{2C374330-E70F-42CE-9A3F-63F6F1A75F1F}" srcOrd="0" destOrd="0" presId="urn:microsoft.com/office/officeart/2005/8/layout/vList5"/>
    <dgm:cxn modelId="{33A7DC4B-61A2-44FD-BAC4-FF5D36BA47BF}" srcId="{823241F9-EAC6-445F-8CCE-9C25053BFCBE}" destId="{08CD7BE3-A4DD-4809-8382-B05EB3CC8727}" srcOrd="2" destOrd="0" parTransId="{77C15FB1-EC88-4188-BA4E-445A371369AC}" sibTransId="{B36475DF-6DB4-47B2-B1E8-1FF51AF5EAA9}"/>
    <dgm:cxn modelId="{3C58AB97-20F1-487F-8805-A0748E66EBA6}" type="presOf" srcId="{823241F9-EAC6-445F-8CCE-9C25053BFCBE}" destId="{7104ABE7-8201-4686-91BA-861C430CE692}" srcOrd="0" destOrd="0" presId="urn:microsoft.com/office/officeart/2005/8/layout/vList5"/>
    <dgm:cxn modelId="{D53964C8-6B3C-4A20-B576-7375196562A0}" srcId="{823241F9-EAC6-445F-8CCE-9C25053BFCBE}" destId="{C8CA0C88-B4F8-4D1B-A677-51E707E1C7B7}" srcOrd="0" destOrd="0" parTransId="{984122DA-E3A7-469D-87EF-93A3F4873305}" sibTransId="{3E3524C6-816D-4130-BDD0-FD36D540E3B1}"/>
    <dgm:cxn modelId="{3957C51A-A8DE-4092-9CE6-DFCF2914E14A}" type="presOf" srcId="{9EC9856C-2DAC-4360-A648-BD341C2293F3}" destId="{3C003095-243A-4EA1-8B84-E715CA0C8221}" srcOrd="0" destOrd="0" presId="urn:microsoft.com/office/officeart/2005/8/layout/vList5"/>
    <dgm:cxn modelId="{82E29DEA-FC2F-4F5F-A141-90E63E1FFBF0}" srcId="{823241F9-EAC6-445F-8CCE-9C25053BFCBE}" destId="{9EC9856C-2DAC-4360-A648-BD341C2293F3}" srcOrd="3" destOrd="0" parTransId="{1445D853-A353-4AE2-83ED-D07976AA3F23}" sibTransId="{C1C79F28-3926-46BA-90D1-E7AC6B59F27E}"/>
    <dgm:cxn modelId="{00AEB43C-EFDE-4C24-A6E9-DC35156058E2}" type="presParOf" srcId="{7104ABE7-8201-4686-91BA-861C430CE692}" destId="{8F8A8767-2A30-45BB-8781-AD8E00504E78}" srcOrd="0" destOrd="0" presId="urn:microsoft.com/office/officeart/2005/8/layout/vList5"/>
    <dgm:cxn modelId="{80F8CBC5-E6DB-4836-B1D2-50C35F31C729}" type="presParOf" srcId="{8F8A8767-2A30-45BB-8781-AD8E00504E78}" destId="{2C374330-E70F-42CE-9A3F-63F6F1A75F1F}" srcOrd="0" destOrd="0" presId="urn:microsoft.com/office/officeart/2005/8/layout/vList5"/>
    <dgm:cxn modelId="{02ED6392-F501-4147-B20A-0F749C2FAA06}" type="presParOf" srcId="{7104ABE7-8201-4686-91BA-861C430CE692}" destId="{CCCEF2FB-9284-4670-A77D-85DECE4588C3}" srcOrd="1" destOrd="0" presId="urn:microsoft.com/office/officeart/2005/8/layout/vList5"/>
    <dgm:cxn modelId="{5A7B3124-E21E-4902-8328-014B4C08F5CC}" type="presParOf" srcId="{7104ABE7-8201-4686-91BA-861C430CE692}" destId="{1712C8F3-B9BD-4F42-A40C-4B91020E857B}" srcOrd="2" destOrd="0" presId="urn:microsoft.com/office/officeart/2005/8/layout/vList5"/>
    <dgm:cxn modelId="{9FE4FC94-DAF9-42F5-80BB-5E8DFE7EE3B3}" type="presParOf" srcId="{1712C8F3-B9BD-4F42-A40C-4B91020E857B}" destId="{4584D533-BE2B-4251-8B63-F0ABB0CF5D81}" srcOrd="0" destOrd="0" presId="urn:microsoft.com/office/officeart/2005/8/layout/vList5"/>
    <dgm:cxn modelId="{EE4E31F4-331C-430C-BCAB-CB4F0381AE8C}" type="presParOf" srcId="{7104ABE7-8201-4686-91BA-861C430CE692}" destId="{8F16FF70-1ACE-48E6-B5F1-2B6FCD354FD9}" srcOrd="3" destOrd="0" presId="urn:microsoft.com/office/officeart/2005/8/layout/vList5"/>
    <dgm:cxn modelId="{0C53BFD1-EA77-421F-ACE9-AC63AAC2D21E}" type="presParOf" srcId="{7104ABE7-8201-4686-91BA-861C430CE692}" destId="{040D9E40-CB46-4E95-A752-52F2D1859E84}" srcOrd="4" destOrd="0" presId="urn:microsoft.com/office/officeart/2005/8/layout/vList5"/>
    <dgm:cxn modelId="{29750CBA-1733-45A1-BDC4-7EFA06B868AD}" type="presParOf" srcId="{040D9E40-CB46-4E95-A752-52F2D1859E84}" destId="{AEB0F1DF-2528-48EA-BA1D-3264C01323A2}" srcOrd="0" destOrd="0" presId="urn:microsoft.com/office/officeart/2005/8/layout/vList5"/>
    <dgm:cxn modelId="{3717F4FB-BA85-4F3B-82F9-3094A183E21A}" type="presParOf" srcId="{7104ABE7-8201-4686-91BA-861C430CE692}" destId="{FE4B9F09-FFF5-4AAB-918D-2F71A77D52CE}" srcOrd="5" destOrd="0" presId="urn:microsoft.com/office/officeart/2005/8/layout/vList5"/>
    <dgm:cxn modelId="{D4019A1F-2FF3-44EB-9AD4-B2B71CEA9F44}" type="presParOf" srcId="{7104ABE7-8201-4686-91BA-861C430CE692}" destId="{67CF4775-0F08-4D64-9820-3BFD05C160BE}" srcOrd="6" destOrd="0" presId="urn:microsoft.com/office/officeart/2005/8/layout/vList5"/>
    <dgm:cxn modelId="{5DEFE5BD-604E-4D1F-B8E2-7CDED560F856}" type="presParOf" srcId="{67CF4775-0F08-4D64-9820-3BFD05C160BE}" destId="{3C003095-243A-4EA1-8B84-E715CA0C8221}"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4AA9FF7-FF88-4B14-A459-ED5E1779761B}"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5E320AE7-C627-460D-A329-626D5AA9E61D}">
      <dgm:prSet custT="1"/>
      <dgm:spPr/>
      <dgm:t>
        <a:bodyPr/>
        <a:lstStyle/>
        <a:p>
          <a:pPr indent="457200" algn="ctr" rtl="0">
            <a:lnSpc>
              <a:spcPct val="100000"/>
            </a:lnSpc>
          </a:pPr>
          <a:r>
            <a:rPr lang="zh-CN" altLang="en-US" sz="2400" baseline="0" dirty="0" smtClean="0">
              <a:latin typeface="黑体" panose="02010609060101010101" pitchFamily="49" charset="-122"/>
              <a:ea typeface="黑体" panose="02010609060101010101" pitchFamily="49" charset="-122"/>
            </a:rPr>
            <a:t>对器件以及控制的保护</a:t>
          </a:r>
          <a:endParaRPr lang="zh-CN" altLang="en-US" sz="2400" dirty="0">
            <a:latin typeface="黑体" panose="02010609060101010101" pitchFamily="49" charset="-122"/>
            <a:ea typeface="黑体" panose="02010609060101010101" pitchFamily="49" charset="-122"/>
          </a:endParaRPr>
        </a:p>
      </dgm:t>
    </dgm:pt>
    <dgm:pt modelId="{9E5C68C6-B55B-41DF-BDAD-A23B4DCA94A0}" type="parTrans" cxnId="{2B0A1912-2508-44F7-96A2-7E745922A4C6}">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DD9D9C0F-DABA-42EE-92F0-0A89F30FE409}" type="sibTrans" cxnId="{2B0A1912-2508-44F7-96A2-7E745922A4C6}">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7131ED49-8B5B-4071-B337-0F58F0AE6546}">
      <dgm:prSet custT="1"/>
      <dgm:spPr>
        <a:solidFill>
          <a:schemeClr val="tx1"/>
        </a:solidFill>
      </dgm:spPr>
      <dgm:t>
        <a:bodyPr/>
        <a:lstStyle/>
        <a:p>
          <a:pPr indent="-457200" algn="l" rtl="0"/>
          <a:r>
            <a:rPr lang="zh-CN" altLang="en-US" sz="1600" dirty="0" smtClean="0">
              <a:latin typeface="黑体" panose="02010609060101010101" pitchFamily="49" charset="-122"/>
              <a:ea typeface="黑体" panose="02010609060101010101" pitchFamily="49" charset="-122"/>
            </a:rPr>
            <a:t>保护要求：对可能影响衡器性能和法定功能的单元提供保护，防止人为有意调整。</a:t>
          </a:r>
          <a:endParaRPr lang="zh-CN" altLang="en-US" sz="1600" dirty="0">
            <a:latin typeface="黑体" panose="02010609060101010101" pitchFamily="49" charset="-122"/>
            <a:ea typeface="黑体" panose="02010609060101010101" pitchFamily="49" charset="-122"/>
          </a:endParaRPr>
        </a:p>
      </dgm:t>
    </dgm:pt>
    <dgm:pt modelId="{356FC3ED-2955-496B-8FC4-88EFA3ACC89D}" type="parTrans" cxnId="{ECB315B1-3EBB-470E-BF74-8B24C4CA7222}">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187CCA0D-5269-4779-9A87-B2ED603BDB3F}" type="sibTrans" cxnId="{ECB315B1-3EBB-470E-BF74-8B24C4CA7222}">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575F9A3F-855D-4C78-9A43-A3CD37463ECB}">
      <dgm:prSet custT="1"/>
      <dgm:spPr/>
      <dgm:t>
        <a:bodyPr/>
        <a:lstStyle/>
        <a:p>
          <a:pPr marL="993775" indent="-993775" algn="l" rtl="0"/>
          <a:r>
            <a:rPr lang="zh-CN" altLang="en-US" sz="1600" dirty="0" smtClean="0">
              <a:latin typeface="黑体" panose="02010609060101010101" pitchFamily="49" charset="-122"/>
              <a:ea typeface="黑体" panose="02010609060101010101" pitchFamily="49" charset="-122"/>
            </a:rPr>
            <a:t>保护意义：由于涉及第二方或第三利益或国家、公众利益，法制计量器具中与性能和法定功能相关的关键器件应受到保护，通常对这些保护称为铅封，可以是物理的，也可以是电子的。</a:t>
          </a:r>
          <a:endParaRPr lang="zh-CN" altLang="en-US" sz="1600" dirty="0">
            <a:latin typeface="黑体" panose="02010609060101010101" pitchFamily="49" charset="-122"/>
            <a:ea typeface="黑体" panose="02010609060101010101" pitchFamily="49" charset="-122"/>
          </a:endParaRPr>
        </a:p>
      </dgm:t>
    </dgm:pt>
    <dgm:pt modelId="{06017641-66D0-401D-A158-4476DC0672C1}" type="parTrans" cxnId="{11CF9335-AA06-42B5-B54B-BB7500958CCF}">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6E3D56C9-566E-44F8-B915-54BB4AB00E19}" type="sibTrans" cxnId="{11CF9335-AA06-42B5-B54B-BB7500958CCF}">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393771F2-C2D7-457B-9E4F-93DDBC19CF4C}">
      <dgm:prSet custT="1"/>
      <dgm:spPr>
        <a:solidFill>
          <a:srgbClr val="3399FF"/>
        </a:solidFill>
      </dgm:spPr>
      <dgm:t>
        <a:bodyPr/>
        <a:lstStyle/>
        <a:p>
          <a:pPr marL="982663" indent="-982663" algn="l" rtl="0"/>
          <a:r>
            <a:rPr lang="zh-CN" altLang="en-US" sz="1600" dirty="0" smtClean="0">
              <a:latin typeface="黑体" panose="02010609060101010101" pitchFamily="49" charset="-122"/>
              <a:ea typeface="黑体" panose="02010609060101010101" pitchFamily="49" charset="-122"/>
            </a:rPr>
            <a:t>保护技术：传统的铅封是对计量器具受保护的部分通过</a:t>
          </a:r>
          <a:r>
            <a:rPr lang="zh-CN" altLang="en-US" sz="1600" dirty="0" smtClean="0">
              <a:latin typeface="黑体" panose="02010609060101010101" pitchFamily="49" charset="-122"/>
              <a:ea typeface="黑体" panose="02010609060101010101" pitchFamily="49" charset="-122"/>
            </a:rPr>
            <a:t>外壳加以</a:t>
          </a:r>
          <a:r>
            <a:rPr lang="zh-CN" altLang="en-US" sz="1600" dirty="0" smtClean="0">
              <a:latin typeface="黑体" panose="02010609060101010101" pitchFamily="49" charset="-122"/>
              <a:ea typeface="黑体" panose="02010609060101010101" pitchFamily="49" charset="-122"/>
            </a:rPr>
            <a:t>保护，对外壳施加一个印封（带有管理印签的封闭装置）的装置，一旦该印封被破坏，衡器的法定身份就失效，这时提供的称量结果无论正确与否都不能作为法制计量数据使用。</a:t>
          </a:r>
          <a:endParaRPr lang="zh-CN" altLang="en-US" sz="1600" dirty="0">
            <a:latin typeface="黑体" panose="02010609060101010101" pitchFamily="49" charset="-122"/>
            <a:ea typeface="黑体" panose="02010609060101010101" pitchFamily="49" charset="-122"/>
          </a:endParaRPr>
        </a:p>
      </dgm:t>
    </dgm:pt>
    <dgm:pt modelId="{1E8E0E34-8497-4F38-B54B-EF49190BC2DE}" type="parTrans" cxnId="{FA9D72D7-60EE-4C1C-BDFA-83A3D4B906D9}">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0BC2255A-DEB2-487E-904E-6989DCD336B7}" type="sibTrans" cxnId="{FA9D72D7-60EE-4C1C-BDFA-83A3D4B906D9}">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F417FE72-5E0F-472D-A943-57CE01A68EDF}">
      <dgm:prSet custT="1"/>
      <dgm:spPr>
        <a:solidFill>
          <a:schemeClr val="accent6"/>
        </a:solidFill>
      </dgm:spPr>
      <dgm:t>
        <a:bodyPr/>
        <a:lstStyle/>
        <a:p>
          <a:pPr indent="457200" algn="l" rtl="0"/>
          <a:r>
            <a:rPr lang="zh-CN" altLang="en-US" sz="1600" b="1" dirty="0" smtClean="0">
              <a:latin typeface="黑体" panose="02010609060101010101" pitchFamily="49" charset="-122"/>
              <a:ea typeface="黑体" panose="02010609060101010101" pitchFamily="49" charset="-122"/>
            </a:rPr>
            <a:t>该印封装置完好时，衡器性能和功能都是安全的，被破坏后能被使用和关注该管理装置的人易于发现。这是该装置的两个特征，因此如果采用软件保护，只要满足这两个特征，认为保护是有效的。</a:t>
          </a:r>
          <a:endParaRPr lang="zh-CN" altLang="en-US" sz="1600" dirty="0">
            <a:latin typeface="黑体" panose="02010609060101010101" pitchFamily="49" charset="-122"/>
            <a:ea typeface="黑体" panose="02010609060101010101" pitchFamily="49" charset="-122"/>
          </a:endParaRPr>
        </a:p>
      </dgm:t>
    </dgm:pt>
    <dgm:pt modelId="{A20F4A62-BEE0-4369-863D-89C04DDA9F39}" type="parTrans" cxnId="{A594155D-92D4-429F-9878-B54BA5CDEBB9}">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20E92573-5560-43F2-9A9A-036F40A8189A}" type="sibTrans" cxnId="{A594155D-92D4-429F-9878-B54BA5CDEBB9}">
      <dgm:prSet/>
      <dgm:spPr/>
      <dgm:t>
        <a:bodyPr/>
        <a:lstStyle/>
        <a:p>
          <a:pPr indent="457200" algn="l"/>
          <a:endParaRPr lang="zh-CN" altLang="en-US">
            <a:latin typeface="黑体" panose="02010609060101010101" pitchFamily="49" charset="-122"/>
            <a:ea typeface="黑体" panose="02010609060101010101" pitchFamily="49" charset="-122"/>
          </a:endParaRPr>
        </a:p>
      </dgm:t>
    </dgm:pt>
    <dgm:pt modelId="{96EDEDFA-4D9B-49E4-883F-8F84BB0C8B8C}" type="pres">
      <dgm:prSet presAssocID="{D4AA9FF7-FF88-4B14-A459-ED5E1779761B}" presName="theList" presStyleCnt="0">
        <dgm:presLayoutVars>
          <dgm:dir/>
          <dgm:animLvl val="lvl"/>
          <dgm:resizeHandles val="exact"/>
        </dgm:presLayoutVars>
      </dgm:prSet>
      <dgm:spPr/>
      <dgm:t>
        <a:bodyPr/>
        <a:lstStyle/>
        <a:p>
          <a:endParaRPr lang="zh-CN" altLang="en-US"/>
        </a:p>
      </dgm:t>
    </dgm:pt>
    <dgm:pt modelId="{E7DA9CD7-4F4A-402A-B5DF-F1B5E31C69C1}" type="pres">
      <dgm:prSet presAssocID="{5E320AE7-C627-460D-A329-626D5AA9E61D}" presName="compNode" presStyleCnt="0"/>
      <dgm:spPr/>
    </dgm:pt>
    <dgm:pt modelId="{65B9D766-FE76-4F09-B744-612D4147BC01}" type="pres">
      <dgm:prSet presAssocID="{5E320AE7-C627-460D-A329-626D5AA9E61D}" presName="aNode" presStyleLbl="bgShp" presStyleIdx="0" presStyleCnt="1" custLinFactNeighborX="-49"/>
      <dgm:spPr/>
      <dgm:t>
        <a:bodyPr/>
        <a:lstStyle/>
        <a:p>
          <a:endParaRPr lang="zh-CN" altLang="en-US"/>
        </a:p>
      </dgm:t>
    </dgm:pt>
    <dgm:pt modelId="{C630A91C-8B3E-453D-9E64-F2200D5BDBA2}" type="pres">
      <dgm:prSet presAssocID="{5E320AE7-C627-460D-A329-626D5AA9E61D}" presName="textNode" presStyleLbl="bgShp" presStyleIdx="0" presStyleCnt="1"/>
      <dgm:spPr/>
      <dgm:t>
        <a:bodyPr/>
        <a:lstStyle/>
        <a:p>
          <a:endParaRPr lang="zh-CN" altLang="en-US"/>
        </a:p>
      </dgm:t>
    </dgm:pt>
    <dgm:pt modelId="{9D38AC5C-EDB3-4BB3-A76A-EEC267BAAEEA}" type="pres">
      <dgm:prSet presAssocID="{5E320AE7-C627-460D-A329-626D5AA9E61D}" presName="compChildNode" presStyleCnt="0"/>
      <dgm:spPr/>
    </dgm:pt>
    <dgm:pt modelId="{60248A3B-D040-4581-8D13-423BC74D9DAE}" type="pres">
      <dgm:prSet presAssocID="{5E320AE7-C627-460D-A329-626D5AA9E61D}" presName="theInnerList" presStyleCnt="0"/>
      <dgm:spPr/>
    </dgm:pt>
    <dgm:pt modelId="{9B36AC2F-5A83-454A-9A6A-EB62F921EEE7}" type="pres">
      <dgm:prSet presAssocID="{7131ED49-8B5B-4071-B337-0F58F0AE6546}" presName="childNode" presStyleLbl="node1" presStyleIdx="0" presStyleCnt="4" custScaleX="119709" custScaleY="1028203" custLinFactY="-961889" custLinFactNeighborY="-1000000">
        <dgm:presLayoutVars>
          <dgm:bulletEnabled val="1"/>
        </dgm:presLayoutVars>
      </dgm:prSet>
      <dgm:spPr/>
      <dgm:t>
        <a:bodyPr/>
        <a:lstStyle/>
        <a:p>
          <a:endParaRPr lang="zh-CN" altLang="en-US"/>
        </a:p>
      </dgm:t>
    </dgm:pt>
    <dgm:pt modelId="{51FA45B9-4456-4A8B-ABF8-7C2F51314DD3}" type="pres">
      <dgm:prSet presAssocID="{7131ED49-8B5B-4071-B337-0F58F0AE6546}" presName="aSpace2" presStyleCnt="0"/>
      <dgm:spPr/>
    </dgm:pt>
    <dgm:pt modelId="{D060CD21-713A-4C47-AD68-23205D5FC7D5}" type="pres">
      <dgm:prSet presAssocID="{575F9A3F-855D-4C78-9A43-A3CD37463ECB}" presName="childNode" presStyleLbl="node1" presStyleIdx="1" presStyleCnt="4" custScaleX="119709" custScaleY="1591242" custLinFactY="-767211" custLinFactNeighborY="-800000">
        <dgm:presLayoutVars>
          <dgm:bulletEnabled val="1"/>
        </dgm:presLayoutVars>
      </dgm:prSet>
      <dgm:spPr/>
      <dgm:t>
        <a:bodyPr/>
        <a:lstStyle/>
        <a:p>
          <a:endParaRPr lang="zh-CN" altLang="en-US"/>
        </a:p>
      </dgm:t>
    </dgm:pt>
    <dgm:pt modelId="{38E400FA-4C0B-4A2C-BC95-2FFB9D39C5E4}" type="pres">
      <dgm:prSet presAssocID="{575F9A3F-855D-4C78-9A43-A3CD37463ECB}" presName="aSpace2" presStyleCnt="0"/>
      <dgm:spPr/>
    </dgm:pt>
    <dgm:pt modelId="{3574EC48-D229-4CC5-B0FC-095CF0E15E75}" type="pres">
      <dgm:prSet presAssocID="{393771F2-C2D7-457B-9E4F-93DDBC19CF4C}" presName="childNode" presStyleLbl="node1" presStyleIdx="2" presStyleCnt="4" custScaleX="120130" custScaleY="2000000" custLinFactY="-568134" custLinFactNeighborY="-600000">
        <dgm:presLayoutVars>
          <dgm:bulletEnabled val="1"/>
        </dgm:presLayoutVars>
      </dgm:prSet>
      <dgm:spPr/>
      <dgm:t>
        <a:bodyPr/>
        <a:lstStyle/>
        <a:p>
          <a:endParaRPr lang="zh-CN" altLang="en-US"/>
        </a:p>
      </dgm:t>
    </dgm:pt>
    <dgm:pt modelId="{D8EECC09-30B0-4306-921B-B6110E25AEE4}" type="pres">
      <dgm:prSet presAssocID="{393771F2-C2D7-457B-9E4F-93DDBC19CF4C}" presName="aSpace2" presStyleCnt="0"/>
      <dgm:spPr/>
    </dgm:pt>
    <dgm:pt modelId="{D21DAA34-C19A-4912-B123-18BC1B2B1C4F}" type="pres">
      <dgm:prSet presAssocID="{F417FE72-5E0F-472D-A943-57CE01A68EDF}" presName="childNode" presStyleLbl="node1" presStyleIdx="3" presStyleCnt="4" custAng="0" custScaleX="96522" custScaleY="2000000" custLinFactY="136746" custLinFactNeighborY="200000">
        <dgm:presLayoutVars>
          <dgm:bulletEnabled val="1"/>
        </dgm:presLayoutVars>
      </dgm:prSet>
      <dgm:spPr>
        <a:prstGeom prst="snip2SameRect">
          <a:avLst/>
        </a:prstGeom>
      </dgm:spPr>
      <dgm:t>
        <a:bodyPr/>
        <a:lstStyle/>
        <a:p>
          <a:endParaRPr lang="zh-CN" altLang="en-US"/>
        </a:p>
      </dgm:t>
    </dgm:pt>
  </dgm:ptLst>
  <dgm:cxnLst>
    <dgm:cxn modelId="{AA3AD159-70E9-4FCE-8B43-0B44388B0178}" type="presOf" srcId="{7131ED49-8B5B-4071-B337-0F58F0AE6546}" destId="{9B36AC2F-5A83-454A-9A6A-EB62F921EEE7}" srcOrd="0" destOrd="0" presId="urn:microsoft.com/office/officeart/2005/8/layout/lProcess2"/>
    <dgm:cxn modelId="{CEBCE194-5184-42A5-B4B6-14B821EC5C6F}" type="presOf" srcId="{575F9A3F-855D-4C78-9A43-A3CD37463ECB}" destId="{D060CD21-713A-4C47-AD68-23205D5FC7D5}" srcOrd="0" destOrd="0" presId="urn:microsoft.com/office/officeart/2005/8/layout/lProcess2"/>
    <dgm:cxn modelId="{2D70C231-B37C-4866-839C-ED92CEDFA51C}" type="presOf" srcId="{D4AA9FF7-FF88-4B14-A459-ED5E1779761B}" destId="{96EDEDFA-4D9B-49E4-883F-8F84BB0C8B8C}" srcOrd="0" destOrd="0" presId="urn:microsoft.com/office/officeart/2005/8/layout/lProcess2"/>
    <dgm:cxn modelId="{2B0A1912-2508-44F7-96A2-7E745922A4C6}" srcId="{D4AA9FF7-FF88-4B14-A459-ED5E1779761B}" destId="{5E320AE7-C627-460D-A329-626D5AA9E61D}" srcOrd="0" destOrd="0" parTransId="{9E5C68C6-B55B-41DF-BDAD-A23B4DCA94A0}" sibTransId="{DD9D9C0F-DABA-42EE-92F0-0A89F30FE409}"/>
    <dgm:cxn modelId="{A594155D-92D4-429F-9878-B54BA5CDEBB9}" srcId="{5E320AE7-C627-460D-A329-626D5AA9E61D}" destId="{F417FE72-5E0F-472D-A943-57CE01A68EDF}" srcOrd="3" destOrd="0" parTransId="{A20F4A62-BEE0-4369-863D-89C04DDA9F39}" sibTransId="{20E92573-5560-43F2-9A9A-036F40A8189A}"/>
    <dgm:cxn modelId="{F1035DB4-B52B-4AFF-88F3-0A34AC525924}" type="presOf" srcId="{393771F2-C2D7-457B-9E4F-93DDBC19CF4C}" destId="{3574EC48-D229-4CC5-B0FC-095CF0E15E75}" srcOrd="0" destOrd="0" presId="urn:microsoft.com/office/officeart/2005/8/layout/lProcess2"/>
    <dgm:cxn modelId="{11CF9335-AA06-42B5-B54B-BB7500958CCF}" srcId="{5E320AE7-C627-460D-A329-626D5AA9E61D}" destId="{575F9A3F-855D-4C78-9A43-A3CD37463ECB}" srcOrd="1" destOrd="0" parTransId="{06017641-66D0-401D-A158-4476DC0672C1}" sibTransId="{6E3D56C9-566E-44F8-B915-54BB4AB00E19}"/>
    <dgm:cxn modelId="{17DB47A7-37F9-4578-A1CC-4C09BA3C6293}" type="presOf" srcId="{F417FE72-5E0F-472D-A943-57CE01A68EDF}" destId="{D21DAA34-C19A-4912-B123-18BC1B2B1C4F}" srcOrd="0" destOrd="0" presId="urn:microsoft.com/office/officeart/2005/8/layout/lProcess2"/>
    <dgm:cxn modelId="{FA9D72D7-60EE-4C1C-BDFA-83A3D4B906D9}" srcId="{5E320AE7-C627-460D-A329-626D5AA9E61D}" destId="{393771F2-C2D7-457B-9E4F-93DDBC19CF4C}" srcOrd="2" destOrd="0" parTransId="{1E8E0E34-8497-4F38-B54B-EF49190BC2DE}" sibTransId="{0BC2255A-DEB2-487E-904E-6989DCD336B7}"/>
    <dgm:cxn modelId="{D9DA7F4F-709A-4C3B-83A0-F4EE1F748252}" type="presOf" srcId="{5E320AE7-C627-460D-A329-626D5AA9E61D}" destId="{C630A91C-8B3E-453D-9E64-F2200D5BDBA2}" srcOrd="1" destOrd="0" presId="urn:microsoft.com/office/officeart/2005/8/layout/lProcess2"/>
    <dgm:cxn modelId="{ECB315B1-3EBB-470E-BF74-8B24C4CA7222}" srcId="{5E320AE7-C627-460D-A329-626D5AA9E61D}" destId="{7131ED49-8B5B-4071-B337-0F58F0AE6546}" srcOrd="0" destOrd="0" parTransId="{356FC3ED-2955-496B-8FC4-88EFA3ACC89D}" sibTransId="{187CCA0D-5269-4779-9A87-B2ED603BDB3F}"/>
    <dgm:cxn modelId="{6496864C-5EDF-4E92-9C71-B75FBE19146F}" type="presOf" srcId="{5E320AE7-C627-460D-A329-626D5AA9E61D}" destId="{65B9D766-FE76-4F09-B744-612D4147BC01}" srcOrd="0" destOrd="0" presId="urn:microsoft.com/office/officeart/2005/8/layout/lProcess2"/>
    <dgm:cxn modelId="{AC72DFD0-42BF-4CE3-B266-088B7C9C432F}" type="presParOf" srcId="{96EDEDFA-4D9B-49E4-883F-8F84BB0C8B8C}" destId="{E7DA9CD7-4F4A-402A-B5DF-F1B5E31C69C1}" srcOrd="0" destOrd="0" presId="urn:microsoft.com/office/officeart/2005/8/layout/lProcess2"/>
    <dgm:cxn modelId="{E956E10E-A6E1-4EF3-A4B3-839AD952FC71}" type="presParOf" srcId="{E7DA9CD7-4F4A-402A-B5DF-F1B5E31C69C1}" destId="{65B9D766-FE76-4F09-B744-612D4147BC01}" srcOrd="0" destOrd="0" presId="urn:microsoft.com/office/officeart/2005/8/layout/lProcess2"/>
    <dgm:cxn modelId="{E8004A62-8A92-4F71-B097-4826C942165A}" type="presParOf" srcId="{E7DA9CD7-4F4A-402A-B5DF-F1B5E31C69C1}" destId="{C630A91C-8B3E-453D-9E64-F2200D5BDBA2}" srcOrd="1" destOrd="0" presId="urn:microsoft.com/office/officeart/2005/8/layout/lProcess2"/>
    <dgm:cxn modelId="{FFEC6377-5477-4FE9-90F6-F1A4376B20A0}" type="presParOf" srcId="{E7DA9CD7-4F4A-402A-B5DF-F1B5E31C69C1}" destId="{9D38AC5C-EDB3-4BB3-A76A-EEC267BAAEEA}" srcOrd="2" destOrd="0" presId="urn:microsoft.com/office/officeart/2005/8/layout/lProcess2"/>
    <dgm:cxn modelId="{FADB9D65-71D1-48FD-B2B4-6B29A3544030}" type="presParOf" srcId="{9D38AC5C-EDB3-4BB3-A76A-EEC267BAAEEA}" destId="{60248A3B-D040-4581-8D13-423BC74D9DAE}" srcOrd="0" destOrd="0" presId="urn:microsoft.com/office/officeart/2005/8/layout/lProcess2"/>
    <dgm:cxn modelId="{D20D94FA-CFA4-429F-9EC7-8C867316233B}" type="presParOf" srcId="{60248A3B-D040-4581-8D13-423BC74D9DAE}" destId="{9B36AC2F-5A83-454A-9A6A-EB62F921EEE7}" srcOrd="0" destOrd="0" presId="urn:microsoft.com/office/officeart/2005/8/layout/lProcess2"/>
    <dgm:cxn modelId="{6831E711-65ED-4C40-8CD2-82221A7CA9C6}" type="presParOf" srcId="{60248A3B-D040-4581-8D13-423BC74D9DAE}" destId="{51FA45B9-4456-4A8B-ABF8-7C2F51314DD3}" srcOrd="1" destOrd="0" presId="urn:microsoft.com/office/officeart/2005/8/layout/lProcess2"/>
    <dgm:cxn modelId="{EC1E8E91-F812-478A-AFBF-5079E26208E0}" type="presParOf" srcId="{60248A3B-D040-4581-8D13-423BC74D9DAE}" destId="{D060CD21-713A-4C47-AD68-23205D5FC7D5}" srcOrd="2" destOrd="0" presId="urn:microsoft.com/office/officeart/2005/8/layout/lProcess2"/>
    <dgm:cxn modelId="{657F0B9C-0DBB-4BB9-AAFD-B22F3EA2D102}" type="presParOf" srcId="{60248A3B-D040-4581-8D13-423BC74D9DAE}" destId="{38E400FA-4C0B-4A2C-BC95-2FFB9D39C5E4}" srcOrd="3" destOrd="0" presId="urn:microsoft.com/office/officeart/2005/8/layout/lProcess2"/>
    <dgm:cxn modelId="{C6854840-B723-4D26-AF4D-B4D7277088EC}" type="presParOf" srcId="{60248A3B-D040-4581-8D13-423BC74D9DAE}" destId="{3574EC48-D229-4CC5-B0FC-095CF0E15E75}" srcOrd="4" destOrd="0" presId="urn:microsoft.com/office/officeart/2005/8/layout/lProcess2"/>
    <dgm:cxn modelId="{48967489-BADB-4F63-9DD8-8705C632BBFD}" type="presParOf" srcId="{60248A3B-D040-4581-8D13-423BC74D9DAE}" destId="{D8EECC09-30B0-4306-921B-B6110E25AEE4}" srcOrd="5" destOrd="0" presId="urn:microsoft.com/office/officeart/2005/8/layout/lProcess2"/>
    <dgm:cxn modelId="{5759CBB7-DC0B-49A4-B4DA-96AF7E4B617D}" type="presParOf" srcId="{60248A3B-D040-4581-8D13-423BC74D9DAE}" destId="{D21DAA34-C19A-4912-B123-18BC1B2B1C4F}" srcOrd="6"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7D6D96-05FA-4FFB-BAEF-05ECA8F5CA2B}" type="doc">
      <dgm:prSet loTypeId="urn:microsoft.com/office/officeart/2005/8/layout/hList9" loCatId="list" qsTypeId="urn:microsoft.com/office/officeart/2005/8/quickstyle/simple1" qsCatId="simple" csTypeId="urn:microsoft.com/office/officeart/2005/8/colors/accent1_2" csCatId="accent1" phldr="1"/>
      <dgm:spPr/>
      <dgm:t>
        <a:bodyPr/>
        <a:lstStyle/>
        <a:p>
          <a:endParaRPr lang="zh-CN" altLang="en-US"/>
        </a:p>
      </dgm:t>
    </dgm:pt>
    <dgm:pt modelId="{E65D71BE-5A38-4742-B72A-3A3CDA3C0634}">
      <dgm:prSet custT="1"/>
      <dgm:spPr/>
      <dgm:t>
        <a:bodyPr/>
        <a:lstStyle/>
        <a:p>
          <a:pPr rtl="0"/>
          <a:r>
            <a:rPr lang="zh-CN" altLang="en-US" sz="2000" dirty="0" smtClean="0">
              <a:latin typeface="黑体" panose="02010609060101010101" pitchFamily="49" charset="-122"/>
              <a:ea typeface="黑体" panose="02010609060101010101" pitchFamily="49" charset="-122"/>
            </a:rPr>
            <a:t>校准和</a:t>
          </a:r>
          <a:r>
            <a:rPr lang="en-US" altLang="zh-CN" sz="2000" dirty="0" smtClean="0">
              <a:latin typeface="黑体" panose="02010609060101010101" pitchFamily="49" charset="-122"/>
              <a:ea typeface="黑体" panose="02010609060101010101" pitchFamily="49" charset="-122"/>
            </a:rPr>
            <a:t/>
          </a:r>
          <a:br>
            <a:rPr lang="en-US" altLang="zh-CN" sz="2000" dirty="0" smtClean="0">
              <a:latin typeface="黑体" panose="02010609060101010101" pitchFamily="49" charset="-122"/>
              <a:ea typeface="黑体" panose="02010609060101010101" pitchFamily="49" charset="-122"/>
            </a:rPr>
          </a:br>
          <a:r>
            <a:rPr lang="zh-CN" altLang="en-US" sz="2000" dirty="0" smtClean="0">
              <a:latin typeface="黑体" panose="02010609060101010101" pitchFamily="49" charset="-122"/>
              <a:ea typeface="黑体" panose="02010609060101010101" pitchFamily="49" charset="-122"/>
            </a:rPr>
            <a:t>调整</a:t>
          </a:r>
          <a:endParaRPr lang="zh-CN" altLang="en-US" sz="2000" dirty="0">
            <a:latin typeface="黑体" panose="02010609060101010101" pitchFamily="49" charset="-122"/>
            <a:ea typeface="黑体" panose="02010609060101010101" pitchFamily="49" charset="-122"/>
          </a:endParaRPr>
        </a:p>
      </dgm:t>
    </dgm:pt>
    <dgm:pt modelId="{7A323067-4F20-406A-88C5-1CCD43F7D83C}" type="parTrans" cxnId="{95E3E8DB-AFE0-4C6C-A37D-4D3B08F548FA}">
      <dgm:prSet/>
      <dgm:spPr/>
      <dgm:t>
        <a:bodyPr/>
        <a:lstStyle/>
        <a:p>
          <a:endParaRPr lang="zh-CN" altLang="en-US" sz="1600">
            <a:latin typeface="黑体" panose="02010609060101010101" pitchFamily="49" charset="-122"/>
            <a:ea typeface="黑体" panose="02010609060101010101" pitchFamily="49" charset="-122"/>
          </a:endParaRPr>
        </a:p>
      </dgm:t>
    </dgm:pt>
    <dgm:pt modelId="{8084C3DC-3B8E-44AF-AB78-8BC345872816}" type="sibTrans" cxnId="{95E3E8DB-AFE0-4C6C-A37D-4D3B08F548FA}">
      <dgm:prSet/>
      <dgm:spPr/>
      <dgm:t>
        <a:bodyPr/>
        <a:lstStyle/>
        <a:p>
          <a:endParaRPr lang="zh-CN" altLang="en-US" sz="1600">
            <a:latin typeface="黑体" panose="02010609060101010101" pitchFamily="49" charset="-122"/>
            <a:ea typeface="黑体" panose="02010609060101010101" pitchFamily="49" charset="-122"/>
          </a:endParaRPr>
        </a:p>
      </dgm:t>
    </dgm:pt>
    <dgm:pt modelId="{0D213EB7-5DAD-4ECC-8EF0-9DA7AD1DC386}">
      <dgm:prSet custT="1"/>
      <dgm:spPr/>
      <dgm:t>
        <a:bodyPr/>
        <a:lstStyle/>
        <a:p>
          <a:pPr rtl="0"/>
          <a:r>
            <a:rPr lang="zh-CN" altLang="en-US" sz="1600" dirty="0" smtClean="0">
              <a:latin typeface="黑体" panose="02010609060101010101" pitchFamily="49" charset="-122"/>
              <a:ea typeface="黑体" panose="02010609060101010101" pitchFamily="49" charset="-122"/>
            </a:rPr>
            <a:t>对衡器校准参数的调整可以是自动或半自动的，无论何种型式都必须设置在衡器内部，受到铅封保护后不可能对调整本身进行任何影响。</a:t>
          </a:r>
          <a:endParaRPr lang="zh-CN" altLang="en-US" sz="1600" dirty="0">
            <a:latin typeface="黑体" panose="02010609060101010101" pitchFamily="49" charset="-122"/>
            <a:ea typeface="黑体" panose="02010609060101010101" pitchFamily="49" charset="-122"/>
          </a:endParaRPr>
        </a:p>
      </dgm:t>
    </dgm:pt>
    <dgm:pt modelId="{BE20907B-05BE-43A6-8998-1204B785D9E6}" type="parTrans" cxnId="{183EB599-D9CC-479D-9FA2-E728039C2BCD}">
      <dgm:prSet/>
      <dgm:spPr/>
      <dgm:t>
        <a:bodyPr/>
        <a:lstStyle/>
        <a:p>
          <a:endParaRPr lang="zh-CN" altLang="en-US" sz="1600">
            <a:latin typeface="黑体" panose="02010609060101010101" pitchFamily="49" charset="-122"/>
            <a:ea typeface="黑体" panose="02010609060101010101" pitchFamily="49" charset="-122"/>
          </a:endParaRPr>
        </a:p>
      </dgm:t>
    </dgm:pt>
    <dgm:pt modelId="{C3A278A5-A165-40C4-A5D3-0753912E64AF}" type="sibTrans" cxnId="{183EB599-D9CC-479D-9FA2-E728039C2BCD}">
      <dgm:prSet/>
      <dgm:spPr/>
      <dgm:t>
        <a:bodyPr/>
        <a:lstStyle/>
        <a:p>
          <a:endParaRPr lang="zh-CN" altLang="en-US" sz="1600">
            <a:latin typeface="黑体" panose="02010609060101010101" pitchFamily="49" charset="-122"/>
            <a:ea typeface="黑体" panose="02010609060101010101" pitchFamily="49" charset="-122"/>
          </a:endParaRPr>
        </a:p>
      </dgm:t>
    </dgm:pt>
    <dgm:pt modelId="{5E4D6B7D-7E4A-4329-99E2-5EE961D228A9}">
      <dgm:prSet custT="1"/>
      <dgm:spPr/>
      <dgm:t>
        <a:bodyPr/>
        <a:lstStyle/>
        <a:p>
          <a:pPr rtl="0"/>
          <a:r>
            <a:rPr lang="zh-CN" altLang="en-US" sz="2000" smtClean="0">
              <a:latin typeface="黑体" panose="02010609060101010101" pitchFamily="49" charset="-122"/>
              <a:ea typeface="黑体" panose="02010609060101010101" pitchFamily="49" charset="-122"/>
            </a:rPr>
            <a:t>重力补偿</a:t>
          </a:r>
          <a:endParaRPr lang="zh-CN" altLang="en-US" sz="2000">
            <a:latin typeface="黑体" panose="02010609060101010101" pitchFamily="49" charset="-122"/>
            <a:ea typeface="黑体" panose="02010609060101010101" pitchFamily="49" charset="-122"/>
          </a:endParaRPr>
        </a:p>
      </dgm:t>
    </dgm:pt>
    <dgm:pt modelId="{7726B73C-8526-4AA0-A1B1-0A668A1A3FB3}" type="parTrans" cxnId="{01DBB33F-565F-4245-A4CA-658EC1C74C69}">
      <dgm:prSet/>
      <dgm:spPr/>
      <dgm:t>
        <a:bodyPr/>
        <a:lstStyle/>
        <a:p>
          <a:endParaRPr lang="zh-CN" altLang="en-US" sz="1600">
            <a:latin typeface="黑体" panose="02010609060101010101" pitchFamily="49" charset="-122"/>
            <a:ea typeface="黑体" panose="02010609060101010101" pitchFamily="49" charset="-122"/>
          </a:endParaRPr>
        </a:p>
      </dgm:t>
    </dgm:pt>
    <dgm:pt modelId="{447E35CD-C1DC-4D0F-99AD-0EE08A9AE1CB}" type="sibTrans" cxnId="{01DBB33F-565F-4245-A4CA-658EC1C74C69}">
      <dgm:prSet/>
      <dgm:spPr/>
      <dgm:t>
        <a:bodyPr/>
        <a:lstStyle/>
        <a:p>
          <a:endParaRPr lang="zh-CN" altLang="en-US" sz="1600">
            <a:latin typeface="黑体" panose="02010609060101010101" pitchFamily="49" charset="-122"/>
            <a:ea typeface="黑体" panose="02010609060101010101" pitchFamily="49" charset="-122"/>
          </a:endParaRPr>
        </a:p>
      </dgm:t>
    </dgm:pt>
    <dgm:pt modelId="{D817ADAE-4743-4D8E-A26B-C592D99F71F8}">
      <dgm:prSet custT="1"/>
      <dgm:spPr/>
      <dgm:t>
        <a:bodyPr/>
        <a:lstStyle/>
        <a:p>
          <a:pPr rtl="0"/>
          <a:r>
            <a:rPr lang="zh-CN" altLang="en-US" sz="1600" dirty="0" smtClean="0">
              <a:latin typeface="黑体" panose="02010609060101010101" pitchFamily="49" charset="-122"/>
              <a:ea typeface="黑体" panose="02010609060101010101" pitchFamily="49" charset="-122"/>
            </a:rPr>
            <a:t>允许设置重力补偿装置和功能，保护后该功能不可能受到影响。因此，该功能某种意义仅用于制造商地点实施的首次检定。对校准总是在使用地点完成没有意义。</a:t>
          </a:r>
          <a:endParaRPr lang="zh-CN" altLang="en-US" sz="1600" dirty="0">
            <a:latin typeface="黑体" panose="02010609060101010101" pitchFamily="49" charset="-122"/>
            <a:ea typeface="黑体" panose="02010609060101010101" pitchFamily="49" charset="-122"/>
          </a:endParaRPr>
        </a:p>
      </dgm:t>
    </dgm:pt>
    <dgm:pt modelId="{7DB1DF8F-583B-46C3-9224-4F27050CCDBE}" type="parTrans" cxnId="{ECAEB1B1-2F85-4B4C-89FA-954FAF5C10AD}">
      <dgm:prSet/>
      <dgm:spPr/>
      <dgm:t>
        <a:bodyPr/>
        <a:lstStyle/>
        <a:p>
          <a:endParaRPr lang="zh-CN" altLang="en-US" sz="1600">
            <a:latin typeface="黑体" panose="02010609060101010101" pitchFamily="49" charset="-122"/>
            <a:ea typeface="黑体" panose="02010609060101010101" pitchFamily="49" charset="-122"/>
          </a:endParaRPr>
        </a:p>
      </dgm:t>
    </dgm:pt>
    <dgm:pt modelId="{04EB434F-FE17-4C05-A243-D606AA500F5D}" type="sibTrans" cxnId="{ECAEB1B1-2F85-4B4C-89FA-954FAF5C10AD}">
      <dgm:prSet/>
      <dgm:spPr/>
      <dgm:t>
        <a:bodyPr/>
        <a:lstStyle/>
        <a:p>
          <a:endParaRPr lang="zh-CN" altLang="en-US" sz="1600">
            <a:latin typeface="黑体" panose="02010609060101010101" pitchFamily="49" charset="-122"/>
            <a:ea typeface="黑体" panose="02010609060101010101" pitchFamily="49" charset="-122"/>
          </a:endParaRPr>
        </a:p>
      </dgm:t>
    </dgm:pt>
    <dgm:pt modelId="{63DA3104-E27B-42A3-A4A4-89E33EECB0CC}" type="pres">
      <dgm:prSet presAssocID="{667D6D96-05FA-4FFB-BAEF-05ECA8F5CA2B}" presName="list" presStyleCnt="0">
        <dgm:presLayoutVars>
          <dgm:dir/>
          <dgm:animLvl val="lvl"/>
        </dgm:presLayoutVars>
      </dgm:prSet>
      <dgm:spPr/>
      <dgm:t>
        <a:bodyPr/>
        <a:lstStyle/>
        <a:p>
          <a:endParaRPr lang="zh-CN" altLang="en-US"/>
        </a:p>
      </dgm:t>
    </dgm:pt>
    <dgm:pt modelId="{C2798B97-6191-4E5D-BEB7-7DC5CB725DD0}" type="pres">
      <dgm:prSet presAssocID="{E65D71BE-5A38-4742-B72A-3A3CDA3C0634}" presName="posSpace" presStyleCnt="0"/>
      <dgm:spPr/>
    </dgm:pt>
    <dgm:pt modelId="{0FA9CC7F-1F68-4271-960A-BC7A69F46B44}" type="pres">
      <dgm:prSet presAssocID="{E65D71BE-5A38-4742-B72A-3A3CDA3C0634}" presName="vertFlow" presStyleCnt="0"/>
      <dgm:spPr/>
    </dgm:pt>
    <dgm:pt modelId="{C8ADCD5E-C612-4757-8B4D-19188F2CB558}" type="pres">
      <dgm:prSet presAssocID="{E65D71BE-5A38-4742-B72A-3A3CDA3C0634}" presName="topSpace" presStyleCnt="0"/>
      <dgm:spPr/>
    </dgm:pt>
    <dgm:pt modelId="{77B0C8FA-016D-420B-9F29-43135FA6D2C6}" type="pres">
      <dgm:prSet presAssocID="{E65D71BE-5A38-4742-B72A-3A3CDA3C0634}" presName="firstComp" presStyleCnt="0"/>
      <dgm:spPr/>
    </dgm:pt>
    <dgm:pt modelId="{66FDC3C2-507D-4192-9A4F-AE678FBD8539}" type="pres">
      <dgm:prSet presAssocID="{E65D71BE-5A38-4742-B72A-3A3CDA3C0634}" presName="firstChild" presStyleLbl="bgAccFollowNode1" presStyleIdx="0" presStyleCnt="2" custScaleY="202702"/>
      <dgm:spPr/>
      <dgm:t>
        <a:bodyPr/>
        <a:lstStyle/>
        <a:p>
          <a:endParaRPr lang="zh-CN" altLang="en-US"/>
        </a:p>
      </dgm:t>
    </dgm:pt>
    <dgm:pt modelId="{5CB012F0-2193-4CFA-8501-766D343C2A82}" type="pres">
      <dgm:prSet presAssocID="{E65D71BE-5A38-4742-B72A-3A3CDA3C0634}" presName="firstChildTx" presStyleLbl="bgAccFollowNode1" presStyleIdx="0" presStyleCnt="2">
        <dgm:presLayoutVars>
          <dgm:bulletEnabled val="1"/>
        </dgm:presLayoutVars>
      </dgm:prSet>
      <dgm:spPr/>
      <dgm:t>
        <a:bodyPr/>
        <a:lstStyle/>
        <a:p>
          <a:endParaRPr lang="zh-CN" altLang="en-US"/>
        </a:p>
      </dgm:t>
    </dgm:pt>
    <dgm:pt modelId="{5262DE5F-BFFC-403B-A36A-6617F92943B0}" type="pres">
      <dgm:prSet presAssocID="{E65D71BE-5A38-4742-B72A-3A3CDA3C0634}" presName="negSpace" presStyleCnt="0"/>
      <dgm:spPr/>
    </dgm:pt>
    <dgm:pt modelId="{1162208E-EC1D-41AB-BEE6-6A0ED058C019}" type="pres">
      <dgm:prSet presAssocID="{E65D71BE-5A38-4742-B72A-3A3CDA3C0634}" presName="circle" presStyleLbl="node1" presStyleIdx="0" presStyleCnt="2"/>
      <dgm:spPr/>
      <dgm:t>
        <a:bodyPr/>
        <a:lstStyle/>
        <a:p>
          <a:endParaRPr lang="zh-CN" altLang="en-US"/>
        </a:p>
      </dgm:t>
    </dgm:pt>
    <dgm:pt modelId="{1C7C277F-97C0-477A-A9F1-DEBF86531EE4}" type="pres">
      <dgm:prSet presAssocID="{8084C3DC-3B8E-44AF-AB78-8BC345872816}" presName="transSpace" presStyleCnt="0"/>
      <dgm:spPr/>
    </dgm:pt>
    <dgm:pt modelId="{2F1B356E-DD44-47ED-8F99-0268CB1F5DF0}" type="pres">
      <dgm:prSet presAssocID="{5E4D6B7D-7E4A-4329-99E2-5EE961D228A9}" presName="posSpace" presStyleCnt="0"/>
      <dgm:spPr/>
    </dgm:pt>
    <dgm:pt modelId="{14E55FC5-B428-40B1-99AB-D28C0EE614FA}" type="pres">
      <dgm:prSet presAssocID="{5E4D6B7D-7E4A-4329-99E2-5EE961D228A9}" presName="vertFlow" presStyleCnt="0"/>
      <dgm:spPr/>
    </dgm:pt>
    <dgm:pt modelId="{65D5A6AC-5C92-406D-9DAB-822AB88A2908}" type="pres">
      <dgm:prSet presAssocID="{5E4D6B7D-7E4A-4329-99E2-5EE961D228A9}" presName="topSpace" presStyleCnt="0"/>
      <dgm:spPr/>
    </dgm:pt>
    <dgm:pt modelId="{BD456356-79DA-482F-B40F-77B040448F3C}" type="pres">
      <dgm:prSet presAssocID="{5E4D6B7D-7E4A-4329-99E2-5EE961D228A9}" presName="firstComp" presStyleCnt="0"/>
      <dgm:spPr/>
    </dgm:pt>
    <dgm:pt modelId="{E5C53F4C-C82D-425E-9BF4-9FEF759C33F9}" type="pres">
      <dgm:prSet presAssocID="{5E4D6B7D-7E4A-4329-99E2-5EE961D228A9}" presName="firstChild" presStyleLbl="bgAccFollowNode1" presStyleIdx="1" presStyleCnt="2" custScaleY="202702"/>
      <dgm:spPr/>
      <dgm:t>
        <a:bodyPr/>
        <a:lstStyle/>
        <a:p>
          <a:endParaRPr lang="zh-CN" altLang="en-US"/>
        </a:p>
      </dgm:t>
    </dgm:pt>
    <dgm:pt modelId="{FE0176DD-C347-4C2F-A805-1E38DBA0700E}" type="pres">
      <dgm:prSet presAssocID="{5E4D6B7D-7E4A-4329-99E2-5EE961D228A9}" presName="firstChildTx" presStyleLbl="bgAccFollowNode1" presStyleIdx="1" presStyleCnt="2">
        <dgm:presLayoutVars>
          <dgm:bulletEnabled val="1"/>
        </dgm:presLayoutVars>
      </dgm:prSet>
      <dgm:spPr/>
      <dgm:t>
        <a:bodyPr/>
        <a:lstStyle/>
        <a:p>
          <a:endParaRPr lang="zh-CN" altLang="en-US"/>
        </a:p>
      </dgm:t>
    </dgm:pt>
    <dgm:pt modelId="{9253582D-9B5E-4C19-ABA5-0237A5F272BF}" type="pres">
      <dgm:prSet presAssocID="{5E4D6B7D-7E4A-4329-99E2-5EE961D228A9}" presName="negSpace" presStyleCnt="0"/>
      <dgm:spPr/>
    </dgm:pt>
    <dgm:pt modelId="{097A3455-314A-44BA-944F-A43E589BA188}" type="pres">
      <dgm:prSet presAssocID="{5E4D6B7D-7E4A-4329-99E2-5EE961D228A9}" presName="circle" presStyleLbl="node1" presStyleIdx="1" presStyleCnt="2"/>
      <dgm:spPr/>
      <dgm:t>
        <a:bodyPr/>
        <a:lstStyle/>
        <a:p>
          <a:endParaRPr lang="zh-CN" altLang="en-US"/>
        </a:p>
      </dgm:t>
    </dgm:pt>
  </dgm:ptLst>
  <dgm:cxnLst>
    <dgm:cxn modelId="{4A3F64F0-B60D-432D-B3B8-74EE5214CFB5}" type="presOf" srcId="{0D213EB7-5DAD-4ECC-8EF0-9DA7AD1DC386}" destId="{66FDC3C2-507D-4192-9A4F-AE678FBD8539}" srcOrd="0" destOrd="0" presId="urn:microsoft.com/office/officeart/2005/8/layout/hList9"/>
    <dgm:cxn modelId="{ECAEB1B1-2F85-4B4C-89FA-954FAF5C10AD}" srcId="{5E4D6B7D-7E4A-4329-99E2-5EE961D228A9}" destId="{D817ADAE-4743-4D8E-A26B-C592D99F71F8}" srcOrd="0" destOrd="0" parTransId="{7DB1DF8F-583B-46C3-9224-4F27050CCDBE}" sibTransId="{04EB434F-FE17-4C05-A243-D606AA500F5D}"/>
    <dgm:cxn modelId="{3A4ED8A2-F234-4E43-B6E8-4AF736C795BF}" type="presOf" srcId="{667D6D96-05FA-4FFB-BAEF-05ECA8F5CA2B}" destId="{63DA3104-E27B-42A3-A4A4-89E33EECB0CC}" srcOrd="0" destOrd="0" presId="urn:microsoft.com/office/officeart/2005/8/layout/hList9"/>
    <dgm:cxn modelId="{E27909EA-A0F7-487D-A427-D0350AD30FDF}" type="presOf" srcId="{5E4D6B7D-7E4A-4329-99E2-5EE961D228A9}" destId="{097A3455-314A-44BA-944F-A43E589BA188}" srcOrd="0" destOrd="0" presId="urn:microsoft.com/office/officeart/2005/8/layout/hList9"/>
    <dgm:cxn modelId="{01DBB33F-565F-4245-A4CA-658EC1C74C69}" srcId="{667D6D96-05FA-4FFB-BAEF-05ECA8F5CA2B}" destId="{5E4D6B7D-7E4A-4329-99E2-5EE961D228A9}" srcOrd="1" destOrd="0" parTransId="{7726B73C-8526-4AA0-A1B1-0A668A1A3FB3}" sibTransId="{447E35CD-C1DC-4D0F-99AD-0EE08A9AE1CB}"/>
    <dgm:cxn modelId="{F3620B80-7CD8-4D22-BCC2-54083FE26DDA}" type="presOf" srcId="{D817ADAE-4743-4D8E-A26B-C592D99F71F8}" destId="{FE0176DD-C347-4C2F-A805-1E38DBA0700E}" srcOrd="1" destOrd="0" presId="urn:microsoft.com/office/officeart/2005/8/layout/hList9"/>
    <dgm:cxn modelId="{183EB599-D9CC-479D-9FA2-E728039C2BCD}" srcId="{E65D71BE-5A38-4742-B72A-3A3CDA3C0634}" destId="{0D213EB7-5DAD-4ECC-8EF0-9DA7AD1DC386}" srcOrd="0" destOrd="0" parTransId="{BE20907B-05BE-43A6-8998-1204B785D9E6}" sibTransId="{C3A278A5-A165-40C4-A5D3-0753912E64AF}"/>
    <dgm:cxn modelId="{499D84C5-CED7-4541-80FA-E074B9CDA34B}" type="presOf" srcId="{E65D71BE-5A38-4742-B72A-3A3CDA3C0634}" destId="{1162208E-EC1D-41AB-BEE6-6A0ED058C019}" srcOrd="0" destOrd="0" presId="urn:microsoft.com/office/officeart/2005/8/layout/hList9"/>
    <dgm:cxn modelId="{28BB1E27-A466-4EA4-82E3-14D1A509C116}" type="presOf" srcId="{0D213EB7-5DAD-4ECC-8EF0-9DA7AD1DC386}" destId="{5CB012F0-2193-4CFA-8501-766D343C2A82}" srcOrd="1" destOrd="0" presId="urn:microsoft.com/office/officeart/2005/8/layout/hList9"/>
    <dgm:cxn modelId="{95E3E8DB-AFE0-4C6C-A37D-4D3B08F548FA}" srcId="{667D6D96-05FA-4FFB-BAEF-05ECA8F5CA2B}" destId="{E65D71BE-5A38-4742-B72A-3A3CDA3C0634}" srcOrd="0" destOrd="0" parTransId="{7A323067-4F20-406A-88C5-1CCD43F7D83C}" sibTransId="{8084C3DC-3B8E-44AF-AB78-8BC345872816}"/>
    <dgm:cxn modelId="{22A9CF54-0739-438F-AB6E-1E64E3B15FD7}" type="presOf" srcId="{D817ADAE-4743-4D8E-A26B-C592D99F71F8}" destId="{E5C53F4C-C82D-425E-9BF4-9FEF759C33F9}" srcOrd="0" destOrd="0" presId="urn:microsoft.com/office/officeart/2005/8/layout/hList9"/>
    <dgm:cxn modelId="{DA99BC68-0345-40A5-8353-79081E1DFBDE}" type="presParOf" srcId="{63DA3104-E27B-42A3-A4A4-89E33EECB0CC}" destId="{C2798B97-6191-4E5D-BEB7-7DC5CB725DD0}" srcOrd="0" destOrd="0" presId="urn:microsoft.com/office/officeart/2005/8/layout/hList9"/>
    <dgm:cxn modelId="{2B9567CD-529F-4D35-9E4D-C2508EB31224}" type="presParOf" srcId="{63DA3104-E27B-42A3-A4A4-89E33EECB0CC}" destId="{0FA9CC7F-1F68-4271-960A-BC7A69F46B44}" srcOrd="1" destOrd="0" presId="urn:microsoft.com/office/officeart/2005/8/layout/hList9"/>
    <dgm:cxn modelId="{B358E36C-6859-4815-9650-B73F277359D0}" type="presParOf" srcId="{0FA9CC7F-1F68-4271-960A-BC7A69F46B44}" destId="{C8ADCD5E-C612-4757-8B4D-19188F2CB558}" srcOrd="0" destOrd="0" presId="urn:microsoft.com/office/officeart/2005/8/layout/hList9"/>
    <dgm:cxn modelId="{5BA6DBFF-9539-4D98-946C-AF712FC07393}" type="presParOf" srcId="{0FA9CC7F-1F68-4271-960A-BC7A69F46B44}" destId="{77B0C8FA-016D-420B-9F29-43135FA6D2C6}" srcOrd="1" destOrd="0" presId="urn:microsoft.com/office/officeart/2005/8/layout/hList9"/>
    <dgm:cxn modelId="{995149F4-D655-40D3-A70D-3BF69E74F2D9}" type="presParOf" srcId="{77B0C8FA-016D-420B-9F29-43135FA6D2C6}" destId="{66FDC3C2-507D-4192-9A4F-AE678FBD8539}" srcOrd="0" destOrd="0" presId="urn:microsoft.com/office/officeart/2005/8/layout/hList9"/>
    <dgm:cxn modelId="{BFC8FD84-572D-40E9-BFCB-E6D223E4FAD7}" type="presParOf" srcId="{77B0C8FA-016D-420B-9F29-43135FA6D2C6}" destId="{5CB012F0-2193-4CFA-8501-766D343C2A82}" srcOrd="1" destOrd="0" presId="urn:microsoft.com/office/officeart/2005/8/layout/hList9"/>
    <dgm:cxn modelId="{31BAC42D-A358-4967-8E5E-A235AB00ADF8}" type="presParOf" srcId="{63DA3104-E27B-42A3-A4A4-89E33EECB0CC}" destId="{5262DE5F-BFFC-403B-A36A-6617F92943B0}" srcOrd="2" destOrd="0" presId="urn:microsoft.com/office/officeart/2005/8/layout/hList9"/>
    <dgm:cxn modelId="{2C857CB9-8996-4F75-B1C4-A5184A57F489}" type="presParOf" srcId="{63DA3104-E27B-42A3-A4A4-89E33EECB0CC}" destId="{1162208E-EC1D-41AB-BEE6-6A0ED058C019}" srcOrd="3" destOrd="0" presId="urn:microsoft.com/office/officeart/2005/8/layout/hList9"/>
    <dgm:cxn modelId="{56C8760B-486C-4D18-AB38-17A7C1EE543C}" type="presParOf" srcId="{63DA3104-E27B-42A3-A4A4-89E33EECB0CC}" destId="{1C7C277F-97C0-477A-A9F1-DEBF86531EE4}" srcOrd="4" destOrd="0" presId="urn:microsoft.com/office/officeart/2005/8/layout/hList9"/>
    <dgm:cxn modelId="{FEC78FF3-E3A0-4892-A6B2-4C389BFF4160}" type="presParOf" srcId="{63DA3104-E27B-42A3-A4A4-89E33EECB0CC}" destId="{2F1B356E-DD44-47ED-8F99-0268CB1F5DF0}" srcOrd="5" destOrd="0" presId="urn:microsoft.com/office/officeart/2005/8/layout/hList9"/>
    <dgm:cxn modelId="{7F383472-33C4-4A2B-8443-AC966868FED0}" type="presParOf" srcId="{63DA3104-E27B-42A3-A4A4-89E33EECB0CC}" destId="{14E55FC5-B428-40B1-99AB-D28C0EE614FA}" srcOrd="6" destOrd="0" presId="urn:microsoft.com/office/officeart/2005/8/layout/hList9"/>
    <dgm:cxn modelId="{78DEFCC8-48DD-4EAB-B26F-9C207A7AD469}" type="presParOf" srcId="{14E55FC5-B428-40B1-99AB-D28C0EE614FA}" destId="{65D5A6AC-5C92-406D-9DAB-822AB88A2908}" srcOrd="0" destOrd="0" presId="urn:microsoft.com/office/officeart/2005/8/layout/hList9"/>
    <dgm:cxn modelId="{C32549E6-05C3-423E-86E9-3C41BF82BCA7}" type="presParOf" srcId="{14E55FC5-B428-40B1-99AB-D28C0EE614FA}" destId="{BD456356-79DA-482F-B40F-77B040448F3C}" srcOrd="1" destOrd="0" presId="urn:microsoft.com/office/officeart/2005/8/layout/hList9"/>
    <dgm:cxn modelId="{0CF65C68-E26C-4E76-9C67-B699AFD6362A}" type="presParOf" srcId="{BD456356-79DA-482F-B40F-77B040448F3C}" destId="{E5C53F4C-C82D-425E-9BF4-9FEF759C33F9}" srcOrd="0" destOrd="0" presId="urn:microsoft.com/office/officeart/2005/8/layout/hList9"/>
    <dgm:cxn modelId="{15D8FC99-BB5F-4F41-B050-458BDEF546D6}" type="presParOf" srcId="{BD456356-79DA-482F-B40F-77B040448F3C}" destId="{FE0176DD-C347-4C2F-A805-1E38DBA0700E}" srcOrd="1" destOrd="0" presId="urn:microsoft.com/office/officeart/2005/8/layout/hList9"/>
    <dgm:cxn modelId="{51EDB4CE-5FB5-42B5-AF52-C4C4E8C3AFEF}" type="presParOf" srcId="{63DA3104-E27B-42A3-A4A4-89E33EECB0CC}" destId="{9253582D-9B5E-4C19-ABA5-0237A5F272BF}" srcOrd="7" destOrd="0" presId="urn:microsoft.com/office/officeart/2005/8/layout/hList9"/>
    <dgm:cxn modelId="{A773D8EF-9532-483C-A6A1-754F29A5BC06}" type="presParOf" srcId="{63DA3104-E27B-42A3-A4A4-89E33EECB0CC}" destId="{097A3455-314A-44BA-944F-A43E589BA188}" srcOrd="8"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D7EC48-17D9-4F20-9E99-85165F7F5ED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9DCC1D2E-E7CE-48D0-B15A-B55C41185940}">
      <dgm:prSet custT="1"/>
      <dgm:spPr/>
      <dgm:t>
        <a:bodyPr/>
        <a:lstStyle/>
        <a:p>
          <a:pPr rtl="0"/>
          <a:r>
            <a:rPr lang="zh-CN" altLang="en-US" sz="2000" baseline="0" dirty="0" smtClean="0">
              <a:latin typeface="黑体" panose="02010609060101010101" pitchFamily="49" charset="-122"/>
              <a:ea typeface="黑体" panose="02010609060101010101" pitchFamily="49" charset="-122"/>
            </a:rPr>
            <a:t>指示值或打印值的形式</a:t>
          </a:r>
          <a:endParaRPr lang="zh-CN" altLang="en-US" sz="2000" dirty="0">
            <a:latin typeface="黑体" panose="02010609060101010101" pitchFamily="49" charset="-122"/>
            <a:ea typeface="黑体" panose="02010609060101010101" pitchFamily="49" charset="-122"/>
          </a:endParaRPr>
        </a:p>
      </dgm:t>
    </dgm:pt>
    <dgm:pt modelId="{7AAD9BDD-FA6D-4549-A73A-FC0C78AD85DB}" type="parTrans" cxnId="{971EACAD-D53F-4E58-8738-82E2F8D3E701}">
      <dgm:prSet/>
      <dgm:spPr/>
      <dgm:t>
        <a:bodyPr/>
        <a:lstStyle/>
        <a:p>
          <a:endParaRPr lang="zh-CN" altLang="en-US" sz="1600">
            <a:latin typeface="黑体" panose="02010609060101010101" pitchFamily="49" charset="-122"/>
            <a:ea typeface="黑体" panose="02010609060101010101" pitchFamily="49" charset="-122"/>
          </a:endParaRPr>
        </a:p>
      </dgm:t>
    </dgm:pt>
    <dgm:pt modelId="{CECF0D7F-4F4A-45D8-BB1A-0337F5E481B6}" type="sibTrans" cxnId="{971EACAD-D53F-4E58-8738-82E2F8D3E701}">
      <dgm:prSet/>
      <dgm:spPr/>
      <dgm:t>
        <a:bodyPr/>
        <a:lstStyle/>
        <a:p>
          <a:endParaRPr lang="zh-CN" altLang="en-US" sz="1600">
            <a:latin typeface="黑体" panose="02010609060101010101" pitchFamily="49" charset="-122"/>
            <a:ea typeface="黑体" panose="02010609060101010101" pitchFamily="49" charset="-122"/>
          </a:endParaRPr>
        </a:p>
      </dgm:t>
    </dgm:pt>
    <dgm:pt modelId="{588E34E2-0C24-47C0-B836-C5AB3FC8C7FA}">
      <dgm:prSet custT="1"/>
      <dgm:spPr/>
      <dgm:t>
        <a:bodyPr/>
        <a:lstStyle/>
        <a:p>
          <a:pPr rtl="0">
            <a:spcAft>
              <a:spcPts val="1200"/>
            </a:spcAft>
          </a:pPr>
          <a:r>
            <a:rPr lang="zh-CN" altLang="en-US" sz="1600" dirty="0" smtClean="0">
              <a:latin typeface="黑体" panose="02010609060101010101" pitchFamily="49" charset="-122"/>
              <a:ea typeface="黑体" panose="02010609060101010101" pitchFamily="49" charset="-122"/>
            </a:rPr>
            <a:t>数字衡器称量结果的指示总是以分度值数量的积表示的，分度值的形式只能是：</a:t>
          </a:r>
          <a:endParaRPr lang="zh-CN" altLang="en-US" sz="1600" dirty="0">
            <a:latin typeface="黑体" panose="02010609060101010101" pitchFamily="49" charset="-122"/>
            <a:ea typeface="黑体" panose="02010609060101010101" pitchFamily="49" charset="-122"/>
          </a:endParaRPr>
        </a:p>
      </dgm:t>
    </dgm:pt>
    <dgm:pt modelId="{68BBE05A-770B-44D0-8FB1-1BB75088A15E}" type="parTrans" cxnId="{4147288A-1DC5-477B-957E-26DD02EF741A}">
      <dgm:prSet/>
      <dgm:spPr/>
      <dgm:t>
        <a:bodyPr/>
        <a:lstStyle/>
        <a:p>
          <a:endParaRPr lang="zh-CN" altLang="en-US" sz="1600">
            <a:latin typeface="黑体" panose="02010609060101010101" pitchFamily="49" charset="-122"/>
            <a:ea typeface="黑体" panose="02010609060101010101" pitchFamily="49" charset="-122"/>
          </a:endParaRPr>
        </a:p>
      </dgm:t>
    </dgm:pt>
    <dgm:pt modelId="{39FF7886-A4BF-41EA-9178-B8BC41C9E001}" type="sibTrans" cxnId="{4147288A-1DC5-477B-957E-26DD02EF741A}">
      <dgm:prSet/>
      <dgm:spPr/>
      <dgm:t>
        <a:bodyPr/>
        <a:lstStyle/>
        <a:p>
          <a:endParaRPr lang="zh-CN" altLang="en-US" sz="1600">
            <a:latin typeface="黑体" panose="02010609060101010101" pitchFamily="49" charset="-122"/>
            <a:ea typeface="黑体" panose="02010609060101010101" pitchFamily="49" charset="-122"/>
          </a:endParaRPr>
        </a:p>
      </dgm:t>
    </dgm:pt>
    <mc:AlternateContent xmlns:mc="http://schemas.openxmlformats.org/markup-compatibility/2006" xmlns:a14="http://schemas.microsoft.com/office/drawing/2010/main">
      <mc:Choice Requires="a14">
        <dgm:pt modelId="{DE2C44A0-0FEA-4B07-97F2-53D4862AECD0}">
          <dgm:prSet custT="1"/>
          <dgm:spPr/>
          <dgm:t>
            <a:bodyPr/>
            <a:lstStyle/>
            <a:p>
              <a:pPr rtl="0">
                <a:spcAft>
                  <a:spcPts val="1200"/>
                </a:spcAft>
              </a:pPr>
              <a14:m>
                <m:oMath xmlns:m="http://schemas.openxmlformats.org/officeDocument/2006/math">
                  <m:r>
                    <a:rPr lang="en-US" sz="1600" smtClean="0">
                      <a:latin typeface="Cambria Math"/>
                    </a:rPr>
                    <m:t>1</m:t>
                  </m:r>
                  <m:r>
                    <a:rPr lang="en-US" sz="1600" i="1">
                      <a:latin typeface="Cambria Math"/>
                    </a:rPr>
                    <m:t>×</m:t>
                  </m:r>
                  <m:sSup>
                    <m:sSupPr>
                      <m:ctrlPr>
                        <a:rPr lang="en-US" sz="1600" i="1">
                          <a:latin typeface="Cambria Math"/>
                        </a:rPr>
                      </m:ctrlPr>
                    </m:sSupPr>
                    <m:e>
                      <m:r>
                        <a:rPr lang="en-US" sz="1600" b="0" i="1">
                          <a:latin typeface="Cambria Math"/>
                        </a:rPr>
                        <m:t>10</m:t>
                      </m:r>
                    </m:e>
                    <m:sup>
                      <m:r>
                        <a:rPr lang="en-US" sz="1600" b="0" i="1">
                          <a:latin typeface="Cambria Math"/>
                        </a:rPr>
                        <m:t>𝑘</m:t>
                      </m:r>
                    </m:sup>
                  </m:sSup>
                </m:oMath>
              </a14:m>
              <a:r>
                <a:rPr lang="en-US" sz="1600" dirty="0">
                  <a:latin typeface="黑体" panose="02010609060101010101" pitchFamily="49" charset="-122"/>
                  <a:ea typeface="黑体" panose="02010609060101010101" pitchFamily="49" charset="-122"/>
                </a:rPr>
                <a:t> </a:t>
              </a:r>
              <a:r>
                <a:rPr lang="zh-CN" sz="1600" dirty="0">
                  <a:latin typeface="黑体" panose="02010609060101010101" pitchFamily="49" charset="-122"/>
                  <a:ea typeface="黑体" panose="02010609060101010101" pitchFamily="49" charset="-122"/>
                </a:rPr>
                <a:t>，</a:t>
              </a:r>
              <a14:m>
                <m:oMath xmlns:m="http://schemas.openxmlformats.org/officeDocument/2006/math">
                  <m:r>
                    <a:rPr lang="en-US" sz="1600">
                      <a:latin typeface="Cambria Math"/>
                    </a:rPr>
                    <m:t>2</m:t>
                  </m:r>
                  <m:r>
                    <a:rPr lang="en-US" sz="1600" i="1">
                      <a:latin typeface="Cambria Math"/>
                    </a:rPr>
                    <m:t>×</m:t>
                  </m:r>
                  <m:sSup>
                    <m:sSupPr>
                      <m:ctrlPr>
                        <a:rPr lang="en-US" sz="1600" i="1">
                          <a:latin typeface="Cambria Math"/>
                        </a:rPr>
                      </m:ctrlPr>
                    </m:sSupPr>
                    <m:e>
                      <m:r>
                        <a:rPr lang="en-US" sz="1600" b="0" i="1">
                          <a:latin typeface="Cambria Math"/>
                        </a:rPr>
                        <m:t>10</m:t>
                      </m:r>
                    </m:e>
                    <m:sup>
                      <m:r>
                        <a:rPr lang="en-US" sz="1600" b="0" i="1">
                          <a:latin typeface="Cambria Math"/>
                        </a:rPr>
                        <m:t>𝑘</m:t>
                      </m:r>
                    </m:sup>
                  </m:sSup>
                </m:oMath>
              </a14:m>
              <a:r>
                <a:rPr lang="zh-CN" sz="1600" dirty="0">
                  <a:latin typeface="黑体" panose="02010609060101010101" pitchFamily="49" charset="-122"/>
                  <a:ea typeface="黑体" panose="02010609060101010101" pitchFamily="49" charset="-122"/>
                </a:rPr>
                <a:t>， </a:t>
              </a:r>
              <a14:m>
                <m:oMath xmlns:m="http://schemas.openxmlformats.org/officeDocument/2006/math">
                  <m:r>
                    <a:rPr lang="en-US" sz="1600">
                      <a:latin typeface="Cambria Math"/>
                    </a:rPr>
                    <m:t>5</m:t>
                  </m:r>
                  <m:r>
                    <a:rPr lang="en-US" sz="1600" i="1">
                      <a:latin typeface="Cambria Math"/>
                    </a:rPr>
                    <m:t>×</m:t>
                  </m:r>
                  <m:sSup>
                    <m:sSupPr>
                      <m:ctrlPr>
                        <a:rPr lang="en-US" sz="1600" i="1">
                          <a:latin typeface="Cambria Math"/>
                        </a:rPr>
                      </m:ctrlPr>
                    </m:sSupPr>
                    <m:e>
                      <m:r>
                        <a:rPr lang="en-US" sz="1600" b="0" i="1">
                          <a:latin typeface="Cambria Math"/>
                        </a:rPr>
                        <m:t>10</m:t>
                      </m:r>
                    </m:e>
                    <m:sup>
                      <m:r>
                        <a:rPr lang="en-US" sz="1600" b="0" i="1">
                          <a:latin typeface="Cambria Math"/>
                        </a:rPr>
                        <m:t>𝑘</m:t>
                      </m:r>
                    </m:sup>
                  </m:sSup>
                </m:oMath>
              </a14:m>
              <a:r>
                <a:rPr lang="en-US" sz="1600" dirty="0" smtClean="0">
                  <a:latin typeface="黑体" panose="02010609060101010101" pitchFamily="49" charset="-122"/>
                  <a:ea typeface="黑体" panose="02010609060101010101" pitchFamily="49" charset="-122"/>
                </a:rPr>
                <a:t/>
              </a:r>
              <a:br>
                <a:rPr lang="en-US" sz="1600" dirty="0" smtClean="0">
                  <a:latin typeface="黑体" panose="02010609060101010101" pitchFamily="49" charset="-122"/>
                  <a:ea typeface="黑体" panose="02010609060101010101" pitchFamily="49" charset="-122"/>
                </a:rPr>
              </a:br>
              <a:r>
                <a:rPr lang="en-US" sz="1600" dirty="0" smtClean="0">
                  <a:latin typeface="黑体" panose="02010609060101010101" pitchFamily="49" charset="-122"/>
                  <a:ea typeface="黑体" panose="02010609060101010101" pitchFamily="49" charset="-122"/>
                </a:rPr>
                <a:t>k </a:t>
              </a:r>
              <a:r>
                <a:rPr lang="zh-CN" sz="1600" dirty="0" smtClean="0">
                  <a:latin typeface="黑体" panose="02010609060101010101" pitchFamily="49" charset="-122"/>
                  <a:ea typeface="黑体" panose="02010609060101010101" pitchFamily="49" charset="-122"/>
                </a:rPr>
                <a:t>是正的或负的整数，或是零。</a:t>
              </a:r>
              <a:endParaRPr lang="zh-CN" sz="1600" dirty="0">
                <a:latin typeface="黑体" panose="02010609060101010101" pitchFamily="49" charset="-122"/>
                <a:ea typeface="黑体" panose="02010609060101010101" pitchFamily="49" charset="-122"/>
              </a:endParaRPr>
            </a:p>
          </dgm:t>
        </dgm:pt>
      </mc:Choice>
      <mc:Fallback xmlns="">
        <dgm:pt modelId="{DE2C44A0-0FEA-4B07-97F2-53D4862AECD0}">
          <dgm:prSet custT="1"/>
          <dgm:spPr/>
          <dgm:t>
            <a:bodyPr/>
            <a:lstStyle/>
            <a:p>
              <a:pPr rtl="0">
                <a:spcAft>
                  <a:spcPts val="1200"/>
                </a:spcAft>
              </a:pPr>
              <a:r>
                <a:rPr lang="en-US" sz="1600" i="0" smtClean="0"/>
                <a:t>1</a:t>
              </a:r>
              <a:r>
                <a:rPr lang="en-US" sz="1600" i="0"/>
                <a:t>×</a:t>
              </a:r>
              <a:r>
                <a:rPr lang="en-US" altLang="zh-CN" sz="1600" i="0"/>
                <a:t>〖</a:t>
              </a:r>
              <a:r>
                <a:rPr lang="en-US" sz="1600" b="0" i="0"/>
                <a:t>10〗^𝑘</a:t>
              </a:r>
              <a:r>
                <a:rPr lang="en-US" sz="1600" dirty="0">
                  <a:latin typeface="黑体" panose="02010609060101010101" pitchFamily="49" charset="-122"/>
                  <a:ea typeface="黑体" panose="02010609060101010101" pitchFamily="49" charset="-122"/>
                </a:rPr>
                <a:t> </a:t>
              </a:r>
              <a:r>
                <a:rPr lang="zh-CN" sz="1600" dirty="0">
                  <a:latin typeface="黑体" panose="02010609060101010101" pitchFamily="49" charset="-122"/>
                  <a:ea typeface="黑体" panose="02010609060101010101" pitchFamily="49" charset="-122"/>
                </a:rPr>
                <a:t>，</a:t>
              </a:r>
              <a:r>
                <a:rPr lang="en-US" sz="1600" i="0"/>
                <a:t>2×</a:t>
              </a:r>
              <a:r>
                <a:rPr lang="en-US" altLang="zh-CN" sz="1600" i="0"/>
                <a:t>〖</a:t>
              </a:r>
              <a:r>
                <a:rPr lang="en-US" sz="1600" b="0" i="0"/>
                <a:t>10〗^𝑘</a:t>
              </a:r>
              <a:r>
                <a:rPr lang="zh-CN" sz="1600" dirty="0">
                  <a:latin typeface="黑体" panose="02010609060101010101" pitchFamily="49" charset="-122"/>
                  <a:ea typeface="黑体" panose="02010609060101010101" pitchFamily="49" charset="-122"/>
                </a:rPr>
                <a:t>， </a:t>
              </a:r>
              <a:r>
                <a:rPr lang="en-US" sz="1600" i="0"/>
                <a:t>5×</a:t>
              </a:r>
              <a:r>
                <a:rPr lang="en-US" altLang="zh-CN" sz="1600" i="0"/>
                <a:t>〖</a:t>
              </a:r>
              <a:r>
                <a:rPr lang="en-US" sz="1600" b="0" i="0"/>
                <a:t>10〗^𝑘</a:t>
              </a:r>
              <a:r>
                <a:rPr lang="en-US" sz="1600" dirty="0" smtClean="0">
                  <a:latin typeface="黑体" panose="02010609060101010101" pitchFamily="49" charset="-122"/>
                  <a:ea typeface="黑体" panose="02010609060101010101" pitchFamily="49" charset="-122"/>
                </a:rPr>
                <a:t/>
              </a:r>
              <a:br>
                <a:rPr lang="en-US" sz="1600" dirty="0" smtClean="0">
                  <a:latin typeface="黑体" panose="02010609060101010101" pitchFamily="49" charset="-122"/>
                  <a:ea typeface="黑体" panose="02010609060101010101" pitchFamily="49" charset="-122"/>
                </a:rPr>
              </a:br>
              <a:r>
                <a:rPr lang="en-US" sz="1600" dirty="0" smtClean="0">
                  <a:latin typeface="黑体" panose="02010609060101010101" pitchFamily="49" charset="-122"/>
                  <a:ea typeface="黑体" panose="02010609060101010101" pitchFamily="49" charset="-122"/>
                </a:rPr>
                <a:t>k </a:t>
              </a:r>
              <a:r>
                <a:rPr lang="zh-CN" sz="1600" dirty="0" smtClean="0">
                  <a:latin typeface="黑体" panose="02010609060101010101" pitchFamily="49" charset="-122"/>
                  <a:ea typeface="黑体" panose="02010609060101010101" pitchFamily="49" charset="-122"/>
                </a:rPr>
                <a:t>是正的或负的整数，或是零。</a:t>
              </a:r>
              <a:endParaRPr lang="zh-CN" sz="1600" dirty="0">
                <a:latin typeface="黑体" panose="02010609060101010101" pitchFamily="49" charset="-122"/>
                <a:ea typeface="黑体" panose="02010609060101010101" pitchFamily="49" charset="-122"/>
              </a:endParaRPr>
            </a:p>
          </dgm:t>
        </dgm:pt>
      </mc:Fallback>
    </mc:AlternateContent>
    <dgm:pt modelId="{4731DA43-7191-4410-961E-862AA45CC252}" type="parTrans" cxnId="{E936135B-5706-4993-933F-D9371FCE7AE1}">
      <dgm:prSet/>
      <dgm:spPr/>
      <dgm:t>
        <a:bodyPr/>
        <a:lstStyle/>
        <a:p>
          <a:endParaRPr lang="zh-CN" altLang="en-US" sz="1600">
            <a:latin typeface="黑体" panose="02010609060101010101" pitchFamily="49" charset="-122"/>
            <a:ea typeface="黑体" panose="02010609060101010101" pitchFamily="49" charset="-122"/>
          </a:endParaRPr>
        </a:p>
      </dgm:t>
    </dgm:pt>
    <dgm:pt modelId="{EB22AE6C-DC7E-421E-8C5E-99ADF6387943}" type="sibTrans" cxnId="{E936135B-5706-4993-933F-D9371FCE7AE1}">
      <dgm:prSet/>
      <dgm:spPr/>
      <dgm:t>
        <a:bodyPr/>
        <a:lstStyle/>
        <a:p>
          <a:endParaRPr lang="zh-CN" altLang="en-US" sz="1600">
            <a:latin typeface="黑体" panose="02010609060101010101" pitchFamily="49" charset="-122"/>
            <a:ea typeface="黑体" panose="02010609060101010101" pitchFamily="49" charset="-122"/>
          </a:endParaRPr>
        </a:p>
      </dgm:t>
    </dgm:pt>
    <dgm:pt modelId="{44AA1B11-D03C-43A6-B9E4-4716878F134B}">
      <dgm:prSet custT="1"/>
      <dgm:spPr/>
      <dgm:t>
        <a:bodyPr/>
        <a:lstStyle/>
        <a:p>
          <a:pPr rtl="0">
            <a:spcAft>
              <a:spcPts val="1200"/>
            </a:spcAft>
          </a:pPr>
          <a:r>
            <a:rPr lang="zh-CN" altLang="en-US" sz="1600" dirty="0" smtClean="0">
              <a:latin typeface="黑体" panose="02010609060101010101" pitchFamily="49" charset="-122"/>
              <a:ea typeface="黑体" panose="02010609060101010101" pitchFamily="49" charset="-122"/>
            </a:rPr>
            <a:t>任一载荷的称量结果（无论由何种称量装置确定）的分度值必须相同。</a:t>
          </a:r>
          <a:endParaRPr lang="zh-CN" altLang="en-US" sz="1600" dirty="0">
            <a:latin typeface="黑体" panose="02010609060101010101" pitchFamily="49" charset="-122"/>
            <a:ea typeface="黑体" panose="02010609060101010101" pitchFamily="49" charset="-122"/>
          </a:endParaRPr>
        </a:p>
      </dgm:t>
    </dgm:pt>
    <dgm:pt modelId="{80E63F7D-2C49-42FA-9BBB-BD236C6A90E0}" type="parTrans" cxnId="{9FB5A0DB-437D-449A-A75F-88415C175CB2}">
      <dgm:prSet/>
      <dgm:spPr/>
      <dgm:t>
        <a:bodyPr/>
        <a:lstStyle/>
        <a:p>
          <a:endParaRPr lang="zh-CN" altLang="en-US" sz="1600">
            <a:latin typeface="黑体" panose="02010609060101010101" pitchFamily="49" charset="-122"/>
            <a:ea typeface="黑体" panose="02010609060101010101" pitchFamily="49" charset="-122"/>
          </a:endParaRPr>
        </a:p>
      </dgm:t>
    </dgm:pt>
    <dgm:pt modelId="{D5D0534D-BA20-4E84-899F-F0DD695634B2}" type="sibTrans" cxnId="{9FB5A0DB-437D-449A-A75F-88415C175CB2}">
      <dgm:prSet/>
      <dgm:spPr/>
      <dgm:t>
        <a:bodyPr/>
        <a:lstStyle/>
        <a:p>
          <a:endParaRPr lang="zh-CN" altLang="en-US" sz="1600">
            <a:latin typeface="黑体" panose="02010609060101010101" pitchFamily="49" charset="-122"/>
            <a:ea typeface="黑体" panose="02010609060101010101" pitchFamily="49" charset="-122"/>
          </a:endParaRPr>
        </a:p>
      </dgm:t>
    </dgm:pt>
    <dgm:pt modelId="{95B98B85-66D7-40EC-88C3-7EB74A60D98E}">
      <dgm:prSet custT="1"/>
      <dgm:spPr/>
      <dgm:t>
        <a:bodyPr/>
        <a:lstStyle/>
        <a:p>
          <a:pPr rtl="0"/>
          <a:r>
            <a:rPr lang="zh-CN" altLang="en-US" sz="2000" baseline="0" dirty="0" smtClean="0">
              <a:latin typeface="黑体" panose="02010609060101010101" pitchFamily="49" charset="-122"/>
              <a:ea typeface="黑体" panose="02010609060101010101" pitchFamily="49" charset="-122"/>
            </a:rPr>
            <a:t>示值的指示和打印</a:t>
          </a:r>
          <a:endParaRPr lang="zh-CN" altLang="en-US" sz="2000" dirty="0">
            <a:latin typeface="黑体" panose="02010609060101010101" pitchFamily="49" charset="-122"/>
            <a:ea typeface="黑体" panose="02010609060101010101" pitchFamily="49" charset="-122"/>
          </a:endParaRPr>
        </a:p>
      </dgm:t>
    </dgm:pt>
    <dgm:pt modelId="{2D1D0046-4019-4D0D-ABD4-2044E7F4AD88}" type="parTrans" cxnId="{57C7906E-37F5-4D30-96E8-3CC2AEBF37B0}">
      <dgm:prSet/>
      <dgm:spPr/>
      <dgm:t>
        <a:bodyPr/>
        <a:lstStyle/>
        <a:p>
          <a:endParaRPr lang="zh-CN" altLang="en-US" sz="1600">
            <a:latin typeface="黑体" panose="02010609060101010101" pitchFamily="49" charset="-122"/>
            <a:ea typeface="黑体" panose="02010609060101010101" pitchFamily="49" charset="-122"/>
          </a:endParaRPr>
        </a:p>
      </dgm:t>
    </dgm:pt>
    <dgm:pt modelId="{A7FAD865-C427-4BAF-A8C1-0CDCB10961D5}" type="sibTrans" cxnId="{57C7906E-37F5-4D30-96E8-3CC2AEBF37B0}">
      <dgm:prSet/>
      <dgm:spPr/>
      <dgm:t>
        <a:bodyPr/>
        <a:lstStyle/>
        <a:p>
          <a:endParaRPr lang="zh-CN" altLang="en-US" sz="1600">
            <a:latin typeface="黑体" panose="02010609060101010101" pitchFamily="49" charset="-122"/>
            <a:ea typeface="黑体" panose="02010609060101010101" pitchFamily="49" charset="-122"/>
          </a:endParaRPr>
        </a:p>
      </dgm:t>
    </dgm:pt>
    <dgm:pt modelId="{163CFD21-C047-4156-9D3F-974DE30D9B2B}">
      <dgm:prSet custT="1"/>
      <dgm:spPr/>
      <dgm:t>
        <a:bodyPr/>
        <a:lstStyle/>
        <a:p>
          <a:pPr rtl="0">
            <a:spcAft>
              <a:spcPts val="1200"/>
            </a:spcAft>
          </a:pPr>
          <a:r>
            <a:rPr lang="zh-CN" altLang="en-US" sz="1600" dirty="0" smtClean="0">
              <a:latin typeface="黑体" panose="02010609060101010101" pitchFamily="49" charset="-122"/>
              <a:ea typeface="黑体" panose="02010609060101010101" pitchFamily="49" charset="-122"/>
            </a:rPr>
            <a:t>至少显示一位数字；</a:t>
          </a:r>
          <a:endParaRPr lang="zh-CN" altLang="en-US" sz="1600" dirty="0">
            <a:latin typeface="黑体" panose="02010609060101010101" pitchFamily="49" charset="-122"/>
            <a:ea typeface="黑体" panose="02010609060101010101" pitchFamily="49" charset="-122"/>
          </a:endParaRPr>
        </a:p>
      </dgm:t>
    </dgm:pt>
    <dgm:pt modelId="{33C020F2-FC84-47D3-803B-910BEEFDB086}" type="parTrans" cxnId="{E5AB4255-E9AD-4E25-ADF5-7224F78CD366}">
      <dgm:prSet/>
      <dgm:spPr/>
      <dgm:t>
        <a:bodyPr/>
        <a:lstStyle/>
        <a:p>
          <a:endParaRPr lang="zh-CN" altLang="en-US" sz="1600">
            <a:latin typeface="黑体" panose="02010609060101010101" pitchFamily="49" charset="-122"/>
            <a:ea typeface="黑体" panose="02010609060101010101" pitchFamily="49" charset="-122"/>
          </a:endParaRPr>
        </a:p>
      </dgm:t>
    </dgm:pt>
    <dgm:pt modelId="{D2D0B340-D112-430C-9CBB-E03542E06AE0}" type="sibTrans" cxnId="{E5AB4255-E9AD-4E25-ADF5-7224F78CD366}">
      <dgm:prSet/>
      <dgm:spPr/>
      <dgm:t>
        <a:bodyPr/>
        <a:lstStyle/>
        <a:p>
          <a:endParaRPr lang="zh-CN" altLang="en-US" sz="1600">
            <a:latin typeface="黑体" panose="02010609060101010101" pitchFamily="49" charset="-122"/>
            <a:ea typeface="黑体" panose="02010609060101010101" pitchFamily="49" charset="-122"/>
          </a:endParaRPr>
        </a:p>
      </dgm:t>
    </dgm:pt>
    <dgm:pt modelId="{04518D9A-4411-4AA2-847F-159993C0608B}">
      <dgm:prSet custT="1"/>
      <dgm:spPr/>
      <dgm:t>
        <a:bodyPr/>
        <a:lstStyle/>
        <a:p>
          <a:pPr rtl="0">
            <a:spcAft>
              <a:spcPts val="1200"/>
            </a:spcAft>
          </a:pPr>
          <a:r>
            <a:rPr lang="zh-CN" altLang="en-US" sz="1600" dirty="0" smtClean="0">
              <a:latin typeface="黑体" panose="02010609060101010101" pitchFamily="49" charset="-122"/>
              <a:ea typeface="黑体" panose="02010609060101010101" pitchFamily="49" charset="-122"/>
            </a:rPr>
            <a:t>小数点必须在底线上；</a:t>
          </a:r>
          <a:endParaRPr lang="zh-CN" altLang="en-US" sz="1600" dirty="0">
            <a:latin typeface="黑体" panose="02010609060101010101" pitchFamily="49" charset="-122"/>
            <a:ea typeface="黑体" panose="02010609060101010101" pitchFamily="49" charset="-122"/>
          </a:endParaRPr>
        </a:p>
      </dgm:t>
    </dgm:pt>
    <dgm:pt modelId="{A0E1E548-DD89-44BF-8A41-5BCDA496F7B5}" type="parTrans" cxnId="{345B59A6-98DD-49A1-B56D-D51DBCA58B1E}">
      <dgm:prSet/>
      <dgm:spPr/>
      <dgm:t>
        <a:bodyPr/>
        <a:lstStyle/>
        <a:p>
          <a:endParaRPr lang="zh-CN" altLang="en-US" sz="1600">
            <a:latin typeface="黑体" panose="02010609060101010101" pitchFamily="49" charset="-122"/>
            <a:ea typeface="黑体" panose="02010609060101010101" pitchFamily="49" charset="-122"/>
          </a:endParaRPr>
        </a:p>
      </dgm:t>
    </dgm:pt>
    <dgm:pt modelId="{6191C8DD-BB48-4F87-8ED1-181244D15E3A}" type="sibTrans" cxnId="{345B59A6-98DD-49A1-B56D-D51DBCA58B1E}">
      <dgm:prSet/>
      <dgm:spPr/>
      <dgm:t>
        <a:bodyPr/>
        <a:lstStyle/>
        <a:p>
          <a:endParaRPr lang="zh-CN" altLang="en-US" sz="1600">
            <a:latin typeface="黑体" panose="02010609060101010101" pitchFamily="49" charset="-122"/>
            <a:ea typeface="黑体" panose="02010609060101010101" pitchFamily="49" charset="-122"/>
          </a:endParaRPr>
        </a:p>
      </dgm:t>
    </dgm:pt>
    <dgm:pt modelId="{93A63011-7D10-4478-B84C-5222B175F77A}">
      <dgm:prSet custT="1"/>
      <dgm:spPr/>
      <dgm:t>
        <a:bodyPr/>
        <a:lstStyle/>
        <a:p>
          <a:pPr rtl="0">
            <a:spcAft>
              <a:spcPts val="1200"/>
            </a:spcAft>
          </a:pPr>
          <a:r>
            <a:rPr lang="zh-CN" sz="1600" smtClean="0">
              <a:latin typeface="黑体" panose="02010609060101010101" pitchFamily="49" charset="-122"/>
              <a:ea typeface="黑体" panose="02010609060101010101" pitchFamily="49" charset="-122"/>
            </a:rPr>
            <a:t>零称量（或零点，零示值）结果允许仅使用一个“</a:t>
          </a:r>
          <a:r>
            <a:rPr lang="en-US" sz="1600" smtClean="0">
              <a:latin typeface="黑体" panose="02010609060101010101" pitchFamily="49" charset="-122"/>
              <a:ea typeface="黑体" panose="02010609060101010101" pitchFamily="49" charset="-122"/>
            </a:rPr>
            <a:t>0</a:t>
          </a:r>
          <a:r>
            <a:rPr lang="zh-CN" sz="1600" smtClean="0">
              <a:latin typeface="黑体" panose="02010609060101010101" pitchFamily="49" charset="-122"/>
              <a:ea typeface="黑体" panose="02010609060101010101" pitchFamily="49" charset="-122"/>
            </a:rPr>
            <a:t>”表示，即便有小数点。</a:t>
          </a:r>
          <a:endParaRPr lang="zh-CN" sz="1600">
            <a:latin typeface="黑体" panose="02010609060101010101" pitchFamily="49" charset="-122"/>
            <a:ea typeface="黑体" panose="02010609060101010101" pitchFamily="49" charset="-122"/>
          </a:endParaRPr>
        </a:p>
      </dgm:t>
    </dgm:pt>
    <dgm:pt modelId="{20B1654B-10CF-4E0D-BC82-37D3D40CDCD2}" type="parTrans" cxnId="{AF5203F4-9917-442A-8DA2-89ECCFDBB4B2}">
      <dgm:prSet/>
      <dgm:spPr/>
      <dgm:t>
        <a:bodyPr/>
        <a:lstStyle/>
        <a:p>
          <a:endParaRPr lang="zh-CN" altLang="en-US" sz="1600">
            <a:latin typeface="黑体" panose="02010609060101010101" pitchFamily="49" charset="-122"/>
            <a:ea typeface="黑体" panose="02010609060101010101" pitchFamily="49" charset="-122"/>
          </a:endParaRPr>
        </a:p>
      </dgm:t>
    </dgm:pt>
    <dgm:pt modelId="{B0E62712-B1ED-4C6A-B9D8-7A7F3156E535}" type="sibTrans" cxnId="{AF5203F4-9917-442A-8DA2-89ECCFDBB4B2}">
      <dgm:prSet/>
      <dgm:spPr/>
      <dgm:t>
        <a:bodyPr/>
        <a:lstStyle/>
        <a:p>
          <a:endParaRPr lang="zh-CN" altLang="en-US" sz="1600">
            <a:latin typeface="黑体" panose="02010609060101010101" pitchFamily="49" charset="-122"/>
            <a:ea typeface="黑体" panose="02010609060101010101" pitchFamily="49" charset="-122"/>
          </a:endParaRPr>
        </a:p>
      </dgm:t>
    </dgm:pt>
    <dgm:pt modelId="{E02C7CE2-7945-4920-94BD-FB681579B704}">
      <dgm:prSet custT="1"/>
      <dgm:spPr/>
      <dgm:t>
        <a:bodyPr/>
        <a:lstStyle/>
        <a:p>
          <a:pPr rtl="0">
            <a:spcAft>
              <a:spcPts val="1200"/>
            </a:spcAft>
          </a:pPr>
          <a:r>
            <a:rPr lang="zh-CN" sz="1600" smtClean="0">
              <a:latin typeface="黑体" panose="02010609060101010101" pitchFamily="49" charset="-122"/>
              <a:ea typeface="黑体" panose="02010609060101010101" pitchFamily="49" charset="-122"/>
            </a:rPr>
            <a:t>示值仅允许一个</a:t>
          </a:r>
          <a:r>
            <a:rPr lang="zh-CN" sz="1600" b="1" smtClean="0">
              <a:latin typeface="黑体" panose="02010609060101010101" pitchFamily="49" charset="-122"/>
              <a:ea typeface="黑体" panose="02010609060101010101" pitchFamily="49" charset="-122"/>
            </a:rPr>
            <a:t>无效零</a:t>
          </a:r>
          <a:r>
            <a:rPr lang="zh-CN" sz="1600" smtClean="0">
              <a:latin typeface="黑体" panose="02010609060101010101" pitchFamily="49" charset="-122"/>
              <a:ea typeface="黑体" panose="02010609060101010101" pitchFamily="49" charset="-122"/>
            </a:rPr>
            <a:t>（没有实际意义的零），无效零仅允许在小数点后的第</a:t>
          </a:r>
          <a:r>
            <a:rPr lang="en-US" sz="1600" smtClean="0">
              <a:latin typeface="黑体" panose="02010609060101010101" pitchFamily="49" charset="-122"/>
              <a:ea typeface="黑体" panose="02010609060101010101" pitchFamily="49" charset="-122"/>
            </a:rPr>
            <a:t>3</a:t>
          </a:r>
          <a:r>
            <a:rPr lang="zh-CN" sz="1600" smtClean="0">
              <a:latin typeface="黑体" panose="02010609060101010101" pitchFamily="49" charset="-122"/>
              <a:ea typeface="黑体" panose="02010609060101010101" pitchFamily="49" charset="-122"/>
            </a:rPr>
            <a:t>位。</a:t>
          </a:r>
          <a:endParaRPr lang="zh-CN" sz="1600">
            <a:latin typeface="黑体" panose="02010609060101010101" pitchFamily="49" charset="-122"/>
            <a:ea typeface="黑体" panose="02010609060101010101" pitchFamily="49" charset="-122"/>
          </a:endParaRPr>
        </a:p>
      </dgm:t>
    </dgm:pt>
    <dgm:pt modelId="{A0BB6147-813D-4EDF-8359-11CC13BFDA3D}" type="parTrans" cxnId="{EF3D96C1-9A88-4B1C-8BEF-390407DC603B}">
      <dgm:prSet/>
      <dgm:spPr/>
      <dgm:t>
        <a:bodyPr/>
        <a:lstStyle/>
        <a:p>
          <a:endParaRPr lang="zh-CN" altLang="en-US" sz="1600">
            <a:latin typeface="黑体" panose="02010609060101010101" pitchFamily="49" charset="-122"/>
            <a:ea typeface="黑体" panose="02010609060101010101" pitchFamily="49" charset="-122"/>
          </a:endParaRPr>
        </a:p>
      </dgm:t>
    </dgm:pt>
    <dgm:pt modelId="{50853FEF-8ACD-4DE4-B04F-814A591178D5}" type="sibTrans" cxnId="{EF3D96C1-9A88-4B1C-8BEF-390407DC603B}">
      <dgm:prSet/>
      <dgm:spPr/>
      <dgm:t>
        <a:bodyPr/>
        <a:lstStyle/>
        <a:p>
          <a:endParaRPr lang="zh-CN" altLang="en-US" sz="1600">
            <a:latin typeface="黑体" panose="02010609060101010101" pitchFamily="49" charset="-122"/>
            <a:ea typeface="黑体" panose="02010609060101010101" pitchFamily="49" charset="-122"/>
          </a:endParaRPr>
        </a:p>
      </dgm:t>
    </dgm:pt>
    <dgm:pt modelId="{44ED198A-F761-4E56-AD9F-799FAF316E2D}" type="pres">
      <dgm:prSet presAssocID="{82D7EC48-17D9-4F20-9E99-85165F7F5ED0}" presName="Name0" presStyleCnt="0">
        <dgm:presLayoutVars>
          <dgm:dir/>
          <dgm:animLvl val="lvl"/>
          <dgm:resizeHandles val="exact"/>
        </dgm:presLayoutVars>
      </dgm:prSet>
      <dgm:spPr/>
      <dgm:t>
        <a:bodyPr/>
        <a:lstStyle/>
        <a:p>
          <a:endParaRPr lang="zh-CN" altLang="en-US"/>
        </a:p>
      </dgm:t>
    </dgm:pt>
    <dgm:pt modelId="{E036235B-F299-42AD-B0D5-23738B73F982}" type="pres">
      <dgm:prSet presAssocID="{9DCC1D2E-E7CE-48D0-B15A-B55C41185940}" presName="composite" presStyleCnt="0"/>
      <dgm:spPr/>
    </dgm:pt>
    <dgm:pt modelId="{CBA748CB-EE6A-416F-8483-B7E1859C5D18}" type="pres">
      <dgm:prSet presAssocID="{9DCC1D2E-E7CE-48D0-B15A-B55C41185940}" presName="parTx" presStyleLbl="alignNode1" presStyleIdx="0" presStyleCnt="2" custScaleY="76403" custLinFactNeighborY="-12160">
        <dgm:presLayoutVars>
          <dgm:chMax val="0"/>
          <dgm:chPref val="0"/>
          <dgm:bulletEnabled val="1"/>
        </dgm:presLayoutVars>
      </dgm:prSet>
      <dgm:spPr/>
      <dgm:t>
        <a:bodyPr/>
        <a:lstStyle/>
        <a:p>
          <a:endParaRPr lang="zh-CN" altLang="en-US"/>
        </a:p>
      </dgm:t>
    </dgm:pt>
    <dgm:pt modelId="{43358AF8-F213-4C43-9504-58FF26641941}" type="pres">
      <dgm:prSet presAssocID="{9DCC1D2E-E7CE-48D0-B15A-B55C41185940}" presName="desTx" presStyleLbl="alignAccFollowNode1" presStyleIdx="0" presStyleCnt="2">
        <dgm:presLayoutVars>
          <dgm:bulletEnabled val="1"/>
        </dgm:presLayoutVars>
      </dgm:prSet>
      <dgm:spPr/>
      <dgm:t>
        <a:bodyPr/>
        <a:lstStyle/>
        <a:p>
          <a:endParaRPr lang="zh-CN" altLang="en-US"/>
        </a:p>
      </dgm:t>
    </dgm:pt>
    <dgm:pt modelId="{57CE3906-56C5-4BED-B432-5BA6A02624C2}" type="pres">
      <dgm:prSet presAssocID="{CECF0D7F-4F4A-45D8-BB1A-0337F5E481B6}" presName="space" presStyleCnt="0"/>
      <dgm:spPr/>
    </dgm:pt>
    <dgm:pt modelId="{510032A8-E7B7-494B-8769-10D60E882ED3}" type="pres">
      <dgm:prSet presAssocID="{95B98B85-66D7-40EC-88C3-7EB74A60D98E}" presName="composite" presStyleCnt="0"/>
      <dgm:spPr/>
    </dgm:pt>
    <dgm:pt modelId="{59165490-AB65-48F9-AA20-EC225ED37B0D}" type="pres">
      <dgm:prSet presAssocID="{95B98B85-66D7-40EC-88C3-7EB74A60D98E}" presName="parTx" presStyleLbl="alignNode1" presStyleIdx="1" presStyleCnt="2" custScaleY="74091" custLinFactNeighborY="-13336">
        <dgm:presLayoutVars>
          <dgm:chMax val="0"/>
          <dgm:chPref val="0"/>
          <dgm:bulletEnabled val="1"/>
        </dgm:presLayoutVars>
      </dgm:prSet>
      <dgm:spPr/>
      <dgm:t>
        <a:bodyPr/>
        <a:lstStyle/>
        <a:p>
          <a:endParaRPr lang="zh-CN" altLang="en-US"/>
        </a:p>
      </dgm:t>
    </dgm:pt>
    <dgm:pt modelId="{05CAD906-4EA4-41E7-802C-574F01ED1D42}" type="pres">
      <dgm:prSet presAssocID="{95B98B85-66D7-40EC-88C3-7EB74A60D98E}" presName="desTx" presStyleLbl="alignAccFollowNode1" presStyleIdx="1" presStyleCnt="2">
        <dgm:presLayoutVars>
          <dgm:bulletEnabled val="1"/>
        </dgm:presLayoutVars>
      </dgm:prSet>
      <dgm:spPr/>
      <dgm:t>
        <a:bodyPr/>
        <a:lstStyle/>
        <a:p>
          <a:endParaRPr lang="zh-CN" altLang="en-US"/>
        </a:p>
      </dgm:t>
    </dgm:pt>
  </dgm:ptLst>
  <dgm:cxnLst>
    <dgm:cxn modelId="{D9FACECE-5EB9-44CB-81E8-24E682C83D4D}" type="presOf" srcId="{93A63011-7D10-4478-B84C-5222B175F77A}" destId="{05CAD906-4EA4-41E7-802C-574F01ED1D42}" srcOrd="0" destOrd="2" presId="urn:microsoft.com/office/officeart/2005/8/layout/hList1"/>
    <dgm:cxn modelId="{5AAF9B4D-2667-4570-AC43-A2F08E1CD804}" type="presOf" srcId="{E02C7CE2-7945-4920-94BD-FB681579B704}" destId="{05CAD906-4EA4-41E7-802C-574F01ED1D42}" srcOrd="0" destOrd="3" presId="urn:microsoft.com/office/officeart/2005/8/layout/hList1"/>
    <dgm:cxn modelId="{57C7906E-37F5-4D30-96E8-3CC2AEBF37B0}" srcId="{82D7EC48-17D9-4F20-9E99-85165F7F5ED0}" destId="{95B98B85-66D7-40EC-88C3-7EB74A60D98E}" srcOrd="1" destOrd="0" parTransId="{2D1D0046-4019-4D0D-ABD4-2044E7F4AD88}" sibTransId="{A7FAD865-C427-4BAF-A8C1-0CDCB10961D5}"/>
    <dgm:cxn modelId="{E5AB4255-E9AD-4E25-ADF5-7224F78CD366}" srcId="{95B98B85-66D7-40EC-88C3-7EB74A60D98E}" destId="{163CFD21-C047-4156-9D3F-974DE30D9B2B}" srcOrd="0" destOrd="0" parTransId="{33C020F2-FC84-47D3-803B-910BEEFDB086}" sibTransId="{D2D0B340-D112-430C-9CBB-E03542E06AE0}"/>
    <dgm:cxn modelId="{725B9E8F-9B31-42C0-A7F0-60A6D42716FD}" type="presOf" srcId="{04518D9A-4411-4AA2-847F-159993C0608B}" destId="{05CAD906-4EA4-41E7-802C-574F01ED1D42}" srcOrd="0" destOrd="1" presId="urn:microsoft.com/office/officeart/2005/8/layout/hList1"/>
    <dgm:cxn modelId="{345B59A6-98DD-49A1-B56D-D51DBCA58B1E}" srcId="{95B98B85-66D7-40EC-88C3-7EB74A60D98E}" destId="{04518D9A-4411-4AA2-847F-159993C0608B}" srcOrd="1" destOrd="0" parTransId="{A0E1E548-DD89-44BF-8A41-5BCDA496F7B5}" sibTransId="{6191C8DD-BB48-4F87-8ED1-181244D15E3A}"/>
    <dgm:cxn modelId="{CC81607F-1CB0-402E-9473-8E5F42FA939D}" type="presOf" srcId="{588E34E2-0C24-47C0-B836-C5AB3FC8C7FA}" destId="{43358AF8-F213-4C43-9504-58FF26641941}" srcOrd="0" destOrd="0" presId="urn:microsoft.com/office/officeart/2005/8/layout/hList1"/>
    <dgm:cxn modelId="{D124B1BC-E62C-4D6A-AE12-6CCFE7633A68}" type="presOf" srcId="{44AA1B11-D03C-43A6-B9E4-4716878F134B}" destId="{43358AF8-F213-4C43-9504-58FF26641941}" srcOrd="0" destOrd="2" presId="urn:microsoft.com/office/officeart/2005/8/layout/hList1"/>
    <dgm:cxn modelId="{AF5203F4-9917-442A-8DA2-89ECCFDBB4B2}" srcId="{95B98B85-66D7-40EC-88C3-7EB74A60D98E}" destId="{93A63011-7D10-4478-B84C-5222B175F77A}" srcOrd="2" destOrd="0" parTransId="{20B1654B-10CF-4E0D-BC82-37D3D40CDCD2}" sibTransId="{B0E62712-B1ED-4C6A-B9D8-7A7F3156E535}"/>
    <dgm:cxn modelId="{EF3D96C1-9A88-4B1C-8BEF-390407DC603B}" srcId="{95B98B85-66D7-40EC-88C3-7EB74A60D98E}" destId="{E02C7CE2-7945-4920-94BD-FB681579B704}" srcOrd="3" destOrd="0" parTransId="{A0BB6147-813D-4EDF-8359-11CC13BFDA3D}" sibTransId="{50853FEF-8ACD-4DE4-B04F-814A591178D5}"/>
    <dgm:cxn modelId="{971EACAD-D53F-4E58-8738-82E2F8D3E701}" srcId="{82D7EC48-17D9-4F20-9E99-85165F7F5ED0}" destId="{9DCC1D2E-E7CE-48D0-B15A-B55C41185940}" srcOrd="0" destOrd="0" parTransId="{7AAD9BDD-FA6D-4549-A73A-FC0C78AD85DB}" sibTransId="{CECF0D7F-4F4A-45D8-BB1A-0337F5E481B6}"/>
    <dgm:cxn modelId="{939E17C2-7920-4C67-AA6A-D4681B19CEB4}" type="presOf" srcId="{9DCC1D2E-E7CE-48D0-B15A-B55C41185940}" destId="{CBA748CB-EE6A-416F-8483-B7E1859C5D18}" srcOrd="0" destOrd="0" presId="urn:microsoft.com/office/officeart/2005/8/layout/hList1"/>
    <dgm:cxn modelId="{CB1444FD-2708-461B-84E0-7A9C918AF192}" type="presOf" srcId="{82D7EC48-17D9-4F20-9E99-85165F7F5ED0}" destId="{44ED198A-F761-4E56-AD9F-799FAF316E2D}" srcOrd="0" destOrd="0" presId="urn:microsoft.com/office/officeart/2005/8/layout/hList1"/>
    <dgm:cxn modelId="{21D2F67B-A345-4989-A087-45D6C8E414D3}" type="presOf" srcId="{DE2C44A0-0FEA-4B07-97F2-53D4862AECD0}" destId="{43358AF8-F213-4C43-9504-58FF26641941}" srcOrd="0" destOrd="1" presId="urn:microsoft.com/office/officeart/2005/8/layout/hList1"/>
    <dgm:cxn modelId="{4147288A-1DC5-477B-957E-26DD02EF741A}" srcId="{9DCC1D2E-E7CE-48D0-B15A-B55C41185940}" destId="{588E34E2-0C24-47C0-B836-C5AB3FC8C7FA}" srcOrd="0" destOrd="0" parTransId="{68BBE05A-770B-44D0-8FB1-1BB75088A15E}" sibTransId="{39FF7886-A4BF-41EA-9178-B8BC41C9E001}"/>
    <dgm:cxn modelId="{E936135B-5706-4993-933F-D9371FCE7AE1}" srcId="{588E34E2-0C24-47C0-B836-C5AB3FC8C7FA}" destId="{DE2C44A0-0FEA-4B07-97F2-53D4862AECD0}" srcOrd="0" destOrd="0" parTransId="{4731DA43-7191-4410-961E-862AA45CC252}" sibTransId="{EB22AE6C-DC7E-421E-8C5E-99ADF6387943}"/>
    <dgm:cxn modelId="{9FB5A0DB-437D-449A-A75F-88415C175CB2}" srcId="{588E34E2-0C24-47C0-B836-C5AB3FC8C7FA}" destId="{44AA1B11-D03C-43A6-B9E4-4716878F134B}" srcOrd="1" destOrd="0" parTransId="{80E63F7D-2C49-42FA-9BBB-BD236C6A90E0}" sibTransId="{D5D0534D-BA20-4E84-899F-F0DD695634B2}"/>
    <dgm:cxn modelId="{1EA0F3FF-6874-4B65-BFFD-C966871A9024}" type="presOf" srcId="{163CFD21-C047-4156-9D3F-974DE30D9B2B}" destId="{05CAD906-4EA4-41E7-802C-574F01ED1D42}" srcOrd="0" destOrd="0" presId="urn:microsoft.com/office/officeart/2005/8/layout/hList1"/>
    <dgm:cxn modelId="{67A4FAC0-2DC3-49A4-8ED1-1FE10D1C0FCD}" type="presOf" srcId="{95B98B85-66D7-40EC-88C3-7EB74A60D98E}" destId="{59165490-AB65-48F9-AA20-EC225ED37B0D}" srcOrd="0" destOrd="0" presId="urn:microsoft.com/office/officeart/2005/8/layout/hList1"/>
    <dgm:cxn modelId="{79A727C0-9ED6-4DA2-9FB6-579739231D0A}" type="presParOf" srcId="{44ED198A-F761-4E56-AD9F-799FAF316E2D}" destId="{E036235B-F299-42AD-B0D5-23738B73F982}" srcOrd="0" destOrd="0" presId="urn:microsoft.com/office/officeart/2005/8/layout/hList1"/>
    <dgm:cxn modelId="{B02D7A39-53C9-407B-B31D-472B5EF49A2F}" type="presParOf" srcId="{E036235B-F299-42AD-B0D5-23738B73F982}" destId="{CBA748CB-EE6A-416F-8483-B7E1859C5D18}" srcOrd="0" destOrd="0" presId="urn:microsoft.com/office/officeart/2005/8/layout/hList1"/>
    <dgm:cxn modelId="{3107E950-BB6E-4554-8588-3149210EC5D8}" type="presParOf" srcId="{E036235B-F299-42AD-B0D5-23738B73F982}" destId="{43358AF8-F213-4C43-9504-58FF26641941}" srcOrd="1" destOrd="0" presId="urn:microsoft.com/office/officeart/2005/8/layout/hList1"/>
    <dgm:cxn modelId="{5CA3E087-72F3-4723-8154-F9180983E28E}" type="presParOf" srcId="{44ED198A-F761-4E56-AD9F-799FAF316E2D}" destId="{57CE3906-56C5-4BED-B432-5BA6A02624C2}" srcOrd="1" destOrd="0" presId="urn:microsoft.com/office/officeart/2005/8/layout/hList1"/>
    <dgm:cxn modelId="{38BE5015-4B36-41C9-9155-3E5274ED7D12}" type="presParOf" srcId="{44ED198A-F761-4E56-AD9F-799FAF316E2D}" destId="{510032A8-E7B7-494B-8769-10D60E882ED3}" srcOrd="2" destOrd="0" presId="urn:microsoft.com/office/officeart/2005/8/layout/hList1"/>
    <dgm:cxn modelId="{BBE9EDD1-CE03-4D90-84D3-8452EFEDF8AF}" type="presParOf" srcId="{510032A8-E7B7-494B-8769-10D60E882ED3}" destId="{59165490-AB65-48F9-AA20-EC225ED37B0D}" srcOrd="0" destOrd="0" presId="urn:microsoft.com/office/officeart/2005/8/layout/hList1"/>
    <dgm:cxn modelId="{18DC3765-C613-4E90-90D7-B85CBFF222C8}" type="presParOf" srcId="{510032A8-E7B7-494B-8769-10D60E882ED3}" destId="{05CAD906-4EA4-41E7-802C-574F01ED1D4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DB54CAA-59C7-4B3F-BC2B-91979F70CAC0}"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zh-CN" altLang="en-US"/>
        </a:p>
      </dgm:t>
    </dgm:pt>
    <dgm:pt modelId="{8243A38F-645E-4219-A068-91B23230BC8B}">
      <dgm:prSet/>
      <dgm:spPr/>
      <dgm:t>
        <a:bodyPr/>
        <a:lstStyle/>
        <a:p>
          <a:pPr rtl="0"/>
          <a:r>
            <a:rPr lang="zh-CN" baseline="0" smtClean="0">
              <a:latin typeface="+mj-lt"/>
              <a:ea typeface="黑体" panose="02010609060101010101" pitchFamily="49" charset="-122"/>
            </a:rPr>
            <a:t>示值极限（最大指示值）</a:t>
          </a:r>
          <a:endParaRPr lang="zh-CN">
            <a:latin typeface="+mj-lt"/>
            <a:ea typeface="黑体" panose="02010609060101010101" pitchFamily="49" charset="-122"/>
          </a:endParaRPr>
        </a:p>
      </dgm:t>
    </dgm:pt>
    <dgm:pt modelId="{B5721ED7-BF43-4D3A-8411-AC1DD9BF9FA6}" type="parTrans" cxnId="{2BB1E6C1-C8D5-4ABB-AA6D-95C517EAD3A6}">
      <dgm:prSet/>
      <dgm:spPr/>
      <dgm:t>
        <a:bodyPr/>
        <a:lstStyle/>
        <a:p>
          <a:endParaRPr lang="zh-CN" altLang="en-US">
            <a:latin typeface="+mj-lt"/>
            <a:ea typeface="黑体" panose="02010609060101010101" pitchFamily="49" charset="-122"/>
          </a:endParaRPr>
        </a:p>
      </dgm:t>
    </dgm:pt>
    <dgm:pt modelId="{BC5D7CAE-6781-46FE-A565-760D332DEF4D}" type="sibTrans" cxnId="{2BB1E6C1-C8D5-4ABB-AA6D-95C517EAD3A6}">
      <dgm:prSet/>
      <dgm:spPr/>
      <dgm:t>
        <a:bodyPr/>
        <a:lstStyle/>
        <a:p>
          <a:endParaRPr lang="zh-CN" altLang="en-US">
            <a:latin typeface="+mj-lt"/>
            <a:ea typeface="黑体" panose="02010609060101010101" pitchFamily="49" charset="-122"/>
          </a:endParaRPr>
        </a:p>
      </dgm:t>
    </dgm:pt>
    <dgm:pt modelId="{BB01867E-2233-472A-A5FC-31F04E388558}">
      <dgm:prSet/>
      <dgm:spPr/>
      <dgm:t>
        <a:bodyPr/>
        <a:lstStyle/>
        <a:p>
          <a:pPr rtl="0"/>
          <a:r>
            <a:rPr lang="zh-CN" smtClean="0">
              <a:latin typeface="+mj-lt"/>
              <a:ea typeface="黑体" panose="02010609060101010101" pitchFamily="49" charset="-122"/>
            </a:rPr>
            <a:t>超过 </a:t>
          </a:r>
          <a:r>
            <a:rPr lang="en-US" smtClean="0">
              <a:latin typeface="+mj-lt"/>
              <a:ea typeface="黑体" panose="02010609060101010101" pitchFamily="49" charset="-122"/>
            </a:rPr>
            <a:t>Max + 9e </a:t>
          </a:r>
          <a:r>
            <a:rPr lang="zh-CN" smtClean="0">
              <a:latin typeface="+mj-lt"/>
              <a:ea typeface="黑体" panose="02010609060101010101" pitchFamily="49" charset="-122"/>
            </a:rPr>
            <a:t>应无示值显示。</a:t>
          </a:r>
          <a:r>
            <a:rPr lang="en-US" smtClean="0">
              <a:latin typeface="+mj-lt"/>
              <a:ea typeface="黑体" panose="02010609060101010101" pitchFamily="49" charset="-122"/>
            </a:rPr>
            <a:t>5e</a:t>
          </a:r>
          <a:r>
            <a:rPr lang="zh-CN" smtClean="0">
              <a:latin typeface="+mj-lt"/>
              <a:ea typeface="黑体" panose="02010609060101010101" pitchFamily="49" charset="-122"/>
            </a:rPr>
            <a:t>也是允许的，但不小于</a:t>
          </a:r>
          <a:r>
            <a:rPr lang="en-US" smtClean="0">
              <a:latin typeface="+mj-lt"/>
              <a:ea typeface="黑体" panose="02010609060101010101" pitchFamily="49" charset="-122"/>
            </a:rPr>
            <a:t>3e </a:t>
          </a:r>
          <a:r>
            <a:rPr lang="zh-CN" smtClean="0">
              <a:latin typeface="+mj-lt"/>
              <a:ea typeface="黑体" panose="02010609060101010101" pitchFamily="49" charset="-122"/>
            </a:rPr>
            <a:t>（</a:t>
          </a:r>
          <a:r>
            <a:rPr lang="en-US" smtClean="0">
              <a:latin typeface="+mj-lt"/>
              <a:ea typeface="黑体" panose="02010609060101010101" pitchFamily="49" charset="-122"/>
            </a:rPr>
            <a:t>mpe = 3e</a:t>
          </a:r>
          <a:r>
            <a:rPr lang="zh-CN" smtClean="0">
              <a:latin typeface="+mj-lt"/>
              <a:ea typeface="黑体" panose="02010609060101010101" pitchFamily="49" charset="-122"/>
            </a:rPr>
            <a:t>），这里是</a:t>
          </a:r>
          <a:r>
            <a:rPr lang="en-US" smtClean="0">
              <a:latin typeface="+mj-lt"/>
              <a:ea typeface="黑体" panose="02010609060101010101" pitchFamily="49" charset="-122"/>
            </a:rPr>
            <a:t>e</a:t>
          </a:r>
          <a:r>
            <a:rPr lang="zh-CN" smtClean="0">
              <a:latin typeface="+mj-lt"/>
              <a:ea typeface="黑体" panose="02010609060101010101" pitchFamily="49" charset="-122"/>
            </a:rPr>
            <a:t>不是</a:t>
          </a:r>
          <a:r>
            <a:rPr lang="en-US" smtClean="0">
              <a:latin typeface="+mj-lt"/>
              <a:ea typeface="黑体" panose="02010609060101010101" pitchFamily="49" charset="-122"/>
            </a:rPr>
            <a:t>d</a:t>
          </a:r>
          <a:r>
            <a:rPr lang="zh-CN" smtClean="0">
              <a:latin typeface="+mj-lt"/>
              <a:ea typeface="黑体" panose="02010609060101010101" pitchFamily="49" charset="-122"/>
            </a:rPr>
            <a:t>。（不同标准，该规定值可能不同）。</a:t>
          </a:r>
          <a:endParaRPr lang="zh-CN">
            <a:latin typeface="+mj-lt"/>
            <a:ea typeface="黑体" panose="02010609060101010101" pitchFamily="49" charset="-122"/>
          </a:endParaRPr>
        </a:p>
      </dgm:t>
    </dgm:pt>
    <dgm:pt modelId="{46E3996E-1AA3-4EC6-A620-F6988C7AFBF0}" type="parTrans" cxnId="{81335F65-A66C-42FF-B19C-A58A38E09CB0}">
      <dgm:prSet/>
      <dgm:spPr/>
      <dgm:t>
        <a:bodyPr/>
        <a:lstStyle/>
        <a:p>
          <a:endParaRPr lang="zh-CN" altLang="en-US">
            <a:latin typeface="+mj-lt"/>
            <a:ea typeface="黑体" panose="02010609060101010101" pitchFamily="49" charset="-122"/>
          </a:endParaRPr>
        </a:p>
      </dgm:t>
    </dgm:pt>
    <dgm:pt modelId="{0EECED5E-A86A-4E85-88D4-FA6348C5D2E9}" type="sibTrans" cxnId="{81335F65-A66C-42FF-B19C-A58A38E09CB0}">
      <dgm:prSet/>
      <dgm:spPr/>
      <dgm:t>
        <a:bodyPr/>
        <a:lstStyle/>
        <a:p>
          <a:endParaRPr lang="zh-CN" altLang="en-US">
            <a:latin typeface="+mj-lt"/>
            <a:ea typeface="黑体" panose="02010609060101010101" pitchFamily="49" charset="-122"/>
          </a:endParaRPr>
        </a:p>
      </dgm:t>
    </dgm:pt>
    <dgm:pt modelId="{2ED951E0-E87F-48AB-B642-81CE7A9843F2}">
      <dgm:prSet/>
      <dgm:spPr/>
      <dgm:t>
        <a:bodyPr/>
        <a:lstStyle/>
        <a:p>
          <a:pPr rtl="0"/>
          <a:r>
            <a:rPr lang="zh-CN" smtClean="0">
              <a:latin typeface="+mj-lt"/>
              <a:ea typeface="黑体" panose="02010609060101010101" pitchFamily="49" charset="-122"/>
            </a:rPr>
            <a:t>对手动切换称量范围的衡器，该要求适用于每个称量范围；</a:t>
          </a:r>
          <a:endParaRPr lang="zh-CN">
            <a:latin typeface="+mj-lt"/>
            <a:ea typeface="黑体" panose="02010609060101010101" pitchFamily="49" charset="-122"/>
          </a:endParaRPr>
        </a:p>
      </dgm:t>
    </dgm:pt>
    <dgm:pt modelId="{C641E170-BAD8-4129-ADDB-E820E1544E73}" type="parTrans" cxnId="{89B48A8D-0A33-4AF3-8865-37627776B73D}">
      <dgm:prSet/>
      <dgm:spPr/>
      <dgm:t>
        <a:bodyPr/>
        <a:lstStyle/>
        <a:p>
          <a:endParaRPr lang="zh-CN" altLang="en-US">
            <a:latin typeface="+mj-lt"/>
            <a:ea typeface="黑体" panose="02010609060101010101" pitchFamily="49" charset="-122"/>
          </a:endParaRPr>
        </a:p>
      </dgm:t>
    </dgm:pt>
    <dgm:pt modelId="{FC86D5A5-E9D4-4006-933D-1A3AD35F9CCD}" type="sibTrans" cxnId="{89B48A8D-0A33-4AF3-8865-37627776B73D}">
      <dgm:prSet/>
      <dgm:spPr/>
      <dgm:t>
        <a:bodyPr/>
        <a:lstStyle/>
        <a:p>
          <a:endParaRPr lang="zh-CN" altLang="en-US">
            <a:latin typeface="+mj-lt"/>
            <a:ea typeface="黑体" panose="02010609060101010101" pitchFamily="49" charset="-122"/>
          </a:endParaRPr>
        </a:p>
      </dgm:t>
    </dgm:pt>
    <dgm:pt modelId="{9D8C9B7D-2864-426C-93B3-BB9EEEDF4619}">
      <dgm:prSet/>
      <dgm:spPr/>
      <dgm:t>
        <a:bodyPr/>
        <a:lstStyle/>
        <a:p>
          <a:pPr rtl="0"/>
          <a:r>
            <a:rPr lang="zh-CN" smtClean="0">
              <a:latin typeface="+mj-lt"/>
              <a:ea typeface="黑体" panose="02010609060101010101" pitchFamily="49" charset="-122"/>
            </a:rPr>
            <a:t>对自动切换称量范围的多范围衡器和多分度衡器，该要求仅使用于最大称量范围和最后的称量范围，因为在超过小称量范围的</a:t>
          </a:r>
          <a:r>
            <a:rPr lang="en-US" smtClean="0">
              <a:latin typeface="+mj-lt"/>
              <a:ea typeface="黑体" panose="02010609060101010101" pitchFamily="49" charset="-122"/>
            </a:rPr>
            <a:t>Max</a:t>
          </a:r>
          <a:r>
            <a:rPr lang="en-US" baseline="-25000" smtClean="0">
              <a:latin typeface="+mj-lt"/>
              <a:ea typeface="黑体" panose="02010609060101010101" pitchFamily="49" charset="-122"/>
            </a:rPr>
            <a:t>i</a:t>
          </a:r>
          <a:r>
            <a:rPr lang="zh-CN" smtClean="0">
              <a:latin typeface="+mj-lt"/>
              <a:ea typeface="黑体" panose="02010609060101010101" pitchFamily="49" charset="-122"/>
            </a:rPr>
            <a:t>时，已经是下一称量范围。</a:t>
          </a:r>
          <a:endParaRPr lang="zh-CN">
            <a:latin typeface="+mj-lt"/>
            <a:ea typeface="黑体" panose="02010609060101010101" pitchFamily="49" charset="-122"/>
          </a:endParaRPr>
        </a:p>
      </dgm:t>
    </dgm:pt>
    <dgm:pt modelId="{3D60FE73-0A5A-4101-90C6-D811F57A970A}" type="parTrans" cxnId="{E96E54CB-2434-4450-A172-5EF002B69386}">
      <dgm:prSet/>
      <dgm:spPr/>
      <dgm:t>
        <a:bodyPr/>
        <a:lstStyle/>
        <a:p>
          <a:endParaRPr lang="zh-CN" altLang="en-US">
            <a:latin typeface="+mj-lt"/>
            <a:ea typeface="黑体" panose="02010609060101010101" pitchFamily="49" charset="-122"/>
          </a:endParaRPr>
        </a:p>
      </dgm:t>
    </dgm:pt>
    <dgm:pt modelId="{039480E9-45B4-4C11-BA07-940CE2AB98A0}" type="sibTrans" cxnId="{E96E54CB-2434-4450-A172-5EF002B69386}">
      <dgm:prSet/>
      <dgm:spPr/>
      <dgm:t>
        <a:bodyPr/>
        <a:lstStyle/>
        <a:p>
          <a:endParaRPr lang="zh-CN" altLang="en-US">
            <a:latin typeface="+mj-lt"/>
            <a:ea typeface="黑体" panose="02010609060101010101" pitchFamily="49" charset="-122"/>
          </a:endParaRPr>
        </a:p>
      </dgm:t>
    </dgm:pt>
    <dgm:pt modelId="{C07865E0-00C8-4345-A076-8C042140269F}">
      <dgm:prSet/>
      <dgm:spPr/>
      <dgm:t>
        <a:bodyPr/>
        <a:lstStyle/>
        <a:p>
          <a:pPr rtl="0"/>
          <a:r>
            <a:rPr lang="zh-CN" baseline="0" smtClean="0">
              <a:latin typeface="+mj-lt"/>
              <a:ea typeface="黑体" panose="02010609060101010101" pitchFamily="49" charset="-122"/>
            </a:rPr>
            <a:t>示值为负（两种情形）</a:t>
          </a:r>
          <a:endParaRPr lang="zh-CN">
            <a:latin typeface="+mj-lt"/>
            <a:ea typeface="黑体" panose="02010609060101010101" pitchFamily="49" charset="-122"/>
          </a:endParaRPr>
        </a:p>
      </dgm:t>
    </dgm:pt>
    <dgm:pt modelId="{A223F6F2-C6BD-426D-972F-71EA01899B5C}" type="parTrans" cxnId="{4130E9D7-F58E-4873-B384-5AB4A51C8567}">
      <dgm:prSet/>
      <dgm:spPr/>
      <dgm:t>
        <a:bodyPr/>
        <a:lstStyle/>
        <a:p>
          <a:endParaRPr lang="zh-CN" altLang="en-US">
            <a:latin typeface="+mj-lt"/>
            <a:ea typeface="黑体" panose="02010609060101010101" pitchFamily="49" charset="-122"/>
          </a:endParaRPr>
        </a:p>
      </dgm:t>
    </dgm:pt>
    <dgm:pt modelId="{E780917B-C0D0-4363-8DF2-817EEB431F1A}" type="sibTrans" cxnId="{4130E9D7-F58E-4873-B384-5AB4A51C8567}">
      <dgm:prSet/>
      <dgm:spPr/>
      <dgm:t>
        <a:bodyPr/>
        <a:lstStyle/>
        <a:p>
          <a:endParaRPr lang="zh-CN" altLang="en-US">
            <a:latin typeface="+mj-lt"/>
            <a:ea typeface="黑体" panose="02010609060101010101" pitchFamily="49" charset="-122"/>
          </a:endParaRPr>
        </a:p>
      </dgm:t>
    </dgm:pt>
    <dgm:pt modelId="{68B0DFE1-F885-4683-8B11-189476C2C5EF}">
      <dgm:prSet/>
      <dgm:spPr/>
      <dgm:t>
        <a:bodyPr/>
        <a:lstStyle/>
        <a:p>
          <a:pPr rtl="0"/>
          <a:r>
            <a:rPr lang="zh-CN" smtClean="0">
              <a:latin typeface="+mj-lt"/>
              <a:ea typeface="黑体" panose="02010609060101010101" pitchFamily="49" charset="-122"/>
            </a:rPr>
            <a:t>皮重装置运行（称量结果是净重值时），允许显示负的净重示值，空载时该值表示皮重值；</a:t>
          </a:r>
          <a:endParaRPr lang="zh-CN">
            <a:latin typeface="+mj-lt"/>
            <a:ea typeface="黑体" panose="02010609060101010101" pitchFamily="49" charset="-122"/>
          </a:endParaRPr>
        </a:p>
      </dgm:t>
    </dgm:pt>
    <dgm:pt modelId="{BFB4C70B-4D87-4DF6-8C52-F7F76CBCE804}" type="parTrans" cxnId="{70FEE1A7-B6EA-47B8-9DD9-C06603D2EECE}">
      <dgm:prSet/>
      <dgm:spPr/>
      <dgm:t>
        <a:bodyPr/>
        <a:lstStyle/>
        <a:p>
          <a:endParaRPr lang="zh-CN" altLang="en-US">
            <a:latin typeface="+mj-lt"/>
            <a:ea typeface="黑体" panose="02010609060101010101" pitchFamily="49" charset="-122"/>
          </a:endParaRPr>
        </a:p>
      </dgm:t>
    </dgm:pt>
    <dgm:pt modelId="{33F6C942-F67C-4697-B4EB-1F36FCF9A223}" type="sibTrans" cxnId="{70FEE1A7-B6EA-47B8-9DD9-C06603D2EECE}">
      <dgm:prSet/>
      <dgm:spPr/>
      <dgm:t>
        <a:bodyPr/>
        <a:lstStyle/>
        <a:p>
          <a:endParaRPr lang="zh-CN" altLang="en-US">
            <a:latin typeface="+mj-lt"/>
            <a:ea typeface="黑体" panose="02010609060101010101" pitchFamily="49" charset="-122"/>
          </a:endParaRPr>
        </a:p>
      </dgm:t>
    </dgm:pt>
    <dgm:pt modelId="{17ACB2A5-C55E-47DC-9207-EBA565A607BC}">
      <dgm:prSet/>
      <dgm:spPr/>
      <dgm:t>
        <a:bodyPr/>
        <a:lstStyle/>
        <a:p>
          <a:pPr rtl="0"/>
          <a:r>
            <a:rPr lang="zh-CN" smtClean="0">
              <a:latin typeface="+mj-lt"/>
              <a:ea typeface="黑体" panose="02010609060101010101" pitchFamily="49" charset="-122"/>
            </a:rPr>
            <a:t>毛重状态下，最大允许指示负的示值为 </a:t>
          </a:r>
          <a:r>
            <a:rPr lang="en-US" smtClean="0">
              <a:latin typeface="+mj-lt"/>
              <a:ea typeface="黑体" panose="02010609060101010101" pitchFamily="49" charset="-122"/>
            </a:rPr>
            <a:t>-20d</a:t>
          </a:r>
          <a:r>
            <a:rPr lang="zh-CN" smtClean="0">
              <a:latin typeface="+mj-lt"/>
              <a:ea typeface="黑体" panose="02010609060101010101" pitchFamily="49" charset="-122"/>
            </a:rPr>
            <a:t>，不是必须显示，只是允许显示，因为负的毛重值是没有意义的；</a:t>
          </a:r>
          <a:endParaRPr lang="zh-CN">
            <a:latin typeface="+mj-lt"/>
            <a:ea typeface="黑体" panose="02010609060101010101" pitchFamily="49" charset="-122"/>
          </a:endParaRPr>
        </a:p>
      </dgm:t>
    </dgm:pt>
    <dgm:pt modelId="{16915132-C093-428D-81C3-B9F3D89C8DD8}" type="parTrans" cxnId="{7EE52EE3-58A4-46C5-8B32-EB12BDD0E15D}">
      <dgm:prSet/>
      <dgm:spPr/>
      <dgm:t>
        <a:bodyPr/>
        <a:lstStyle/>
        <a:p>
          <a:endParaRPr lang="zh-CN" altLang="en-US">
            <a:latin typeface="+mj-lt"/>
            <a:ea typeface="黑体" panose="02010609060101010101" pitchFamily="49" charset="-122"/>
          </a:endParaRPr>
        </a:p>
      </dgm:t>
    </dgm:pt>
    <dgm:pt modelId="{EEF17670-3BFF-43C4-B018-7D5C9735719A}" type="sibTrans" cxnId="{7EE52EE3-58A4-46C5-8B32-EB12BDD0E15D}">
      <dgm:prSet/>
      <dgm:spPr/>
      <dgm:t>
        <a:bodyPr/>
        <a:lstStyle/>
        <a:p>
          <a:endParaRPr lang="zh-CN" altLang="en-US">
            <a:latin typeface="+mj-lt"/>
            <a:ea typeface="黑体" panose="02010609060101010101" pitchFamily="49" charset="-122"/>
          </a:endParaRPr>
        </a:p>
      </dgm:t>
    </dgm:pt>
    <dgm:pt modelId="{DDA0B2C4-059B-4F7B-9F3D-02E2E358E36D}">
      <dgm:prSet/>
      <dgm:spPr/>
      <dgm:t>
        <a:bodyPr/>
        <a:lstStyle/>
        <a:p>
          <a:pPr rtl="0"/>
          <a:r>
            <a:rPr lang="zh-CN" baseline="0" smtClean="0">
              <a:latin typeface="+mj-lt"/>
              <a:ea typeface="黑体" panose="02010609060101010101" pitchFamily="49" charset="-122"/>
            </a:rPr>
            <a:t>数字示值的变化</a:t>
          </a:r>
          <a:endParaRPr lang="zh-CN">
            <a:latin typeface="+mj-lt"/>
            <a:ea typeface="黑体" panose="02010609060101010101" pitchFamily="49" charset="-122"/>
          </a:endParaRPr>
        </a:p>
      </dgm:t>
    </dgm:pt>
    <dgm:pt modelId="{8183A311-E5E3-48DD-8925-07005072E68E}" type="parTrans" cxnId="{8DA457F5-32FA-4DDF-BBA7-4FA47396D8FF}">
      <dgm:prSet/>
      <dgm:spPr/>
      <dgm:t>
        <a:bodyPr/>
        <a:lstStyle/>
        <a:p>
          <a:endParaRPr lang="zh-CN" altLang="en-US">
            <a:latin typeface="+mj-lt"/>
            <a:ea typeface="黑体" panose="02010609060101010101" pitchFamily="49" charset="-122"/>
          </a:endParaRPr>
        </a:p>
      </dgm:t>
    </dgm:pt>
    <dgm:pt modelId="{990E3450-C9A4-4D0E-B505-B55BF689D5EA}" type="sibTrans" cxnId="{8DA457F5-32FA-4DDF-BBA7-4FA47396D8FF}">
      <dgm:prSet/>
      <dgm:spPr/>
      <dgm:t>
        <a:bodyPr/>
        <a:lstStyle/>
        <a:p>
          <a:endParaRPr lang="zh-CN" altLang="en-US">
            <a:latin typeface="+mj-lt"/>
            <a:ea typeface="黑体" panose="02010609060101010101" pitchFamily="49" charset="-122"/>
          </a:endParaRPr>
        </a:p>
      </dgm:t>
    </dgm:pt>
    <dgm:pt modelId="{E388A439-922D-4CE7-A656-80171692594F}">
      <dgm:prSet/>
      <dgm:spPr/>
      <dgm:t>
        <a:bodyPr/>
        <a:lstStyle/>
        <a:p>
          <a:pPr rtl="0"/>
          <a:r>
            <a:rPr lang="zh-CN" smtClean="0">
              <a:latin typeface="+mj-lt"/>
              <a:ea typeface="黑体" panose="02010609060101010101" pitchFamily="49" charset="-122"/>
            </a:rPr>
            <a:t>衡器在载荷发生变化后，显示的示值在</a:t>
          </a:r>
          <a:r>
            <a:rPr lang="en-US" smtClean="0">
              <a:latin typeface="+mj-lt"/>
              <a:ea typeface="黑体" panose="02010609060101010101" pitchFamily="49" charset="-122"/>
            </a:rPr>
            <a:t>1s</a:t>
          </a:r>
          <a:r>
            <a:rPr lang="zh-CN" smtClean="0">
              <a:latin typeface="+mj-lt"/>
              <a:ea typeface="黑体" panose="02010609060101010101" pitchFamily="49" charset="-122"/>
            </a:rPr>
            <a:t>后必须发生变化，该要求不意味</a:t>
          </a:r>
          <a:r>
            <a:rPr lang="en-US" smtClean="0">
              <a:latin typeface="+mj-lt"/>
              <a:ea typeface="黑体" panose="02010609060101010101" pitchFamily="49" charset="-122"/>
            </a:rPr>
            <a:t>1s</a:t>
          </a:r>
          <a:r>
            <a:rPr lang="zh-CN" smtClean="0">
              <a:latin typeface="+mj-lt"/>
              <a:ea typeface="黑体" panose="02010609060101010101" pitchFamily="49" charset="-122"/>
            </a:rPr>
            <a:t>后提供稳定的称量结果，而是保持原来示值的时间不大于</a:t>
          </a:r>
          <a:r>
            <a:rPr lang="en-US" smtClean="0">
              <a:latin typeface="+mj-lt"/>
              <a:ea typeface="黑体" panose="02010609060101010101" pitchFamily="49" charset="-122"/>
            </a:rPr>
            <a:t>1s</a:t>
          </a:r>
          <a:r>
            <a:rPr lang="zh-CN" smtClean="0">
              <a:latin typeface="+mj-lt"/>
              <a:ea typeface="黑体" panose="02010609060101010101" pitchFamily="49" charset="-122"/>
            </a:rPr>
            <a:t>。</a:t>
          </a:r>
          <a:endParaRPr lang="zh-CN">
            <a:latin typeface="+mj-lt"/>
            <a:ea typeface="黑体" panose="02010609060101010101" pitchFamily="49" charset="-122"/>
          </a:endParaRPr>
        </a:p>
      </dgm:t>
    </dgm:pt>
    <dgm:pt modelId="{4CC25EC5-247A-46AE-BAD0-8BDF0A1EFF5B}" type="parTrans" cxnId="{3C389F92-1154-41F4-9F42-B9761EAB413E}">
      <dgm:prSet/>
      <dgm:spPr/>
      <dgm:t>
        <a:bodyPr/>
        <a:lstStyle/>
        <a:p>
          <a:endParaRPr lang="zh-CN" altLang="en-US">
            <a:latin typeface="+mj-lt"/>
            <a:ea typeface="黑体" panose="02010609060101010101" pitchFamily="49" charset="-122"/>
          </a:endParaRPr>
        </a:p>
      </dgm:t>
    </dgm:pt>
    <dgm:pt modelId="{61CC79DD-2F0C-4ADC-AA7F-172484B52615}" type="sibTrans" cxnId="{3C389F92-1154-41F4-9F42-B9761EAB413E}">
      <dgm:prSet/>
      <dgm:spPr/>
      <dgm:t>
        <a:bodyPr/>
        <a:lstStyle/>
        <a:p>
          <a:endParaRPr lang="zh-CN" altLang="en-US">
            <a:latin typeface="+mj-lt"/>
            <a:ea typeface="黑体" panose="02010609060101010101" pitchFamily="49" charset="-122"/>
          </a:endParaRPr>
        </a:p>
      </dgm:t>
    </dgm:pt>
    <dgm:pt modelId="{D346E774-C532-413B-970E-5FD641156AC4}" type="pres">
      <dgm:prSet presAssocID="{1DB54CAA-59C7-4B3F-BC2B-91979F70CAC0}" presName="Name0" presStyleCnt="0">
        <dgm:presLayoutVars>
          <dgm:dir/>
          <dgm:animLvl val="lvl"/>
          <dgm:resizeHandles val="exact"/>
        </dgm:presLayoutVars>
      </dgm:prSet>
      <dgm:spPr/>
      <dgm:t>
        <a:bodyPr/>
        <a:lstStyle/>
        <a:p>
          <a:endParaRPr lang="zh-CN" altLang="en-US"/>
        </a:p>
      </dgm:t>
    </dgm:pt>
    <dgm:pt modelId="{3A805C74-A1B0-46F2-80E6-AAEA247450A8}" type="pres">
      <dgm:prSet presAssocID="{8243A38F-645E-4219-A068-91B23230BC8B}" presName="composite" presStyleCnt="0"/>
      <dgm:spPr/>
    </dgm:pt>
    <dgm:pt modelId="{77F11B9E-6747-41D6-B679-4902A85CC7C4}" type="pres">
      <dgm:prSet presAssocID="{8243A38F-645E-4219-A068-91B23230BC8B}" presName="parTx" presStyleLbl="alignNode1" presStyleIdx="0" presStyleCnt="3">
        <dgm:presLayoutVars>
          <dgm:chMax val="0"/>
          <dgm:chPref val="0"/>
          <dgm:bulletEnabled val="1"/>
        </dgm:presLayoutVars>
      </dgm:prSet>
      <dgm:spPr/>
      <dgm:t>
        <a:bodyPr/>
        <a:lstStyle/>
        <a:p>
          <a:endParaRPr lang="zh-CN" altLang="en-US"/>
        </a:p>
      </dgm:t>
    </dgm:pt>
    <dgm:pt modelId="{0D0622DF-06BF-43E9-8E38-B556DD90FE1F}" type="pres">
      <dgm:prSet presAssocID="{8243A38F-645E-4219-A068-91B23230BC8B}" presName="desTx" presStyleLbl="alignAccFollowNode1" presStyleIdx="0" presStyleCnt="3">
        <dgm:presLayoutVars>
          <dgm:bulletEnabled val="1"/>
        </dgm:presLayoutVars>
      </dgm:prSet>
      <dgm:spPr/>
      <dgm:t>
        <a:bodyPr/>
        <a:lstStyle/>
        <a:p>
          <a:endParaRPr lang="zh-CN" altLang="en-US"/>
        </a:p>
      </dgm:t>
    </dgm:pt>
    <dgm:pt modelId="{A91C170F-3004-496F-AECC-5FCA9AFF175A}" type="pres">
      <dgm:prSet presAssocID="{BC5D7CAE-6781-46FE-A565-760D332DEF4D}" presName="space" presStyleCnt="0"/>
      <dgm:spPr/>
    </dgm:pt>
    <dgm:pt modelId="{4F7FE69C-F755-4C9F-B0E8-E4EE2FC3F7BF}" type="pres">
      <dgm:prSet presAssocID="{C07865E0-00C8-4345-A076-8C042140269F}" presName="composite" presStyleCnt="0"/>
      <dgm:spPr/>
    </dgm:pt>
    <dgm:pt modelId="{96EA325F-7F20-4EF1-B9CA-6603744F5328}" type="pres">
      <dgm:prSet presAssocID="{C07865E0-00C8-4345-A076-8C042140269F}" presName="parTx" presStyleLbl="alignNode1" presStyleIdx="1" presStyleCnt="3">
        <dgm:presLayoutVars>
          <dgm:chMax val="0"/>
          <dgm:chPref val="0"/>
          <dgm:bulletEnabled val="1"/>
        </dgm:presLayoutVars>
      </dgm:prSet>
      <dgm:spPr/>
      <dgm:t>
        <a:bodyPr/>
        <a:lstStyle/>
        <a:p>
          <a:endParaRPr lang="zh-CN" altLang="en-US"/>
        </a:p>
      </dgm:t>
    </dgm:pt>
    <dgm:pt modelId="{1203A7B1-DB2A-4696-B834-1ABC3BAB93DE}" type="pres">
      <dgm:prSet presAssocID="{C07865E0-00C8-4345-A076-8C042140269F}" presName="desTx" presStyleLbl="alignAccFollowNode1" presStyleIdx="1" presStyleCnt="3">
        <dgm:presLayoutVars>
          <dgm:bulletEnabled val="1"/>
        </dgm:presLayoutVars>
      </dgm:prSet>
      <dgm:spPr/>
      <dgm:t>
        <a:bodyPr/>
        <a:lstStyle/>
        <a:p>
          <a:endParaRPr lang="zh-CN" altLang="en-US"/>
        </a:p>
      </dgm:t>
    </dgm:pt>
    <dgm:pt modelId="{7F1DC6C7-BBC1-4ECE-BD66-D86FC9E6484B}" type="pres">
      <dgm:prSet presAssocID="{E780917B-C0D0-4363-8DF2-817EEB431F1A}" presName="space" presStyleCnt="0"/>
      <dgm:spPr/>
    </dgm:pt>
    <dgm:pt modelId="{2988E05F-88AC-4F97-96C6-8FFD8A800D57}" type="pres">
      <dgm:prSet presAssocID="{DDA0B2C4-059B-4F7B-9F3D-02E2E358E36D}" presName="composite" presStyleCnt="0"/>
      <dgm:spPr/>
    </dgm:pt>
    <dgm:pt modelId="{FE0CEB33-E636-4650-9743-DB1AD27B7F53}" type="pres">
      <dgm:prSet presAssocID="{DDA0B2C4-059B-4F7B-9F3D-02E2E358E36D}" presName="parTx" presStyleLbl="alignNode1" presStyleIdx="2" presStyleCnt="3">
        <dgm:presLayoutVars>
          <dgm:chMax val="0"/>
          <dgm:chPref val="0"/>
          <dgm:bulletEnabled val="1"/>
        </dgm:presLayoutVars>
      </dgm:prSet>
      <dgm:spPr/>
      <dgm:t>
        <a:bodyPr/>
        <a:lstStyle/>
        <a:p>
          <a:endParaRPr lang="zh-CN" altLang="en-US"/>
        </a:p>
      </dgm:t>
    </dgm:pt>
    <dgm:pt modelId="{43AED3FC-4818-468F-A2FD-936DF4B0CF21}" type="pres">
      <dgm:prSet presAssocID="{DDA0B2C4-059B-4F7B-9F3D-02E2E358E36D}" presName="desTx" presStyleLbl="alignAccFollowNode1" presStyleIdx="2" presStyleCnt="3">
        <dgm:presLayoutVars>
          <dgm:bulletEnabled val="1"/>
        </dgm:presLayoutVars>
      </dgm:prSet>
      <dgm:spPr/>
      <dgm:t>
        <a:bodyPr/>
        <a:lstStyle/>
        <a:p>
          <a:endParaRPr lang="zh-CN" altLang="en-US"/>
        </a:p>
      </dgm:t>
    </dgm:pt>
  </dgm:ptLst>
  <dgm:cxnLst>
    <dgm:cxn modelId="{7EE52EE3-58A4-46C5-8B32-EB12BDD0E15D}" srcId="{C07865E0-00C8-4345-A076-8C042140269F}" destId="{17ACB2A5-C55E-47DC-9207-EBA565A607BC}" srcOrd="1" destOrd="0" parTransId="{16915132-C093-428D-81C3-B9F3D89C8DD8}" sibTransId="{EEF17670-3BFF-43C4-B018-7D5C9735719A}"/>
    <dgm:cxn modelId="{AD78D47D-2C27-44DE-A8F2-656D8CFA0F66}" type="presOf" srcId="{1DB54CAA-59C7-4B3F-BC2B-91979F70CAC0}" destId="{D346E774-C532-413B-970E-5FD641156AC4}" srcOrd="0" destOrd="0" presId="urn:microsoft.com/office/officeart/2005/8/layout/hList1"/>
    <dgm:cxn modelId="{3C389F92-1154-41F4-9F42-B9761EAB413E}" srcId="{DDA0B2C4-059B-4F7B-9F3D-02E2E358E36D}" destId="{E388A439-922D-4CE7-A656-80171692594F}" srcOrd="0" destOrd="0" parTransId="{4CC25EC5-247A-46AE-BAD0-8BDF0A1EFF5B}" sibTransId="{61CC79DD-2F0C-4ADC-AA7F-172484B52615}"/>
    <dgm:cxn modelId="{89B48A8D-0A33-4AF3-8865-37627776B73D}" srcId="{8243A38F-645E-4219-A068-91B23230BC8B}" destId="{2ED951E0-E87F-48AB-B642-81CE7A9843F2}" srcOrd="1" destOrd="0" parTransId="{C641E170-BAD8-4129-ADDB-E820E1544E73}" sibTransId="{FC86D5A5-E9D4-4006-933D-1A3AD35F9CCD}"/>
    <dgm:cxn modelId="{70FEE1A7-B6EA-47B8-9DD9-C06603D2EECE}" srcId="{C07865E0-00C8-4345-A076-8C042140269F}" destId="{68B0DFE1-F885-4683-8B11-189476C2C5EF}" srcOrd="0" destOrd="0" parTransId="{BFB4C70B-4D87-4DF6-8C52-F7F76CBCE804}" sibTransId="{33F6C942-F67C-4697-B4EB-1F36FCF9A223}"/>
    <dgm:cxn modelId="{2417F0AA-3D0F-4F3A-BE02-7B7050DF4EE0}" type="presOf" srcId="{2ED951E0-E87F-48AB-B642-81CE7A9843F2}" destId="{0D0622DF-06BF-43E9-8E38-B556DD90FE1F}" srcOrd="0" destOrd="1" presId="urn:microsoft.com/office/officeart/2005/8/layout/hList1"/>
    <dgm:cxn modelId="{2BB1E6C1-C8D5-4ABB-AA6D-95C517EAD3A6}" srcId="{1DB54CAA-59C7-4B3F-BC2B-91979F70CAC0}" destId="{8243A38F-645E-4219-A068-91B23230BC8B}" srcOrd="0" destOrd="0" parTransId="{B5721ED7-BF43-4D3A-8411-AC1DD9BF9FA6}" sibTransId="{BC5D7CAE-6781-46FE-A565-760D332DEF4D}"/>
    <dgm:cxn modelId="{B6A7541E-D86C-4AB6-9260-D99812093692}" type="presOf" srcId="{9D8C9B7D-2864-426C-93B3-BB9EEEDF4619}" destId="{0D0622DF-06BF-43E9-8E38-B556DD90FE1F}" srcOrd="0" destOrd="2" presId="urn:microsoft.com/office/officeart/2005/8/layout/hList1"/>
    <dgm:cxn modelId="{25F64721-EEBB-419E-9378-34B4400FFC9F}" type="presOf" srcId="{8243A38F-645E-4219-A068-91B23230BC8B}" destId="{77F11B9E-6747-41D6-B679-4902A85CC7C4}" srcOrd="0" destOrd="0" presId="urn:microsoft.com/office/officeart/2005/8/layout/hList1"/>
    <dgm:cxn modelId="{4130E9D7-F58E-4873-B384-5AB4A51C8567}" srcId="{1DB54CAA-59C7-4B3F-BC2B-91979F70CAC0}" destId="{C07865E0-00C8-4345-A076-8C042140269F}" srcOrd="1" destOrd="0" parTransId="{A223F6F2-C6BD-426D-972F-71EA01899B5C}" sibTransId="{E780917B-C0D0-4363-8DF2-817EEB431F1A}"/>
    <dgm:cxn modelId="{A7F983C6-76B1-4FF1-B4A1-992E3E77E372}" type="presOf" srcId="{17ACB2A5-C55E-47DC-9207-EBA565A607BC}" destId="{1203A7B1-DB2A-4696-B834-1ABC3BAB93DE}" srcOrd="0" destOrd="1" presId="urn:microsoft.com/office/officeart/2005/8/layout/hList1"/>
    <dgm:cxn modelId="{646E1F13-F280-4A56-8F13-2BD15F03D915}" type="presOf" srcId="{E388A439-922D-4CE7-A656-80171692594F}" destId="{43AED3FC-4818-468F-A2FD-936DF4B0CF21}" srcOrd="0" destOrd="0" presId="urn:microsoft.com/office/officeart/2005/8/layout/hList1"/>
    <dgm:cxn modelId="{81335F65-A66C-42FF-B19C-A58A38E09CB0}" srcId="{8243A38F-645E-4219-A068-91B23230BC8B}" destId="{BB01867E-2233-472A-A5FC-31F04E388558}" srcOrd="0" destOrd="0" parTransId="{46E3996E-1AA3-4EC6-A620-F6988C7AFBF0}" sibTransId="{0EECED5E-A86A-4E85-88D4-FA6348C5D2E9}"/>
    <dgm:cxn modelId="{8DA457F5-32FA-4DDF-BBA7-4FA47396D8FF}" srcId="{1DB54CAA-59C7-4B3F-BC2B-91979F70CAC0}" destId="{DDA0B2C4-059B-4F7B-9F3D-02E2E358E36D}" srcOrd="2" destOrd="0" parTransId="{8183A311-E5E3-48DD-8925-07005072E68E}" sibTransId="{990E3450-C9A4-4D0E-B505-B55BF689D5EA}"/>
    <dgm:cxn modelId="{E96E54CB-2434-4450-A172-5EF002B69386}" srcId="{8243A38F-645E-4219-A068-91B23230BC8B}" destId="{9D8C9B7D-2864-426C-93B3-BB9EEEDF4619}" srcOrd="2" destOrd="0" parTransId="{3D60FE73-0A5A-4101-90C6-D811F57A970A}" sibTransId="{039480E9-45B4-4C11-BA07-940CE2AB98A0}"/>
    <dgm:cxn modelId="{26F70CE9-4A2E-4AC6-9E65-C5A7AC547B21}" type="presOf" srcId="{BB01867E-2233-472A-A5FC-31F04E388558}" destId="{0D0622DF-06BF-43E9-8E38-B556DD90FE1F}" srcOrd="0" destOrd="0" presId="urn:microsoft.com/office/officeart/2005/8/layout/hList1"/>
    <dgm:cxn modelId="{F3E1952A-15EB-4DA4-823E-357F5BC1B709}" type="presOf" srcId="{C07865E0-00C8-4345-A076-8C042140269F}" destId="{96EA325F-7F20-4EF1-B9CA-6603744F5328}" srcOrd="0" destOrd="0" presId="urn:microsoft.com/office/officeart/2005/8/layout/hList1"/>
    <dgm:cxn modelId="{F6B5495F-9500-41D9-94F6-91E02CC4175A}" type="presOf" srcId="{68B0DFE1-F885-4683-8B11-189476C2C5EF}" destId="{1203A7B1-DB2A-4696-B834-1ABC3BAB93DE}" srcOrd="0" destOrd="0" presId="urn:microsoft.com/office/officeart/2005/8/layout/hList1"/>
    <dgm:cxn modelId="{CEF60C28-FCF9-44BD-9193-00DCB82DDBB0}" type="presOf" srcId="{DDA0B2C4-059B-4F7B-9F3D-02E2E358E36D}" destId="{FE0CEB33-E636-4650-9743-DB1AD27B7F53}" srcOrd="0" destOrd="0" presId="urn:microsoft.com/office/officeart/2005/8/layout/hList1"/>
    <dgm:cxn modelId="{01AD2DE4-56EB-4890-B200-7F0B5FAD93D6}" type="presParOf" srcId="{D346E774-C532-413B-970E-5FD641156AC4}" destId="{3A805C74-A1B0-46F2-80E6-AAEA247450A8}" srcOrd="0" destOrd="0" presId="urn:microsoft.com/office/officeart/2005/8/layout/hList1"/>
    <dgm:cxn modelId="{41A3B238-7EBE-4832-92D1-4B91014AD568}" type="presParOf" srcId="{3A805C74-A1B0-46F2-80E6-AAEA247450A8}" destId="{77F11B9E-6747-41D6-B679-4902A85CC7C4}" srcOrd="0" destOrd="0" presId="urn:microsoft.com/office/officeart/2005/8/layout/hList1"/>
    <dgm:cxn modelId="{1BDD50AF-818F-4646-B181-DC1525B1EED6}" type="presParOf" srcId="{3A805C74-A1B0-46F2-80E6-AAEA247450A8}" destId="{0D0622DF-06BF-43E9-8E38-B556DD90FE1F}" srcOrd="1" destOrd="0" presId="urn:microsoft.com/office/officeart/2005/8/layout/hList1"/>
    <dgm:cxn modelId="{64EB98B3-9B03-4C09-8630-DB0FCE0CC3E3}" type="presParOf" srcId="{D346E774-C532-413B-970E-5FD641156AC4}" destId="{A91C170F-3004-496F-AECC-5FCA9AFF175A}" srcOrd="1" destOrd="0" presId="urn:microsoft.com/office/officeart/2005/8/layout/hList1"/>
    <dgm:cxn modelId="{9FBE4E4F-61F3-4B53-AFAE-0DA244BEAF1A}" type="presParOf" srcId="{D346E774-C532-413B-970E-5FD641156AC4}" destId="{4F7FE69C-F755-4C9F-B0E8-E4EE2FC3F7BF}" srcOrd="2" destOrd="0" presId="urn:microsoft.com/office/officeart/2005/8/layout/hList1"/>
    <dgm:cxn modelId="{1D31D39F-FE33-486B-B447-674617C717FE}" type="presParOf" srcId="{4F7FE69C-F755-4C9F-B0E8-E4EE2FC3F7BF}" destId="{96EA325F-7F20-4EF1-B9CA-6603744F5328}" srcOrd="0" destOrd="0" presId="urn:microsoft.com/office/officeart/2005/8/layout/hList1"/>
    <dgm:cxn modelId="{9ADAEF83-4983-4785-A58E-D8419E17E31F}" type="presParOf" srcId="{4F7FE69C-F755-4C9F-B0E8-E4EE2FC3F7BF}" destId="{1203A7B1-DB2A-4696-B834-1ABC3BAB93DE}" srcOrd="1" destOrd="0" presId="urn:microsoft.com/office/officeart/2005/8/layout/hList1"/>
    <dgm:cxn modelId="{1B98E696-BAA9-47DF-8A96-D67D25BEFB7B}" type="presParOf" srcId="{D346E774-C532-413B-970E-5FD641156AC4}" destId="{7F1DC6C7-BBC1-4ECE-BD66-D86FC9E6484B}" srcOrd="3" destOrd="0" presId="urn:microsoft.com/office/officeart/2005/8/layout/hList1"/>
    <dgm:cxn modelId="{FF02D8E1-049B-4516-9594-6AE28052BB28}" type="presParOf" srcId="{D346E774-C532-413B-970E-5FD641156AC4}" destId="{2988E05F-88AC-4F97-96C6-8FFD8A800D57}" srcOrd="4" destOrd="0" presId="urn:microsoft.com/office/officeart/2005/8/layout/hList1"/>
    <dgm:cxn modelId="{D63300EB-C3D5-4CAF-B840-771A6406180E}" type="presParOf" srcId="{2988E05F-88AC-4F97-96C6-8FFD8A800D57}" destId="{FE0CEB33-E636-4650-9743-DB1AD27B7F53}" srcOrd="0" destOrd="0" presId="urn:microsoft.com/office/officeart/2005/8/layout/hList1"/>
    <dgm:cxn modelId="{9B53BE2B-0AD0-4EAC-8701-A52BFB5F02AB}" type="presParOf" srcId="{2988E05F-88AC-4F97-96C6-8FFD8A800D57}" destId="{43AED3FC-4818-468F-A2FD-936DF4B0CF2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2D7EC48-17D9-4F20-9E99-85165F7F5ED0}"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9DCC1D2E-E7CE-48D0-B15A-B55C41185940}">
      <dgm:prSet custT="1"/>
      <dgm:spPr/>
      <dgm:t>
        <a:bodyPr/>
        <a:lstStyle/>
        <a:p>
          <a:pPr rtl="0"/>
          <a:r>
            <a:rPr lang="zh-CN" altLang="en-US" sz="2000" baseline="0" dirty="0" smtClean="0">
              <a:latin typeface="黑体" panose="02010609060101010101" pitchFamily="49" charset="-122"/>
              <a:ea typeface="黑体" panose="02010609060101010101" pitchFamily="49" charset="-122"/>
            </a:rPr>
            <a:t>指示值或打印值的形式</a:t>
          </a:r>
          <a:endParaRPr lang="zh-CN" altLang="en-US" sz="2000" dirty="0">
            <a:latin typeface="黑体" panose="02010609060101010101" pitchFamily="49" charset="-122"/>
            <a:ea typeface="黑体" panose="02010609060101010101" pitchFamily="49" charset="-122"/>
          </a:endParaRPr>
        </a:p>
      </dgm:t>
    </dgm:pt>
    <dgm:pt modelId="{7AAD9BDD-FA6D-4549-A73A-FC0C78AD85DB}" type="parTrans" cxnId="{971EACAD-D53F-4E58-8738-82E2F8D3E701}">
      <dgm:prSet/>
      <dgm:spPr/>
      <dgm:t>
        <a:bodyPr/>
        <a:lstStyle/>
        <a:p>
          <a:endParaRPr lang="zh-CN" altLang="en-US" sz="1600">
            <a:latin typeface="黑体" panose="02010609060101010101" pitchFamily="49" charset="-122"/>
            <a:ea typeface="黑体" panose="02010609060101010101" pitchFamily="49" charset="-122"/>
          </a:endParaRPr>
        </a:p>
      </dgm:t>
    </dgm:pt>
    <dgm:pt modelId="{CECF0D7F-4F4A-45D8-BB1A-0337F5E481B6}" type="sibTrans" cxnId="{971EACAD-D53F-4E58-8738-82E2F8D3E701}">
      <dgm:prSet/>
      <dgm:spPr/>
      <dgm:t>
        <a:bodyPr/>
        <a:lstStyle/>
        <a:p>
          <a:endParaRPr lang="zh-CN" altLang="en-US" sz="1600">
            <a:latin typeface="黑体" panose="02010609060101010101" pitchFamily="49" charset="-122"/>
            <a:ea typeface="黑体" panose="02010609060101010101" pitchFamily="49" charset="-122"/>
          </a:endParaRPr>
        </a:p>
      </dgm:t>
    </dgm:pt>
    <dgm:pt modelId="{588E34E2-0C24-47C0-B836-C5AB3FC8C7FA}">
      <dgm:prSet custT="1"/>
      <dgm:spPr>
        <a:blipFill rotWithShape="1">
          <a:blip xmlns:r="http://schemas.openxmlformats.org/officeDocument/2006/relationships" r:embed="rId1"/>
          <a:stretch>
            <a:fillRect l="-1266" t="-239" r="-5063"/>
          </a:stretch>
        </a:blipFill>
      </dgm:spPr>
      <dgm:t>
        <a:bodyPr/>
        <a:lstStyle/>
        <a:p>
          <a:r>
            <a:rPr lang="zh-CN" altLang="en-US">
              <a:noFill/>
            </a:rPr>
            <a:t> </a:t>
          </a:r>
        </a:p>
      </dgm:t>
    </dgm:pt>
    <dgm:pt modelId="{68BBE05A-770B-44D0-8FB1-1BB75088A15E}" type="parTrans" cxnId="{4147288A-1DC5-477B-957E-26DD02EF741A}">
      <dgm:prSet/>
      <dgm:spPr/>
      <dgm:t>
        <a:bodyPr/>
        <a:lstStyle/>
        <a:p>
          <a:endParaRPr lang="zh-CN" altLang="en-US" sz="1600">
            <a:latin typeface="黑体" panose="02010609060101010101" pitchFamily="49" charset="-122"/>
            <a:ea typeface="黑体" panose="02010609060101010101" pitchFamily="49" charset="-122"/>
          </a:endParaRPr>
        </a:p>
      </dgm:t>
    </dgm:pt>
    <dgm:pt modelId="{39FF7886-A4BF-41EA-9178-B8BC41C9E001}" type="sibTrans" cxnId="{4147288A-1DC5-477B-957E-26DD02EF741A}">
      <dgm:prSet/>
      <dgm:spPr/>
      <dgm:t>
        <a:bodyPr/>
        <a:lstStyle/>
        <a:p>
          <a:endParaRPr lang="zh-CN" altLang="en-US" sz="1600">
            <a:latin typeface="黑体" panose="02010609060101010101" pitchFamily="49" charset="-122"/>
            <a:ea typeface="黑体" panose="02010609060101010101" pitchFamily="49" charset="-122"/>
          </a:endParaRPr>
        </a:p>
      </dgm:t>
    </dgm:pt>
    <dgm:pt modelId="{DE2C44A0-0FEA-4B07-97F2-53D4862AECD0}">
      <dgm:prSet custT="1"/>
      <dgm:spPr/>
      <dgm:t>
        <a:bodyPr/>
        <a:lstStyle/>
        <a:p>
          <a:r>
            <a:rPr lang="zh-CN" altLang="en-US">
              <a:noFill/>
            </a:rPr>
            <a:t> </a:t>
          </a:r>
        </a:p>
      </dgm:t>
    </dgm:pt>
    <dgm:pt modelId="{4731DA43-7191-4410-961E-862AA45CC252}" type="parTrans" cxnId="{E936135B-5706-4993-933F-D9371FCE7AE1}">
      <dgm:prSet/>
      <dgm:spPr/>
      <dgm:t>
        <a:bodyPr/>
        <a:lstStyle/>
        <a:p>
          <a:endParaRPr lang="zh-CN" altLang="en-US" sz="1600">
            <a:latin typeface="黑体" panose="02010609060101010101" pitchFamily="49" charset="-122"/>
            <a:ea typeface="黑体" panose="02010609060101010101" pitchFamily="49" charset="-122"/>
          </a:endParaRPr>
        </a:p>
      </dgm:t>
    </dgm:pt>
    <dgm:pt modelId="{EB22AE6C-DC7E-421E-8C5E-99ADF6387943}" type="sibTrans" cxnId="{E936135B-5706-4993-933F-D9371FCE7AE1}">
      <dgm:prSet/>
      <dgm:spPr/>
      <dgm:t>
        <a:bodyPr/>
        <a:lstStyle/>
        <a:p>
          <a:endParaRPr lang="zh-CN" altLang="en-US" sz="1600">
            <a:latin typeface="黑体" panose="02010609060101010101" pitchFamily="49" charset="-122"/>
            <a:ea typeface="黑体" panose="02010609060101010101" pitchFamily="49" charset="-122"/>
          </a:endParaRPr>
        </a:p>
      </dgm:t>
    </dgm:pt>
    <dgm:pt modelId="{44AA1B11-D03C-43A6-B9E4-4716878F134B}">
      <dgm:prSet custT="1"/>
      <dgm:spPr/>
      <dgm:t>
        <a:bodyPr/>
        <a:lstStyle/>
        <a:p>
          <a:r>
            <a:rPr lang="zh-CN" altLang="en-US">
              <a:noFill/>
            </a:rPr>
            <a:t> </a:t>
          </a:r>
        </a:p>
      </dgm:t>
    </dgm:pt>
    <dgm:pt modelId="{80E63F7D-2C49-42FA-9BBB-BD236C6A90E0}" type="parTrans" cxnId="{9FB5A0DB-437D-449A-A75F-88415C175CB2}">
      <dgm:prSet/>
      <dgm:spPr/>
      <dgm:t>
        <a:bodyPr/>
        <a:lstStyle/>
        <a:p>
          <a:endParaRPr lang="zh-CN" altLang="en-US" sz="1600">
            <a:latin typeface="黑体" panose="02010609060101010101" pitchFamily="49" charset="-122"/>
            <a:ea typeface="黑体" panose="02010609060101010101" pitchFamily="49" charset="-122"/>
          </a:endParaRPr>
        </a:p>
      </dgm:t>
    </dgm:pt>
    <dgm:pt modelId="{D5D0534D-BA20-4E84-899F-F0DD695634B2}" type="sibTrans" cxnId="{9FB5A0DB-437D-449A-A75F-88415C175CB2}">
      <dgm:prSet/>
      <dgm:spPr/>
      <dgm:t>
        <a:bodyPr/>
        <a:lstStyle/>
        <a:p>
          <a:endParaRPr lang="zh-CN" altLang="en-US" sz="1600">
            <a:latin typeface="黑体" panose="02010609060101010101" pitchFamily="49" charset="-122"/>
            <a:ea typeface="黑体" panose="02010609060101010101" pitchFamily="49" charset="-122"/>
          </a:endParaRPr>
        </a:p>
      </dgm:t>
    </dgm:pt>
    <dgm:pt modelId="{95B98B85-66D7-40EC-88C3-7EB74A60D98E}">
      <dgm:prSet custT="1"/>
      <dgm:spPr/>
      <dgm:t>
        <a:bodyPr/>
        <a:lstStyle/>
        <a:p>
          <a:pPr rtl="0"/>
          <a:r>
            <a:rPr lang="zh-CN" altLang="en-US" sz="2000" baseline="0" dirty="0" smtClean="0">
              <a:latin typeface="黑体" panose="02010609060101010101" pitchFamily="49" charset="-122"/>
              <a:ea typeface="黑体" panose="02010609060101010101" pitchFamily="49" charset="-122"/>
            </a:rPr>
            <a:t>示值的指示和打印</a:t>
          </a:r>
          <a:endParaRPr lang="zh-CN" altLang="en-US" sz="2000" dirty="0">
            <a:latin typeface="黑体" panose="02010609060101010101" pitchFamily="49" charset="-122"/>
            <a:ea typeface="黑体" panose="02010609060101010101" pitchFamily="49" charset="-122"/>
          </a:endParaRPr>
        </a:p>
      </dgm:t>
    </dgm:pt>
    <dgm:pt modelId="{2D1D0046-4019-4D0D-ABD4-2044E7F4AD88}" type="parTrans" cxnId="{57C7906E-37F5-4D30-96E8-3CC2AEBF37B0}">
      <dgm:prSet/>
      <dgm:spPr/>
      <dgm:t>
        <a:bodyPr/>
        <a:lstStyle/>
        <a:p>
          <a:endParaRPr lang="zh-CN" altLang="en-US" sz="1600">
            <a:latin typeface="黑体" panose="02010609060101010101" pitchFamily="49" charset="-122"/>
            <a:ea typeface="黑体" panose="02010609060101010101" pitchFamily="49" charset="-122"/>
          </a:endParaRPr>
        </a:p>
      </dgm:t>
    </dgm:pt>
    <dgm:pt modelId="{A7FAD865-C427-4BAF-A8C1-0CDCB10961D5}" type="sibTrans" cxnId="{57C7906E-37F5-4D30-96E8-3CC2AEBF37B0}">
      <dgm:prSet/>
      <dgm:spPr/>
      <dgm:t>
        <a:bodyPr/>
        <a:lstStyle/>
        <a:p>
          <a:endParaRPr lang="zh-CN" altLang="en-US" sz="1600">
            <a:latin typeface="黑体" panose="02010609060101010101" pitchFamily="49" charset="-122"/>
            <a:ea typeface="黑体" panose="02010609060101010101" pitchFamily="49" charset="-122"/>
          </a:endParaRPr>
        </a:p>
      </dgm:t>
    </dgm:pt>
    <dgm:pt modelId="{163CFD21-C047-4156-9D3F-974DE30D9B2B}">
      <dgm:prSet custT="1"/>
      <dgm:spPr/>
      <dgm:t>
        <a:bodyPr/>
        <a:lstStyle/>
        <a:p>
          <a:pPr rtl="0">
            <a:spcAft>
              <a:spcPts val="1200"/>
            </a:spcAft>
          </a:pPr>
          <a:r>
            <a:rPr lang="zh-CN" altLang="en-US" sz="1600" dirty="0" smtClean="0">
              <a:latin typeface="黑体" panose="02010609060101010101" pitchFamily="49" charset="-122"/>
              <a:ea typeface="黑体" panose="02010609060101010101" pitchFamily="49" charset="-122"/>
            </a:rPr>
            <a:t>至少显示一位数字；</a:t>
          </a:r>
          <a:endParaRPr lang="zh-CN" altLang="en-US" sz="1600" dirty="0">
            <a:latin typeface="黑体" panose="02010609060101010101" pitchFamily="49" charset="-122"/>
            <a:ea typeface="黑体" panose="02010609060101010101" pitchFamily="49" charset="-122"/>
          </a:endParaRPr>
        </a:p>
      </dgm:t>
    </dgm:pt>
    <dgm:pt modelId="{33C020F2-FC84-47D3-803B-910BEEFDB086}" type="parTrans" cxnId="{E5AB4255-E9AD-4E25-ADF5-7224F78CD366}">
      <dgm:prSet/>
      <dgm:spPr/>
      <dgm:t>
        <a:bodyPr/>
        <a:lstStyle/>
        <a:p>
          <a:endParaRPr lang="zh-CN" altLang="en-US" sz="1600">
            <a:latin typeface="黑体" panose="02010609060101010101" pitchFamily="49" charset="-122"/>
            <a:ea typeface="黑体" panose="02010609060101010101" pitchFamily="49" charset="-122"/>
          </a:endParaRPr>
        </a:p>
      </dgm:t>
    </dgm:pt>
    <dgm:pt modelId="{D2D0B340-D112-430C-9CBB-E03542E06AE0}" type="sibTrans" cxnId="{E5AB4255-E9AD-4E25-ADF5-7224F78CD366}">
      <dgm:prSet/>
      <dgm:spPr/>
      <dgm:t>
        <a:bodyPr/>
        <a:lstStyle/>
        <a:p>
          <a:endParaRPr lang="zh-CN" altLang="en-US" sz="1600">
            <a:latin typeface="黑体" panose="02010609060101010101" pitchFamily="49" charset="-122"/>
            <a:ea typeface="黑体" panose="02010609060101010101" pitchFamily="49" charset="-122"/>
          </a:endParaRPr>
        </a:p>
      </dgm:t>
    </dgm:pt>
    <dgm:pt modelId="{04518D9A-4411-4AA2-847F-159993C0608B}">
      <dgm:prSet custT="1"/>
      <dgm:spPr/>
      <dgm:t>
        <a:bodyPr/>
        <a:lstStyle/>
        <a:p>
          <a:pPr rtl="0">
            <a:spcAft>
              <a:spcPts val="1200"/>
            </a:spcAft>
          </a:pPr>
          <a:r>
            <a:rPr lang="zh-CN" altLang="en-US" sz="1600" dirty="0" smtClean="0">
              <a:latin typeface="黑体" panose="02010609060101010101" pitchFamily="49" charset="-122"/>
              <a:ea typeface="黑体" panose="02010609060101010101" pitchFamily="49" charset="-122"/>
            </a:rPr>
            <a:t>小数点必须在底线上；</a:t>
          </a:r>
          <a:endParaRPr lang="zh-CN" altLang="en-US" sz="1600" dirty="0">
            <a:latin typeface="黑体" panose="02010609060101010101" pitchFamily="49" charset="-122"/>
            <a:ea typeface="黑体" panose="02010609060101010101" pitchFamily="49" charset="-122"/>
          </a:endParaRPr>
        </a:p>
      </dgm:t>
    </dgm:pt>
    <dgm:pt modelId="{A0E1E548-DD89-44BF-8A41-5BCDA496F7B5}" type="parTrans" cxnId="{345B59A6-98DD-49A1-B56D-D51DBCA58B1E}">
      <dgm:prSet/>
      <dgm:spPr/>
      <dgm:t>
        <a:bodyPr/>
        <a:lstStyle/>
        <a:p>
          <a:endParaRPr lang="zh-CN" altLang="en-US" sz="1600">
            <a:latin typeface="黑体" panose="02010609060101010101" pitchFamily="49" charset="-122"/>
            <a:ea typeface="黑体" panose="02010609060101010101" pitchFamily="49" charset="-122"/>
          </a:endParaRPr>
        </a:p>
      </dgm:t>
    </dgm:pt>
    <dgm:pt modelId="{6191C8DD-BB48-4F87-8ED1-181244D15E3A}" type="sibTrans" cxnId="{345B59A6-98DD-49A1-B56D-D51DBCA58B1E}">
      <dgm:prSet/>
      <dgm:spPr/>
      <dgm:t>
        <a:bodyPr/>
        <a:lstStyle/>
        <a:p>
          <a:endParaRPr lang="zh-CN" altLang="en-US" sz="1600">
            <a:latin typeface="黑体" panose="02010609060101010101" pitchFamily="49" charset="-122"/>
            <a:ea typeface="黑体" panose="02010609060101010101" pitchFamily="49" charset="-122"/>
          </a:endParaRPr>
        </a:p>
      </dgm:t>
    </dgm:pt>
    <dgm:pt modelId="{93A63011-7D10-4478-B84C-5222B175F77A}">
      <dgm:prSet custT="1"/>
      <dgm:spPr/>
      <dgm:t>
        <a:bodyPr/>
        <a:lstStyle/>
        <a:p>
          <a:pPr rtl="0">
            <a:spcAft>
              <a:spcPts val="1200"/>
            </a:spcAft>
          </a:pPr>
          <a:r>
            <a:rPr lang="zh-CN" sz="1600" smtClean="0">
              <a:latin typeface="黑体" panose="02010609060101010101" pitchFamily="49" charset="-122"/>
              <a:ea typeface="黑体" panose="02010609060101010101" pitchFamily="49" charset="-122"/>
            </a:rPr>
            <a:t>零称量（或零点，零示值）结果允许仅使用一个“</a:t>
          </a:r>
          <a:r>
            <a:rPr lang="en-US" sz="1600" smtClean="0">
              <a:latin typeface="黑体" panose="02010609060101010101" pitchFamily="49" charset="-122"/>
              <a:ea typeface="黑体" panose="02010609060101010101" pitchFamily="49" charset="-122"/>
            </a:rPr>
            <a:t>0</a:t>
          </a:r>
          <a:r>
            <a:rPr lang="zh-CN" sz="1600" smtClean="0">
              <a:latin typeface="黑体" panose="02010609060101010101" pitchFamily="49" charset="-122"/>
              <a:ea typeface="黑体" panose="02010609060101010101" pitchFamily="49" charset="-122"/>
            </a:rPr>
            <a:t>”表示，即便有小数点。</a:t>
          </a:r>
          <a:endParaRPr lang="zh-CN" sz="1600">
            <a:latin typeface="黑体" panose="02010609060101010101" pitchFamily="49" charset="-122"/>
            <a:ea typeface="黑体" panose="02010609060101010101" pitchFamily="49" charset="-122"/>
          </a:endParaRPr>
        </a:p>
      </dgm:t>
    </dgm:pt>
    <dgm:pt modelId="{20B1654B-10CF-4E0D-BC82-37D3D40CDCD2}" type="parTrans" cxnId="{AF5203F4-9917-442A-8DA2-89ECCFDBB4B2}">
      <dgm:prSet/>
      <dgm:spPr/>
      <dgm:t>
        <a:bodyPr/>
        <a:lstStyle/>
        <a:p>
          <a:endParaRPr lang="zh-CN" altLang="en-US" sz="1600">
            <a:latin typeface="黑体" panose="02010609060101010101" pitchFamily="49" charset="-122"/>
            <a:ea typeface="黑体" panose="02010609060101010101" pitchFamily="49" charset="-122"/>
          </a:endParaRPr>
        </a:p>
      </dgm:t>
    </dgm:pt>
    <dgm:pt modelId="{B0E62712-B1ED-4C6A-B9D8-7A7F3156E535}" type="sibTrans" cxnId="{AF5203F4-9917-442A-8DA2-89ECCFDBB4B2}">
      <dgm:prSet/>
      <dgm:spPr/>
      <dgm:t>
        <a:bodyPr/>
        <a:lstStyle/>
        <a:p>
          <a:endParaRPr lang="zh-CN" altLang="en-US" sz="1600">
            <a:latin typeface="黑体" panose="02010609060101010101" pitchFamily="49" charset="-122"/>
            <a:ea typeface="黑体" panose="02010609060101010101" pitchFamily="49" charset="-122"/>
          </a:endParaRPr>
        </a:p>
      </dgm:t>
    </dgm:pt>
    <dgm:pt modelId="{E02C7CE2-7945-4920-94BD-FB681579B704}">
      <dgm:prSet custT="1"/>
      <dgm:spPr/>
      <dgm:t>
        <a:bodyPr/>
        <a:lstStyle/>
        <a:p>
          <a:pPr rtl="0">
            <a:spcAft>
              <a:spcPts val="1200"/>
            </a:spcAft>
          </a:pPr>
          <a:r>
            <a:rPr lang="zh-CN" sz="1600" smtClean="0">
              <a:latin typeface="黑体" panose="02010609060101010101" pitchFamily="49" charset="-122"/>
              <a:ea typeface="黑体" panose="02010609060101010101" pitchFamily="49" charset="-122"/>
            </a:rPr>
            <a:t>示值仅允许一个</a:t>
          </a:r>
          <a:r>
            <a:rPr lang="zh-CN" sz="1600" b="1" smtClean="0">
              <a:latin typeface="黑体" panose="02010609060101010101" pitchFamily="49" charset="-122"/>
              <a:ea typeface="黑体" panose="02010609060101010101" pitchFamily="49" charset="-122"/>
            </a:rPr>
            <a:t>无效零</a:t>
          </a:r>
          <a:r>
            <a:rPr lang="zh-CN" sz="1600" smtClean="0">
              <a:latin typeface="黑体" panose="02010609060101010101" pitchFamily="49" charset="-122"/>
              <a:ea typeface="黑体" panose="02010609060101010101" pitchFamily="49" charset="-122"/>
            </a:rPr>
            <a:t>（没有实际意义的零），无效零仅允许在小数点后的第</a:t>
          </a:r>
          <a:r>
            <a:rPr lang="en-US" sz="1600" smtClean="0">
              <a:latin typeface="黑体" panose="02010609060101010101" pitchFamily="49" charset="-122"/>
              <a:ea typeface="黑体" panose="02010609060101010101" pitchFamily="49" charset="-122"/>
            </a:rPr>
            <a:t>3</a:t>
          </a:r>
          <a:r>
            <a:rPr lang="zh-CN" sz="1600" smtClean="0">
              <a:latin typeface="黑体" panose="02010609060101010101" pitchFamily="49" charset="-122"/>
              <a:ea typeface="黑体" panose="02010609060101010101" pitchFamily="49" charset="-122"/>
            </a:rPr>
            <a:t>位。</a:t>
          </a:r>
          <a:endParaRPr lang="zh-CN" sz="1600">
            <a:latin typeface="黑体" panose="02010609060101010101" pitchFamily="49" charset="-122"/>
            <a:ea typeface="黑体" panose="02010609060101010101" pitchFamily="49" charset="-122"/>
          </a:endParaRPr>
        </a:p>
      </dgm:t>
    </dgm:pt>
    <dgm:pt modelId="{A0BB6147-813D-4EDF-8359-11CC13BFDA3D}" type="parTrans" cxnId="{EF3D96C1-9A88-4B1C-8BEF-390407DC603B}">
      <dgm:prSet/>
      <dgm:spPr/>
      <dgm:t>
        <a:bodyPr/>
        <a:lstStyle/>
        <a:p>
          <a:endParaRPr lang="zh-CN" altLang="en-US" sz="1600">
            <a:latin typeface="黑体" panose="02010609060101010101" pitchFamily="49" charset="-122"/>
            <a:ea typeface="黑体" panose="02010609060101010101" pitchFamily="49" charset="-122"/>
          </a:endParaRPr>
        </a:p>
      </dgm:t>
    </dgm:pt>
    <dgm:pt modelId="{50853FEF-8ACD-4DE4-B04F-814A591178D5}" type="sibTrans" cxnId="{EF3D96C1-9A88-4B1C-8BEF-390407DC603B}">
      <dgm:prSet/>
      <dgm:spPr/>
      <dgm:t>
        <a:bodyPr/>
        <a:lstStyle/>
        <a:p>
          <a:endParaRPr lang="zh-CN" altLang="en-US" sz="1600">
            <a:latin typeface="黑体" panose="02010609060101010101" pitchFamily="49" charset="-122"/>
            <a:ea typeface="黑体" panose="02010609060101010101" pitchFamily="49" charset="-122"/>
          </a:endParaRPr>
        </a:p>
      </dgm:t>
    </dgm:pt>
    <dgm:pt modelId="{44ED198A-F761-4E56-AD9F-799FAF316E2D}" type="pres">
      <dgm:prSet presAssocID="{82D7EC48-17D9-4F20-9E99-85165F7F5ED0}" presName="Name0" presStyleCnt="0">
        <dgm:presLayoutVars>
          <dgm:dir/>
          <dgm:animLvl val="lvl"/>
          <dgm:resizeHandles val="exact"/>
        </dgm:presLayoutVars>
      </dgm:prSet>
      <dgm:spPr/>
      <dgm:t>
        <a:bodyPr/>
        <a:lstStyle/>
        <a:p>
          <a:endParaRPr lang="zh-CN" altLang="en-US"/>
        </a:p>
      </dgm:t>
    </dgm:pt>
    <dgm:pt modelId="{E036235B-F299-42AD-B0D5-23738B73F982}" type="pres">
      <dgm:prSet presAssocID="{9DCC1D2E-E7CE-48D0-B15A-B55C41185940}" presName="composite" presStyleCnt="0"/>
      <dgm:spPr/>
    </dgm:pt>
    <dgm:pt modelId="{CBA748CB-EE6A-416F-8483-B7E1859C5D18}" type="pres">
      <dgm:prSet presAssocID="{9DCC1D2E-E7CE-48D0-B15A-B55C41185940}" presName="parTx" presStyleLbl="alignNode1" presStyleIdx="0" presStyleCnt="2" custScaleY="76403" custLinFactNeighborY="-12160">
        <dgm:presLayoutVars>
          <dgm:chMax val="0"/>
          <dgm:chPref val="0"/>
          <dgm:bulletEnabled val="1"/>
        </dgm:presLayoutVars>
      </dgm:prSet>
      <dgm:spPr/>
      <dgm:t>
        <a:bodyPr/>
        <a:lstStyle/>
        <a:p>
          <a:endParaRPr lang="zh-CN" altLang="en-US"/>
        </a:p>
      </dgm:t>
    </dgm:pt>
    <dgm:pt modelId="{43358AF8-F213-4C43-9504-58FF26641941}" type="pres">
      <dgm:prSet presAssocID="{9DCC1D2E-E7CE-48D0-B15A-B55C41185940}" presName="desTx" presStyleLbl="alignAccFollowNode1" presStyleIdx="0" presStyleCnt="2">
        <dgm:presLayoutVars>
          <dgm:bulletEnabled val="1"/>
        </dgm:presLayoutVars>
      </dgm:prSet>
      <dgm:spPr/>
      <dgm:t>
        <a:bodyPr/>
        <a:lstStyle/>
        <a:p>
          <a:endParaRPr lang="zh-CN" altLang="en-US"/>
        </a:p>
      </dgm:t>
    </dgm:pt>
    <dgm:pt modelId="{57CE3906-56C5-4BED-B432-5BA6A02624C2}" type="pres">
      <dgm:prSet presAssocID="{CECF0D7F-4F4A-45D8-BB1A-0337F5E481B6}" presName="space" presStyleCnt="0"/>
      <dgm:spPr/>
    </dgm:pt>
    <dgm:pt modelId="{510032A8-E7B7-494B-8769-10D60E882ED3}" type="pres">
      <dgm:prSet presAssocID="{95B98B85-66D7-40EC-88C3-7EB74A60D98E}" presName="composite" presStyleCnt="0"/>
      <dgm:spPr/>
    </dgm:pt>
    <dgm:pt modelId="{59165490-AB65-48F9-AA20-EC225ED37B0D}" type="pres">
      <dgm:prSet presAssocID="{95B98B85-66D7-40EC-88C3-7EB74A60D98E}" presName="parTx" presStyleLbl="alignNode1" presStyleIdx="1" presStyleCnt="2" custScaleY="74091" custLinFactNeighborY="-13336">
        <dgm:presLayoutVars>
          <dgm:chMax val="0"/>
          <dgm:chPref val="0"/>
          <dgm:bulletEnabled val="1"/>
        </dgm:presLayoutVars>
      </dgm:prSet>
      <dgm:spPr/>
      <dgm:t>
        <a:bodyPr/>
        <a:lstStyle/>
        <a:p>
          <a:endParaRPr lang="zh-CN" altLang="en-US"/>
        </a:p>
      </dgm:t>
    </dgm:pt>
    <dgm:pt modelId="{05CAD906-4EA4-41E7-802C-574F01ED1D42}" type="pres">
      <dgm:prSet presAssocID="{95B98B85-66D7-40EC-88C3-7EB74A60D98E}" presName="desTx" presStyleLbl="alignAccFollowNode1" presStyleIdx="1" presStyleCnt="2">
        <dgm:presLayoutVars>
          <dgm:bulletEnabled val="1"/>
        </dgm:presLayoutVars>
      </dgm:prSet>
      <dgm:spPr/>
      <dgm:t>
        <a:bodyPr/>
        <a:lstStyle/>
        <a:p>
          <a:endParaRPr lang="zh-CN" altLang="en-US"/>
        </a:p>
      </dgm:t>
    </dgm:pt>
  </dgm:ptLst>
  <dgm:cxnLst>
    <dgm:cxn modelId="{D9FACECE-5EB9-44CB-81E8-24E682C83D4D}" type="presOf" srcId="{93A63011-7D10-4478-B84C-5222B175F77A}" destId="{05CAD906-4EA4-41E7-802C-574F01ED1D42}" srcOrd="0" destOrd="2" presId="urn:microsoft.com/office/officeart/2005/8/layout/hList1"/>
    <dgm:cxn modelId="{5AAF9B4D-2667-4570-AC43-A2F08E1CD804}" type="presOf" srcId="{E02C7CE2-7945-4920-94BD-FB681579B704}" destId="{05CAD906-4EA4-41E7-802C-574F01ED1D42}" srcOrd="0" destOrd="3" presId="urn:microsoft.com/office/officeart/2005/8/layout/hList1"/>
    <dgm:cxn modelId="{57C7906E-37F5-4D30-96E8-3CC2AEBF37B0}" srcId="{82D7EC48-17D9-4F20-9E99-85165F7F5ED0}" destId="{95B98B85-66D7-40EC-88C3-7EB74A60D98E}" srcOrd="1" destOrd="0" parTransId="{2D1D0046-4019-4D0D-ABD4-2044E7F4AD88}" sibTransId="{A7FAD865-C427-4BAF-A8C1-0CDCB10961D5}"/>
    <dgm:cxn modelId="{E5AB4255-E9AD-4E25-ADF5-7224F78CD366}" srcId="{95B98B85-66D7-40EC-88C3-7EB74A60D98E}" destId="{163CFD21-C047-4156-9D3F-974DE30D9B2B}" srcOrd="0" destOrd="0" parTransId="{33C020F2-FC84-47D3-803B-910BEEFDB086}" sibTransId="{D2D0B340-D112-430C-9CBB-E03542E06AE0}"/>
    <dgm:cxn modelId="{725B9E8F-9B31-42C0-A7F0-60A6D42716FD}" type="presOf" srcId="{04518D9A-4411-4AA2-847F-159993C0608B}" destId="{05CAD906-4EA4-41E7-802C-574F01ED1D42}" srcOrd="0" destOrd="1" presId="urn:microsoft.com/office/officeart/2005/8/layout/hList1"/>
    <dgm:cxn modelId="{345B59A6-98DD-49A1-B56D-D51DBCA58B1E}" srcId="{95B98B85-66D7-40EC-88C3-7EB74A60D98E}" destId="{04518D9A-4411-4AA2-847F-159993C0608B}" srcOrd="1" destOrd="0" parTransId="{A0E1E548-DD89-44BF-8A41-5BCDA496F7B5}" sibTransId="{6191C8DD-BB48-4F87-8ED1-181244D15E3A}"/>
    <dgm:cxn modelId="{CC81607F-1CB0-402E-9473-8E5F42FA939D}" type="presOf" srcId="{588E34E2-0C24-47C0-B836-C5AB3FC8C7FA}" destId="{43358AF8-F213-4C43-9504-58FF26641941}" srcOrd="0" destOrd="0" presId="urn:microsoft.com/office/officeart/2005/8/layout/hList1"/>
    <dgm:cxn modelId="{D124B1BC-E62C-4D6A-AE12-6CCFE7633A68}" type="presOf" srcId="{44AA1B11-D03C-43A6-B9E4-4716878F134B}" destId="{43358AF8-F213-4C43-9504-58FF26641941}" srcOrd="0" destOrd="2" presId="urn:microsoft.com/office/officeart/2005/8/layout/hList1"/>
    <dgm:cxn modelId="{AF5203F4-9917-442A-8DA2-89ECCFDBB4B2}" srcId="{95B98B85-66D7-40EC-88C3-7EB74A60D98E}" destId="{93A63011-7D10-4478-B84C-5222B175F77A}" srcOrd="2" destOrd="0" parTransId="{20B1654B-10CF-4E0D-BC82-37D3D40CDCD2}" sibTransId="{B0E62712-B1ED-4C6A-B9D8-7A7F3156E535}"/>
    <dgm:cxn modelId="{EF3D96C1-9A88-4B1C-8BEF-390407DC603B}" srcId="{95B98B85-66D7-40EC-88C3-7EB74A60D98E}" destId="{E02C7CE2-7945-4920-94BD-FB681579B704}" srcOrd="3" destOrd="0" parTransId="{A0BB6147-813D-4EDF-8359-11CC13BFDA3D}" sibTransId="{50853FEF-8ACD-4DE4-B04F-814A591178D5}"/>
    <dgm:cxn modelId="{971EACAD-D53F-4E58-8738-82E2F8D3E701}" srcId="{82D7EC48-17D9-4F20-9E99-85165F7F5ED0}" destId="{9DCC1D2E-E7CE-48D0-B15A-B55C41185940}" srcOrd="0" destOrd="0" parTransId="{7AAD9BDD-FA6D-4549-A73A-FC0C78AD85DB}" sibTransId="{CECF0D7F-4F4A-45D8-BB1A-0337F5E481B6}"/>
    <dgm:cxn modelId="{939E17C2-7920-4C67-AA6A-D4681B19CEB4}" type="presOf" srcId="{9DCC1D2E-E7CE-48D0-B15A-B55C41185940}" destId="{CBA748CB-EE6A-416F-8483-B7E1859C5D18}" srcOrd="0" destOrd="0" presId="urn:microsoft.com/office/officeart/2005/8/layout/hList1"/>
    <dgm:cxn modelId="{CB1444FD-2708-461B-84E0-7A9C918AF192}" type="presOf" srcId="{82D7EC48-17D9-4F20-9E99-85165F7F5ED0}" destId="{44ED198A-F761-4E56-AD9F-799FAF316E2D}" srcOrd="0" destOrd="0" presId="urn:microsoft.com/office/officeart/2005/8/layout/hList1"/>
    <dgm:cxn modelId="{21D2F67B-A345-4989-A087-45D6C8E414D3}" type="presOf" srcId="{DE2C44A0-0FEA-4B07-97F2-53D4862AECD0}" destId="{43358AF8-F213-4C43-9504-58FF26641941}" srcOrd="0" destOrd="1" presId="urn:microsoft.com/office/officeart/2005/8/layout/hList1"/>
    <dgm:cxn modelId="{4147288A-1DC5-477B-957E-26DD02EF741A}" srcId="{9DCC1D2E-E7CE-48D0-B15A-B55C41185940}" destId="{588E34E2-0C24-47C0-B836-C5AB3FC8C7FA}" srcOrd="0" destOrd="0" parTransId="{68BBE05A-770B-44D0-8FB1-1BB75088A15E}" sibTransId="{39FF7886-A4BF-41EA-9178-B8BC41C9E001}"/>
    <dgm:cxn modelId="{E936135B-5706-4993-933F-D9371FCE7AE1}" srcId="{588E34E2-0C24-47C0-B836-C5AB3FC8C7FA}" destId="{DE2C44A0-0FEA-4B07-97F2-53D4862AECD0}" srcOrd="0" destOrd="0" parTransId="{4731DA43-7191-4410-961E-862AA45CC252}" sibTransId="{EB22AE6C-DC7E-421E-8C5E-99ADF6387943}"/>
    <dgm:cxn modelId="{9FB5A0DB-437D-449A-A75F-88415C175CB2}" srcId="{588E34E2-0C24-47C0-B836-C5AB3FC8C7FA}" destId="{44AA1B11-D03C-43A6-B9E4-4716878F134B}" srcOrd="1" destOrd="0" parTransId="{80E63F7D-2C49-42FA-9BBB-BD236C6A90E0}" sibTransId="{D5D0534D-BA20-4E84-899F-F0DD695634B2}"/>
    <dgm:cxn modelId="{1EA0F3FF-6874-4B65-BFFD-C966871A9024}" type="presOf" srcId="{163CFD21-C047-4156-9D3F-974DE30D9B2B}" destId="{05CAD906-4EA4-41E7-802C-574F01ED1D42}" srcOrd="0" destOrd="0" presId="urn:microsoft.com/office/officeart/2005/8/layout/hList1"/>
    <dgm:cxn modelId="{67A4FAC0-2DC3-49A4-8ED1-1FE10D1C0FCD}" type="presOf" srcId="{95B98B85-66D7-40EC-88C3-7EB74A60D98E}" destId="{59165490-AB65-48F9-AA20-EC225ED37B0D}" srcOrd="0" destOrd="0" presId="urn:microsoft.com/office/officeart/2005/8/layout/hList1"/>
    <dgm:cxn modelId="{79A727C0-9ED6-4DA2-9FB6-579739231D0A}" type="presParOf" srcId="{44ED198A-F761-4E56-AD9F-799FAF316E2D}" destId="{E036235B-F299-42AD-B0D5-23738B73F982}" srcOrd="0" destOrd="0" presId="urn:microsoft.com/office/officeart/2005/8/layout/hList1"/>
    <dgm:cxn modelId="{B02D7A39-53C9-407B-B31D-472B5EF49A2F}" type="presParOf" srcId="{E036235B-F299-42AD-B0D5-23738B73F982}" destId="{CBA748CB-EE6A-416F-8483-B7E1859C5D18}" srcOrd="0" destOrd="0" presId="urn:microsoft.com/office/officeart/2005/8/layout/hList1"/>
    <dgm:cxn modelId="{3107E950-BB6E-4554-8588-3149210EC5D8}" type="presParOf" srcId="{E036235B-F299-42AD-B0D5-23738B73F982}" destId="{43358AF8-F213-4C43-9504-58FF26641941}" srcOrd="1" destOrd="0" presId="urn:microsoft.com/office/officeart/2005/8/layout/hList1"/>
    <dgm:cxn modelId="{5CA3E087-72F3-4723-8154-F9180983E28E}" type="presParOf" srcId="{44ED198A-F761-4E56-AD9F-799FAF316E2D}" destId="{57CE3906-56C5-4BED-B432-5BA6A02624C2}" srcOrd="1" destOrd="0" presId="urn:microsoft.com/office/officeart/2005/8/layout/hList1"/>
    <dgm:cxn modelId="{38BE5015-4B36-41C9-9155-3E5274ED7D12}" type="presParOf" srcId="{44ED198A-F761-4E56-AD9F-799FAF316E2D}" destId="{510032A8-E7B7-494B-8769-10D60E882ED3}" srcOrd="2" destOrd="0" presId="urn:microsoft.com/office/officeart/2005/8/layout/hList1"/>
    <dgm:cxn modelId="{BBE9EDD1-CE03-4D90-84D3-8452EFEDF8AF}" type="presParOf" srcId="{510032A8-E7B7-494B-8769-10D60E882ED3}" destId="{59165490-AB65-48F9-AA20-EC225ED37B0D}" srcOrd="0" destOrd="0" presId="urn:microsoft.com/office/officeart/2005/8/layout/hList1"/>
    <dgm:cxn modelId="{18DC3765-C613-4E90-90D7-B85CBFF222C8}" type="presParOf" srcId="{510032A8-E7B7-494B-8769-10D60E882ED3}" destId="{05CAD906-4EA4-41E7-802C-574F01ED1D4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C07F6DB-0BD6-4917-B4AF-340475951F1A}"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66CA53CE-24D7-4F10-95B3-48E771FF1606}">
      <dgm:prSet custT="1"/>
      <dgm:spPr/>
      <dgm:t>
        <a:bodyPr/>
        <a:lstStyle/>
        <a:p>
          <a:pPr rtl="0">
            <a:lnSpc>
              <a:spcPct val="100000"/>
            </a:lnSpc>
          </a:pPr>
          <a:r>
            <a:rPr lang="zh-CN" altLang="en-US" sz="1600" baseline="0" dirty="0" smtClean="0">
              <a:latin typeface="+mj-lt"/>
              <a:ea typeface="黑体" panose="02010609060101010101" pitchFamily="49" charset="-122"/>
            </a:rPr>
            <a:t>数字指示的平衡稳定</a:t>
          </a:r>
          <a:endParaRPr lang="zh-CN" altLang="en-US" sz="1600" dirty="0">
            <a:latin typeface="+mj-lt"/>
            <a:ea typeface="黑体" panose="02010609060101010101" pitchFamily="49" charset="-122"/>
          </a:endParaRPr>
        </a:p>
      </dgm:t>
    </dgm:pt>
    <dgm:pt modelId="{D1CFBEBF-8637-4592-9044-8447867143C4}" type="parTrans" cxnId="{260FFE0E-E01E-4FAA-BE49-97E26A258701}">
      <dgm:prSet/>
      <dgm:spPr/>
      <dgm:t>
        <a:bodyPr/>
        <a:lstStyle/>
        <a:p>
          <a:endParaRPr lang="zh-CN" altLang="en-US"/>
        </a:p>
      </dgm:t>
    </dgm:pt>
    <dgm:pt modelId="{D69EF3FB-9E5A-461D-ADD2-3CD7A26392CE}" type="sibTrans" cxnId="{260FFE0E-E01E-4FAA-BE49-97E26A258701}">
      <dgm:prSet/>
      <dgm:spPr/>
      <dgm:t>
        <a:bodyPr/>
        <a:lstStyle/>
        <a:p>
          <a:endParaRPr lang="zh-CN" altLang="en-US"/>
        </a:p>
      </dgm:t>
    </dgm:pt>
    <dgm:pt modelId="{E5F1F8DF-12A0-4A0F-A7BB-0BB08DD53D18}">
      <dgm:prSet custT="1"/>
      <dgm:spPr/>
      <dgm:t>
        <a:bodyPr/>
        <a:lstStyle/>
        <a:p>
          <a:pPr rtl="0">
            <a:lnSpc>
              <a:spcPct val="100000"/>
            </a:lnSpc>
          </a:pPr>
          <a:r>
            <a:rPr lang="zh-CN" altLang="en-US" sz="1600" smtClean="0">
              <a:latin typeface="+mj-lt"/>
              <a:ea typeface="黑体" panose="02010609060101010101" pitchFamily="49" charset="-122"/>
            </a:rPr>
            <a:t>平衡稳定是指示值与最后称量结果非常接近，其能力由结构特性、响应速度和算法确定。通常认为符合下面的描述即表示达到了平衡稳定：</a:t>
          </a:r>
          <a:endParaRPr lang="zh-CN" altLang="en-US" sz="1600">
            <a:latin typeface="+mj-lt"/>
            <a:ea typeface="黑体" panose="02010609060101010101" pitchFamily="49" charset="-122"/>
          </a:endParaRPr>
        </a:p>
      </dgm:t>
    </dgm:pt>
    <dgm:pt modelId="{0C3828DF-E326-4645-925F-3ED28227B18F}" type="parTrans" cxnId="{01D7F826-AB81-4D34-AA71-7C95B0E8E9B4}">
      <dgm:prSet/>
      <dgm:spPr/>
      <dgm:t>
        <a:bodyPr/>
        <a:lstStyle/>
        <a:p>
          <a:endParaRPr lang="zh-CN" altLang="en-US"/>
        </a:p>
      </dgm:t>
    </dgm:pt>
    <dgm:pt modelId="{AD7C2787-E1AD-4DEA-99FB-521E143AE88C}" type="sibTrans" cxnId="{01D7F826-AB81-4D34-AA71-7C95B0E8E9B4}">
      <dgm:prSet/>
      <dgm:spPr/>
      <dgm:t>
        <a:bodyPr/>
        <a:lstStyle/>
        <a:p>
          <a:endParaRPr lang="zh-CN" altLang="en-US"/>
        </a:p>
      </dgm:t>
    </dgm:pt>
    <dgm:pt modelId="{4071F936-6CB6-4073-AF9A-558D53254EA2}">
      <dgm:prSet custT="1"/>
      <dgm:spPr/>
      <dgm:t>
        <a:bodyPr/>
        <a:lstStyle/>
        <a:p>
          <a:pPr rtl="0">
            <a:lnSpc>
              <a:spcPct val="100000"/>
            </a:lnSpc>
          </a:pPr>
          <a:r>
            <a:rPr lang="zh-CN" sz="1600" smtClean="0">
              <a:latin typeface="+mj-lt"/>
              <a:ea typeface="黑体" panose="02010609060101010101" pitchFamily="49" charset="-122"/>
            </a:rPr>
            <a:t>打印、保存的值与显示值之间的差不大于</a:t>
          </a:r>
          <a:r>
            <a:rPr lang="en-US" sz="1600" smtClean="0">
              <a:latin typeface="+mj-lt"/>
              <a:ea typeface="黑体" panose="02010609060101010101" pitchFamily="49" charset="-122"/>
            </a:rPr>
            <a:t>1e</a:t>
          </a:r>
          <a:r>
            <a:rPr lang="zh-CN" sz="1600" smtClean="0">
              <a:latin typeface="+mj-lt"/>
              <a:ea typeface="黑体" panose="02010609060101010101" pitchFamily="49" charset="-122"/>
            </a:rPr>
            <a:t>，即显示值和打印值只有两个值，且是相邻的。</a:t>
          </a:r>
          <a:endParaRPr lang="zh-CN" sz="1600">
            <a:latin typeface="+mj-lt"/>
            <a:ea typeface="黑体" panose="02010609060101010101" pitchFamily="49" charset="-122"/>
          </a:endParaRPr>
        </a:p>
      </dgm:t>
    </dgm:pt>
    <dgm:pt modelId="{CB2A49B5-F1C4-4035-B8C9-BECBC9504848}" type="parTrans" cxnId="{AB740232-6AB5-4891-98F1-B86080320406}">
      <dgm:prSet/>
      <dgm:spPr/>
      <dgm:t>
        <a:bodyPr/>
        <a:lstStyle/>
        <a:p>
          <a:endParaRPr lang="zh-CN" altLang="en-US"/>
        </a:p>
      </dgm:t>
    </dgm:pt>
    <dgm:pt modelId="{41A17FB9-06BC-425D-96F1-8A7F1CDB1BD9}" type="sibTrans" cxnId="{AB740232-6AB5-4891-98F1-B86080320406}">
      <dgm:prSet/>
      <dgm:spPr/>
      <dgm:t>
        <a:bodyPr/>
        <a:lstStyle/>
        <a:p>
          <a:endParaRPr lang="zh-CN" altLang="en-US"/>
        </a:p>
      </dgm:t>
    </dgm:pt>
    <dgm:pt modelId="{28F5FD8E-2A57-4724-B0FB-D7CDA75392FE}">
      <dgm:prSet custT="1"/>
      <dgm:spPr/>
      <dgm:t>
        <a:bodyPr/>
        <a:lstStyle/>
        <a:p>
          <a:pPr rtl="0">
            <a:lnSpc>
              <a:spcPct val="100000"/>
            </a:lnSpc>
          </a:pPr>
          <a:r>
            <a:rPr lang="zh-CN" sz="1600" smtClean="0">
              <a:latin typeface="+mj-lt"/>
              <a:ea typeface="黑体" panose="02010609060101010101" pitchFamily="49" charset="-122"/>
            </a:rPr>
            <a:t>在置零和除皮后的毛重零和净重零点误差符合规定要求，不大于</a:t>
          </a:r>
          <a:r>
            <a:rPr lang="en-US" sz="1600" smtClean="0">
              <a:latin typeface="+mj-lt"/>
              <a:ea typeface="黑体" panose="02010609060101010101" pitchFamily="49" charset="-122"/>
            </a:rPr>
            <a:t>± 0.25e</a:t>
          </a:r>
          <a:endParaRPr lang="zh-CN" sz="1600">
            <a:latin typeface="+mj-lt"/>
            <a:ea typeface="黑体" panose="02010609060101010101" pitchFamily="49" charset="-122"/>
          </a:endParaRPr>
        </a:p>
      </dgm:t>
    </dgm:pt>
    <dgm:pt modelId="{97E22415-48AE-402A-A5DD-689C1A4ADB4C}" type="parTrans" cxnId="{F9B1F5A7-AA88-4858-AC42-F828142797BD}">
      <dgm:prSet/>
      <dgm:spPr/>
      <dgm:t>
        <a:bodyPr/>
        <a:lstStyle/>
        <a:p>
          <a:endParaRPr lang="zh-CN" altLang="en-US"/>
        </a:p>
      </dgm:t>
    </dgm:pt>
    <dgm:pt modelId="{5B8918BB-1C1E-4654-A45D-744DC1FB0A39}" type="sibTrans" cxnId="{F9B1F5A7-AA88-4858-AC42-F828142797BD}">
      <dgm:prSet/>
      <dgm:spPr/>
      <dgm:t>
        <a:bodyPr/>
        <a:lstStyle/>
        <a:p>
          <a:endParaRPr lang="zh-CN" altLang="en-US"/>
        </a:p>
      </dgm:t>
    </dgm:pt>
    <dgm:pt modelId="{4EDFDDE5-364D-4707-A9B4-3628745A9053}">
      <dgm:prSet custT="1"/>
      <dgm:spPr/>
      <dgm:t>
        <a:bodyPr/>
        <a:lstStyle/>
        <a:p>
          <a:pPr rtl="0">
            <a:lnSpc>
              <a:spcPct val="100000"/>
            </a:lnSpc>
          </a:pPr>
          <a:r>
            <a:rPr lang="zh-CN" sz="1600" dirty="0" smtClean="0">
              <a:latin typeface="+mj-lt"/>
              <a:ea typeface="黑体" panose="02010609060101010101" pitchFamily="49" charset="-122"/>
            </a:rPr>
            <a:t>在受到干扰（载荷波动）时，对称量结果的打印、数据保存，置零和除皮的操作不响应，或在满足条件后执行操作命。</a:t>
          </a:r>
          <a:endParaRPr lang="zh-CN" sz="1600" dirty="0">
            <a:latin typeface="+mj-lt"/>
            <a:ea typeface="黑体" panose="02010609060101010101" pitchFamily="49" charset="-122"/>
          </a:endParaRPr>
        </a:p>
      </dgm:t>
    </dgm:pt>
    <dgm:pt modelId="{177310DB-F543-46E8-ACF2-E33C267108D5}" type="parTrans" cxnId="{C5346135-C7FF-448E-BE73-6C82AFDF3683}">
      <dgm:prSet/>
      <dgm:spPr/>
      <dgm:t>
        <a:bodyPr/>
        <a:lstStyle/>
        <a:p>
          <a:endParaRPr lang="zh-CN" altLang="en-US"/>
        </a:p>
      </dgm:t>
    </dgm:pt>
    <dgm:pt modelId="{3BE12DB4-4275-469C-9EB2-662B32DA9E57}" type="sibTrans" cxnId="{C5346135-C7FF-448E-BE73-6C82AFDF3683}">
      <dgm:prSet/>
      <dgm:spPr/>
      <dgm:t>
        <a:bodyPr/>
        <a:lstStyle/>
        <a:p>
          <a:endParaRPr lang="zh-CN" altLang="en-US"/>
        </a:p>
      </dgm:t>
    </dgm:pt>
    <dgm:pt modelId="{38E882CB-F4CF-4A01-841C-EAC3E755CBA8}">
      <dgm:prSet custT="1"/>
      <dgm:spPr/>
      <dgm:t>
        <a:bodyPr/>
        <a:lstStyle/>
        <a:p>
          <a:pPr rtl="0">
            <a:lnSpc>
              <a:spcPct val="100000"/>
            </a:lnSpc>
          </a:pPr>
          <a:r>
            <a:rPr lang="zh-CN" altLang="en-US" sz="1600" baseline="0" dirty="0" smtClean="0">
              <a:latin typeface="+mj-lt"/>
              <a:ea typeface="黑体" panose="02010609060101010101" pitchFamily="49" charset="-122"/>
            </a:rPr>
            <a:t>数字指示值的扩展</a:t>
          </a:r>
          <a:endParaRPr lang="zh-CN" altLang="en-US" sz="1600" dirty="0">
            <a:latin typeface="+mj-lt"/>
            <a:ea typeface="黑体" panose="02010609060101010101" pitchFamily="49" charset="-122"/>
          </a:endParaRPr>
        </a:p>
      </dgm:t>
    </dgm:pt>
    <dgm:pt modelId="{D30524DB-87A1-4A3E-9081-3AC5226171AB}" type="parTrans" cxnId="{24ABD453-90C0-4F51-8051-74FD3CD41756}">
      <dgm:prSet/>
      <dgm:spPr/>
      <dgm:t>
        <a:bodyPr/>
        <a:lstStyle/>
        <a:p>
          <a:endParaRPr lang="zh-CN" altLang="en-US"/>
        </a:p>
      </dgm:t>
    </dgm:pt>
    <dgm:pt modelId="{DD5F8F1B-A474-42BE-AA85-C21BCC49D0A9}" type="sibTrans" cxnId="{24ABD453-90C0-4F51-8051-74FD3CD41756}">
      <dgm:prSet/>
      <dgm:spPr/>
      <dgm:t>
        <a:bodyPr/>
        <a:lstStyle/>
        <a:p>
          <a:endParaRPr lang="zh-CN" altLang="en-US"/>
        </a:p>
      </dgm:t>
    </dgm:pt>
    <dgm:pt modelId="{B9711C6C-84C6-4B25-9F1F-AD4F49443D3E}">
      <dgm:prSet custT="1"/>
      <dgm:spPr/>
      <dgm:t>
        <a:bodyPr/>
        <a:lstStyle/>
        <a:p>
          <a:pPr rtl="0">
            <a:lnSpc>
              <a:spcPct val="100000"/>
            </a:lnSpc>
          </a:pPr>
          <a:r>
            <a:rPr lang="zh-CN" altLang="en-US" sz="1600" b="1" dirty="0" smtClean="0">
              <a:latin typeface="+mj-lt"/>
              <a:ea typeface="黑体" panose="02010609060101010101" pitchFamily="49" charset="-122"/>
            </a:rPr>
            <a:t>不允许在带辅助指示的衡器和零售商用衡器上设置扩展功能</a:t>
          </a:r>
          <a:r>
            <a:rPr lang="zh-CN" altLang="en-US" sz="1600" dirty="0" smtClean="0">
              <a:latin typeface="+mj-lt"/>
              <a:ea typeface="黑体" panose="02010609060101010101" pitchFamily="49" charset="-122"/>
            </a:rPr>
            <a:t>；</a:t>
          </a:r>
          <a:endParaRPr lang="zh-CN" altLang="en-US" sz="1600" dirty="0">
            <a:latin typeface="+mj-lt"/>
            <a:ea typeface="黑体" panose="02010609060101010101" pitchFamily="49" charset="-122"/>
          </a:endParaRPr>
        </a:p>
      </dgm:t>
    </dgm:pt>
    <dgm:pt modelId="{AA17933B-DE2A-493A-9412-B93C12681BBC}" type="parTrans" cxnId="{C7882E4C-3528-41B2-9D7C-8E09EF7E30DC}">
      <dgm:prSet/>
      <dgm:spPr/>
      <dgm:t>
        <a:bodyPr/>
        <a:lstStyle/>
        <a:p>
          <a:endParaRPr lang="zh-CN" altLang="en-US"/>
        </a:p>
      </dgm:t>
    </dgm:pt>
    <dgm:pt modelId="{6CFFA5F3-9C42-4785-ABC2-E83CD5041A36}" type="sibTrans" cxnId="{C7882E4C-3528-41B2-9D7C-8E09EF7E30DC}">
      <dgm:prSet/>
      <dgm:spPr/>
      <dgm:t>
        <a:bodyPr/>
        <a:lstStyle/>
        <a:p>
          <a:endParaRPr lang="zh-CN" altLang="en-US"/>
        </a:p>
      </dgm:t>
    </dgm:pt>
    <dgm:pt modelId="{FA6B87BD-94CA-4822-9F0E-FD66368DA436}">
      <dgm:prSet custT="1"/>
      <dgm:spPr/>
      <dgm:t>
        <a:bodyPr/>
        <a:lstStyle/>
        <a:p>
          <a:pPr rtl="0">
            <a:lnSpc>
              <a:spcPct val="100000"/>
            </a:lnSpc>
          </a:pPr>
          <a:r>
            <a:rPr lang="zh-CN" altLang="en-US" sz="1600" dirty="0" smtClean="0">
              <a:latin typeface="+mj-lt"/>
              <a:ea typeface="黑体" panose="02010609060101010101" pitchFamily="49" charset="-122"/>
            </a:rPr>
            <a:t>其它衡器如果满足下列条件，可以设置该功能：</a:t>
          </a:r>
          <a:endParaRPr lang="zh-CN" altLang="en-US" sz="1600" dirty="0">
            <a:latin typeface="+mj-lt"/>
            <a:ea typeface="黑体" panose="02010609060101010101" pitchFamily="49" charset="-122"/>
          </a:endParaRPr>
        </a:p>
      </dgm:t>
    </dgm:pt>
    <dgm:pt modelId="{6A72D1D3-1728-4166-AA20-7863DA58F037}" type="parTrans" cxnId="{48A4DBB1-E81F-4FB0-BF55-DE30FA9320B2}">
      <dgm:prSet/>
      <dgm:spPr/>
      <dgm:t>
        <a:bodyPr/>
        <a:lstStyle/>
        <a:p>
          <a:endParaRPr lang="zh-CN" altLang="en-US"/>
        </a:p>
      </dgm:t>
    </dgm:pt>
    <dgm:pt modelId="{BB34ED56-9704-40BC-BF10-1B130E649F01}" type="sibTrans" cxnId="{48A4DBB1-E81F-4FB0-BF55-DE30FA9320B2}">
      <dgm:prSet/>
      <dgm:spPr/>
      <dgm:t>
        <a:bodyPr/>
        <a:lstStyle/>
        <a:p>
          <a:endParaRPr lang="zh-CN" altLang="en-US"/>
        </a:p>
      </dgm:t>
    </dgm:pt>
    <dgm:pt modelId="{77F65F10-1F9E-4948-BC9D-6DEFCA0C1A83}">
      <dgm:prSet custT="1"/>
      <dgm:spPr/>
      <dgm:t>
        <a:bodyPr/>
        <a:lstStyle/>
        <a:p>
          <a:pPr rtl="0">
            <a:lnSpc>
              <a:spcPct val="100000"/>
            </a:lnSpc>
          </a:pPr>
          <a:r>
            <a:rPr lang="zh-CN" altLang="en-US" sz="1600" smtClean="0">
              <a:latin typeface="+mj-lt"/>
              <a:ea typeface="黑体" panose="02010609060101010101" pitchFamily="49" charset="-122"/>
            </a:rPr>
            <a:t>在使用功能键期间，示值被扩展，或</a:t>
          </a:r>
          <a:endParaRPr lang="zh-CN" altLang="en-US" sz="1600">
            <a:latin typeface="+mj-lt"/>
            <a:ea typeface="黑体" panose="02010609060101010101" pitchFamily="49" charset="-122"/>
          </a:endParaRPr>
        </a:p>
      </dgm:t>
    </dgm:pt>
    <dgm:pt modelId="{3AC2AB16-3F30-42F5-AAEA-AC4A300CCA39}" type="parTrans" cxnId="{0BA9F8D4-B9EC-43F0-9CD5-5492B85D3A71}">
      <dgm:prSet/>
      <dgm:spPr/>
      <dgm:t>
        <a:bodyPr/>
        <a:lstStyle/>
        <a:p>
          <a:endParaRPr lang="zh-CN" altLang="en-US"/>
        </a:p>
      </dgm:t>
    </dgm:pt>
    <dgm:pt modelId="{D9D46CBD-399F-4695-98BD-73D8B24A4C33}" type="sibTrans" cxnId="{0BA9F8D4-B9EC-43F0-9CD5-5492B85D3A71}">
      <dgm:prSet/>
      <dgm:spPr/>
      <dgm:t>
        <a:bodyPr/>
        <a:lstStyle/>
        <a:p>
          <a:endParaRPr lang="zh-CN" altLang="en-US"/>
        </a:p>
      </dgm:t>
    </dgm:pt>
    <dgm:pt modelId="{FECAACC4-2193-4CFE-BF0B-DEB718F27369}">
      <dgm:prSet custT="1"/>
      <dgm:spPr/>
      <dgm:t>
        <a:bodyPr/>
        <a:lstStyle/>
        <a:p>
          <a:pPr rtl="0">
            <a:lnSpc>
              <a:spcPct val="100000"/>
            </a:lnSpc>
          </a:pPr>
          <a:r>
            <a:rPr lang="zh-CN" sz="1600" smtClean="0">
              <a:latin typeface="+mj-lt"/>
              <a:ea typeface="黑体" panose="02010609060101010101" pitchFamily="49" charset="-122"/>
            </a:rPr>
            <a:t>命令后的</a:t>
          </a:r>
          <a:r>
            <a:rPr lang="en-US" sz="1600" smtClean="0">
              <a:latin typeface="+mj-lt"/>
              <a:ea typeface="黑体" panose="02010609060101010101" pitchFamily="49" charset="-122"/>
            </a:rPr>
            <a:t>5s</a:t>
          </a:r>
          <a:r>
            <a:rPr lang="zh-CN" sz="1600" smtClean="0">
              <a:latin typeface="+mj-lt"/>
              <a:ea typeface="黑体" panose="02010609060101010101" pitchFamily="49" charset="-122"/>
            </a:rPr>
            <a:t>内有效</a:t>
          </a:r>
          <a:endParaRPr lang="zh-CN" sz="1600">
            <a:latin typeface="+mj-lt"/>
            <a:ea typeface="黑体" panose="02010609060101010101" pitchFamily="49" charset="-122"/>
          </a:endParaRPr>
        </a:p>
      </dgm:t>
    </dgm:pt>
    <dgm:pt modelId="{CCCD4E43-0F42-4C9A-B3BE-514D3534192C}" type="parTrans" cxnId="{ED163697-D1B3-4DD7-A95E-83ECE8D37275}">
      <dgm:prSet/>
      <dgm:spPr/>
      <dgm:t>
        <a:bodyPr/>
        <a:lstStyle/>
        <a:p>
          <a:endParaRPr lang="zh-CN" altLang="en-US"/>
        </a:p>
      </dgm:t>
    </dgm:pt>
    <dgm:pt modelId="{60ED5671-8657-48E0-9518-3138AAFAA6BC}" type="sibTrans" cxnId="{ED163697-D1B3-4DD7-A95E-83ECE8D37275}">
      <dgm:prSet/>
      <dgm:spPr/>
      <dgm:t>
        <a:bodyPr/>
        <a:lstStyle/>
        <a:p>
          <a:endParaRPr lang="zh-CN" altLang="en-US"/>
        </a:p>
      </dgm:t>
    </dgm:pt>
    <dgm:pt modelId="{AFAFB082-7C01-4D53-820F-97FCAB63F4FE}">
      <dgm:prSet custT="1"/>
      <dgm:spPr/>
      <dgm:t>
        <a:bodyPr/>
        <a:lstStyle/>
        <a:p>
          <a:pPr rtl="0">
            <a:lnSpc>
              <a:spcPct val="100000"/>
            </a:lnSpc>
          </a:pPr>
          <a:r>
            <a:rPr lang="zh-CN" altLang="en-US" sz="1600" smtClean="0">
              <a:latin typeface="+mj-lt"/>
              <a:ea typeface="黑体" panose="02010609060101010101" pitchFamily="49" charset="-122"/>
            </a:rPr>
            <a:t>扩展示值不可能被打印、保存</a:t>
          </a:r>
          <a:endParaRPr lang="zh-CN" altLang="en-US" sz="1600">
            <a:latin typeface="+mj-lt"/>
            <a:ea typeface="黑体" panose="02010609060101010101" pitchFamily="49" charset="-122"/>
          </a:endParaRPr>
        </a:p>
      </dgm:t>
    </dgm:pt>
    <dgm:pt modelId="{2816AFE5-BE09-4A12-9AD3-AA9A63318B68}" type="parTrans" cxnId="{2A3C51CF-5697-4A86-923B-9933DC38AB31}">
      <dgm:prSet/>
      <dgm:spPr/>
      <dgm:t>
        <a:bodyPr/>
        <a:lstStyle/>
        <a:p>
          <a:endParaRPr lang="zh-CN" altLang="en-US"/>
        </a:p>
      </dgm:t>
    </dgm:pt>
    <dgm:pt modelId="{3B3BAA19-C08A-4F10-B5BC-E379240F4A92}" type="sibTrans" cxnId="{2A3C51CF-5697-4A86-923B-9933DC38AB31}">
      <dgm:prSet/>
      <dgm:spPr/>
      <dgm:t>
        <a:bodyPr/>
        <a:lstStyle/>
        <a:p>
          <a:endParaRPr lang="zh-CN" altLang="en-US"/>
        </a:p>
      </dgm:t>
    </dgm:pt>
    <dgm:pt modelId="{704F0A85-04F4-4518-B908-7B00F33B173A}">
      <dgm:prSet custT="1"/>
      <dgm:spPr/>
      <dgm:t>
        <a:bodyPr/>
        <a:lstStyle/>
        <a:p>
          <a:pPr rtl="0">
            <a:lnSpc>
              <a:spcPct val="100000"/>
            </a:lnSpc>
          </a:pPr>
          <a:r>
            <a:rPr lang="zh-CN" altLang="en-US" sz="1600" baseline="0" dirty="0" smtClean="0">
              <a:latin typeface="+mj-lt"/>
              <a:ea typeface="黑体" panose="02010609060101010101" pitchFamily="49" charset="-122"/>
            </a:rPr>
            <a:t>多用数字指示（显示屏）</a:t>
          </a:r>
          <a:endParaRPr lang="zh-CN" altLang="en-US" sz="1600" dirty="0">
            <a:latin typeface="+mj-lt"/>
            <a:ea typeface="黑体" panose="02010609060101010101" pitchFamily="49" charset="-122"/>
          </a:endParaRPr>
        </a:p>
      </dgm:t>
    </dgm:pt>
    <dgm:pt modelId="{B11BFABD-6F6B-412C-AD00-5B10244E7DCB}" type="parTrans" cxnId="{B2545B5C-47F6-4CAA-BA66-8E2112FE35A1}">
      <dgm:prSet/>
      <dgm:spPr/>
      <dgm:t>
        <a:bodyPr/>
        <a:lstStyle/>
        <a:p>
          <a:endParaRPr lang="zh-CN" altLang="en-US"/>
        </a:p>
      </dgm:t>
    </dgm:pt>
    <dgm:pt modelId="{C06819E6-6F72-43DF-AB4E-A4378A3B2694}" type="sibTrans" cxnId="{B2545B5C-47F6-4CAA-BA66-8E2112FE35A1}">
      <dgm:prSet/>
      <dgm:spPr/>
      <dgm:t>
        <a:bodyPr/>
        <a:lstStyle/>
        <a:p>
          <a:endParaRPr lang="zh-CN" altLang="en-US"/>
        </a:p>
      </dgm:t>
    </dgm:pt>
    <dgm:pt modelId="{8611B282-28CE-48D1-AE16-001539FE42AA}">
      <dgm:prSet custT="1"/>
      <dgm:spPr/>
      <dgm:t>
        <a:bodyPr/>
        <a:lstStyle/>
        <a:p>
          <a:pPr rtl="0">
            <a:lnSpc>
              <a:spcPct val="100000"/>
            </a:lnSpc>
          </a:pPr>
          <a:r>
            <a:rPr lang="zh-CN" altLang="en-US" sz="1600" smtClean="0">
              <a:latin typeface="+mj-lt"/>
              <a:ea typeface="黑体" panose="02010609060101010101" pitchFamily="49" charset="-122"/>
            </a:rPr>
            <a:t>对于可以显示其它非主要指示的显示器，对显示的其它信息必须做到：</a:t>
          </a:r>
          <a:endParaRPr lang="zh-CN" altLang="en-US" sz="1600">
            <a:latin typeface="+mj-lt"/>
            <a:ea typeface="黑体" panose="02010609060101010101" pitchFamily="49" charset="-122"/>
          </a:endParaRPr>
        </a:p>
      </dgm:t>
    </dgm:pt>
    <dgm:pt modelId="{859A69B4-3479-42A1-8A2F-E35D615725BA}" type="parTrans" cxnId="{FC799B6A-EAC1-4ADE-97A6-78B3D56290F6}">
      <dgm:prSet/>
      <dgm:spPr/>
      <dgm:t>
        <a:bodyPr/>
        <a:lstStyle/>
        <a:p>
          <a:endParaRPr lang="zh-CN" altLang="en-US"/>
        </a:p>
      </dgm:t>
    </dgm:pt>
    <dgm:pt modelId="{D4C73413-E9BB-405D-BD44-AA58EDF8D9BC}" type="sibTrans" cxnId="{FC799B6A-EAC1-4ADE-97A6-78B3D56290F6}">
      <dgm:prSet/>
      <dgm:spPr/>
      <dgm:t>
        <a:bodyPr/>
        <a:lstStyle/>
        <a:p>
          <a:endParaRPr lang="zh-CN" altLang="en-US"/>
        </a:p>
      </dgm:t>
    </dgm:pt>
    <dgm:pt modelId="{D8480EC9-5CAA-4D68-AE50-82F7448D3356}">
      <dgm:prSet custT="1"/>
      <dgm:spPr/>
      <dgm:t>
        <a:bodyPr/>
        <a:lstStyle/>
        <a:p>
          <a:pPr rtl="0">
            <a:lnSpc>
              <a:spcPct val="100000"/>
            </a:lnSpc>
          </a:pPr>
          <a:r>
            <a:rPr lang="zh-CN" altLang="en-US" sz="1600" smtClean="0">
              <a:latin typeface="+mj-lt"/>
              <a:ea typeface="黑体" panose="02010609060101010101" pitchFamily="49" charset="-122"/>
            </a:rPr>
            <a:t>不对主要指示产生误解，</a:t>
          </a:r>
          <a:endParaRPr lang="zh-CN" altLang="en-US" sz="1600">
            <a:latin typeface="+mj-lt"/>
            <a:ea typeface="黑体" panose="02010609060101010101" pitchFamily="49" charset="-122"/>
          </a:endParaRPr>
        </a:p>
      </dgm:t>
    </dgm:pt>
    <dgm:pt modelId="{92DC830C-D841-4CA1-A154-BFA2D3AF1817}" type="parTrans" cxnId="{47F48D05-C5F5-47BF-9F07-A21011CB110D}">
      <dgm:prSet/>
      <dgm:spPr/>
      <dgm:t>
        <a:bodyPr/>
        <a:lstStyle/>
        <a:p>
          <a:endParaRPr lang="zh-CN" altLang="en-US"/>
        </a:p>
      </dgm:t>
    </dgm:pt>
    <dgm:pt modelId="{02CF755C-9AFE-4801-BAF7-D0A01112022D}" type="sibTrans" cxnId="{47F48D05-C5F5-47BF-9F07-A21011CB110D}">
      <dgm:prSet/>
      <dgm:spPr/>
      <dgm:t>
        <a:bodyPr/>
        <a:lstStyle/>
        <a:p>
          <a:endParaRPr lang="zh-CN" altLang="en-US"/>
        </a:p>
      </dgm:t>
    </dgm:pt>
    <dgm:pt modelId="{70B35D48-11E5-4FE3-88DD-C369DC89BC59}">
      <dgm:prSet custT="1"/>
      <dgm:spPr/>
      <dgm:t>
        <a:bodyPr/>
        <a:lstStyle/>
        <a:p>
          <a:pPr rtl="0">
            <a:lnSpc>
              <a:spcPct val="100000"/>
            </a:lnSpc>
          </a:pPr>
          <a:r>
            <a:rPr lang="zh-CN" altLang="en-US" sz="1600" smtClean="0">
              <a:latin typeface="+mj-lt"/>
              <a:ea typeface="黑体" panose="02010609060101010101" pitchFamily="49" charset="-122"/>
            </a:rPr>
            <a:t>与计量用单位、符号和记号相区别，或加以特别标记</a:t>
          </a:r>
          <a:endParaRPr lang="zh-CN" altLang="en-US" sz="1600">
            <a:latin typeface="+mj-lt"/>
            <a:ea typeface="黑体" panose="02010609060101010101" pitchFamily="49" charset="-122"/>
          </a:endParaRPr>
        </a:p>
      </dgm:t>
    </dgm:pt>
    <dgm:pt modelId="{CB5C9425-18CA-48F8-8CE8-DF62CEE52C1C}" type="parTrans" cxnId="{619719BC-F001-4566-999E-0D8258D37B31}">
      <dgm:prSet/>
      <dgm:spPr/>
      <dgm:t>
        <a:bodyPr/>
        <a:lstStyle/>
        <a:p>
          <a:endParaRPr lang="zh-CN" altLang="en-US"/>
        </a:p>
      </dgm:t>
    </dgm:pt>
    <dgm:pt modelId="{4B3B2020-DAFB-4F77-9D41-5C27BFE50D9A}" type="sibTrans" cxnId="{619719BC-F001-4566-999E-0D8258D37B31}">
      <dgm:prSet/>
      <dgm:spPr/>
      <dgm:t>
        <a:bodyPr/>
        <a:lstStyle/>
        <a:p>
          <a:endParaRPr lang="zh-CN" altLang="en-US"/>
        </a:p>
      </dgm:t>
    </dgm:pt>
    <dgm:pt modelId="{8727DA84-50CE-4DEF-BB26-381577DCF5F1}">
      <dgm:prSet custT="1"/>
      <dgm:spPr/>
      <dgm:t>
        <a:bodyPr/>
        <a:lstStyle/>
        <a:p>
          <a:pPr rtl="0">
            <a:lnSpc>
              <a:spcPct val="100000"/>
            </a:lnSpc>
          </a:pPr>
          <a:r>
            <a:rPr lang="zh-CN" altLang="en-US" sz="1600" smtClean="0">
              <a:latin typeface="+mj-lt"/>
              <a:ea typeface="黑体" panose="02010609060101010101" pitchFamily="49" charset="-122"/>
            </a:rPr>
            <a:t>对不是称量结果的值加以标注易于识别，特别的手动命令调显是允许的，但不允许打印非称量结果（主要示值）。</a:t>
          </a:r>
          <a:endParaRPr lang="zh-CN" altLang="en-US" sz="1600">
            <a:latin typeface="+mj-lt"/>
            <a:ea typeface="黑体" panose="02010609060101010101" pitchFamily="49" charset="-122"/>
          </a:endParaRPr>
        </a:p>
      </dgm:t>
    </dgm:pt>
    <dgm:pt modelId="{73CD0827-4764-463C-BE88-97FFC09C676D}" type="parTrans" cxnId="{AA621B88-B19F-4A31-BC98-81B3AD3E038E}">
      <dgm:prSet/>
      <dgm:spPr/>
      <dgm:t>
        <a:bodyPr/>
        <a:lstStyle/>
        <a:p>
          <a:endParaRPr lang="zh-CN" altLang="en-US"/>
        </a:p>
      </dgm:t>
    </dgm:pt>
    <dgm:pt modelId="{89C44801-E453-46EB-9739-A585A108ED6D}" type="sibTrans" cxnId="{AA621B88-B19F-4A31-BC98-81B3AD3E038E}">
      <dgm:prSet/>
      <dgm:spPr/>
      <dgm:t>
        <a:bodyPr/>
        <a:lstStyle/>
        <a:p>
          <a:endParaRPr lang="zh-CN" altLang="en-US"/>
        </a:p>
      </dgm:t>
    </dgm:pt>
    <dgm:pt modelId="{58BC6055-3DC3-4129-AB44-B98A2B083CA0}" type="pres">
      <dgm:prSet presAssocID="{FC07F6DB-0BD6-4917-B4AF-340475951F1A}" presName="Name0" presStyleCnt="0">
        <dgm:presLayoutVars>
          <dgm:dir/>
          <dgm:animLvl val="lvl"/>
          <dgm:resizeHandles val="exact"/>
        </dgm:presLayoutVars>
      </dgm:prSet>
      <dgm:spPr/>
      <dgm:t>
        <a:bodyPr/>
        <a:lstStyle/>
        <a:p>
          <a:endParaRPr lang="zh-CN" altLang="en-US"/>
        </a:p>
      </dgm:t>
    </dgm:pt>
    <dgm:pt modelId="{A838C65E-4D4A-4891-82A4-C52CA267A847}" type="pres">
      <dgm:prSet presAssocID="{66CA53CE-24D7-4F10-95B3-48E771FF1606}" presName="composite" presStyleCnt="0"/>
      <dgm:spPr/>
    </dgm:pt>
    <dgm:pt modelId="{176A7F5E-3EAC-4BD2-97B5-866529366125}" type="pres">
      <dgm:prSet presAssocID="{66CA53CE-24D7-4F10-95B3-48E771FF1606}" presName="parTx" presStyleLbl="alignNode1" presStyleIdx="0" presStyleCnt="3" custScaleX="113340">
        <dgm:presLayoutVars>
          <dgm:chMax val="0"/>
          <dgm:chPref val="0"/>
          <dgm:bulletEnabled val="1"/>
        </dgm:presLayoutVars>
      </dgm:prSet>
      <dgm:spPr/>
      <dgm:t>
        <a:bodyPr/>
        <a:lstStyle/>
        <a:p>
          <a:endParaRPr lang="zh-CN" altLang="en-US"/>
        </a:p>
      </dgm:t>
    </dgm:pt>
    <dgm:pt modelId="{E5379E9E-232D-4C7D-811B-CD14401229E9}" type="pres">
      <dgm:prSet presAssocID="{66CA53CE-24D7-4F10-95B3-48E771FF1606}" presName="desTx" presStyleLbl="alignAccFollowNode1" presStyleIdx="0" presStyleCnt="3" custScaleX="113340">
        <dgm:presLayoutVars>
          <dgm:bulletEnabled val="1"/>
        </dgm:presLayoutVars>
      </dgm:prSet>
      <dgm:spPr/>
      <dgm:t>
        <a:bodyPr/>
        <a:lstStyle/>
        <a:p>
          <a:endParaRPr lang="zh-CN" altLang="en-US"/>
        </a:p>
      </dgm:t>
    </dgm:pt>
    <dgm:pt modelId="{BD43FFDB-2DFB-4FA2-B0EF-F25CC8C5A7C8}" type="pres">
      <dgm:prSet presAssocID="{D69EF3FB-9E5A-461D-ADD2-3CD7A26392CE}" presName="space" presStyleCnt="0"/>
      <dgm:spPr/>
    </dgm:pt>
    <dgm:pt modelId="{7AA06A06-CB64-4274-A39E-FA1335EF804C}" type="pres">
      <dgm:prSet presAssocID="{38E882CB-F4CF-4A01-841C-EAC3E755CBA8}" presName="composite" presStyleCnt="0"/>
      <dgm:spPr/>
    </dgm:pt>
    <dgm:pt modelId="{33850B0D-21A3-42A4-BA02-691D0157CE2C}" type="pres">
      <dgm:prSet presAssocID="{38E882CB-F4CF-4A01-841C-EAC3E755CBA8}" presName="parTx" presStyleLbl="alignNode1" presStyleIdx="1" presStyleCnt="3" custScaleX="95504" custLinFactNeighborX="1796">
        <dgm:presLayoutVars>
          <dgm:chMax val="0"/>
          <dgm:chPref val="0"/>
          <dgm:bulletEnabled val="1"/>
        </dgm:presLayoutVars>
      </dgm:prSet>
      <dgm:spPr/>
      <dgm:t>
        <a:bodyPr/>
        <a:lstStyle/>
        <a:p>
          <a:endParaRPr lang="zh-CN" altLang="en-US"/>
        </a:p>
      </dgm:t>
    </dgm:pt>
    <dgm:pt modelId="{8165C13B-0EC5-41FA-86E4-D20281EA6B1C}" type="pres">
      <dgm:prSet presAssocID="{38E882CB-F4CF-4A01-841C-EAC3E755CBA8}" presName="desTx" presStyleLbl="alignAccFollowNode1" presStyleIdx="1" presStyleCnt="3" custScaleX="95504" custLinFactNeighborX="1796">
        <dgm:presLayoutVars>
          <dgm:bulletEnabled val="1"/>
        </dgm:presLayoutVars>
      </dgm:prSet>
      <dgm:spPr/>
      <dgm:t>
        <a:bodyPr/>
        <a:lstStyle/>
        <a:p>
          <a:endParaRPr lang="zh-CN" altLang="en-US"/>
        </a:p>
      </dgm:t>
    </dgm:pt>
    <dgm:pt modelId="{B8F2E586-C8A1-4830-B5E6-57E11294E708}" type="pres">
      <dgm:prSet presAssocID="{DD5F8F1B-A474-42BE-AA85-C21BCC49D0A9}" presName="space" presStyleCnt="0"/>
      <dgm:spPr/>
    </dgm:pt>
    <dgm:pt modelId="{60942D39-8099-4072-8565-84F7430AE3D5}" type="pres">
      <dgm:prSet presAssocID="{704F0A85-04F4-4518-B908-7B00F33B173A}" presName="composite" presStyleCnt="0"/>
      <dgm:spPr/>
    </dgm:pt>
    <dgm:pt modelId="{203BC3BF-8BD1-4871-BB5C-BFFFD342E778}" type="pres">
      <dgm:prSet presAssocID="{704F0A85-04F4-4518-B908-7B00F33B173A}" presName="parTx" presStyleLbl="alignNode1" presStyleIdx="2" presStyleCnt="3" custScaleX="100281" custLinFactNeighborX="6934">
        <dgm:presLayoutVars>
          <dgm:chMax val="0"/>
          <dgm:chPref val="0"/>
          <dgm:bulletEnabled val="1"/>
        </dgm:presLayoutVars>
      </dgm:prSet>
      <dgm:spPr/>
      <dgm:t>
        <a:bodyPr/>
        <a:lstStyle/>
        <a:p>
          <a:endParaRPr lang="zh-CN" altLang="en-US"/>
        </a:p>
      </dgm:t>
    </dgm:pt>
    <dgm:pt modelId="{9DA24025-D485-42B0-BE49-9939A6170199}" type="pres">
      <dgm:prSet presAssocID="{704F0A85-04F4-4518-B908-7B00F33B173A}" presName="desTx" presStyleLbl="alignAccFollowNode1" presStyleIdx="2" presStyleCnt="3" custScaleX="100281" custLinFactNeighborX="6934">
        <dgm:presLayoutVars>
          <dgm:bulletEnabled val="1"/>
        </dgm:presLayoutVars>
      </dgm:prSet>
      <dgm:spPr/>
      <dgm:t>
        <a:bodyPr/>
        <a:lstStyle/>
        <a:p>
          <a:endParaRPr lang="zh-CN" altLang="en-US"/>
        </a:p>
      </dgm:t>
    </dgm:pt>
  </dgm:ptLst>
  <dgm:cxnLst>
    <dgm:cxn modelId="{47F48D05-C5F5-47BF-9F07-A21011CB110D}" srcId="{8611B282-28CE-48D1-AE16-001539FE42AA}" destId="{D8480EC9-5CAA-4D68-AE50-82F7448D3356}" srcOrd="0" destOrd="0" parTransId="{92DC830C-D841-4CA1-A154-BFA2D3AF1817}" sibTransId="{02CF755C-9AFE-4801-BAF7-D0A01112022D}"/>
    <dgm:cxn modelId="{91D0E86A-D6E9-4239-86FA-8F1C7ECF3755}" type="presOf" srcId="{D8480EC9-5CAA-4D68-AE50-82F7448D3356}" destId="{9DA24025-D485-42B0-BE49-9939A6170199}" srcOrd="0" destOrd="1" presId="urn:microsoft.com/office/officeart/2005/8/layout/hList1"/>
    <dgm:cxn modelId="{AB740232-6AB5-4891-98F1-B86080320406}" srcId="{E5F1F8DF-12A0-4A0F-A7BB-0BB08DD53D18}" destId="{4071F936-6CB6-4073-AF9A-558D53254EA2}" srcOrd="0" destOrd="0" parTransId="{CB2A49B5-F1C4-4035-B8C9-BECBC9504848}" sibTransId="{41A17FB9-06BC-425D-96F1-8A7F1CDB1BD9}"/>
    <dgm:cxn modelId="{0BA9F8D4-B9EC-43F0-9CD5-5492B85D3A71}" srcId="{FA6B87BD-94CA-4822-9F0E-FD66368DA436}" destId="{77F65F10-1F9E-4948-BC9D-6DEFCA0C1A83}" srcOrd="0" destOrd="0" parTransId="{3AC2AB16-3F30-42F5-AAEA-AC4A300CCA39}" sibTransId="{D9D46CBD-399F-4695-98BD-73D8B24A4C33}"/>
    <dgm:cxn modelId="{8723D3A2-9C02-4B75-BF85-E0A51AA62E98}" type="presOf" srcId="{70B35D48-11E5-4FE3-88DD-C369DC89BC59}" destId="{9DA24025-D485-42B0-BE49-9939A6170199}" srcOrd="0" destOrd="2" presId="urn:microsoft.com/office/officeart/2005/8/layout/hList1"/>
    <dgm:cxn modelId="{E9C3FA7F-59D5-47F7-832F-414E112CB1AC}" type="presOf" srcId="{704F0A85-04F4-4518-B908-7B00F33B173A}" destId="{203BC3BF-8BD1-4871-BB5C-BFFFD342E778}" srcOrd="0" destOrd="0" presId="urn:microsoft.com/office/officeart/2005/8/layout/hList1"/>
    <dgm:cxn modelId="{1375D6F7-7644-4032-B9CD-CAE7AA96F275}" type="presOf" srcId="{28F5FD8E-2A57-4724-B0FB-D7CDA75392FE}" destId="{E5379E9E-232D-4C7D-811B-CD14401229E9}" srcOrd="0" destOrd="2" presId="urn:microsoft.com/office/officeart/2005/8/layout/hList1"/>
    <dgm:cxn modelId="{01D7F826-AB81-4D34-AA71-7C95B0E8E9B4}" srcId="{66CA53CE-24D7-4F10-95B3-48E771FF1606}" destId="{E5F1F8DF-12A0-4A0F-A7BB-0BB08DD53D18}" srcOrd="0" destOrd="0" parTransId="{0C3828DF-E326-4645-925F-3ED28227B18F}" sibTransId="{AD7C2787-E1AD-4DEA-99FB-521E143AE88C}"/>
    <dgm:cxn modelId="{619719BC-F001-4566-999E-0D8258D37B31}" srcId="{8611B282-28CE-48D1-AE16-001539FE42AA}" destId="{70B35D48-11E5-4FE3-88DD-C369DC89BC59}" srcOrd="1" destOrd="0" parTransId="{CB5C9425-18CA-48F8-8CE8-DF62CEE52C1C}" sibTransId="{4B3B2020-DAFB-4F77-9D41-5C27BFE50D9A}"/>
    <dgm:cxn modelId="{143FCFA0-D61F-4E15-8402-248354579559}" type="presOf" srcId="{77F65F10-1F9E-4948-BC9D-6DEFCA0C1A83}" destId="{8165C13B-0EC5-41FA-86E4-D20281EA6B1C}" srcOrd="0" destOrd="2" presId="urn:microsoft.com/office/officeart/2005/8/layout/hList1"/>
    <dgm:cxn modelId="{C7882E4C-3528-41B2-9D7C-8E09EF7E30DC}" srcId="{38E882CB-F4CF-4A01-841C-EAC3E755CBA8}" destId="{B9711C6C-84C6-4B25-9F1F-AD4F49443D3E}" srcOrd="0" destOrd="0" parTransId="{AA17933B-DE2A-493A-9412-B93C12681BBC}" sibTransId="{6CFFA5F3-9C42-4785-ABC2-E83CD5041A36}"/>
    <dgm:cxn modelId="{24ABD453-90C0-4F51-8051-74FD3CD41756}" srcId="{FC07F6DB-0BD6-4917-B4AF-340475951F1A}" destId="{38E882CB-F4CF-4A01-841C-EAC3E755CBA8}" srcOrd="1" destOrd="0" parTransId="{D30524DB-87A1-4A3E-9081-3AC5226171AB}" sibTransId="{DD5F8F1B-A474-42BE-AA85-C21BCC49D0A9}"/>
    <dgm:cxn modelId="{2F7BA692-AABA-4735-A6C4-C8AA33E24953}" type="presOf" srcId="{8611B282-28CE-48D1-AE16-001539FE42AA}" destId="{9DA24025-D485-42B0-BE49-9939A6170199}" srcOrd="0" destOrd="0" presId="urn:microsoft.com/office/officeart/2005/8/layout/hList1"/>
    <dgm:cxn modelId="{AA621B88-B19F-4A31-BC98-81B3AD3E038E}" srcId="{8611B282-28CE-48D1-AE16-001539FE42AA}" destId="{8727DA84-50CE-4DEF-BB26-381577DCF5F1}" srcOrd="2" destOrd="0" parTransId="{73CD0827-4764-463C-BE88-97FFC09C676D}" sibTransId="{89C44801-E453-46EB-9739-A585A108ED6D}"/>
    <dgm:cxn modelId="{A187B0AC-37F4-42E1-836F-3B7A8FB7DBB9}" type="presOf" srcId="{8727DA84-50CE-4DEF-BB26-381577DCF5F1}" destId="{9DA24025-D485-42B0-BE49-9939A6170199}" srcOrd="0" destOrd="3" presId="urn:microsoft.com/office/officeart/2005/8/layout/hList1"/>
    <dgm:cxn modelId="{9B9E29EB-EB26-410F-8D0D-17687862B1E3}" type="presOf" srcId="{FC07F6DB-0BD6-4917-B4AF-340475951F1A}" destId="{58BC6055-3DC3-4129-AB44-B98A2B083CA0}" srcOrd="0" destOrd="0" presId="urn:microsoft.com/office/officeart/2005/8/layout/hList1"/>
    <dgm:cxn modelId="{52B75AD2-3398-41EA-A028-6DA6D240C12C}" type="presOf" srcId="{38E882CB-F4CF-4A01-841C-EAC3E755CBA8}" destId="{33850B0D-21A3-42A4-BA02-691D0157CE2C}" srcOrd="0" destOrd="0" presId="urn:microsoft.com/office/officeart/2005/8/layout/hList1"/>
    <dgm:cxn modelId="{B44B0C17-2E65-4E52-9255-BAD56ACF3911}" type="presOf" srcId="{FA6B87BD-94CA-4822-9F0E-FD66368DA436}" destId="{8165C13B-0EC5-41FA-86E4-D20281EA6B1C}" srcOrd="0" destOrd="1" presId="urn:microsoft.com/office/officeart/2005/8/layout/hList1"/>
    <dgm:cxn modelId="{EEB6320B-AB94-4129-B501-DF60B2C33347}" type="presOf" srcId="{FECAACC4-2193-4CFE-BF0B-DEB718F27369}" destId="{8165C13B-0EC5-41FA-86E4-D20281EA6B1C}" srcOrd="0" destOrd="3" presId="urn:microsoft.com/office/officeart/2005/8/layout/hList1"/>
    <dgm:cxn modelId="{195EB3FB-106C-42A7-85A3-C6B59FDA2109}" type="presOf" srcId="{4EDFDDE5-364D-4707-A9B4-3628745A9053}" destId="{E5379E9E-232D-4C7D-811B-CD14401229E9}" srcOrd="0" destOrd="3" presId="urn:microsoft.com/office/officeart/2005/8/layout/hList1"/>
    <dgm:cxn modelId="{B2545B5C-47F6-4CAA-BA66-8E2112FE35A1}" srcId="{FC07F6DB-0BD6-4917-B4AF-340475951F1A}" destId="{704F0A85-04F4-4518-B908-7B00F33B173A}" srcOrd="2" destOrd="0" parTransId="{B11BFABD-6F6B-412C-AD00-5B10244E7DCB}" sibTransId="{C06819E6-6F72-43DF-AB4E-A4378A3B2694}"/>
    <dgm:cxn modelId="{F9B1F5A7-AA88-4858-AC42-F828142797BD}" srcId="{E5F1F8DF-12A0-4A0F-A7BB-0BB08DD53D18}" destId="{28F5FD8E-2A57-4724-B0FB-D7CDA75392FE}" srcOrd="1" destOrd="0" parTransId="{97E22415-48AE-402A-A5DD-689C1A4ADB4C}" sibTransId="{5B8918BB-1C1E-4654-A45D-744DC1FB0A39}"/>
    <dgm:cxn modelId="{FC799B6A-EAC1-4ADE-97A6-78B3D56290F6}" srcId="{704F0A85-04F4-4518-B908-7B00F33B173A}" destId="{8611B282-28CE-48D1-AE16-001539FE42AA}" srcOrd="0" destOrd="0" parTransId="{859A69B4-3479-42A1-8A2F-E35D615725BA}" sibTransId="{D4C73413-E9BB-405D-BD44-AA58EDF8D9BC}"/>
    <dgm:cxn modelId="{71A8B6C2-A5E6-4BE5-8281-E7735D067012}" type="presOf" srcId="{B9711C6C-84C6-4B25-9F1F-AD4F49443D3E}" destId="{8165C13B-0EC5-41FA-86E4-D20281EA6B1C}" srcOrd="0" destOrd="0" presId="urn:microsoft.com/office/officeart/2005/8/layout/hList1"/>
    <dgm:cxn modelId="{48A4DBB1-E81F-4FB0-BF55-DE30FA9320B2}" srcId="{38E882CB-F4CF-4A01-841C-EAC3E755CBA8}" destId="{FA6B87BD-94CA-4822-9F0E-FD66368DA436}" srcOrd="1" destOrd="0" parTransId="{6A72D1D3-1728-4166-AA20-7863DA58F037}" sibTransId="{BB34ED56-9704-40BC-BF10-1B130E649F01}"/>
    <dgm:cxn modelId="{8CA85257-C67F-4CFC-B0D5-C9D4B076EFDE}" type="presOf" srcId="{4071F936-6CB6-4073-AF9A-558D53254EA2}" destId="{E5379E9E-232D-4C7D-811B-CD14401229E9}" srcOrd="0" destOrd="1" presId="urn:microsoft.com/office/officeart/2005/8/layout/hList1"/>
    <dgm:cxn modelId="{017BCB55-E2AA-490B-8DC4-00F9D90C7446}" type="presOf" srcId="{E5F1F8DF-12A0-4A0F-A7BB-0BB08DD53D18}" destId="{E5379E9E-232D-4C7D-811B-CD14401229E9}" srcOrd="0" destOrd="0" presId="urn:microsoft.com/office/officeart/2005/8/layout/hList1"/>
    <dgm:cxn modelId="{2A3C51CF-5697-4A86-923B-9933DC38AB31}" srcId="{FA6B87BD-94CA-4822-9F0E-FD66368DA436}" destId="{AFAFB082-7C01-4D53-820F-97FCAB63F4FE}" srcOrd="2" destOrd="0" parTransId="{2816AFE5-BE09-4A12-9AD3-AA9A63318B68}" sibTransId="{3B3BAA19-C08A-4F10-B5BC-E379240F4A92}"/>
    <dgm:cxn modelId="{978AF4BE-7952-476D-ADC7-3BDB1B48CD89}" type="presOf" srcId="{66CA53CE-24D7-4F10-95B3-48E771FF1606}" destId="{176A7F5E-3EAC-4BD2-97B5-866529366125}" srcOrd="0" destOrd="0" presId="urn:microsoft.com/office/officeart/2005/8/layout/hList1"/>
    <dgm:cxn modelId="{260FFE0E-E01E-4FAA-BE49-97E26A258701}" srcId="{FC07F6DB-0BD6-4917-B4AF-340475951F1A}" destId="{66CA53CE-24D7-4F10-95B3-48E771FF1606}" srcOrd="0" destOrd="0" parTransId="{D1CFBEBF-8637-4592-9044-8447867143C4}" sibTransId="{D69EF3FB-9E5A-461D-ADD2-3CD7A26392CE}"/>
    <dgm:cxn modelId="{B414406A-D17A-4715-9C5D-0F2FB112A6FB}" type="presOf" srcId="{AFAFB082-7C01-4D53-820F-97FCAB63F4FE}" destId="{8165C13B-0EC5-41FA-86E4-D20281EA6B1C}" srcOrd="0" destOrd="4" presId="urn:microsoft.com/office/officeart/2005/8/layout/hList1"/>
    <dgm:cxn modelId="{C5346135-C7FF-448E-BE73-6C82AFDF3683}" srcId="{E5F1F8DF-12A0-4A0F-A7BB-0BB08DD53D18}" destId="{4EDFDDE5-364D-4707-A9B4-3628745A9053}" srcOrd="2" destOrd="0" parTransId="{177310DB-F543-46E8-ACF2-E33C267108D5}" sibTransId="{3BE12DB4-4275-469C-9EB2-662B32DA9E57}"/>
    <dgm:cxn modelId="{ED163697-D1B3-4DD7-A95E-83ECE8D37275}" srcId="{FA6B87BD-94CA-4822-9F0E-FD66368DA436}" destId="{FECAACC4-2193-4CFE-BF0B-DEB718F27369}" srcOrd="1" destOrd="0" parTransId="{CCCD4E43-0F42-4C9A-B3BE-514D3534192C}" sibTransId="{60ED5671-8657-48E0-9518-3138AAFAA6BC}"/>
    <dgm:cxn modelId="{FB6D268F-1109-41DF-8FF3-DD56A409BFEF}" type="presParOf" srcId="{58BC6055-3DC3-4129-AB44-B98A2B083CA0}" destId="{A838C65E-4D4A-4891-82A4-C52CA267A847}" srcOrd="0" destOrd="0" presId="urn:microsoft.com/office/officeart/2005/8/layout/hList1"/>
    <dgm:cxn modelId="{DDBF9B98-01CD-47B8-A28C-635AE6F5B625}" type="presParOf" srcId="{A838C65E-4D4A-4891-82A4-C52CA267A847}" destId="{176A7F5E-3EAC-4BD2-97B5-866529366125}" srcOrd="0" destOrd="0" presId="urn:microsoft.com/office/officeart/2005/8/layout/hList1"/>
    <dgm:cxn modelId="{9FB63EDF-989E-46E5-9A01-6CB482422FF6}" type="presParOf" srcId="{A838C65E-4D4A-4891-82A4-C52CA267A847}" destId="{E5379E9E-232D-4C7D-811B-CD14401229E9}" srcOrd="1" destOrd="0" presId="urn:microsoft.com/office/officeart/2005/8/layout/hList1"/>
    <dgm:cxn modelId="{DC99D8D9-885D-459F-9E0F-0969A8DDF934}" type="presParOf" srcId="{58BC6055-3DC3-4129-AB44-B98A2B083CA0}" destId="{BD43FFDB-2DFB-4FA2-B0EF-F25CC8C5A7C8}" srcOrd="1" destOrd="0" presId="urn:microsoft.com/office/officeart/2005/8/layout/hList1"/>
    <dgm:cxn modelId="{117A9341-7902-473D-A2ED-32EF5A293D73}" type="presParOf" srcId="{58BC6055-3DC3-4129-AB44-B98A2B083CA0}" destId="{7AA06A06-CB64-4274-A39E-FA1335EF804C}" srcOrd="2" destOrd="0" presId="urn:microsoft.com/office/officeart/2005/8/layout/hList1"/>
    <dgm:cxn modelId="{09A01711-29F4-4F57-B676-C418F2E751A4}" type="presParOf" srcId="{7AA06A06-CB64-4274-A39E-FA1335EF804C}" destId="{33850B0D-21A3-42A4-BA02-691D0157CE2C}" srcOrd="0" destOrd="0" presId="urn:microsoft.com/office/officeart/2005/8/layout/hList1"/>
    <dgm:cxn modelId="{D49C0FDD-442B-4A0C-AE83-8AA28DDA2606}" type="presParOf" srcId="{7AA06A06-CB64-4274-A39E-FA1335EF804C}" destId="{8165C13B-0EC5-41FA-86E4-D20281EA6B1C}" srcOrd="1" destOrd="0" presId="urn:microsoft.com/office/officeart/2005/8/layout/hList1"/>
    <dgm:cxn modelId="{FEB0628E-AC4E-460B-9BEB-1B7B6844F99A}" type="presParOf" srcId="{58BC6055-3DC3-4129-AB44-B98A2B083CA0}" destId="{B8F2E586-C8A1-4830-B5E6-57E11294E708}" srcOrd="3" destOrd="0" presId="urn:microsoft.com/office/officeart/2005/8/layout/hList1"/>
    <dgm:cxn modelId="{8BCD3298-FB5C-40AD-8261-C6B2CED57516}" type="presParOf" srcId="{58BC6055-3DC3-4129-AB44-B98A2B083CA0}" destId="{60942D39-8099-4072-8565-84F7430AE3D5}" srcOrd="4" destOrd="0" presId="urn:microsoft.com/office/officeart/2005/8/layout/hList1"/>
    <dgm:cxn modelId="{BF35D378-4239-4BCE-83EF-BF38448002A0}" type="presParOf" srcId="{60942D39-8099-4072-8565-84F7430AE3D5}" destId="{203BC3BF-8BD1-4871-BB5C-BFFFD342E778}" srcOrd="0" destOrd="0" presId="urn:microsoft.com/office/officeart/2005/8/layout/hList1"/>
    <dgm:cxn modelId="{32F27FD0-7348-434F-8D2D-0FF5D991B913}" type="presParOf" srcId="{60942D39-8099-4072-8565-84F7430AE3D5}" destId="{9DA24025-D485-42B0-BE49-9939A617019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3689C41-C709-422A-9208-599050D64D3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CADE8645-EDE8-419C-9DD1-0EE3C9E6634F}">
      <dgm:prSet/>
      <dgm:spPr>
        <a:solidFill>
          <a:schemeClr val="tx1"/>
        </a:solidFill>
      </dgm:spPr>
      <dgm:t>
        <a:bodyPr/>
        <a:lstStyle/>
        <a:p>
          <a:pPr rtl="0"/>
          <a:r>
            <a:rPr lang="zh-CN" b="1" baseline="0" smtClean="0">
              <a:latin typeface="+mj-lt"/>
              <a:ea typeface="黑体" panose="02010609060101010101" pitchFamily="49" charset="-122"/>
            </a:rPr>
            <a:t>置零装置的控制：</a:t>
          </a:r>
          <a:endParaRPr lang="zh-CN">
            <a:latin typeface="+mj-lt"/>
            <a:ea typeface="黑体" panose="02010609060101010101" pitchFamily="49" charset="-122"/>
          </a:endParaRPr>
        </a:p>
      </dgm:t>
    </dgm:pt>
    <dgm:pt modelId="{A96421E6-6975-4593-B7A2-04793D51839A}" type="parTrans" cxnId="{18AEB269-F77C-4064-B3BB-01CCC118F4E8}">
      <dgm:prSet/>
      <dgm:spPr/>
      <dgm:t>
        <a:bodyPr/>
        <a:lstStyle/>
        <a:p>
          <a:endParaRPr lang="zh-CN" altLang="en-US">
            <a:latin typeface="+mj-lt"/>
            <a:ea typeface="黑体" panose="02010609060101010101" pitchFamily="49" charset="-122"/>
          </a:endParaRPr>
        </a:p>
      </dgm:t>
    </dgm:pt>
    <dgm:pt modelId="{3F22A02E-B43A-4E33-BECC-BF7B1639D6E2}" type="sibTrans" cxnId="{18AEB269-F77C-4064-B3BB-01CCC118F4E8}">
      <dgm:prSet/>
      <dgm:spPr/>
      <dgm:t>
        <a:bodyPr/>
        <a:lstStyle/>
        <a:p>
          <a:endParaRPr lang="zh-CN" altLang="en-US">
            <a:latin typeface="+mj-lt"/>
            <a:ea typeface="黑体" panose="02010609060101010101" pitchFamily="49" charset="-122"/>
          </a:endParaRPr>
        </a:p>
      </dgm:t>
    </dgm:pt>
    <dgm:pt modelId="{CFBA56EF-2FFB-445E-B68D-472504BB0CB7}">
      <dgm:prSet/>
      <dgm:spPr>
        <a:solidFill>
          <a:schemeClr val="tx1">
            <a:lumMod val="20000"/>
            <a:lumOff val="80000"/>
            <a:alpha val="90000"/>
          </a:schemeClr>
        </a:solidFill>
      </dgm:spPr>
      <dgm:t>
        <a:bodyPr/>
        <a:lstStyle/>
        <a:p>
          <a:pPr rtl="0"/>
          <a:r>
            <a:rPr lang="zh-CN" smtClean="0">
              <a:latin typeface="+mj-lt"/>
              <a:ea typeface="黑体" panose="02010609060101010101" pitchFamily="49" charset="-122"/>
            </a:rPr>
            <a:t>除零售商用衡器外，衡器的置零和除皮可以是同一按键，对于这样的设计通常如果示值在</a:t>
          </a:r>
          <a:r>
            <a:rPr lang="en-US" smtClean="0">
              <a:latin typeface="+mj-lt"/>
              <a:ea typeface="黑体" panose="02010609060101010101" pitchFamily="49" charset="-122"/>
            </a:rPr>
            <a:t>4%</a:t>
          </a:r>
          <a:r>
            <a:rPr lang="zh-CN" smtClean="0">
              <a:latin typeface="+mj-lt"/>
              <a:ea typeface="黑体" panose="02010609060101010101" pitchFamily="49" charset="-122"/>
            </a:rPr>
            <a:t>内，操作作为置零处理，超出</a:t>
          </a:r>
          <a:r>
            <a:rPr lang="en-US" smtClean="0">
              <a:latin typeface="+mj-lt"/>
              <a:ea typeface="黑体" panose="02010609060101010101" pitchFamily="49" charset="-122"/>
            </a:rPr>
            <a:t>4%</a:t>
          </a:r>
          <a:r>
            <a:rPr lang="zh-CN" smtClean="0">
              <a:latin typeface="+mj-lt"/>
              <a:ea typeface="黑体" panose="02010609060101010101" pitchFamily="49" charset="-122"/>
            </a:rPr>
            <a:t>以后的操作作为除皮处理。</a:t>
          </a:r>
          <a:endParaRPr lang="zh-CN">
            <a:latin typeface="+mj-lt"/>
            <a:ea typeface="黑体" panose="02010609060101010101" pitchFamily="49" charset="-122"/>
          </a:endParaRPr>
        </a:p>
      </dgm:t>
    </dgm:pt>
    <dgm:pt modelId="{CF46C7B7-D299-4EA9-88C8-A89CB17C21E5}" type="parTrans" cxnId="{45EE0B2D-57E8-4C1D-9757-E0F258A03825}">
      <dgm:prSet/>
      <dgm:spPr/>
      <dgm:t>
        <a:bodyPr/>
        <a:lstStyle/>
        <a:p>
          <a:endParaRPr lang="zh-CN" altLang="en-US">
            <a:latin typeface="+mj-lt"/>
            <a:ea typeface="黑体" panose="02010609060101010101" pitchFamily="49" charset="-122"/>
          </a:endParaRPr>
        </a:p>
      </dgm:t>
    </dgm:pt>
    <dgm:pt modelId="{785666CE-55E3-4086-8211-5E075C286534}" type="sibTrans" cxnId="{45EE0B2D-57E8-4C1D-9757-E0F258A03825}">
      <dgm:prSet/>
      <dgm:spPr/>
      <dgm:t>
        <a:bodyPr/>
        <a:lstStyle/>
        <a:p>
          <a:endParaRPr lang="zh-CN" altLang="en-US">
            <a:latin typeface="+mj-lt"/>
            <a:ea typeface="黑体" panose="02010609060101010101" pitchFamily="49" charset="-122"/>
          </a:endParaRPr>
        </a:p>
      </dgm:t>
    </dgm:pt>
    <dgm:pt modelId="{B2068008-2797-49F9-8B0E-1C91E9B326D2}">
      <dgm:prSet/>
      <dgm:spPr>
        <a:solidFill>
          <a:schemeClr val="tx1">
            <a:lumMod val="20000"/>
            <a:lumOff val="80000"/>
            <a:alpha val="90000"/>
          </a:schemeClr>
        </a:solidFill>
      </dgm:spPr>
      <dgm:t>
        <a:bodyPr/>
        <a:lstStyle/>
        <a:p>
          <a:pPr rtl="0"/>
          <a:r>
            <a:rPr lang="zh-CN" smtClean="0">
              <a:latin typeface="+mj-lt"/>
              <a:ea typeface="黑体" panose="02010609060101010101" pitchFamily="49" charset="-122"/>
            </a:rPr>
            <a:t>如果置零和除皮是分开使用不同按键，控制是分别独立的。</a:t>
          </a:r>
          <a:endParaRPr lang="zh-CN">
            <a:latin typeface="+mj-lt"/>
            <a:ea typeface="黑体" panose="02010609060101010101" pitchFamily="49" charset="-122"/>
          </a:endParaRPr>
        </a:p>
      </dgm:t>
    </dgm:pt>
    <dgm:pt modelId="{851C0459-4936-4395-AE1A-7B0BA134B6DB}" type="parTrans" cxnId="{949FD49E-078F-4291-8C88-7AF0AA17793A}">
      <dgm:prSet/>
      <dgm:spPr/>
      <dgm:t>
        <a:bodyPr/>
        <a:lstStyle/>
        <a:p>
          <a:endParaRPr lang="zh-CN" altLang="en-US">
            <a:latin typeface="+mj-lt"/>
            <a:ea typeface="黑体" panose="02010609060101010101" pitchFamily="49" charset="-122"/>
          </a:endParaRPr>
        </a:p>
      </dgm:t>
    </dgm:pt>
    <dgm:pt modelId="{D52F432A-5AA2-43BA-AEA9-3A34FA32409B}" type="sibTrans" cxnId="{949FD49E-078F-4291-8C88-7AF0AA17793A}">
      <dgm:prSet/>
      <dgm:spPr/>
      <dgm:t>
        <a:bodyPr/>
        <a:lstStyle/>
        <a:p>
          <a:endParaRPr lang="zh-CN" altLang="en-US">
            <a:latin typeface="+mj-lt"/>
            <a:ea typeface="黑体" panose="02010609060101010101" pitchFamily="49" charset="-122"/>
          </a:endParaRPr>
        </a:p>
      </dgm:t>
    </dgm:pt>
    <dgm:pt modelId="{FD50466A-9A7D-4800-9D5E-8CABE74B72ED}">
      <dgm:prSet/>
      <dgm:spPr>
        <a:solidFill>
          <a:schemeClr val="tx1">
            <a:lumMod val="20000"/>
            <a:lumOff val="80000"/>
            <a:alpha val="90000"/>
          </a:schemeClr>
        </a:solidFill>
      </dgm:spPr>
      <dgm:t>
        <a:bodyPr/>
        <a:lstStyle/>
        <a:p>
          <a:pPr rtl="0"/>
          <a:r>
            <a:rPr lang="zh-CN" smtClean="0">
              <a:latin typeface="+mj-lt"/>
              <a:ea typeface="黑体" panose="02010609060101010101" pitchFamily="49" charset="-122"/>
            </a:rPr>
            <a:t>零售商用衡器的置零和除皮必须分开设置和单独控制，实现毛重零和净重零的区分和识别，以满足在对衡器操作必须是在毛重零下实现的要求（交易双方易于识别当前状态和实施的操作）。</a:t>
          </a:r>
          <a:endParaRPr lang="zh-CN">
            <a:latin typeface="+mj-lt"/>
            <a:ea typeface="黑体" panose="02010609060101010101" pitchFamily="49" charset="-122"/>
          </a:endParaRPr>
        </a:p>
      </dgm:t>
    </dgm:pt>
    <dgm:pt modelId="{87655064-6D63-45ED-BFC7-DB8C2C492280}" type="parTrans" cxnId="{ABF6D0EA-5E97-4A45-A4B6-2C764D5E497E}">
      <dgm:prSet/>
      <dgm:spPr/>
      <dgm:t>
        <a:bodyPr/>
        <a:lstStyle/>
        <a:p>
          <a:endParaRPr lang="zh-CN" altLang="en-US">
            <a:latin typeface="+mj-lt"/>
            <a:ea typeface="黑体" panose="02010609060101010101" pitchFamily="49" charset="-122"/>
          </a:endParaRPr>
        </a:p>
      </dgm:t>
    </dgm:pt>
    <dgm:pt modelId="{8A70AEF0-59CB-45EC-A12D-9D9C3ED1D87C}" type="sibTrans" cxnId="{ABF6D0EA-5E97-4A45-A4B6-2C764D5E497E}">
      <dgm:prSet/>
      <dgm:spPr/>
      <dgm:t>
        <a:bodyPr/>
        <a:lstStyle/>
        <a:p>
          <a:endParaRPr lang="zh-CN" altLang="en-US">
            <a:latin typeface="+mj-lt"/>
            <a:ea typeface="黑体" panose="02010609060101010101" pitchFamily="49" charset="-122"/>
          </a:endParaRPr>
        </a:p>
      </dgm:t>
    </dgm:pt>
    <dgm:pt modelId="{E59F32CF-FD56-45FC-B1B7-65D9780D4B49}">
      <dgm:prSet/>
      <dgm:spPr/>
      <dgm:t>
        <a:bodyPr/>
        <a:lstStyle/>
        <a:p>
          <a:pPr rtl="0"/>
          <a:r>
            <a:rPr lang="zh-CN" b="1" baseline="0" dirty="0" smtClean="0">
              <a:latin typeface="+mj-lt"/>
              <a:ea typeface="黑体" panose="02010609060101010101" pitchFamily="49" charset="-122"/>
            </a:rPr>
            <a:t>半自动置零的运行条件：</a:t>
          </a:r>
          <a:endParaRPr lang="zh-CN" dirty="0">
            <a:latin typeface="+mj-lt"/>
            <a:ea typeface="黑体" panose="02010609060101010101" pitchFamily="49" charset="-122"/>
          </a:endParaRPr>
        </a:p>
      </dgm:t>
    </dgm:pt>
    <dgm:pt modelId="{AE4EFFB9-7D81-4D1A-B7AD-95B6674940D7}" type="parTrans" cxnId="{FE2516E2-B068-4293-9AF3-67D6532A59A9}">
      <dgm:prSet/>
      <dgm:spPr/>
      <dgm:t>
        <a:bodyPr/>
        <a:lstStyle/>
        <a:p>
          <a:endParaRPr lang="zh-CN" altLang="en-US">
            <a:latin typeface="+mj-lt"/>
            <a:ea typeface="黑体" panose="02010609060101010101" pitchFamily="49" charset="-122"/>
          </a:endParaRPr>
        </a:p>
      </dgm:t>
    </dgm:pt>
    <dgm:pt modelId="{74BC82B6-E053-422B-9A43-0B03F33D8BF8}" type="sibTrans" cxnId="{FE2516E2-B068-4293-9AF3-67D6532A59A9}">
      <dgm:prSet/>
      <dgm:spPr/>
      <dgm:t>
        <a:bodyPr/>
        <a:lstStyle/>
        <a:p>
          <a:endParaRPr lang="zh-CN" altLang="en-US">
            <a:latin typeface="+mj-lt"/>
            <a:ea typeface="黑体" panose="02010609060101010101" pitchFamily="49" charset="-122"/>
          </a:endParaRPr>
        </a:p>
      </dgm:t>
    </dgm:pt>
    <dgm:pt modelId="{B076A194-7C60-4E3B-B30B-6FFBB131698E}">
      <dgm:prSet/>
      <dgm:spPr>
        <a:solidFill>
          <a:schemeClr val="accent1">
            <a:lumMod val="20000"/>
            <a:lumOff val="80000"/>
            <a:alpha val="90000"/>
          </a:schemeClr>
        </a:solidFill>
      </dgm:spPr>
      <dgm:t>
        <a:bodyPr/>
        <a:lstStyle/>
        <a:p>
          <a:pPr marL="114300" indent="0" defTabSz="666750" rtl="0">
            <a:lnSpc>
              <a:spcPct val="90000"/>
            </a:lnSpc>
            <a:spcBef>
              <a:spcPct val="0"/>
            </a:spcBef>
            <a:spcAft>
              <a:spcPct val="15000"/>
            </a:spcAft>
            <a:buNone/>
          </a:pPr>
          <a:r>
            <a:rPr lang="zh-CN" smtClean="0">
              <a:latin typeface="+mj-lt"/>
              <a:ea typeface="黑体" panose="02010609060101010101" pitchFamily="49" charset="-122"/>
            </a:rPr>
            <a:t>衡器处于平衡稳定</a:t>
          </a:r>
          <a:endParaRPr lang="zh-CN">
            <a:latin typeface="+mj-lt"/>
            <a:ea typeface="黑体" panose="02010609060101010101" pitchFamily="49" charset="-122"/>
          </a:endParaRPr>
        </a:p>
      </dgm:t>
    </dgm:pt>
    <dgm:pt modelId="{CA522AA2-4B28-4F4D-8E14-B0E592F07B65}" type="parTrans" cxnId="{E3FD7658-5747-49ED-8511-BD7812BBC806}">
      <dgm:prSet/>
      <dgm:spPr/>
      <dgm:t>
        <a:bodyPr/>
        <a:lstStyle/>
        <a:p>
          <a:endParaRPr lang="zh-CN" altLang="en-US">
            <a:latin typeface="+mj-lt"/>
            <a:ea typeface="黑体" panose="02010609060101010101" pitchFamily="49" charset="-122"/>
          </a:endParaRPr>
        </a:p>
      </dgm:t>
    </dgm:pt>
    <dgm:pt modelId="{62FDC86D-1F37-4640-80BF-FBF9A9727311}" type="sibTrans" cxnId="{E3FD7658-5747-49ED-8511-BD7812BBC806}">
      <dgm:prSet/>
      <dgm:spPr/>
      <dgm:t>
        <a:bodyPr/>
        <a:lstStyle/>
        <a:p>
          <a:endParaRPr lang="zh-CN" altLang="en-US">
            <a:latin typeface="+mj-lt"/>
            <a:ea typeface="黑体" panose="02010609060101010101" pitchFamily="49" charset="-122"/>
          </a:endParaRPr>
        </a:p>
      </dgm:t>
    </dgm:pt>
    <dgm:pt modelId="{D0C43DED-1837-4183-ABDC-5B4D39934BB6}">
      <dgm:prSet/>
      <dgm:spPr>
        <a:solidFill>
          <a:schemeClr val="accent1">
            <a:lumMod val="20000"/>
            <a:lumOff val="80000"/>
            <a:alpha val="90000"/>
          </a:schemeClr>
        </a:solidFill>
      </dgm:spPr>
      <dgm:t>
        <a:bodyPr/>
        <a:lstStyle/>
        <a:p>
          <a:pPr marL="114300" indent="0" defTabSz="666750" rtl="0">
            <a:lnSpc>
              <a:spcPct val="90000"/>
            </a:lnSpc>
            <a:spcBef>
              <a:spcPct val="0"/>
            </a:spcBef>
            <a:spcAft>
              <a:spcPct val="15000"/>
            </a:spcAft>
            <a:buNone/>
          </a:pPr>
          <a:r>
            <a:rPr lang="zh-CN" dirty="0" smtClean="0">
              <a:latin typeface="+mj-lt"/>
              <a:ea typeface="黑体" panose="02010609060101010101" pitchFamily="49" charset="-122"/>
            </a:rPr>
            <a:t>仅允许在毛重状态下操作有效</a:t>
          </a:r>
          <a:endParaRPr lang="zh-CN" dirty="0">
            <a:latin typeface="+mj-lt"/>
            <a:ea typeface="黑体" panose="02010609060101010101" pitchFamily="49" charset="-122"/>
          </a:endParaRPr>
        </a:p>
      </dgm:t>
    </dgm:pt>
    <dgm:pt modelId="{1E0A70D8-88E2-4B8D-BDD6-78CF6F7534C4}" type="parTrans" cxnId="{7F72117A-B10A-42E1-A5E3-36E4D571EEF3}">
      <dgm:prSet/>
      <dgm:spPr/>
      <dgm:t>
        <a:bodyPr/>
        <a:lstStyle/>
        <a:p>
          <a:endParaRPr lang="zh-CN" altLang="en-US">
            <a:latin typeface="+mj-lt"/>
            <a:ea typeface="黑体" panose="02010609060101010101" pitchFamily="49" charset="-122"/>
          </a:endParaRPr>
        </a:p>
      </dgm:t>
    </dgm:pt>
    <dgm:pt modelId="{6B633A11-F3B6-496F-9890-D1F397BEF95B}" type="sibTrans" cxnId="{7F72117A-B10A-42E1-A5E3-36E4D571EEF3}">
      <dgm:prSet/>
      <dgm:spPr/>
      <dgm:t>
        <a:bodyPr/>
        <a:lstStyle/>
        <a:p>
          <a:endParaRPr lang="zh-CN" altLang="en-US">
            <a:latin typeface="+mj-lt"/>
            <a:ea typeface="黑体" panose="02010609060101010101" pitchFamily="49" charset="-122"/>
          </a:endParaRPr>
        </a:p>
      </dgm:t>
    </dgm:pt>
    <dgm:pt modelId="{4571A78E-D5C6-4606-B894-B639470034F4}">
      <dgm:prSet/>
      <dgm:spPr>
        <a:solidFill>
          <a:schemeClr val="accent1">
            <a:lumMod val="20000"/>
            <a:lumOff val="80000"/>
            <a:alpha val="90000"/>
          </a:schemeClr>
        </a:solidFill>
      </dgm:spPr>
      <dgm:t>
        <a:bodyPr/>
        <a:lstStyle/>
        <a:p>
          <a:pPr marL="177800" marR="0" indent="-82550" defTabSz="914400" rtl="0" eaLnBrk="1" fontAlgn="auto" latinLnBrk="0" hangingPunct="1">
            <a:lnSpc>
              <a:spcPct val="100000"/>
            </a:lnSpc>
            <a:spcBef>
              <a:spcPts val="0"/>
            </a:spcBef>
            <a:spcAft>
              <a:spcPts val="0"/>
            </a:spcAft>
            <a:buClrTx/>
            <a:buSzTx/>
            <a:buFontTx/>
            <a:buNone/>
            <a:tabLst/>
            <a:defRPr/>
          </a:pPr>
          <a:r>
            <a:rPr lang="zh-CN" altLang="en-US" dirty="0" smtClean="0">
              <a:latin typeface="+mj-lt"/>
              <a:ea typeface="黑体" panose="02010609060101010101" pitchFamily="49" charset="-122"/>
            </a:rPr>
            <a:t>由于置零操作对示值的正负不要求，因此</a:t>
          </a:r>
          <a:r>
            <a:rPr lang="zh-CN" dirty="0" smtClean="0">
              <a:latin typeface="+mj-lt"/>
              <a:ea typeface="黑体" panose="02010609060101010101" pitchFamily="49" charset="-122"/>
            </a:rPr>
            <a:t>在净重称量模式下不允许置零操作，防止通过改变</a:t>
          </a:r>
          <a:r>
            <a:rPr lang="zh-CN" altLang="en-US" dirty="0" smtClean="0">
              <a:latin typeface="+mj-lt"/>
              <a:ea typeface="黑体" panose="02010609060101010101" pitchFamily="49" charset="-122"/>
            </a:rPr>
            <a:t>部分</a:t>
          </a:r>
          <a:r>
            <a:rPr lang="zh-CN" dirty="0" smtClean="0">
              <a:latin typeface="+mj-lt"/>
              <a:ea typeface="黑体" panose="02010609060101010101" pitchFamily="49" charset="-122"/>
            </a:rPr>
            <a:t>皮重载荷实施欺诈性使用。</a:t>
          </a:r>
          <a:endParaRPr lang="zh-CN" dirty="0">
            <a:latin typeface="+mj-lt"/>
            <a:ea typeface="黑体" panose="02010609060101010101" pitchFamily="49" charset="-122"/>
          </a:endParaRPr>
        </a:p>
      </dgm:t>
    </dgm:pt>
    <dgm:pt modelId="{65DB17EA-E534-4DAC-98BE-2FE2EB69BE89}" type="parTrans" cxnId="{0220004A-240A-404F-8A5A-1F868FC697B5}">
      <dgm:prSet/>
      <dgm:spPr/>
      <dgm:t>
        <a:bodyPr/>
        <a:lstStyle/>
        <a:p>
          <a:endParaRPr lang="zh-CN" altLang="en-US">
            <a:latin typeface="+mj-lt"/>
            <a:ea typeface="黑体" panose="02010609060101010101" pitchFamily="49" charset="-122"/>
          </a:endParaRPr>
        </a:p>
      </dgm:t>
    </dgm:pt>
    <dgm:pt modelId="{1E2DB2D1-8F2F-4F38-B91C-DA86A1FFF6BD}" type="sibTrans" cxnId="{0220004A-240A-404F-8A5A-1F868FC697B5}">
      <dgm:prSet/>
      <dgm:spPr/>
      <dgm:t>
        <a:bodyPr/>
        <a:lstStyle/>
        <a:p>
          <a:endParaRPr lang="zh-CN" altLang="en-US">
            <a:latin typeface="+mj-lt"/>
            <a:ea typeface="黑体" panose="02010609060101010101" pitchFamily="49" charset="-122"/>
          </a:endParaRPr>
        </a:p>
      </dgm:t>
    </dgm:pt>
    <dgm:pt modelId="{94B71190-C993-465E-A056-619207C56A17}">
      <dgm:prSet/>
      <dgm:spPr>
        <a:solidFill>
          <a:schemeClr val="bg2"/>
        </a:solidFill>
      </dgm:spPr>
      <dgm:t>
        <a:bodyPr/>
        <a:lstStyle/>
        <a:p>
          <a:pPr rtl="0"/>
          <a:r>
            <a:rPr lang="zh-CN" b="1" baseline="0" smtClean="0">
              <a:latin typeface="+mj-lt"/>
              <a:ea typeface="黑体" panose="02010609060101010101" pitchFamily="49" charset="-122"/>
            </a:rPr>
            <a:t>自动置零装置：</a:t>
          </a:r>
          <a:endParaRPr lang="zh-CN">
            <a:latin typeface="+mj-lt"/>
            <a:ea typeface="黑体" panose="02010609060101010101" pitchFamily="49" charset="-122"/>
          </a:endParaRPr>
        </a:p>
      </dgm:t>
    </dgm:pt>
    <dgm:pt modelId="{E7C29C9F-D854-4E07-8066-03CF6A18E33D}" type="parTrans" cxnId="{C3970E01-C539-4963-A112-2E3ADF250487}">
      <dgm:prSet/>
      <dgm:spPr/>
      <dgm:t>
        <a:bodyPr/>
        <a:lstStyle/>
        <a:p>
          <a:endParaRPr lang="zh-CN" altLang="en-US">
            <a:latin typeface="+mj-lt"/>
            <a:ea typeface="黑体" panose="02010609060101010101" pitchFamily="49" charset="-122"/>
          </a:endParaRPr>
        </a:p>
      </dgm:t>
    </dgm:pt>
    <dgm:pt modelId="{B942CDDE-CD6E-4236-AA85-97F711644173}" type="sibTrans" cxnId="{C3970E01-C539-4963-A112-2E3ADF250487}">
      <dgm:prSet/>
      <dgm:spPr/>
      <dgm:t>
        <a:bodyPr/>
        <a:lstStyle/>
        <a:p>
          <a:endParaRPr lang="zh-CN" altLang="en-US">
            <a:latin typeface="+mj-lt"/>
            <a:ea typeface="黑体" panose="02010609060101010101" pitchFamily="49" charset="-122"/>
          </a:endParaRPr>
        </a:p>
      </dgm:t>
    </dgm:pt>
    <dgm:pt modelId="{11226DED-F1D6-4DAB-8C78-A70168953E3A}">
      <dgm:prSet/>
      <dgm:spPr>
        <a:solidFill>
          <a:schemeClr val="accent4">
            <a:lumMod val="20000"/>
            <a:lumOff val="80000"/>
            <a:alpha val="90000"/>
          </a:schemeClr>
        </a:solidFill>
      </dgm:spPr>
      <dgm:t>
        <a:bodyPr/>
        <a:lstStyle/>
        <a:p>
          <a:pPr rtl="0"/>
          <a:r>
            <a:rPr lang="zh-CN" smtClean="0">
              <a:latin typeface="+mj-lt"/>
              <a:ea typeface="黑体" panose="02010609060101010101" pitchFamily="49" charset="-122"/>
            </a:rPr>
            <a:t>自动装置不是必须的。</a:t>
          </a:r>
          <a:endParaRPr lang="zh-CN">
            <a:latin typeface="+mj-lt"/>
            <a:ea typeface="黑体" panose="02010609060101010101" pitchFamily="49" charset="-122"/>
          </a:endParaRPr>
        </a:p>
      </dgm:t>
    </dgm:pt>
    <dgm:pt modelId="{2704D6B0-E789-43B2-B86B-A819EDF5AA36}" type="parTrans" cxnId="{B272C7E3-25EE-436F-9530-D5794897725C}">
      <dgm:prSet/>
      <dgm:spPr/>
      <dgm:t>
        <a:bodyPr/>
        <a:lstStyle/>
        <a:p>
          <a:endParaRPr lang="zh-CN" altLang="en-US">
            <a:latin typeface="+mj-lt"/>
            <a:ea typeface="黑体" panose="02010609060101010101" pitchFamily="49" charset="-122"/>
          </a:endParaRPr>
        </a:p>
      </dgm:t>
    </dgm:pt>
    <dgm:pt modelId="{E7870ABE-05F1-4E47-953A-3904707CE70A}" type="sibTrans" cxnId="{B272C7E3-25EE-436F-9530-D5794897725C}">
      <dgm:prSet/>
      <dgm:spPr/>
      <dgm:t>
        <a:bodyPr/>
        <a:lstStyle/>
        <a:p>
          <a:endParaRPr lang="zh-CN" altLang="en-US">
            <a:latin typeface="+mj-lt"/>
            <a:ea typeface="黑体" panose="02010609060101010101" pitchFamily="49" charset="-122"/>
          </a:endParaRPr>
        </a:p>
      </dgm:t>
    </dgm:pt>
    <dgm:pt modelId="{D0D1082B-037A-410A-B692-0898857B0B26}">
      <dgm:prSet/>
      <dgm:spPr>
        <a:solidFill>
          <a:schemeClr val="accent4">
            <a:lumMod val="20000"/>
            <a:lumOff val="80000"/>
            <a:alpha val="90000"/>
          </a:schemeClr>
        </a:solidFill>
      </dgm:spPr>
      <dgm:t>
        <a:bodyPr/>
        <a:lstStyle/>
        <a:p>
          <a:pPr rtl="0"/>
          <a:r>
            <a:rPr lang="zh-CN" dirty="0" smtClean="0">
              <a:latin typeface="+mj-lt"/>
              <a:ea typeface="黑体" panose="02010609060101010101" pitchFamily="49" charset="-122"/>
            </a:rPr>
            <a:t>也不是初始自动置零，是指满足下列条件时，衡器自动产生一个置零命令实施置零：</a:t>
          </a:r>
          <a:endParaRPr lang="zh-CN" dirty="0">
            <a:latin typeface="+mj-lt"/>
            <a:ea typeface="黑体" panose="02010609060101010101" pitchFamily="49" charset="-122"/>
          </a:endParaRPr>
        </a:p>
      </dgm:t>
    </dgm:pt>
    <dgm:pt modelId="{1B1E0162-758D-4873-AB7C-B8766D6D1074}" type="parTrans" cxnId="{6CDFF084-8A5D-49B8-A8DB-4BCA6226215D}">
      <dgm:prSet/>
      <dgm:spPr/>
      <dgm:t>
        <a:bodyPr/>
        <a:lstStyle/>
        <a:p>
          <a:endParaRPr lang="zh-CN" altLang="en-US">
            <a:latin typeface="+mj-lt"/>
            <a:ea typeface="黑体" panose="02010609060101010101" pitchFamily="49" charset="-122"/>
          </a:endParaRPr>
        </a:p>
      </dgm:t>
    </dgm:pt>
    <dgm:pt modelId="{17F3C3E7-E8DC-40DC-8214-BB4E0068891D}" type="sibTrans" cxnId="{6CDFF084-8A5D-49B8-A8DB-4BCA6226215D}">
      <dgm:prSet/>
      <dgm:spPr/>
      <dgm:t>
        <a:bodyPr/>
        <a:lstStyle/>
        <a:p>
          <a:endParaRPr lang="zh-CN" altLang="en-US">
            <a:latin typeface="+mj-lt"/>
            <a:ea typeface="黑体" panose="02010609060101010101" pitchFamily="49" charset="-122"/>
          </a:endParaRPr>
        </a:p>
      </dgm:t>
    </dgm:pt>
    <dgm:pt modelId="{ABA4036E-94AA-427A-8709-3AB78206D525}">
      <dgm:prSet/>
      <dgm:spPr>
        <a:solidFill>
          <a:schemeClr val="accent4">
            <a:lumMod val="20000"/>
            <a:lumOff val="80000"/>
            <a:alpha val="90000"/>
          </a:schemeClr>
        </a:solidFill>
      </dgm:spPr>
      <dgm:t>
        <a:bodyPr/>
        <a:lstStyle/>
        <a:p>
          <a:pPr rtl="0"/>
          <a:r>
            <a:rPr lang="zh-CN" dirty="0" smtClean="0">
              <a:latin typeface="+mj-lt"/>
              <a:ea typeface="黑体" panose="02010609060101010101" pitchFamily="49" charset="-122"/>
            </a:rPr>
            <a:t>示值为负的毛重值</a:t>
          </a:r>
          <a:endParaRPr lang="zh-CN" dirty="0">
            <a:latin typeface="+mj-lt"/>
            <a:ea typeface="黑体" panose="02010609060101010101" pitchFamily="49" charset="-122"/>
          </a:endParaRPr>
        </a:p>
      </dgm:t>
    </dgm:pt>
    <dgm:pt modelId="{6F4D0AF0-39F0-4F31-90E1-638B5A605A6E}" type="parTrans" cxnId="{2DAD99ED-5896-40C9-93E3-292236C156BF}">
      <dgm:prSet/>
      <dgm:spPr/>
      <dgm:t>
        <a:bodyPr/>
        <a:lstStyle/>
        <a:p>
          <a:endParaRPr lang="zh-CN" altLang="en-US">
            <a:latin typeface="+mj-lt"/>
            <a:ea typeface="黑体" panose="02010609060101010101" pitchFamily="49" charset="-122"/>
          </a:endParaRPr>
        </a:p>
      </dgm:t>
    </dgm:pt>
    <dgm:pt modelId="{4B445B30-A339-400F-9B8C-F89BC440C5F1}" type="sibTrans" cxnId="{2DAD99ED-5896-40C9-93E3-292236C156BF}">
      <dgm:prSet/>
      <dgm:spPr/>
      <dgm:t>
        <a:bodyPr/>
        <a:lstStyle/>
        <a:p>
          <a:endParaRPr lang="zh-CN" altLang="en-US">
            <a:latin typeface="+mj-lt"/>
            <a:ea typeface="黑体" panose="02010609060101010101" pitchFamily="49" charset="-122"/>
          </a:endParaRPr>
        </a:p>
      </dgm:t>
    </dgm:pt>
    <dgm:pt modelId="{3C9C57DA-39F3-47FB-9B98-78B65A6873F8}">
      <dgm:prSet/>
      <dgm:spPr>
        <a:solidFill>
          <a:schemeClr val="accent4">
            <a:lumMod val="20000"/>
            <a:lumOff val="80000"/>
            <a:alpha val="90000"/>
          </a:schemeClr>
        </a:solidFill>
      </dgm:spPr>
      <dgm:t>
        <a:bodyPr/>
        <a:lstStyle/>
        <a:p>
          <a:pPr rtl="0"/>
          <a:r>
            <a:rPr lang="zh-CN" dirty="0" smtClean="0">
              <a:latin typeface="+mj-lt"/>
              <a:ea typeface="黑体" panose="02010609060101010101" pitchFamily="49" charset="-122"/>
            </a:rPr>
            <a:t>示值持续稳定</a:t>
          </a:r>
          <a:r>
            <a:rPr lang="en-US" dirty="0" smtClean="0">
              <a:latin typeface="+mj-lt"/>
              <a:ea typeface="黑体" panose="02010609060101010101" pitchFamily="49" charset="-122"/>
            </a:rPr>
            <a:t>5s</a:t>
          </a:r>
          <a:r>
            <a:rPr lang="zh-CN" dirty="0" smtClean="0">
              <a:latin typeface="+mj-lt"/>
              <a:ea typeface="黑体" panose="02010609060101010101" pitchFamily="49" charset="-122"/>
            </a:rPr>
            <a:t>以上</a:t>
          </a:r>
          <a:endParaRPr lang="zh-CN" dirty="0">
            <a:latin typeface="+mj-lt"/>
            <a:ea typeface="黑体" panose="02010609060101010101" pitchFamily="49" charset="-122"/>
          </a:endParaRPr>
        </a:p>
      </dgm:t>
    </dgm:pt>
    <dgm:pt modelId="{1BBD43D3-6368-4A2A-8C85-A3ED50A1EB67}" type="parTrans" cxnId="{E8115064-7BF6-45A8-96C8-9846D1CB24B1}">
      <dgm:prSet/>
      <dgm:spPr/>
      <dgm:t>
        <a:bodyPr/>
        <a:lstStyle/>
        <a:p>
          <a:endParaRPr lang="zh-CN" altLang="en-US">
            <a:latin typeface="+mj-lt"/>
            <a:ea typeface="黑体" panose="02010609060101010101" pitchFamily="49" charset="-122"/>
          </a:endParaRPr>
        </a:p>
      </dgm:t>
    </dgm:pt>
    <dgm:pt modelId="{CD9BC16D-5E4C-4114-8EAB-8B72568DD981}" type="sibTrans" cxnId="{E8115064-7BF6-45A8-96C8-9846D1CB24B1}">
      <dgm:prSet/>
      <dgm:spPr/>
      <dgm:t>
        <a:bodyPr/>
        <a:lstStyle/>
        <a:p>
          <a:endParaRPr lang="zh-CN" altLang="en-US">
            <a:latin typeface="+mj-lt"/>
            <a:ea typeface="黑体" panose="02010609060101010101" pitchFamily="49" charset="-122"/>
          </a:endParaRPr>
        </a:p>
      </dgm:t>
    </dgm:pt>
    <dgm:pt modelId="{5E597DD7-44B5-46C1-809B-47D9A4DBB489}">
      <dgm:prSet/>
      <dgm:spPr>
        <a:solidFill>
          <a:schemeClr val="accent4">
            <a:lumMod val="20000"/>
            <a:lumOff val="80000"/>
            <a:alpha val="90000"/>
          </a:schemeClr>
        </a:solidFill>
      </dgm:spPr>
      <dgm:t>
        <a:bodyPr/>
        <a:lstStyle/>
        <a:p>
          <a:pPr rtl="0"/>
          <a:r>
            <a:rPr lang="zh-CN" dirty="0" smtClean="0">
              <a:latin typeface="+mj-lt"/>
              <a:ea typeface="黑体" panose="02010609060101010101" pitchFamily="49" charset="-122"/>
            </a:rPr>
            <a:t>衡器处于平衡稳定</a:t>
          </a:r>
          <a:endParaRPr lang="zh-CN" dirty="0">
            <a:latin typeface="+mj-lt"/>
            <a:ea typeface="黑体" panose="02010609060101010101" pitchFamily="49" charset="-122"/>
          </a:endParaRPr>
        </a:p>
      </dgm:t>
    </dgm:pt>
    <dgm:pt modelId="{0E0B2146-5AAE-4B3C-8EAB-C2E3754B138F}" type="parTrans" cxnId="{1C5AF595-9058-47DE-80F8-6DC0A54CAA0D}">
      <dgm:prSet/>
      <dgm:spPr/>
      <dgm:t>
        <a:bodyPr/>
        <a:lstStyle/>
        <a:p>
          <a:endParaRPr lang="zh-CN" altLang="en-US"/>
        </a:p>
      </dgm:t>
    </dgm:pt>
    <dgm:pt modelId="{BAC33A73-3AF8-415C-9260-08C806336B1F}" type="sibTrans" cxnId="{1C5AF595-9058-47DE-80F8-6DC0A54CAA0D}">
      <dgm:prSet/>
      <dgm:spPr/>
      <dgm:t>
        <a:bodyPr/>
        <a:lstStyle/>
        <a:p>
          <a:endParaRPr lang="zh-CN" altLang="en-US"/>
        </a:p>
      </dgm:t>
    </dgm:pt>
    <dgm:pt modelId="{5001B61A-0E50-4033-A0C1-9F0507515AA3}" type="pres">
      <dgm:prSet presAssocID="{43689C41-C709-422A-9208-599050D64D32}" presName="Name0" presStyleCnt="0">
        <dgm:presLayoutVars>
          <dgm:dir/>
          <dgm:animLvl val="lvl"/>
          <dgm:resizeHandles val="exact"/>
        </dgm:presLayoutVars>
      </dgm:prSet>
      <dgm:spPr/>
      <dgm:t>
        <a:bodyPr/>
        <a:lstStyle/>
        <a:p>
          <a:endParaRPr lang="zh-CN" altLang="en-US"/>
        </a:p>
      </dgm:t>
    </dgm:pt>
    <dgm:pt modelId="{2EE3823D-F526-489A-BEED-6B874763BD18}" type="pres">
      <dgm:prSet presAssocID="{CADE8645-EDE8-419C-9DD1-0EE3C9E6634F}" presName="composite" presStyleCnt="0"/>
      <dgm:spPr/>
    </dgm:pt>
    <dgm:pt modelId="{7D925399-3A46-4D9F-9981-9437D3B03C6C}" type="pres">
      <dgm:prSet presAssocID="{CADE8645-EDE8-419C-9DD1-0EE3C9E6634F}" presName="parTx" presStyleLbl="alignNode1" presStyleIdx="0" presStyleCnt="3">
        <dgm:presLayoutVars>
          <dgm:chMax val="0"/>
          <dgm:chPref val="0"/>
          <dgm:bulletEnabled val="1"/>
        </dgm:presLayoutVars>
      </dgm:prSet>
      <dgm:spPr/>
      <dgm:t>
        <a:bodyPr/>
        <a:lstStyle/>
        <a:p>
          <a:endParaRPr lang="zh-CN" altLang="en-US"/>
        </a:p>
      </dgm:t>
    </dgm:pt>
    <dgm:pt modelId="{D9A48EC0-44F0-4645-836B-1C6E24CB784F}" type="pres">
      <dgm:prSet presAssocID="{CADE8645-EDE8-419C-9DD1-0EE3C9E6634F}" presName="desTx" presStyleLbl="alignAccFollowNode1" presStyleIdx="0" presStyleCnt="3">
        <dgm:presLayoutVars>
          <dgm:bulletEnabled val="1"/>
        </dgm:presLayoutVars>
      </dgm:prSet>
      <dgm:spPr/>
      <dgm:t>
        <a:bodyPr/>
        <a:lstStyle/>
        <a:p>
          <a:endParaRPr lang="zh-CN" altLang="en-US"/>
        </a:p>
      </dgm:t>
    </dgm:pt>
    <dgm:pt modelId="{9691396A-2D26-466A-971A-0CABCD0B122F}" type="pres">
      <dgm:prSet presAssocID="{3F22A02E-B43A-4E33-BECC-BF7B1639D6E2}" presName="space" presStyleCnt="0"/>
      <dgm:spPr/>
    </dgm:pt>
    <dgm:pt modelId="{DF71475F-F281-47EF-9E46-50FC7390F27B}" type="pres">
      <dgm:prSet presAssocID="{E59F32CF-FD56-45FC-B1B7-65D9780D4B49}" presName="composite" presStyleCnt="0"/>
      <dgm:spPr/>
    </dgm:pt>
    <dgm:pt modelId="{CBE897E5-0DF0-44B0-B904-9EDC8A1D3B95}" type="pres">
      <dgm:prSet presAssocID="{E59F32CF-FD56-45FC-B1B7-65D9780D4B49}" presName="parTx" presStyleLbl="alignNode1" presStyleIdx="1" presStyleCnt="3">
        <dgm:presLayoutVars>
          <dgm:chMax val="0"/>
          <dgm:chPref val="0"/>
          <dgm:bulletEnabled val="1"/>
        </dgm:presLayoutVars>
      </dgm:prSet>
      <dgm:spPr/>
      <dgm:t>
        <a:bodyPr/>
        <a:lstStyle/>
        <a:p>
          <a:endParaRPr lang="zh-CN" altLang="en-US"/>
        </a:p>
      </dgm:t>
    </dgm:pt>
    <dgm:pt modelId="{83612BBD-2B75-4E36-8A13-696D8CECF2E5}" type="pres">
      <dgm:prSet presAssocID="{E59F32CF-FD56-45FC-B1B7-65D9780D4B49}" presName="desTx" presStyleLbl="alignAccFollowNode1" presStyleIdx="1" presStyleCnt="3">
        <dgm:presLayoutVars>
          <dgm:bulletEnabled val="1"/>
        </dgm:presLayoutVars>
      </dgm:prSet>
      <dgm:spPr/>
      <dgm:t>
        <a:bodyPr/>
        <a:lstStyle/>
        <a:p>
          <a:endParaRPr lang="zh-CN" altLang="en-US"/>
        </a:p>
      </dgm:t>
    </dgm:pt>
    <dgm:pt modelId="{5B5C87EB-04E7-48EA-89F9-A138F8DF43D1}" type="pres">
      <dgm:prSet presAssocID="{74BC82B6-E053-422B-9A43-0B03F33D8BF8}" presName="space" presStyleCnt="0"/>
      <dgm:spPr/>
    </dgm:pt>
    <dgm:pt modelId="{EDF2F775-92DE-466A-818E-FEBDAFF637ED}" type="pres">
      <dgm:prSet presAssocID="{94B71190-C993-465E-A056-619207C56A17}" presName="composite" presStyleCnt="0"/>
      <dgm:spPr/>
    </dgm:pt>
    <dgm:pt modelId="{3CD0C912-B942-45C1-BD09-B1C58B000BE2}" type="pres">
      <dgm:prSet presAssocID="{94B71190-C993-465E-A056-619207C56A17}" presName="parTx" presStyleLbl="alignNode1" presStyleIdx="2" presStyleCnt="3">
        <dgm:presLayoutVars>
          <dgm:chMax val="0"/>
          <dgm:chPref val="0"/>
          <dgm:bulletEnabled val="1"/>
        </dgm:presLayoutVars>
      </dgm:prSet>
      <dgm:spPr/>
      <dgm:t>
        <a:bodyPr/>
        <a:lstStyle/>
        <a:p>
          <a:endParaRPr lang="zh-CN" altLang="en-US"/>
        </a:p>
      </dgm:t>
    </dgm:pt>
    <dgm:pt modelId="{CF733C26-EECC-4F76-815C-C1D099BF9CE9}" type="pres">
      <dgm:prSet presAssocID="{94B71190-C993-465E-A056-619207C56A17}" presName="desTx" presStyleLbl="alignAccFollowNode1" presStyleIdx="2" presStyleCnt="3">
        <dgm:presLayoutVars>
          <dgm:bulletEnabled val="1"/>
        </dgm:presLayoutVars>
      </dgm:prSet>
      <dgm:spPr/>
      <dgm:t>
        <a:bodyPr/>
        <a:lstStyle/>
        <a:p>
          <a:endParaRPr lang="zh-CN" altLang="en-US"/>
        </a:p>
      </dgm:t>
    </dgm:pt>
  </dgm:ptLst>
  <dgm:cxnLst>
    <dgm:cxn modelId="{51F90795-51FB-46CA-8D76-00A537E0861A}" type="presOf" srcId="{B076A194-7C60-4E3B-B30B-6FFBB131698E}" destId="{83612BBD-2B75-4E36-8A13-696D8CECF2E5}" srcOrd="0" destOrd="0" presId="urn:microsoft.com/office/officeart/2005/8/layout/hList1"/>
    <dgm:cxn modelId="{0220004A-240A-404F-8A5A-1F868FC697B5}" srcId="{E59F32CF-FD56-45FC-B1B7-65D9780D4B49}" destId="{4571A78E-D5C6-4606-B894-B639470034F4}" srcOrd="2" destOrd="0" parTransId="{65DB17EA-E534-4DAC-98BE-2FE2EB69BE89}" sibTransId="{1E2DB2D1-8F2F-4F38-B91C-DA86A1FFF6BD}"/>
    <dgm:cxn modelId="{33EBACA2-350F-412B-83B3-3268EA9C1E0D}" type="presOf" srcId="{FD50466A-9A7D-4800-9D5E-8CABE74B72ED}" destId="{D9A48EC0-44F0-4645-836B-1C6E24CB784F}" srcOrd="0" destOrd="2" presId="urn:microsoft.com/office/officeart/2005/8/layout/hList1"/>
    <dgm:cxn modelId="{2DAD99ED-5896-40C9-93E3-292236C156BF}" srcId="{94B71190-C993-465E-A056-619207C56A17}" destId="{ABA4036E-94AA-427A-8709-3AB78206D525}" srcOrd="3" destOrd="0" parTransId="{6F4D0AF0-39F0-4F31-90E1-638B5A605A6E}" sibTransId="{4B445B30-A339-400F-9B8C-F89BC440C5F1}"/>
    <dgm:cxn modelId="{E8115064-7BF6-45A8-96C8-9846D1CB24B1}" srcId="{94B71190-C993-465E-A056-619207C56A17}" destId="{3C9C57DA-39F3-47FB-9B98-78B65A6873F8}" srcOrd="4" destOrd="0" parTransId="{1BBD43D3-6368-4A2A-8C85-A3ED50A1EB67}" sibTransId="{CD9BC16D-5E4C-4114-8EAB-8B72568DD981}"/>
    <dgm:cxn modelId="{1C5AF595-9058-47DE-80F8-6DC0A54CAA0D}" srcId="{94B71190-C993-465E-A056-619207C56A17}" destId="{5E597DD7-44B5-46C1-809B-47D9A4DBB489}" srcOrd="2" destOrd="0" parTransId="{0E0B2146-5AAE-4B3C-8EAB-C2E3754B138F}" sibTransId="{BAC33A73-3AF8-415C-9260-08C806336B1F}"/>
    <dgm:cxn modelId="{C3970E01-C539-4963-A112-2E3ADF250487}" srcId="{43689C41-C709-422A-9208-599050D64D32}" destId="{94B71190-C993-465E-A056-619207C56A17}" srcOrd="2" destOrd="0" parTransId="{E7C29C9F-D854-4E07-8066-03CF6A18E33D}" sibTransId="{B942CDDE-CD6E-4236-AA85-97F711644173}"/>
    <dgm:cxn modelId="{949FD49E-078F-4291-8C88-7AF0AA17793A}" srcId="{CADE8645-EDE8-419C-9DD1-0EE3C9E6634F}" destId="{B2068008-2797-49F9-8B0E-1C91E9B326D2}" srcOrd="1" destOrd="0" parTransId="{851C0459-4936-4395-AE1A-7B0BA134B6DB}" sibTransId="{D52F432A-5AA2-43BA-AEA9-3A34FA32409B}"/>
    <dgm:cxn modelId="{18AEB269-F77C-4064-B3BB-01CCC118F4E8}" srcId="{43689C41-C709-422A-9208-599050D64D32}" destId="{CADE8645-EDE8-419C-9DD1-0EE3C9E6634F}" srcOrd="0" destOrd="0" parTransId="{A96421E6-6975-4593-B7A2-04793D51839A}" sibTransId="{3F22A02E-B43A-4E33-BECC-BF7B1639D6E2}"/>
    <dgm:cxn modelId="{ABF6D0EA-5E97-4A45-A4B6-2C764D5E497E}" srcId="{CADE8645-EDE8-419C-9DD1-0EE3C9E6634F}" destId="{FD50466A-9A7D-4800-9D5E-8CABE74B72ED}" srcOrd="2" destOrd="0" parTransId="{87655064-6D63-45ED-BFC7-DB8C2C492280}" sibTransId="{8A70AEF0-59CB-45EC-A12D-9D9C3ED1D87C}"/>
    <dgm:cxn modelId="{29AA3605-B911-4085-BA81-2F94034AAFDF}" type="presOf" srcId="{D0C43DED-1837-4183-ABDC-5B4D39934BB6}" destId="{83612BBD-2B75-4E36-8A13-696D8CECF2E5}" srcOrd="0" destOrd="1" presId="urn:microsoft.com/office/officeart/2005/8/layout/hList1"/>
    <dgm:cxn modelId="{46D8DF94-236F-4FF4-BF1F-0ADCE9CF7E0E}" type="presOf" srcId="{D0D1082B-037A-410A-B692-0898857B0B26}" destId="{CF733C26-EECC-4F76-815C-C1D099BF9CE9}" srcOrd="0" destOrd="1" presId="urn:microsoft.com/office/officeart/2005/8/layout/hList1"/>
    <dgm:cxn modelId="{BD5F233E-D20E-465C-8D91-66FB458B2E85}" type="presOf" srcId="{5E597DD7-44B5-46C1-809B-47D9A4DBB489}" destId="{CF733C26-EECC-4F76-815C-C1D099BF9CE9}" srcOrd="0" destOrd="2" presId="urn:microsoft.com/office/officeart/2005/8/layout/hList1"/>
    <dgm:cxn modelId="{1AFC18DA-B64F-4C3D-8C1D-D11EE3ED076F}" type="presOf" srcId="{94B71190-C993-465E-A056-619207C56A17}" destId="{3CD0C912-B942-45C1-BD09-B1C58B000BE2}" srcOrd="0" destOrd="0" presId="urn:microsoft.com/office/officeart/2005/8/layout/hList1"/>
    <dgm:cxn modelId="{FE2516E2-B068-4293-9AF3-67D6532A59A9}" srcId="{43689C41-C709-422A-9208-599050D64D32}" destId="{E59F32CF-FD56-45FC-B1B7-65D9780D4B49}" srcOrd="1" destOrd="0" parTransId="{AE4EFFB9-7D81-4D1A-B7AD-95B6674940D7}" sibTransId="{74BC82B6-E053-422B-9A43-0B03F33D8BF8}"/>
    <dgm:cxn modelId="{7F72117A-B10A-42E1-A5E3-36E4D571EEF3}" srcId="{E59F32CF-FD56-45FC-B1B7-65D9780D4B49}" destId="{D0C43DED-1837-4183-ABDC-5B4D39934BB6}" srcOrd="1" destOrd="0" parTransId="{1E0A70D8-88E2-4B8D-BDD6-78CF6F7534C4}" sibTransId="{6B633A11-F3B6-496F-9890-D1F397BEF95B}"/>
    <dgm:cxn modelId="{76167023-9205-494F-9932-50BEEA72524F}" type="presOf" srcId="{11226DED-F1D6-4DAB-8C78-A70168953E3A}" destId="{CF733C26-EECC-4F76-815C-C1D099BF9CE9}" srcOrd="0" destOrd="0" presId="urn:microsoft.com/office/officeart/2005/8/layout/hList1"/>
    <dgm:cxn modelId="{B9719ED9-2171-4FCD-8CB8-7FE7D53B9608}" type="presOf" srcId="{4571A78E-D5C6-4606-B894-B639470034F4}" destId="{83612BBD-2B75-4E36-8A13-696D8CECF2E5}" srcOrd="0" destOrd="2" presId="urn:microsoft.com/office/officeart/2005/8/layout/hList1"/>
    <dgm:cxn modelId="{55DD466B-6E6D-4945-B648-5C7A5D67A9AE}" type="presOf" srcId="{E59F32CF-FD56-45FC-B1B7-65D9780D4B49}" destId="{CBE897E5-0DF0-44B0-B904-9EDC8A1D3B95}" srcOrd="0" destOrd="0" presId="urn:microsoft.com/office/officeart/2005/8/layout/hList1"/>
    <dgm:cxn modelId="{7A6BBD4B-B11E-49DD-BB08-CB8123E1F55E}" type="presOf" srcId="{CADE8645-EDE8-419C-9DD1-0EE3C9E6634F}" destId="{7D925399-3A46-4D9F-9981-9437D3B03C6C}" srcOrd="0" destOrd="0" presId="urn:microsoft.com/office/officeart/2005/8/layout/hList1"/>
    <dgm:cxn modelId="{45EE0B2D-57E8-4C1D-9757-E0F258A03825}" srcId="{CADE8645-EDE8-419C-9DD1-0EE3C9E6634F}" destId="{CFBA56EF-2FFB-445E-B68D-472504BB0CB7}" srcOrd="0" destOrd="0" parTransId="{CF46C7B7-D299-4EA9-88C8-A89CB17C21E5}" sibTransId="{785666CE-55E3-4086-8211-5E075C286534}"/>
    <dgm:cxn modelId="{4E646601-7DDC-4A2F-B774-73E2A6572D33}" type="presOf" srcId="{3C9C57DA-39F3-47FB-9B98-78B65A6873F8}" destId="{CF733C26-EECC-4F76-815C-C1D099BF9CE9}" srcOrd="0" destOrd="4" presId="urn:microsoft.com/office/officeart/2005/8/layout/hList1"/>
    <dgm:cxn modelId="{EEDA24A7-F229-4614-941F-000D5D4478D9}" type="presOf" srcId="{43689C41-C709-422A-9208-599050D64D32}" destId="{5001B61A-0E50-4033-A0C1-9F0507515AA3}" srcOrd="0" destOrd="0" presId="urn:microsoft.com/office/officeart/2005/8/layout/hList1"/>
    <dgm:cxn modelId="{CA6C0AE2-4C7D-455E-9346-57A391B9C296}" type="presOf" srcId="{B2068008-2797-49F9-8B0E-1C91E9B326D2}" destId="{D9A48EC0-44F0-4645-836B-1C6E24CB784F}" srcOrd="0" destOrd="1" presId="urn:microsoft.com/office/officeart/2005/8/layout/hList1"/>
    <dgm:cxn modelId="{B5370BD3-E609-4F05-AF9E-17BE51C3A8D3}" type="presOf" srcId="{ABA4036E-94AA-427A-8709-3AB78206D525}" destId="{CF733C26-EECC-4F76-815C-C1D099BF9CE9}" srcOrd="0" destOrd="3" presId="urn:microsoft.com/office/officeart/2005/8/layout/hList1"/>
    <dgm:cxn modelId="{E3FD7658-5747-49ED-8511-BD7812BBC806}" srcId="{E59F32CF-FD56-45FC-B1B7-65D9780D4B49}" destId="{B076A194-7C60-4E3B-B30B-6FFBB131698E}" srcOrd="0" destOrd="0" parTransId="{CA522AA2-4B28-4F4D-8E14-B0E592F07B65}" sibTransId="{62FDC86D-1F37-4640-80BF-FBF9A9727311}"/>
    <dgm:cxn modelId="{6CDFF084-8A5D-49B8-A8DB-4BCA6226215D}" srcId="{94B71190-C993-465E-A056-619207C56A17}" destId="{D0D1082B-037A-410A-B692-0898857B0B26}" srcOrd="1" destOrd="0" parTransId="{1B1E0162-758D-4873-AB7C-B8766D6D1074}" sibTransId="{17F3C3E7-E8DC-40DC-8214-BB4E0068891D}"/>
    <dgm:cxn modelId="{B272C7E3-25EE-436F-9530-D5794897725C}" srcId="{94B71190-C993-465E-A056-619207C56A17}" destId="{11226DED-F1D6-4DAB-8C78-A70168953E3A}" srcOrd="0" destOrd="0" parTransId="{2704D6B0-E789-43B2-B86B-A819EDF5AA36}" sibTransId="{E7870ABE-05F1-4E47-953A-3904707CE70A}"/>
    <dgm:cxn modelId="{3053B7F4-7626-4079-A228-C5A67EC81117}" type="presOf" srcId="{CFBA56EF-2FFB-445E-B68D-472504BB0CB7}" destId="{D9A48EC0-44F0-4645-836B-1C6E24CB784F}" srcOrd="0" destOrd="0" presId="urn:microsoft.com/office/officeart/2005/8/layout/hList1"/>
    <dgm:cxn modelId="{3E88629B-20AF-4612-BBDA-EB9E4A2563DA}" type="presParOf" srcId="{5001B61A-0E50-4033-A0C1-9F0507515AA3}" destId="{2EE3823D-F526-489A-BEED-6B874763BD18}" srcOrd="0" destOrd="0" presId="urn:microsoft.com/office/officeart/2005/8/layout/hList1"/>
    <dgm:cxn modelId="{670B26D0-EADA-4C12-836E-E57C99F2D0A8}" type="presParOf" srcId="{2EE3823D-F526-489A-BEED-6B874763BD18}" destId="{7D925399-3A46-4D9F-9981-9437D3B03C6C}" srcOrd="0" destOrd="0" presId="urn:microsoft.com/office/officeart/2005/8/layout/hList1"/>
    <dgm:cxn modelId="{AF6CCF1C-D1F8-4DFB-9DB9-2DFF8CD5DB18}" type="presParOf" srcId="{2EE3823D-F526-489A-BEED-6B874763BD18}" destId="{D9A48EC0-44F0-4645-836B-1C6E24CB784F}" srcOrd="1" destOrd="0" presId="urn:microsoft.com/office/officeart/2005/8/layout/hList1"/>
    <dgm:cxn modelId="{1B6FF157-B303-405D-89C5-AC5ADFA439E4}" type="presParOf" srcId="{5001B61A-0E50-4033-A0C1-9F0507515AA3}" destId="{9691396A-2D26-466A-971A-0CABCD0B122F}" srcOrd="1" destOrd="0" presId="urn:microsoft.com/office/officeart/2005/8/layout/hList1"/>
    <dgm:cxn modelId="{2945C735-0B3E-4861-9B13-CA5118BE9D64}" type="presParOf" srcId="{5001B61A-0E50-4033-A0C1-9F0507515AA3}" destId="{DF71475F-F281-47EF-9E46-50FC7390F27B}" srcOrd="2" destOrd="0" presId="urn:microsoft.com/office/officeart/2005/8/layout/hList1"/>
    <dgm:cxn modelId="{73825378-3767-4137-A19C-89CE64C598AC}" type="presParOf" srcId="{DF71475F-F281-47EF-9E46-50FC7390F27B}" destId="{CBE897E5-0DF0-44B0-B904-9EDC8A1D3B95}" srcOrd="0" destOrd="0" presId="urn:microsoft.com/office/officeart/2005/8/layout/hList1"/>
    <dgm:cxn modelId="{14AEB624-D0F8-4238-A478-ECA1B8AEDC55}" type="presParOf" srcId="{DF71475F-F281-47EF-9E46-50FC7390F27B}" destId="{83612BBD-2B75-4E36-8A13-696D8CECF2E5}" srcOrd="1" destOrd="0" presId="urn:microsoft.com/office/officeart/2005/8/layout/hList1"/>
    <dgm:cxn modelId="{FFE822C3-832F-4317-A8B3-CD9268AC901B}" type="presParOf" srcId="{5001B61A-0E50-4033-A0C1-9F0507515AA3}" destId="{5B5C87EB-04E7-48EA-89F9-A138F8DF43D1}" srcOrd="3" destOrd="0" presId="urn:microsoft.com/office/officeart/2005/8/layout/hList1"/>
    <dgm:cxn modelId="{1C22441E-0B27-4DBD-935C-4CAE0998319B}" type="presParOf" srcId="{5001B61A-0E50-4033-A0C1-9F0507515AA3}" destId="{EDF2F775-92DE-466A-818E-FEBDAFF637ED}" srcOrd="4" destOrd="0" presId="urn:microsoft.com/office/officeart/2005/8/layout/hList1"/>
    <dgm:cxn modelId="{2B371C29-C081-4E61-AAED-AB0E0EFB0395}" type="presParOf" srcId="{EDF2F775-92DE-466A-818E-FEBDAFF637ED}" destId="{3CD0C912-B942-45C1-BD09-B1C58B000BE2}" srcOrd="0" destOrd="0" presId="urn:microsoft.com/office/officeart/2005/8/layout/hList1"/>
    <dgm:cxn modelId="{60126D01-02B9-4C09-B2C1-C776FD9A503E}" type="presParOf" srcId="{EDF2F775-92DE-466A-818E-FEBDAFF637ED}" destId="{CF733C26-EECC-4F76-815C-C1D099BF9CE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75A91B7A-95CC-46B6-8C78-D89A89D3BA3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A3A0C7D1-BA20-4E5D-BE45-2BF202B03634}">
      <dgm:prSet custT="1"/>
      <dgm:spPr>
        <a:solidFill>
          <a:schemeClr val="accent2"/>
        </a:solidFill>
      </dgm:spPr>
      <dgm:t>
        <a:bodyPr/>
        <a:lstStyle/>
        <a:p>
          <a:pPr rtl="0"/>
          <a:r>
            <a:rPr lang="zh-CN" altLang="en-US" sz="1800" b="1" baseline="0" dirty="0" smtClean="0">
              <a:latin typeface="黑体" panose="02010609060101010101" pitchFamily="49" charset="-122"/>
              <a:ea typeface="黑体" panose="02010609060101010101" pitchFamily="49" charset="-122"/>
            </a:rPr>
            <a:t>运行指示：</a:t>
          </a:r>
          <a:endParaRPr lang="zh-CN" altLang="en-US" sz="1800" dirty="0">
            <a:latin typeface="黑体" panose="02010609060101010101" pitchFamily="49" charset="-122"/>
            <a:ea typeface="黑体" panose="02010609060101010101" pitchFamily="49" charset="-122"/>
          </a:endParaRPr>
        </a:p>
      </dgm:t>
    </dgm:pt>
    <dgm:pt modelId="{B4F213F5-003A-49B0-BCFB-00401E05F3A4}" type="parTrans" cxnId="{6BF4F98D-F4C0-46B9-86A3-65DF78437F13}">
      <dgm:prSet/>
      <dgm:spPr/>
      <dgm:t>
        <a:bodyPr/>
        <a:lstStyle/>
        <a:p>
          <a:endParaRPr lang="zh-CN" altLang="en-US">
            <a:latin typeface="黑体" panose="02010609060101010101" pitchFamily="49" charset="-122"/>
            <a:ea typeface="黑体" panose="02010609060101010101" pitchFamily="49" charset="-122"/>
          </a:endParaRPr>
        </a:p>
      </dgm:t>
    </dgm:pt>
    <dgm:pt modelId="{BD9BDB38-B7DD-4437-A1EA-A47E33FC6A3B}" type="sibTrans" cxnId="{6BF4F98D-F4C0-46B9-86A3-65DF78437F13}">
      <dgm:prSet/>
      <dgm:spPr/>
      <dgm:t>
        <a:bodyPr/>
        <a:lstStyle/>
        <a:p>
          <a:endParaRPr lang="zh-CN" altLang="en-US">
            <a:latin typeface="黑体" panose="02010609060101010101" pitchFamily="49" charset="-122"/>
            <a:ea typeface="黑体" panose="02010609060101010101" pitchFamily="49" charset="-122"/>
          </a:endParaRPr>
        </a:p>
      </dgm:t>
    </dgm:pt>
    <dgm:pt modelId="{FB60B4BC-9002-48F2-837A-5BEC65CE8220}">
      <dgm:prSet/>
      <dgm:spPr>
        <a:solidFill>
          <a:schemeClr val="bg2">
            <a:lumMod val="20000"/>
            <a:lumOff val="80000"/>
            <a:alpha val="90000"/>
          </a:schemeClr>
        </a:solidFill>
      </dgm:spPr>
      <dgm:t>
        <a:bodyPr/>
        <a:lstStyle/>
        <a:p>
          <a:pPr rtl="0"/>
          <a:r>
            <a:rPr lang="zh-CN" smtClean="0">
              <a:latin typeface="黑体" panose="02010609060101010101" pitchFamily="49" charset="-122"/>
              <a:ea typeface="黑体" panose="02010609060101010101" pitchFamily="49" charset="-122"/>
            </a:rPr>
            <a:t>除皮操作后衡器应明显指示处于净重称量模式，通常使用“</a:t>
          </a:r>
          <a:r>
            <a:rPr lang="en-US" smtClean="0">
              <a:latin typeface="黑体" panose="02010609060101010101" pitchFamily="49" charset="-122"/>
              <a:ea typeface="黑体" panose="02010609060101010101" pitchFamily="49" charset="-122"/>
            </a:rPr>
            <a:t>NET</a:t>
          </a:r>
          <a:r>
            <a:rPr lang="zh-CN" smtClean="0">
              <a:latin typeface="黑体" panose="02010609060101010101" pitchFamily="49" charset="-122"/>
              <a:ea typeface="黑体" panose="02010609060101010101" pitchFamily="49" charset="-122"/>
            </a:rPr>
            <a:t>”表示净重称量。</a:t>
          </a:r>
          <a:endParaRPr lang="zh-CN">
            <a:latin typeface="黑体" panose="02010609060101010101" pitchFamily="49" charset="-122"/>
            <a:ea typeface="黑体" panose="02010609060101010101" pitchFamily="49" charset="-122"/>
          </a:endParaRPr>
        </a:p>
      </dgm:t>
    </dgm:pt>
    <dgm:pt modelId="{CFBA254B-AB12-4D3F-9501-A6B104B81B15}" type="parTrans" cxnId="{89DC6C94-EF89-4B7A-B7B7-174D78FCF67A}">
      <dgm:prSet/>
      <dgm:spPr/>
      <dgm:t>
        <a:bodyPr/>
        <a:lstStyle/>
        <a:p>
          <a:endParaRPr lang="zh-CN" altLang="en-US">
            <a:latin typeface="黑体" panose="02010609060101010101" pitchFamily="49" charset="-122"/>
            <a:ea typeface="黑体" panose="02010609060101010101" pitchFamily="49" charset="-122"/>
          </a:endParaRPr>
        </a:p>
      </dgm:t>
    </dgm:pt>
    <dgm:pt modelId="{8DF2D137-1986-4E99-94A4-17587EFBAF68}" type="sibTrans" cxnId="{89DC6C94-EF89-4B7A-B7B7-174D78FCF67A}">
      <dgm:prSet/>
      <dgm:spPr/>
      <dgm:t>
        <a:bodyPr/>
        <a:lstStyle/>
        <a:p>
          <a:endParaRPr lang="zh-CN" altLang="en-US">
            <a:latin typeface="黑体" panose="02010609060101010101" pitchFamily="49" charset="-122"/>
            <a:ea typeface="黑体" panose="02010609060101010101" pitchFamily="49" charset="-122"/>
          </a:endParaRPr>
        </a:p>
      </dgm:t>
    </dgm:pt>
    <dgm:pt modelId="{16659497-19DF-4EFE-AF50-0CE79E0865AC}">
      <dgm:prSet/>
      <dgm:spPr>
        <a:solidFill>
          <a:schemeClr val="bg2">
            <a:lumMod val="20000"/>
            <a:lumOff val="80000"/>
            <a:alpha val="90000"/>
          </a:schemeClr>
        </a:solidFill>
      </dgm:spPr>
      <dgm:t>
        <a:bodyPr/>
        <a:lstStyle/>
        <a:p>
          <a:pPr rtl="0"/>
          <a:r>
            <a:rPr lang="en-US" dirty="0" smtClean="0">
              <a:latin typeface="黑体" panose="02010609060101010101" pitchFamily="49" charset="-122"/>
              <a:ea typeface="黑体" panose="02010609060101010101" pitchFamily="49" charset="-122"/>
            </a:rPr>
            <a:t>NET</a:t>
          </a:r>
          <a:r>
            <a:rPr lang="zh-CN" dirty="0" smtClean="0">
              <a:latin typeface="黑体" panose="02010609060101010101" pitchFamily="49" charset="-122"/>
              <a:ea typeface="黑体" panose="02010609060101010101" pitchFamily="49" charset="-122"/>
            </a:rPr>
            <a:t>可以用</a:t>
          </a:r>
          <a:r>
            <a:rPr lang="zh-CN" altLang="en-US" dirty="0" smtClean="0">
              <a:latin typeface="黑体" panose="02010609060101010101" pitchFamily="49" charset="-122"/>
              <a:ea typeface="黑体" panose="02010609060101010101" pitchFamily="49" charset="-122"/>
            </a:rPr>
            <a:t>“</a:t>
          </a:r>
          <a:r>
            <a:rPr lang="en-US" dirty="0" smtClean="0">
              <a:latin typeface="黑体" panose="02010609060101010101" pitchFamily="49" charset="-122"/>
              <a:ea typeface="黑体" panose="02010609060101010101" pitchFamily="49" charset="-122"/>
            </a:rPr>
            <a:t>Net</a:t>
          </a:r>
          <a:r>
            <a:rPr lang="zh-CN" altLang="en-US" dirty="0" smtClean="0">
              <a:latin typeface="黑体" panose="02010609060101010101" pitchFamily="49" charset="-122"/>
              <a:ea typeface="黑体" panose="02010609060101010101" pitchFamily="49" charset="-122"/>
            </a:rPr>
            <a:t>”</a:t>
          </a:r>
          <a:r>
            <a:rPr lang="zh-CN" dirty="0" smtClean="0">
              <a:latin typeface="黑体" panose="02010609060101010101" pitchFamily="49" charset="-122"/>
              <a:ea typeface="黑体" panose="02010609060101010101" pitchFamily="49" charset="-122"/>
            </a:rPr>
            <a:t>，</a:t>
          </a:r>
          <a:r>
            <a:rPr lang="zh-CN" altLang="en-US" dirty="0" smtClean="0">
              <a:latin typeface="黑体" panose="02010609060101010101" pitchFamily="49" charset="-122"/>
              <a:ea typeface="黑体" panose="02010609060101010101" pitchFamily="49" charset="-122"/>
            </a:rPr>
            <a:t>“</a:t>
          </a:r>
          <a:r>
            <a:rPr lang="en-US" dirty="0" smtClean="0">
              <a:latin typeface="黑体" panose="02010609060101010101" pitchFamily="49" charset="-122"/>
              <a:ea typeface="黑体" panose="02010609060101010101" pitchFamily="49" charset="-122"/>
            </a:rPr>
            <a:t>net</a:t>
          </a:r>
          <a:r>
            <a:rPr lang="zh-CN" altLang="en-US" dirty="0" smtClean="0">
              <a:latin typeface="黑体" panose="02010609060101010101" pitchFamily="49" charset="-122"/>
              <a:ea typeface="黑体" panose="02010609060101010101" pitchFamily="49" charset="-122"/>
            </a:rPr>
            <a:t>”</a:t>
          </a:r>
          <a:r>
            <a:rPr lang="zh-CN" dirty="0" smtClean="0">
              <a:latin typeface="黑体" panose="02010609060101010101" pitchFamily="49" charset="-122"/>
              <a:ea typeface="黑体" panose="02010609060101010101" pitchFamily="49" charset="-122"/>
            </a:rPr>
            <a:t>，</a:t>
          </a:r>
          <a:r>
            <a:rPr lang="zh-CN" altLang="en-US" dirty="0" smtClean="0">
              <a:latin typeface="黑体" panose="02010609060101010101" pitchFamily="49" charset="-122"/>
              <a:ea typeface="黑体" panose="02010609060101010101" pitchFamily="49" charset="-122"/>
            </a:rPr>
            <a:t>“</a:t>
          </a:r>
          <a:r>
            <a:rPr lang="zh-CN" dirty="0" smtClean="0">
              <a:latin typeface="黑体" panose="02010609060101010101" pitchFamily="49" charset="-122"/>
              <a:ea typeface="黑体" panose="02010609060101010101" pitchFamily="49" charset="-122"/>
            </a:rPr>
            <a:t>净重</a:t>
          </a:r>
          <a:r>
            <a:rPr lang="zh-CN" altLang="en-US" dirty="0" smtClean="0">
              <a:latin typeface="黑体" panose="02010609060101010101" pitchFamily="49" charset="-122"/>
              <a:ea typeface="黑体" panose="02010609060101010101" pitchFamily="49" charset="-122"/>
            </a:rPr>
            <a:t>”</a:t>
          </a:r>
          <a:r>
            <a:rPr lang="zh-CN" dirty="0" smtClean="0">
              <a:latin typeface="黑体" panose="02010609060101010101" pitchFamily="49" charset="-122"/>
              <a:ea typeface="黑体" panose="02010609060101010101" pitchFamily="49" charset="-122"/>
            </a:rPr>
            <a:t>替代。</a:t>
          </a:r>
          <a:endParaRPr lang="zh-CN" dirty="0">
            <a:latin typeface="黑体" panose="02010609060101010101" pitchFamily="49" charset="-122"/>
            <a:ea typeface="黑体" panose="02010609060101010101" pitchFamily="49" charset="-122"/>
          </a:endParaRPr>
        </a:p>
      </dgm:t>
    </dgm:pt>
    <dgm:pt modelId="{9EF1146F-3F1A-4CBD-8A1E-1555F963CE72}" type="parTrans" cxnId="{F4803C3C-4463-4C70-BB3C-08C406C6ABE8}">
      <dgm:prSet/>
      <dgm:spPr/>
      <dgm:t>
        <a:bodyPr/>
        <a:lstStyle/>
        <a:p>
          <a:endParaRPr lang="zh-CN" altLang="en-US">
            <a:latin typeface="黑体" panose="02010609060101010101" pitchFamily="49" charset="-122"/>
            <a:ea typeface="黑体" panose="02010609060101010101" pitchFamily="49" charset="-122"/>
          </a:endParaRPr>
        </a:p>
      </dgm:t>
    </dgm:pt>
    <dgm:pt modelId="{5FA5F0D3-3194-4A80-855D-36BF7FB0082F}" type="sibTrans" cxnId="{F4803C3C-4463-4C70-BB3C-08C406C6ABE8}">
      <dgm:prSet/>
      <dgm:spPr/>
      <dgm:t>
        <a:bodyPr/>
        <a:lstStyle/>
        <a:p>
          <a:endParaRPr lang="zh-CN" altLang="en-US">
            <a:latin typeface="黑体" panose="02010609060101010101" pitchFamily="49" charset="-122"/>
            <a:ea typeface="黑体" panose="02010609060101010101" pitchFamily="49" charset="-122"/>
          </a:endParaRPr>
        </a:p>
      </dgm:t>
    </dgm:pt>
    <dgm:pt modelId="{6ADE519C-1F50-4397-8B8F-9CEFC5F77F10}">
      <dgm:prSet/>
      <dgm:spPr>
        <a:solidFill>
          <a:schemeClr val="bg2">
            <a:lumMod val="20000"/>
            <a:lumOff val="80000"/>
            <a:alpha val="90000"/>
          </a:schemeClr>
        </a:solidFill>
      </dgm:spPr>
      <dgm:t>
        <a:bodyPr/>
        <a:lstStyle/>
        <a:p>
          <a:pPr rtl="0"/>
          <a:r>
            <a:rPr lang="zh-CN" smtClean="0">
              <a:latin typeface="黑体" panose="02010609060101010101" pitchFamily="49" charset="-122"/>
              <a:ea typeface="黑体" panose="02010609060101010101" pitchFamily="49" charset="-122"/>
            </a:rPr>
            <a:t>零售商用衡器上，这种指示应能让顾客明显识别。</a:t>
          </a:r>
          <a:endParaRPr lang="zh-CN">
            <a:latin typeface="黑体" panose="02010609060101010101" pitchFamily="49" charset="-122"/>
            <a:ea typeface="黑体" panose="02010609060101010101" pitchFamily="49" charset="-122"/>
          </a:endParaRPr>
        </a:p>
      </dgm:t>
    </dgm:pt>
    <dgm:pt modelId="{9E1B05E7-4BA3-4A38-B1D0-95278ECB059D}" type="parTrans" cxnId="{185B573C-276E-43E2-BC3E-25BBB2605BD1}">
      <dgm:prSet/>
      <dgm:spPr/>
      <dgm:t>
        <a:bodyPr/>
        <a:lstStyle/>
        <a:p>
          <a:endParaRPr lang="zh-CN" altLang="en-US">
            <a:latin typeface="黑体" panose="02010609060101010101" pitchFamily="49" charset="-122"/>
            <a:ea typeface="黑体" panose="02010609060101010101" pitchFamily="49" charset="-122"/>
          </a:endParaRPr>
        </a:p>
      </dgm:t>
    </dgm:pt>
    <dgm:pt modelId="{99089428-3896-4F9A-BE31-A5B79AB26324}" type="sibTrans" cxnId="{185B573C-276E-43E2-BC3E-25BBB2605BD1}">
      <dgm:prSet/>
      <dgm:spPr/>
      <dgm:t>
        <a:bodyPr/>
        <a:lstStyle/>
        <a:p>
          <a:endParaRPr lang="zh-CN" altLang="en-US">
            <a:latin typeface="黑体" panose="02010609060101010101" pitchFamily="49" charset="-122"/>
            <a:ea typeface="黑体" panose="02010609060101010101" pitchFamily="49" charset="-122"/>
          </a:endParaRPr>
        </a:p>
      </dgm:t>
    </dgm:pt>
    <dgm:pt modelId="{304C49AD-61C4-4ED8-89D2-197C81EC9681}">
      <dgm:prSet/>
      <dgm:spPr>
        <a:solidFill>
          <a:schemeClr val="bg2">
            <a:lumMod val="20000"/>
            <a:lumOff val="80000"/>
            <a:alpha val="90000"/>
          </a:schemeClr>
        </a:solidFill>
      </dgm:spPr>
      <dgm:t>
        <a:bodyPr/>
        <a:lstStyle/>
        <a:p>
          <a:pPr rtl="0"/>
          <a:r>
            <a:rPr lang="zh-CN" dirty="0" smtClean="0">
              <a:latin typeface="黑体" panose="02010609060101010101" pitchFamily="49" charset="-122"/>
              <a:ea typeface="黑体" panose="02010609060101010101" pitchFamily="49" charset="-122"/>
            </a:rPr>
            <a:t>允许在净重称量时，通过命令临时显示毛重值，但在显示毛重值时净重指示</a:t>
          </a:r>
          <a:r>
            <a:rPr lang="zh-CN" altLang="en-US" dirty="0" smtClean="0">
              <a:latin typeface="黑体" panose="02010609060101010101" pitchFamily="49" charset="-122"/>
              <a:ea typeface="黑体" panose="02010609060101010101" pitchFamily="49" charset="-122"/>
            </a:rPr>
            <a:t>“</a:t>
          </a:r>
          <a:r>
            <a:rPr lang="en-US" dirty="0" smtClean="0">
              <a:latin typeface="黑体" panose="02010609060101010101" pitchFamily="49" charset="-122"/>
              <a:ea typeface="黑体" panose="02010609060101010101" pitchFamily="49" charset="-122"/>
            </a:rPr>
            <a:t>NET</a:t>
          </a:r>
          <a:r>
            <a:rPr lang="zh-CN" altLang="en-US" dirty="0" smtClean="0">
              <a:latin typeface="黑体" panose="02010609060101010101" pitchFamily="49" charset="-122"/>
              <a:ea typeface="黑体" panose="02010609060101010101" pitchFamily="49" charset="-122"/>
            </a:rPr>
            <a:t>”</a:t>
          </a:r>
          <a:r>
            <a:rPr lang="zh-CN" dirty="0" smtClean="0">
              <a:latin typeface="黑体" panose="02010609060101010101" pitchFamily="49" charset="-122"/>
              <a:ea typeface="黑体" panose="02010609060101010101" pitchFamily="49" charset="-122"/>
            </a:rPr>
            <a:t>必须消失。</a:t>
          </a:r>
          <a:r>
            <a:rPr lang="zh-CN" b="1" dirty="0" smtClean="0">
              <a:latin typeface="黑体" panose="02010609060101010101" pitchFamily="49" charset="-122"/>
              <a:ea typeface="黑体" panose="02010609060101010101" pitchFamily="49" charset="-122"/>
            </a:rPr>
            <a:t>该功能在零售商用衡器上不被允许，防止用于欺诈性使用。</a:t>
          </a:r>
          <a:endParaRPr lang="zh-CN" dirty="0">
            <a:latin typeface="黑体" panose="02010609060101010101" pitchFamily="49" charset="-122"/>
            <a:ea typeface="黑体" panose="02010609060101010101" pitchFamily="49" charset="-122"/>
          </a:endParaRPr>
        </a:p>
      </dgm:t>
    </dgm:pt>
    <dgm:pt modelId="{D325845B-B64E-4C4D-A1F6-9B264FB56733}" type="parTrans" cxnId="{CA1A102D-875D-4AF4-8635-998CEBB3D731}">
      <dgm:prSet/>
      <dgm:spPr/>
      <dgm:t>
        <a:bodyPr/>
        <a:lstStyle/>
        <a:p>
          <a:endParaRPr lang="zh-CN" altLang="en-US">
            <a:latin typeface="黑体" panose="02010609060101010101" pitchFamily="49" charset="-122"/>
            <a:ea typeface="黑体" panose="02010609060101010101" pitchFamily="49" charset="-122"/>
          </a:endParaRPr>
        </a:p>
      </dgm:t>
    </dgm:pt>
    <dgm:pt modelId="{97339D14-0279-4DFB-B2DB-93A0D8F24B31}" type="sibTrans" cxnId="{CA1A102D-875D-4AF4-8635-998CEBB3D731}">
      <dgm:prSet/>
      <dgm:spPr/>
      <dgm:t>
        <a:bodyPr/>
        <a:lstStyle/>
        <a:p>
          <a:endParaRPr lang="zh-CN" altLang="en-US">
            <a:latin typeface="黑体" panose="02010609060101010101" pitchFamily="49" charset="-122"/>
            <a:ea typeface="黑体" panose="02010609060101010101" pitchFamily="49" charset="-122"/>
          </a:endParaRPr>
        </a:p>
      </dgm:t>
    </dgm:pt>
    <dgm:pt modelId="{B2EE6BE0-6979-4AE7-BBAD-946822B2DC58}">
      <dgm:prSet/>
      <dgm:spPr>
        <a:solidFill>
          <a:schemeClr val="bg2">
            <a:lumMod val="20000"/>
            <a:lumOff val="80000"/>
            <a:alpha val="90000"/>
          </a:schemeClr>
        </a:solidFill>
      </dgm:spPr>
      <dgm:t>
        <a:bodyPr/>
        <a:lstStyle/>
        <a:p>
          <a:pPr rtl="0"/>
          <a:r>
            <a:rPr lang="zh-CN" dirty="0" smtClean="0">
              <a:latin typeface="黑体" panose="02010609060101010101" pitchFamily="49" charset="-122"/>
              <a:ea typeface="黑体" panose="02010609060101010101" pitchFamily="49" charset="-122"/>
            </a:rPr>
            <a:t>对于使用同一按键兼做置零和除皮操作，本要求不适用。该类衡器不会单独提供皮重和净重值。</a:t>
          </a:r>
          <a:endParaRPr lang="zh-CN" dirty="0">
            <a:latin typeface="黑体" panose="02010609060101010101" pitchFamily="49" charset="-122"/>
            <a:ea typeface="黑体" panose="02010609060101010101" pitchFamily="49" charset="-122"/>
          </a:endParaRPr>
        </a:p>
      </dgm:t>
    </dgm:pt>
    <dgm:pt modelId="{2BA43BFD-376A-4230-8C12-9B5D205B4581}" type="parTrans" cxnId="{6F6657BA-5C48-4328-BD3A-E630EBCA0C67}">
      <dgm:prSet/>
      <dgm:spPr/>
      <dgm:t>
        <a:bodyPr/>
        <a:lstStyle/>
        <a:p>
          <a:endParaRPr lang="zh-CN" altLang="en-US">
            <a:latin typeface="黑体" panose="02010609060101010101" pitchFamily="49" charset="-122"/>
            <a:ea typeface="黑体" panose="02010609060101010101" pitchFamily="49" charset="-122"/>
          </a:endParaRPr>
        </a:p>
      </dgm:t>
    </dgm:pt>
    <dgm:pt modelId="{A3F82278-B961-4F22-867C-345DBD0CA0D0}" type="sibTrans" cxnId="{6F6657BA-5C48-4328-BD3A-E630EBCA0C67}">
      <dgm:prSet/>
      <dgm:spPr/>
      <dgm:t>
        <a:bodyPr/>
        <a:lstStyle/>
        <a:p>
          <a:endParaRPr lang="zh-CN" altLang="en-US">
            <a:latin typeface="黑体" panose="02010609060101010101" pitchFamily="49" charset="-122"/>
            <a:ea typeface="黑体" panose="02010609060101010101" pitchFamily="49" charset="-122"/>
          </a:endParaRPr>
        </a:p>
      </dgm:t>
    </dgm:pt>
    <dgm:pt modelId="{4D2F3A63-078E-4FCC-9B53-CDE7248F3BC4}">
      <dgm:prSet custT="1"/>
      <dgm:spPr>
        <a:solidFill>
          <a:srgbClr val="60B612"/>
        </a:solidFill>
      </dgm:spPr>
      <dgm:t>
        <a:bodyPr/>
        <a:lstStyle/>
        <a:p>
          <a:pPr rtl="0"/>
          <a:r>
            <a:rPr lang="zh-CN" altLang="en-US" sz="1800" b="1" baseline="0" dirty="0" smtClean="0">
              <a:latin typeface="黑体" panose="02010609060101010101" pitchFamily="49" charset="-122"/>
              <a:ea typeface="黑体" panose="02010609060101010101" pitchFamily="49" charset="-122"/>
            </a:rPr>
            <a:t>减皮重除皮装置：</a:t>
          </a:r>
          <a:endParaRPr lang="zh-CN" altLang="en-US" sz="1800" dirty="0">
            <a:latin typeface="黑体" panose="02010609060101010101" pitchFamily="49" charset="-122"/>
            <a:ea typeface="黑体" panose="02010609060101010101" pitchFamily="49" charset="-122"/>
          </a:endParaRPr>
        </a:p>
      </dgm:t>
    </dgm:pt>
    <dgm:pt modelId="{EF9F3DD1-EAED-4B36-A47D-F8003AE769AC}" type="parTrans" cxnId="{73F0551F-8B3F-49C0-8235-6B7D6B094C27}">
      <dgm:prSet/>
      <dgm:spPr/>
      <dgm:t>
        <a:bodyPr/>
        <a:lstStyle/>
        <a:p>
          <a:endParaRPr lang="zh-CN" altLang="en-US">
            <a:latin typeface="黑体" panose="02010609060101010101" pitchFamily="49" charset="-122"/>
            <a:ea typeface="黑体" panose="02010609060101010101" pitchFamily="49" charset="-122"/>
          </a:endParaRPr>
        </a:p>
      </dgm:t>
    </dgm:pt>
    <dgm:pt modelId="{53FCC320-6637-4E7D-B194-E35FE40154BA}" type="sibTrans" cxnId="{73F0551F-8B3F-49C0-8235-6B7D6B094C27}">
      <dgm:prSet/>
      <dgm:spPr/>
      <dgm:t>
        <a:bodyPr/>
        <a:lstStyle/>
        <a:p>
          <a:endParaRPr lang="zh-CN" altLang="en-US">
            <a:latin typeface="黑体" panose="02010609060101010101" pitchFamily="49" charset="-122"/>
            <a:ea typeface="黑体" panose="02010609060101010101" pitchFamily="49" charset="-122"/>
          </a:endParaRPr>
        </a:p>
      </dgm:t>
    </dgm:pt>
    <dgm:pt modelId="{F89548A6-E849-4D13-8A78-6AD303F235D4}">
      <dgm:prSet/>
      <dgm:spPr>
        <a:solidFill>
          <a:schemeClr val="accent1">
            <a:lumMod val="20000"/>
            <a:lumOff val="80000"/>
            <a:alpha val="90000"/>
          </a:schemeClr>
        </a:solidFill>
      </dgm:spPr>
      <dgm:t>
        <a:bodyPr/>
        <a:lstStyle/>
        <a:p>
          <a:pPr rtl="0"/>
          <a:r>
            <a:rPr lang="zh-CN" dirty="0" smtClean="0">
              <a:latin typeface="黑体" panose="02010609060101010101" pitchFamily="49" charset="-122"/>
              <a:ea typeface="黑体" panose="02010609060101010101" pitchFamily="49" charset="-122"/>
            </a:rPr>
            <a:t>除皮装置可以是减皮重或加皮重，对于减皮重除皮</a:t>
          </a:r>
          <a:r>
            <a:rPr lang="zh-CN" altLang="en-US" dirty="0" smtClean="0">
              <a:latin typeface="黑体" panose="02010609060101010101" pitchFamily="49" charset="-122"/>
              <a:ea typeface="黑体" panose="02010609060101010101" pitchFamily="49" charset="-122"/>
            </a:rPr>
            <a:t>装置，</a:t>
          </a:r>
          <a:r>
            <a:rPr lang="zh-CN" dirty="0" smtClean="0">
              <a:latin typeface="黑体" panose="02010609060101010101" pitchFamily="49" charset="-122"/>
              <a:ea typeface="黑体" panose="02010609060101010101" pitchFamily="49" charset="-122"/>
            </a:rPr>
            <a:t>皮重和净重的和不大于最大称量范围，而加皮重是指除皮后的最大称量范围不变。</a:t>
          </a:r>
          <a:endParaRPr lang="zh-CN" dirty="0">
            <a:latin typeface="黑体" panose="02010609060101010101" pitchFamily="49" charset="-122"/>
            <a:ea typeface="黑体" panose="02010609060101010101" pitchFamily="49" charset="-122"/>
          </a:endParaRPr>
        </a:p>
      </dgm:t>
    </dgm:pt>
    <dgm:pt modelId="{55577BE6-A713-4948-9EA5-D3D1538095F2}" type="parTrans" cxnId="{F88B9438-A62B-4DEF-9DFB-EF38A4EFA2CD}">
      <dgm:prSet/>
      <dgm:spPr/>
      <dgm:t>
        <a:bodyPr/>
        <a:lstStyle/>
        <a:p>
          <a:endParaRPr lang="zh-CN" altLang="en-US">
            <a:latin typeface="黑体" panose="02010609060101010101" pitchFamily="49" charset="-122"/>
            <a:ea typeface="黑体" panose="02010609060101010101" pitchFamily="49" charset="-122"/>
          </a:endParaRPr>
        </a:p>
      </dgm:t>
    </dgm:pt>
    <dgm:pt modelId="{C3450B91-CCFF-4898-B345-B5A9D98866A2}" type="sibTrans" cxnId="{F88B9438-A62B-4DEF-9DFB-EF38A4EFA2CD}">
      <dgm:prSet/>
      <dgm:spPr/>
      <dgm:t>
        <a:bodyPr/>
        <a:lstStyle/>
        <a:p>
          <a:endParaRPr lang="zh-CN" altLang="en-US">
            <a:latin typeface="黑体" panose="02010609060101010101" pitchFamily="49" charset="-122"/>
            <a:ea typeface="黑体" panose="02010609060101010101" pitchFamily="49" charset="-122"/>
          </a:endParaRPr>
        </a:p>
      </dgm:t>
    </dgm:pt>
    <dgm:pt modelId="{E377194B-1BCE-43DB-ABC2-45C796AFF4D6}">
      <dgm:prSet/>
      <dgm:spPr>
        <a:solidFill>
          <a:schemeClr val="accent1">
            <a:lumMod val="20000"/>
            <a:lumOff val="80000"/>
            <a:alpha val="90000"/>
          </a:schemeClr>
        </a:solidFill>
      </dgm:spPr>
      <dgm:t>
        <a:bodyPr/>
        <a:lstStyle/>
        <a:p>
          <a:pPr rtl="0"/>
          <a:r>
            <a:rPr lang="zh-CN" dirty="0" smtClean="0">
              <a:latin typeface="黑体" panose="02010609060101010101" pitchFamily="49" charset="-122"/>
              <a:ea typeface="黑体" panose="02010609060101010101" pitchFamily="49" charset="-122"/>
            </a:rPr>
            <a:t>对减皮重可能通过指示无法获知剩余称量范围时，应有阻止在最大称量以上称量的装置，或指示已经达到最大称量。对于数字式非自动电子衡器而言，该功能不是特别的，只要满足最大指示值极限要求即可满足。</a:t>
          </a:r>
          <a:r>
            <a:rPr lang="en-US" altLang="zh-CN" dirty="0" smtClean="0">
              <a:latin typeface="黑体" panose="02010609060101010101" pitchFamily="49" charset="-122"/>
              <a:ea typeface="黑体" panose="02010609060101010101" pitchFamily="49" charset="-122"/>
            </a:rPr>
            <a:t/>
          </a:r>
          <a:br>
            <a:rPr lang="en-US" altLang="zh-CN" dirty="0" smtClean="0">
              <a:latin typeface="黑体" panose="02010609060101010101" pitchFamily="49" charset="-122"/>
              <a:ea typeface="黑体" panose="02010609060101010101" pitchFamily="49" charset="-122"/>
            </a:rPr>
          </a:br>
          <a:r>
            <a:rPr lang="zh-CN" altLang="en-US" dirty="0" smtClean="0">
              <a:latin typeface="黑体" panose="02010609060101010101" pitchFamily="49" charset="-122"/>
              <a:ea typeface="黑体" panose="02010609060101010101" pitchFamily="49" charset="-122"/>
            </a:rPr>
            <a:t>该描述的含义是除皮后的净重指示范围应不大于最大允许指示值减去皮重值。</a:t>
          </a:r>
          <a:endParaRPr lang="zh-CN" dirty="0">
            <a:latin typeface="黑体" panose="02010609060101010101" pitchFamily="49" charset="-122"/>
            <a:ea typeface="黑体" panose="02010609060101010101" pitchFamily="49" charset="-122"/>
          </a:endParaRPr>
        </a:p>
      </dgm:t>
    </dgm:pt>
    <dgm:pt modelId="{34402AB9-ED3B-487C-AD3A-303391D488F4}" type="parTrans" cxnId="{621B08D0-2F8A-48B8-845E-7F441225FCAD}">
      <dgm:prSet/>
      <dgm:spPr/>
      <dgm:t>
        <a:bodyPr/>
        <a:lstStyle/>
        <a:p>
          <a:endParaRPr lang="zh-CN" altLang="en-US">
            <a:latin typeface="黑体" panose="02010609060101010101" pitchFamily="49" charset="-122"/>
            <a:ea typeface="黑体" panose="02010609060101010101" pitchFamily="49" charset="-122"/>
          </a:endParaRPr>
        </a:p>
      </dgm:t>
    </dgm:pt>
    <dgm:pt modelId="{3059946C-3EB0-4835-8E1F-79FE0CFD7F49}" type="sibTrans" cxnId="{621B08D0-2F8A-48B8-845E-7F441225FCAD}">
      <dgm:prSet/>
      <dgm:spPr/>
      <dgm:t>
        <a:bodyPr/>
        <a:lstStyle/>
        <a:p>
          <a:endParaRPr lang="zh-CN" altLang="en-US">
            <a:latin typeface="黑体" panose="02010609060101010101" pitchFamily="49" charset="-122"/>
            <a:ea typeface="黑体" panose="02010609060101010101" pitchFamily="49" charset="-122"/>
          </a:endParaRPr>
        </a:p>
      </dgm:t>
    </dgm:pt>
    <dgm:pt modelId="{0C782A82-81FF-4735-B383-16B61DBEC21D}" type="pres">
      <dgm:prSet presAssocID="{75A91B7A-95CC-46B6-8C78-D89A89D3BA39}" presName="Name0" presStyleCnt="0">
        <dgm:presLayoutVars>
          <dgm:dir/>
          <dgm:animLvl val="lvl"/>
          <dgm:resizeHandles val="exact"/>
        </dgm:presLayoutVars>
      </dgm:prSet>
      <dgm:spPr/>
      <dgm:t>
        <a:bodyPr/>
        <a:lstStyle/>
        <a:p>
          <a:endParaRPr lang="zh-CN" altLang="en-US"/>
        </a:p>
      </dgm:t>
    </dgm:pt>
    <dgm:pt modelId="{2CB4BA52-7560-4EC1-AFA6-DA0487BE594A}" type="pres">
      <dgm:prSet presAssocID="{A3A0C7D1-BA20-4E5D-BE45-2BF202B03634}" presName="composite" presStyleCnt="0"/>
      <dgm:spPr/>
    </dgm:pt>
    <dgm:pt modelId="{2D6DD67B-4A4D-4472-8749-A513E4E8E0CC}" type="pres">
      <dgm:prSet presAssocID="{A3A0C7D1-BA20-4E5D-BE45-2BF202B03634}" presName="parTx" presStyleLbl="alignNode1" presStyleIdx="0" presStyleCnt="2" custScaleX="77614" custLinFactNeighborY="-28963">
        <dgm:presLayoutVars>
          <dgm:chMax val="0"/>
          <dgm:chPref val="0"/>
          <dgm:bulletEnabled val="1"/>
        </dgm:presLayoutVars>
      </dgm:prSet>
      <dgm:spPr/>
      <dgm:t>
        <a:bodyPr/>
        <a:lstStyle/>
        <a:p>
          <a:endParaRPr lang="zh-CN" altLang="en-US"/>
        </a:p>
      </dgm:t>
    </dgm:pt>
    <dgm:pt modelId="{ED540C62-AA55-4179-A155-6B340DF71376}" type="pres">
      <dgm:prSet presAssocID="{A3A0C7D1-BA20-4E5D-BE45-2BF202B03634}" presName="desTx" presStyleLbl="alignAccFollowNode1" presStyleIdx="0" presStyleCnt="2" custScaleX="77614" custLinFactNeighborY="-3795">
        <dgm:presLayoutVars>
          <dgm:bulletEnabled val="1"/>
        </dgm:presLayoutVars>
      </dgm:prSet>
      <dgm:spPr/>
      <dgm:t>
        <a:bodyPr/>
        <a:lstStyle/>
        <a:p>
          <a:endParaRPr lang="zh-CN" altLang="en-US"/>
        </a:p>
      </dgm:t>
    </dgm:pt>
    <dgm:pt modelId="{DDE8AE67-879E-484F-A377-99633A47D891}" type="pres">
      <dgm:prSet presAssocID="{BD9BDB38-B7DD-4437-A1EA-A47E33FC6A3B}" presName="space" presStyleCnt="0"/>
      <dgm:spPr/>
    </dgm:pt>
    <dgm:pt modelId="{03B88B86-B03E-4614-89C2-0A73F7B4516E}" type="pres">
      <dgm:prSet presAssocID="{4D2F3A63-078E-4FCC-9B53-CDE7248F3BC4}" presName="composite" presStyleCnt="0"/>
      <dgm:spPr/>
    </dgm:pt>
    <dgm:pt modelId="{11173E15-699D-4718-8985-7291C21CDEAA}" type="pres">
      <dgm:prSet presAssocID="{4D2F3A63-078E-4FCC-9B53-CDE7248F3BC4}" presName="parTx" presStyleLbl="alignNode1" presStyleIdx="1" presStyleCnt="2" custScaleX="77614" custLinFactNeighborY="-28963">
        <dgm:presLayoutVars>
          <dgm:chMax val="0"/>
          <dgm:chPref val="0"/>
          <dgm:bulletEnabled val="1"/>
        </dgm:presLayoutVars>
      </dgm:prSet>
      <dgm:spPr/>
      <dgm:t>
        <a:bodyPr/>
        <a:lstStyle/>
        <a:p>
          <a:endParaRPr lang="zh-CN" altLang="en-US"/>
        </a:p>
      </dgm:t>
    </dgm:pt>
    <dgm:pt modelId="{FCB27C93-65E3-4FC5-927F-087AA9848D10}" type="pres">
      <dgm:prSet presAssocID="{4D2F3A63-078E-4FCC-9B53-CDE7248F3BC4}" presName="desTx" presStyleLbl="alignAccFollowNode1" presStyleIdx="1" presStyleCnt="2" custScaleX="77614" custLinFactNeighborY="-3795">
        <dgm:presLayoutVars>
          <dgm:bulletEnabled val="1"/>
        </dgm:presLayoutVars>
      </dgm:prSet>
      <dgm:spPr/>
      <dgm:t>
        <a:bodyPr/>
        <a:lstStyle/>
        <a:p>
          <a:endParaRPr lang="zh-CN" altLang="en-US"/>
        </a:p>
      </dgm:t>
    </dgm:pt>
  </dgm:ptLst>
  <dgm:cxnLst>
    <dgm:cxn modelId="{62BE36AF-6FAD-43F3-AA82-A5C8F78792A8}" type="presOf" srcId="{E377194B-1BCE-43DB-ABC2-45C796AFF4D6}" destId="{FCB27C93-65E3-4FC5-927F-087AA9848D10}" srcOrd="0" destOrd="1" presId="urn:microsoft.com/office/officeart/2005/8/layout/hList1"/>
    <dgm:cxn modelId="{608A00D9-9638-46CD-9322-6A0544B8C01B}" type="presOf" srcId="{75A91B7A-95CC-46B6-8C78-D89A89D3BA39}" destId="{0C782A82-81FF-4735-B383-16B61DBEC21D}" srcOrd="0" destOrd="0" presId="urn:microsoft.com/office/officeart/2005/8/layout/hList1"/>
    <dgm:cxn modelId="{8BA1934B-B3A8-4507-A75F-0F2780985D1C}" type="presOf" srcId="{6ADE519C-1F50-4397-8B8F-9CEFC5F77F10}" destId="{ED540C62-AA55-4179-A155-6B340DF71376}" srcOrd="0" destOrd="2" presId="urn:microsoft.com/office/officeart/2005/8/layout/hList1"/>
    <dgm:cxn modelId="{F4803C3C-4463-4C70-BB3C-08C406C6ABE8}" srcId="{A3A0C7D1-BA20-4E5D-BE45-2BF202B03634}" destId="{16659497-19DF-4EFE-AF50-0CE79E0865AC}" srcOrd="1" destOrd="0" parTransId="{9EF1146F-3F1A-4CBD-8A1E-1555F963CE72}" sibTransId="{5FA5F0D3-3194-4A80-855D-36BF7FB0082F}"/>
    <dgm:cxn modelId="{6F6657BA-5C48-4328-BD3A-E630EBCA0C67}" srcId="{A3A0C7D1-BA20-4E5D-BE45-2BF202B03634}" destId="{B2EE6BE0-6979-4AE7-BBAD-946822B2DC58}" srcOrd="4" destOrd="0" parTransId="{2BA43BFD-376A-4230-8C12-9B5D205B4581}" sibTransId="{A3F82278-B961-4F22-867C-345DBD0CA0D0}"/>
    <dgm:cxn modelId="{CA1A102D-875D-4AF4-8635-998CEBB3D731}" srcId="{A3A0C7D1-BA20-4E5D-BE45-2BF202B03634}" destId="{304C49AD-61C4-4ED8-89D2-197C81EC9681}" srcOrd="3" destOrd="0" parTransId="{D325845B-B64E-4C4D-A1F6-9B264FB56733}" sibTransId="{97339D14-0279-4DFB-B2DB-93A0D8F24B31}"/>
    <dgm:cxn modelId="{16C51049-4251-4AC3-B125-90200910B3CE}" type="presOf" srcId="{4D2F3A63-078E-4FCC-9B53-CDE7248F3BC4}" destId="{11173E15-699D-4718-8985-7291C21CDEAA}" srcOrd="0" destOrd="0" presId="urn:microsoft.com/office/officeart/2005/8/layout/hList1"/>
    <dgm:cxn modelId="{F88B9438-A62B-4DEF-9DFB-EF38A4EFA2CD}" srcId="{4D2F3A63-078E-4FCC-9B53-CDE7248F3BC4}" destId="{F89548A6-E849-4D13-8A78-6AD303F235D4}" srcOrd="0" destOrd="0" parTransId="{55577BE6-A713-4948-9EA5-D3D1538095F2}" sibTransId="{C3450B91-CCFF-4898-B345-B5A9D98866A2}"/>
    <dgm:cxn modelId="{185B573C-276E-43E2-BC3E-25BBB2605BD1}" srcId="{A3A0C7D1-BA20-4E5D-BE45-2BF202B03634}" destId="{6ADE519C-1F50-4397-8B8F-9CEFC5F77F10}" srcOrd="2" destOrd="0" parTransId="{9E1B05E7-4BA3-4A38-B1D0-95278ECB059D}" sibTransId="{99089428-3896-4F9A-BE31-A5B79AB26324}"/>
    <dgm:cxn modelId="{4CC10D06-3BB4-4F23-BA11-C073799D5C05}" type="presOf" srcId="{16659497-19DF-4EFE-AF50-0CE79E0865AC}" destId="{ED540C62-AA55-4179-A155-6B340DF71376}" srcOrd="0" destOrd="1" presId="urn:microsoft.com/office/officeart/2005/8/layout/hList1"/>
    <dgm:cxn modelId="{89DC6C94-EF89-4B7A-B7B7-174D78FCF67A}" srcId="{A3A0C7D1-BA20-4E5D-BE45-2BF202B03634}" destId="{FB60B4BC-9002-48F2-837A-5BEC65CE8220}" srcOrd="0" destOrd="0" parTransId="{CFBA254B-AB12-4D3F-9501-A6B104B81B15}" sibTransId="{8DF2D137-1986-4E99-94A4-17587EFBAF68}"/>
    <dgm:cxn modelId="{6BF4F98D-F4C0-46B9-86A3-65DF78437F13}" srcId="{75A91B7A-95CC-46B6-8C78-D89A89D3BA39}" destId="{A3A0C7D1-BA20-4E5D-BE45-2BF202B03634}" srcOrd="0" destOrd="0" parTransId="{B4F213F5-003A-49B0-BCFB-00401E05F3A4}" sibTransId="{BD9BDB38-B7DD-4437-A1EA-A47E33FC6A3B}"/>
    <dgm:cxn modelId="{AD7FAE80-A0BD-483F-BBBA-95485BEE7E49}" type="presOf" srcId="{A3A0C7D1-BA20-4E5D-BE45-2BF202B03634}" destId="{2D6DD67B-4A4D-4472-8749-A513E4E8E0CC}" srcOrd="0" destOrd="0" presId="urn:microsoft.com/office/officeart/2005/8/layout/hList1"/>
    <dgm:cxn modelId="{15F6AD1C-8C66-4412-A78A-93883DFCE404}" type="presOf" srcId="{FB60B4BC-9002-48F2-837A-5BEC65CE8220}" destId="{ED540C62-AA55-4179-A155-6B340DF71376}" srcOrd="0" destOrd="0" presId="urn:microsoft.com/office/officeart/2005/8/layout/hList1"/>
    <dgm:cxn modelId="{73F0551F-8B3F-49C0-8235-6B7D6B094C27}" srcId="{75A91B7A-95CC-46B6-8C78-D89A89D3BA39}" destId="{4D2F3A63-078E-4FCC-9B53-CDE7248F3BC4}" srcOrd="1" destOrd="0" parTransId="{EF9F3DD1-EAED-4B36-A47D-F8003AE769AC}" sibTransId="{53FCC320-6637-4E7D-B194-E35FE40154BA}"/>
    <dgm:cxn modelId="{621B08D0-2F8A-48B8-845E-7F441225FCAD}" srcId="{4D2F3A63-078E-4FCC-9B53-CDE7248F3BC4}" destId="{E377194B-1BCE-43DB-ABC2-45C796AFF4D6}" srcOrd="1" destOrd="0" parTransId="{34402AB9-ED3B-487C-AD3A-303391D488F4}" sibTransId="{3059946C-3EB0-4835-8E1F-79FE0CFD7F49}"/>
    <dgm:cxn modelId="{00A57D11-47D8-458D-98E8-E6F9AF41D651}" type="presOf" srcId="{B2EE6BE0-6979-4AE7-BBAD-946822B2DC58}" destId="{ED540C62-AA55-4179-A155-6B340DF71376}" srcOrd="0" destOrd="4" presId="urn:microsoft.com/office/officeart/2005/8/layout/hList1"/>
    <dgm:cxn modelId="{5B93D760-8BA9-4B66-BE8E-5031076CB7AB}" type="presOf" srcId="{304C49AD-61C4-4ED8-89D2-197C81EC9681}" destId="{ED540C62-AA55-4179-A155-6B340DF71376}" srcOrd="0" destOrd="3" presId="urn:microsoft.com/office/officeart/2005/8/layout/hList1"/>
    <dgm:cxn modelId="{69245963-9AB0-4664-922F-9E00BB005188}" type="presOf" srcId="{F89548A6-E849-4D13-8A78-6AD303F235D4}" destId="{FCB27C93-65E3-4FC5-927F-087AA9848D10}" srcOrd="0" destOrd="0" presId="urn:microsoft.com/office/officeart/2005/8/layout/hList1"/>
    <dgm:cxn modelId="{0C5CE706-70FF-4D99-8CBB-D2AA6A2A8BF5}" type="presParOf" srcId="{0C782A82-81FF-4735-B383-16B61DBEC21D}" destId="{2CB4BA52-7560-4EC1-AFA6-DA0487BE594A}" srcOrd="0" destOrd="0" presId="urn:microsoft.com/office/officeart/2005/8/layout/hList1"/>
    <dgm:cxn modelId="{BC5AD124-16EE-4AF2-A314-40135BABB849}" type="presParOf" srcId="{2CB4BA52-7560-4EC1-AFA6-DA0487BE594A}" destId="{2D6DD67B-4A4D-4472-8749-A513E4E8E0CC}" srcOrd="0" destOrd="0" presId="urn:microsoft.com/office/officeart/2005/8/layout/hList1"/>
    <dgm:cxn modelId="{7C758835-69EF-43DF-99AE-F9C58319F4A0}" type="presParOf" srcId="{2CB4BA52-7560-4EC1-AFA6-DA0487BE594A}" destId="{ED540C62-AA55-4179-A155-6B340DF71376}" srcOrd="1" destOrd="0" presId="urn:microsoft.com/office/officeart/2005/8/layout/hList1"/>
    <dgm:cxn modelId="{E3050760-077B-4D51-95E6-E760075B4C67}" type="presParOf" srcId="{0C782A82-81FF-4735-B383-16B61DBEC21D}" destId="{DDE8AE67-879E-484F-A377-99633A47D891}" srcOrd="1" destOrd="0" presId="urn:microsoft.com/office/officeart/2005/8/layout/hList1"/>
    <dgm:cxn modelId="{1D3ACB25-D384-4DAF-B4BD-92CD55041E0C}" type="presParOf" srcId="{0C782A82-81FF-4735-B383-16B61DBEC21D}" destId="{03B88B86-B03E-4614-89C2-0A73F7B4516E}" srcOrd="2" destOrd="0" presId="urn:microsoft.com/office/officeart/2005/8/layout/hList1"/>
    <dgm:cxn modelId="{F56698A9-6DD5-49EF-987B-9036856ADC7F}" type="presParOf" srcId="{03B88B86-B03E-4614-89C2-0A73F7B4516E}" destId="{11173E15-699D-4718-8985-7291C21CDEAA}" srcOrd="0" destOrd="0" presId="urn:microsoft.com/office/officeart/2005/8/layout/hList1"/>
    <dgm:cxn modelId="{80710D8F-F9CA-43C2-BEC2-3352F63620DE}" type="presParOf" srcId="{03B88B86-B03E-4614-89C2-0A73F7B4516E}" destId="{FCB27C93-65E3-4FC5-927F-087AA9848D1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A380215-5C40-4C54-BCBA-E265D645CB5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B8FCA769-15D8-4A4F-A58F-C20A0574A1AF}">
      <dgm:prSet custT="1"/>
      <dgm:spPr/>
      <dgm:t>
        <a:bodyPr/>
        <a:lstStyle/>
        <a:p>
          <a:pPr rtl="0"/>
          <a:r>
            <a:rPr lang="zh-CN" altLang="en-US" sz="1600" b="1" baseline="0" smtClean="0">
              <a:latin typeface="黑体" panose="02010609060101010101" pitchFamily="49" charset="-122"/>
              <a:ea typeface="黑体" panose="02010609060101010101" pitchFamily="49" charset="-122"/>
            </a:rPr>
            <a:t>除皮装置在多范围衡器上的应用</a:t>
          </a:r>
          <a:r>
            <a:rPr lang="zh-CN" altLang="en-US" sz="1600" baseline="0" smtClean="0">
              <a:latin typeface="黑体" panose="02010609060101010101" pitchFamily="49" charset="-122"/>
              <a:ea typeface="黑体" panose="02010609060101010101" pitchFamily="49" charset="-122"/>
            </a:rPr>
            <a:t>：</a:t>
          </a:r>
          <a:endParaRPr lang="zh-CN" altLang="en-US" sz="1600">
            <a:latin typeface="黑体" panose="02010609060101010101" pitchFamily="49" charset="-122"/>
            <a:ea typeface="黑体" panose="02010609060101010101" pitchFamily="49" charset="-122"/>
          </a:endParaRPr>
        </a:p>
      </dgm:t>
    </dgm:pt>
    <dgm:pt modelId="{86743E5C-C87C-45E1-82F1-A58FFE8B6C22}" type="parTrans" cxnId="{2E61C29D-006E-4172-AB9F-7B442DA5CB57}">
      <dgm:prSet/>
      <dgm:spPr/>
      <dgm:t>
        <a:bodyPr/>
        <a:lstStyle/>
        <a:p>
          <a:endParaRPr lang="zh-CN" altLang="en-US" sz="1600"/>
        </a:p>
      </dgm:t>
    </dgm:pt>
    <dgm:pt modelId="{6397DCCA-CA73-440A-8AA5-E04F0E79864F}" type="sibTrans" cxnId="{2E61C29D-006E-4172-AB9F-7B442DA5CB57}">
      <dgm:prSet/>
      <dgm:spPr/>
      <dgm:t>
        <a:bodyPr/>
        <a:lstStyle/>
        <a:p>
          <a:endParaRPr lang="zh-CN" altLang="en-US" sz="1600"/>
        </a:p>
      </dgm:t>
    </dgm:pt>
    <dgm:pt modelId="{B8A82EB7-D3A9-411D-911D-2419FC6E4367}">
      <dgm:prSet custT="1"/>
      <dgm:spPr/>
      <dgm:t>
        <a:bodyPr/>
        <a:lstStyle/>
        <a:p>
          <a:pPr rtl="0"/>
          <a:r>
            <a:rPr lang="zh-CN" sz="1600" dirty="0" smtClean="0">
              <a:latin typeface="黑体" panose="02010609060101010101" pitchFamily="49" charset="-122"/>
              <a:ea typeface="黑体" panose="02010609060101010101" pitchFamily="49" charset="-122"/>
            </a:rPr>
            <a:t>允许在每个称量范围除皮操作，只要在规定的除皮范围内。皮重示值的分度值与当前称量范围的分度值一致，不管原来分度值如何。例如原来皮重分度值为</a:t>
          </a:r>
          <a:r>
            <a:rPr lang="en-US" sz="1600" dirty="0" smtClean="0">
              <a:latin typeface="黑体" panose="02010609060101010101" pitchFamily="49" charset="-122"/>
              <a:ea typeface="黑体" panose="02010609060101010101" pitchFamily="49" charset="-122"/>
            </a:rPr>
            <a:t>2</a:t>
          </a:r>
          <a:r>
            <a:rPr lang="zh-CN" sz="1600" dirty="0" smtClean="0">
              <a:latin typeface="黑体" panose="02010609060101010101" pitchFamily="49" charset="-122"/>
              <a:ea typeface="黑体" panose="02010609060101010101" pitchFamily="49" charset="-122"/>
            </a:rPr>
            <a:t>，在施加净重载荷后超出所在范围最大称量，转换到下一分度值为</a:t>
          </a:r>
          <a:r>
            <a:rPr lang="en-US" sz="1600" dirty="0" smtClean="0">
              <a:latin typeface="黑体" panose="02010609060101010101" pitchFamily="49" charset="-122"/>
              <a:ea typeface="黑体" panose="02010609060101010101" pitchFamily="49" charset="-122"/>
            </a:rPr>
            <a:t>5</a:t>
          </a:r>
          <a:r>
            <a:rPr lang="zh-CN" sz="1600" dirty="0" smtClean="0">
              <a:latin typeface="黑体" panose="02010609060101010101" pitchFamily="49" charset="-122"/>
              <a:ea typeface="黑体" panose="02010609060101010101" pitchFamily="49" charset="-122"/>
            </a:rPr>
            <a:t>的较大称量范围，原皮重值应按新的称量范围分度值进行化整。</a:t>
          </a:r>
          <a:endParaRPr lang="zh-CN" sz="1600" dirty="0">
            <a:latin typeface="黑体" panose="02010609060101010101" pitchFamily="49" charset="-122"/>
            <a:ea typeface="黑体" panose="02010609060101010101" pitchFamily="49" charset="-122"/>
          </a:endParaRPr>
        </a:p>
      </dgm:t>
    </dgm:pt>
    <dgm:pt modelId="{0775AD13-0256-4BD6-A8D1-1F5636D3BBE0}" type="parTrans" cxnId="{3C92C399-1D9C-4559-B9C9-F0AF3495E66D}">
      <dgm:prSet/>
      <dgm:spPr/>
      <dgm:t>
        <a:bodyPr/>
        <a:lstStyle/>
        <a:p>
          <a:endParaRPr lang="zh-CN" altLang="en-US" sz="1600"/>
        </a:p>
      </dgm:t>
    </dgm:pt>
    <dgm:pt modelId="{17249AB3-CDDD-4462-8C4D-0D1C2948820F}" type="sibTrans" cxnId="{3C92C399-1D9C-4559-B9C9-F0AF3495E66D}">
      <dgm:prSet/>
      <dgm:spPr/>
      <dgm:t>
        <a:bodyPr/>
        <a:lstStyle/>
        <a:p>
          <a:endParaRPr lang="zh-CN" altLang="en-US" sz="1600"/>
        </a:p>
      </dgm:t>
    </dgm:pt>
    <dgm:pt modelId="{FF566AE0-CA8C-4791-ADD9-57C8BA3AFB58}">
      <dgm:prSet custT="1"/>
      <dgm:spPr/>
      <dgm:t>
        <a:bodyPr/>
        <a:lstStyle/>
        <a:p>
          <a:pPr rtl="0"/>
          <a:r>
            <a:rPr lang="zh-CN" altLang="en-US" sz="1600" b="1" baseline="0" dirty="0" smtClean="0">
              <a:latin typeface="黑体" panose="02010609060101010101" pitchFamily="49" charset="-122"/>
              <a:ea typeface="黑体" panose="02010609060101010101" pitchFamily="49" charset="-122"/>
            </a:rPr>
            <a:t>除皮装置的运行：</a:t>
          </a:r>
          <a:endParaRPr lang="zh-CN" altLang="en-US" sz="1600" dirty="0">
            <a:latin typeface="黑体" panose="02010609060101010101" pitchFamily="49" charset="-122"/>
            <a:ea typeface="黑体" panose="02010609060101010101" pitchFamily="49" charset="-122"/>
          </a:endParaRPr>
        </a:p>
      </dgm:t>
    </dgm:pt>
    <dgm:pt modelId="{57A0169B-14D5-44E9-A817-789E31D95161}" type="parTrans" cxnId="{2839540D-89C4-481F-8702-72EC90A451C3}">
      <dgm:prSet/>
      <dgm:spPr/>
      <dgm:t>
        <a:bodyPr/>
        <a:lstStyle/>
        <a:p>
          <a:endParaRPr lang="zh-CN" altLang="en-US" sz="1600"/>
        </a:p>
      </dgm:t>
    </dgm:pt>
    <dgm:pt modelId="{7A741172-F801-49A5-847D-1CB35E24EF00}" type="sibTrans" cxnId="{2839540D-89C4-481F-8702-72EC90A451C3}">
      <dgm:prSet/>
      <dgm:spPr/>
      <dgm:t>
        <a:bodyPr/>
        <a:lstStyle/>
        <a:p>
          <a:endParaRPr lang="zh-CN" altLang="en-US" sz="1600"/>
        </a:p>
      </dgm:t>
    </dgm:pt>
    <dgm:pt modelId="{9DF62069-7C76-4D4C-B5ED-259C016187DC}">
      <dgm:prSet custT="1"/>
      <dgm:spPr/>
      <dgm:t>
        <a:bodyPr/>
        <a:lstStyle/>
        <a:p>
          <a:pPr rtl="0"/>
          <a:r>
            <a:rPr lang="zh-CN" altLang="en-US" sz="1600" dirty="0" smtClean="0">
              <a:latin typeface="黑体" panose="02010609060101010101" pitchFamily="49" charset="-122"/>
              <a:ea typeface="黑体" panose="02010609060101010101" pitchFamily="49" charset="-122"/>
            </a:rPr>
            <a:t>只有衡器处于平衡稳定时除皮装置的运行才被允许。对于零售商用衡器，除皮装置运行的取消必须是在毛重零状态。</a:t>
          </a:r>
          <a:endParaRPr lang="zh-CN" altLang="en-US" sz="1600" dirty="0">
            <a:latin typeface="黑体" panose="02010609060101010101" pitchFamily="49" charset="-122"/>
            <a:ea typeface="黑体" panose="02010609060101010101" pitchFamily="49" charset="-122"/>
          </a:endParaRPr>
        </a:p>
      </dgm:t>
    </dgm:pt>
    <dgm:pt modelId="{5879445B-F260-4FE3-BD9B-D6D1A364F485}" type="parTrans" cxnId="{4963B3BE-E524-4B8C-8F70-91BCB421DF35}">
      <dgm:prSet/>
      <dgm:spPr/>
      <dgm:t>
        <a:bodyPr/>
        <a:lstStyle/>
        <a:p>
          <a:endParaRPr lang="zh-CN" altLang="en-US" sz="1600"/>
        </a:p>
      </dgm:t>
    </dgm:pt>
    <dgm:pt modelId="{7595D1E4-0390-4A13-B1E9-32FC9F4E4425}" type="sibTrans" cxnId="{4963B3BE-E524-4B8C-8F70-91BCB421DF35}">
      <dgm:prSet/>
      <dgm:spPr/>
      <dgm:t>
        <a:bodyPr/>
        <a:lstStyle/>
        <a:p>
          <a:endParaRPr lang="zh-CN" altLang="en-US" sz="1600"/>
        </a:p>
      </dgm:t>
    </dgm:pt>
    <dgm:pt modelId="{CB5423BC-61F7-48E2-BFCC-A95B3E01642D}">
      <dgm:prSet custT="1"/>
      <dgm:spPr/>
      <dgm:t>
        <a:bodyPr/>
        <a:lstStyle/>
        <a:p>
          <a:pPr rtl="0"/>
          <a:r>
            <a:rPr lang="zh-CN" altLang="en-US" sz="1600" b="1" baseline="0" smtClean="0">
              <a:latin typeface="黑体" panose="02010609060101010101" pitchFamily="49" charset="-122"/>
              <a:ea typeface="黑体" panose="02010609060101010101" pitchFamily="49" charset="-122"/>
            </a:rPr>
            <a:t>连续除皮操作：</a:t>
          </a:r>
          <a:endParaRPr lang="zh-CN" altLang="en-US" sz="1600">
            <a:latin typeface="黑体" panose="02010609060101010101" pitchFamily="49" charset="-122"/>
            <a:ea typeface="黑体" panose="02010609060101010101" pitchFamily="49" charset="-122"/>
          </a:endParaRPr>
        </a:p>
      </dgm:t>
    </dgm:pt>
    <dgm:pt modelId="{1E6EF4ED-FC41-44B8-B47F-CBD6BF8EEE1C}" type="parTrans" cxnId="{1D7A32C3-4F95-4830-837D-0CF14006CB92}">
      <dgm:prSet/>
      <dgm:spPr/>
      <dgm:t>
        <a:bodyPr/>
        <a:lstStyle/>
        <a:p>
          <a:endParaRPr lang="zh-CN" altLang="en-US" sz="1600"/>
        </a:p>
      </dgm:t>
    </dgm:pt>
    <dgm:pt modelId="{1024F7B9-FFBD-4AE1-8229-3F361CF66A92}" type="sibTrans" cxnId="{1D7A32C3-4F95-4830-837D-0CF14006CB92}">
      <dgm:prSet/>
      <dgm:spPr/>
      <dgm:t>
        <a:bodyPr/>
        <a:lstStyle/>
        <a:p>
          <a:endParaRPr lang="zh-CN" altLang="en-US" sz="1600"/>
        </a:p>
      </dgm:t>
    </dgm:pt>
    <dgm:pt modelId="{B837EDC4-BCA1-48AD-8A17-73FA5C575945}">
      <dgm:prSet custT="1"/>
      <dgm:spPr/>
      <dgm:t>
        <a:bodyPr/>
        <a:lstStyle/>
        <a:p>
          <a:pPr rtl="0"/>
          <a:r>
            <a:rPr lang="zh-CN" sz="1600" dirty="0" smtClean="0">
              <a:latin typeface="黑体" panose="02010609060101010101" pitchFamily="49" charset="-122"/>
              <a:ea typeface="黑体" panose="02010609060101010101" pitchFamily="49" charset="-122"/>
            </a:rPr>
            <a:t>连续按键除皮，皮重值只有一个，是由当前皮重称量装置确定的实际值。</a:t>
          </a:r>
          <a:r>
            <a:rPr lang="en-US" sz="1600" dirty="0" smtClean="0">
              <a:latin typeface="黑体" panose="02010609060101010101" pitchFamily="49" charset="-122"/>
              <a:ea typeface="黑体" panose="02010609060101010101" pitchFamily="49" charset="-122"/>
            </a:rPr>
            <a:t/>
          </a:r>
          <a:br>
            <a:rPr lang="en-US" sz="1600" dirty="0" smtClean="0">
              <a:latin typeface="黑体" panose="02010609060101010101" pitchFamily="49" charset="-122"/>
              <a:ea typeface="黑体" panose="02010609060101010101" pitchFamily="49" charset="-122"/>
            </a:rPr>
          </a:br>
          <a:r>
            <a:rPr lang="zh-CN" sz="1600" dirty="0" smtClean="0">
              <a:latin typeface="黑体" panose="02010609060101010101" pitchFamily="49" charset="-122"/>
              <a:ea typeface="黑体" panose="02010609060101010101" pitchFamily="49" charset="-122"/>
            </a:rPr>
            <a:t>对于零售商用衡器，连续除皮的效果必须是单</a:t>
          </a:r>
          <a:r>
            <a:rPr lang="zh-CN" altLang="en-US" sz="1600" dirty="0" smtClean="0">
              <a:latin typeface="黑体" panose="02010609060101010101" pitchFamily="49" charset="-122"/>
              <a:ea typeface="黑体" panose="02010609060101010101" pitchFamily="49" charset="-122"/>
            </a:rPr>
            <a:t>调</a:t>
          </a:r>
          <a:r>
            <a:rPr lang="zh-CN" sz="1600" dirty="0" smtClean="0">
              <a:latin typeface="黑体" panose="02010609060101010101" pitchFamily="49" charset="-122"/>
              <a:ea typeface="黑体" panose="02010609060101010101" pitchFamily="49" charset="-122"/>
            </a:rPr>
            <a:t>向</a:t>
          </a:r>
          <a:r>
            <a:rPr lang="zh-CN" altLang="en-US" sz="1600" dirty="0" smtClean="0">
              <a:latin typeface="黑体" panose="02010609060101010101" pitchFamily="49" charset="-122"/>
              <a:ea typeface="黑体" panose="02010609060101010101" pitchFamily="49" charset="-122"/>
            </a:rPr>
            <a:t>上</a:t>
          </a:r>
          <a:r>
            <a:rPr lang="zh-CN" sz="1600" dirty="0" smtClean="0">
              <a:latin typeface="黑体" panose="02010609060101010101" pitchFamily="49" charset="-122"/>
              <a:ea typeface="黑体" panose="02010609060101010101" pitchFamily="49" charset="-122"/>
            </a:rPr>
            <a:t>的，</a:t>
          </a:r>
          <a:r>
            <a:rPr lang="zh-CN" altLang="en-US" sz="1600" dirty="0" smtClean="0">
              <a:latin typeface="黑体" panose="02010609060101010101" pitchFamily="49" charset="-122"/>
              <a:ea typeface="黑体" panose="02010609060101010101" pitchFamily="49" charset="-122"/>
            </a:rPr>
            <a:t>即连续操作后的</a:t>
          </a:r>
          <a:r>
            <a:rPr lang="zh-CN" sz="1600" dirty="0" smtClean="0">
              <a:latin typeface="黑体" panose="02010609060101010101" pitchFamily="49" charset="-122"/>
              <a:ea typeface="黑体" panose="02010609060101010101" pitchFamily="49" charset="-122"/>
            </a:rPr>
            <a:t>皮重值不可能被减小。即</a:t>
          </a:r>
          <a:r>
            <a:rPr lang="zh-CN" altLang="en-US" sz="1600" dirty="0" smtClean="0">
              <a:latin typeface="黑体" panose="02010609060101010101" pitchFamily="49" charset="-122"/>
              <a:ea typeface="黑体" panose="02010609060101010101" pitchFamily="49" charset="-122"/>
            </a:rPr>
            <a:t>只有在</a:t>
          </a:r>
          <a:r>
            <a:rPr lang="zh-CN" sz="1600" dirty="0" smtClean="0">
              <a:latin typeface="黑体" panose="02010609060101010101" pitchFamily="49" charset="-122"/>
              <a:ea typeface="黑体" panose="02010609060101010101" pitchFamily="49" charset="-122"/>
            </a:rPr>
            <a:t>毛重载荷为零时，</a:t>
          </a:r>
          <a:r>
            <a:rPr lang="zh-CN" altLang="en-US" sz="1600" dirty="0" smtClean="0">
              <a:latin typeface="黑体" panose="02010609060101010101" pitchFamily="49" charset="-122"/>
              <a:ea typeface="黑体" panose="02010609060101010101" pitchFamily="49" charset="-122"/>
            </a:rPr>
            <a:t>取消除皮运行，重新操作才能运行新的</a:t>
          </a:r>
          <a:r>
            <a:rPr lang="zh-CN" sz="1600" dirty="0" smtClean="0">
              <a:latin typeface="黑体" panose="02010609060101010101" pitchFamily="49" charset="-122"/>
              <a:ea typeface="黑体" panose="02010609060101010101" pitchFamily="49" charset="-122"/>
            </a:rPr>
            <a:t>小</a:t>
          </a:r>
          <a:r>
            <a:rPr lang="zh-CN" altLang="en-US" sz="1600" dirty="0" smtClean="0">
              <a:latin typeface="黑体" panose="02010609060101010101" pitchFamily="49" charset="-122"/>
              <a:ea typeface="黑体" panose="02010609060101010101" pitchFamily="49" charset="-122"/>
            </a:rPr>
            <a:t>皮重值</a:t>
          </a:r>
          <a:r>
            <a:rPr lang="zh-CN" sz="1600" dirty="0" smtClean="0">
              <a:latin typeface="黑体" panose="02010609060101010101" pitchFamily="49" charset="-122"/>
              <a:ea typeface="黑体" panose="02010609060101010101" pitchFamily="49" charset="-122"/>
            </a:rPr>
            <a:t>。</a:t>
          </a:r>
          <a:r>
            <a:rPr lang="en-US" sz="1600" dirty="0" smtClean="0">
              <a:latin typeface="黑体" panose="02010609060101010101" pitchFamily="49" charset="-122"/>
              <a:ea typeface="黑体" panose="02010609060101010101" pitchFamily="49" charset="-122"/>
            </a:rPr>
            <a:t/>
          </a:r>
          <a:br>
            <a:rPr lang="en-US" sz="1600" dirty="0" smtClean="0">
              <a:latin typeface="黑体" panose="02010609060101010101" pitchFamily="49" charset="-122"/>
              <a:ea typeface="黑体" panose="02010609060101010101" pitchFamily="49" charset="-122"/>
            </a:rPr>
          </a:br>
          <a:r>
            <a:rPr lang="zh-CN" sz="1600" dirty="0" smtClean="0">
              <a:latin typeface="黑体" panose="02010609060101010101" pitchFamily="49" charset="-122"/>
              <a:ea typeface="黑体" panose="02010609060101010101" pitchFamily="49" charset="-122"/>
            </a:rPr>
            <a:t>多个皮重装置同时运行，由不同皮重装置给出的皮重值在显示或打印时应清楚标注相应的皮重装置。</a:t>
          </a:r>
          <a:r>
            <a:rPr lang="en-US" sz="1600" dirty="0" smtClean="0">
              <a:latin typeface="黑体" panose="02010609060101010101" pitchFamily="49" charset="-122"/>
              <a:ea typeface="黑体" panose="02010609060101010101" pitchFamily="49" charset="-122"/>
            </a:rPr>
            <a:t/>
          </a:r>
          <a:br>
            <a:rPr lang="en-US" sz="1600" dirty="0" smtClean="0">
              <a:latin typeface="黑体" panose="02010609060101010101" pitchFamily="49" charset="-122"/>
              <a:ea typeface="黑体" panose="02010609060101010101" pitchFamily="49" charset="-122"/>
            </a:rPr>
          </a:br>
          <a:r>
            <a:rPr lang="zh-CN" sz="1600" dirty="0" smtClean="0">
              <a:latin typeface="黑体" panose="02010609060101010101" pitchFamily="49" charset="-122"/>
              <a:ea typeface="黑体" panose="02010609060101010101" pitchFamily="49" charset="-122"/>
            </a:rPr>
            <a:t>零售商用衡器不允许多个皮重装置同时运行。</a:t>
          </a:r>
          <a:endParaRPr lang="zh-CN" sz="1600" dirty="0">
            <a:latin typeface="黑体" panose="02010609060101010101" pitchFamily="49" charset="-122"/>
            <a:ea typeface="黑体" panose="02010609060101010101" pitchFamily="49" charset="-122"/>
          </a:endParaRPr>
        </a:p>
      </dgm:t>
    </dgm:pt>
    <dgm:pt modelId="{48A24EF1-1FA2-4A32-9BF5-D46072E6F053}" type="parTrans" cxnId="{11656400-BDFE-42B6-891F-934981E5E65D}">
      <dgm:prSet/>
      <dgm:spPr/>
      <dgm:t>
        <a:bodyPr/>
        <a:lstStyle/>
        <a:p>
          <a:endParaRPr lang="zh-CN" altLang="en-US" sz="1600"/>
        </a:p>
      </dgm:t>
    </dgm:pt>
    <dgm:pt modelId="{20A7B910-E3D6-4D60-BC8E-77B60D7048AD}" type="sibTrans" cxnId="{11656400-BDFE-42B6-891F-934981E5E65D}">
      <dgm:prSet/>
      <dgm:spPr/>
      <dgm:t>
        <a:bodyPr/>
        <a:lstStyle/>
        <a:p>
          <a:endParaRPr lang="zh-CN" altLang="en-US" sz="1600"/>
        </a:p>
      </dgm:t>
    </dgm:pt>
    <dgm:pt modelId="{9C0AB457-18CA-40AC-BB4A-F489DA0B80B9}" type="pres">
      <dgm:prSet presAssocID="{CA380215-5C40-4C54-BCBA-E265D645CB5A}" presName="Name0" presStyleCnt="0">
        <dgm:presLayoutVars>
          <dgm:dir/>
          <dgm:animLvl val="lvl"/>
          <dgm:resizeHandles val="exact"/>
        </dgm:presLayoutVars>
      </dgm:prSet>
      <dgm:spPr/>
      <dgm:t>
        <a:bodyPr/>
        <a:lstStyle/>
        <a:p>
          <a:endParaRPr lang="zh-CN" altLang="en-US"/>
        </a:p>
      </dgm:t>
    </dgm:pt>
    <dgm:pt modelId="{65F58A67-41DC-4630-9EDA-74C9DE1265AE}" type="pres">
      <dgm:prSet presAssocID="{FF566AE0-CA8C-4791-ADD9-57C8BA3AFB58}" presName="linNode" presStyleCnt="0"/>
      <dgm:spPr/>
    </dgm:pt>
    <dgm:pt modelId="{273B96A6-9E26-40DF-9D96-280F892E8DBD}" type="pres">
      <dgm:prSet presAssocID="{FF566AE0-CA8C-4791-ADD9-57C8BA3AFB58}" presName="parentText" presStyleLbl="node1" presStyleIdx="0" presStyleCnt="3" custScaleX="63447" custScaleY="27534" custLinFactNeighborX="-8925">
        <dgm:presLayoutVars>
          <dgm:chMax val="1"/>
          <dgm:bulletEnabled val="1"/>
        </dgm:presLayoutVars>
      </dgm:prSet>
      <dgm:spPr/>
      <dgm:t>
        <a:bodyPr/>
        <a:lstStyle/>
        <a:p>
          <a:endParaRPr lang="zh-CN" altLang="en-US"/>
        </a:p>
      </dgm:t>
    </dgm:pt>
    <dgm:pt modelId="{7A6E5571-27BC-4B16-92CB-20209C604DD7}" type="pres">
      <dgm:prSet presAssocID="{FF566AE0-CA8C-4791-ADD9-57C8BA3AFB58}" presName="descendantText" presStyleLbl="alignAccFollowNode1" presStyleIdx="0" presStyleCnt="3" custScaleX="117049" custScaleY="56032">
        <dgm:presLayoutVars>
          <dgm:bulletEnabled val="1"/>
        </dgm:presLayoutVars>
      </dgm:prSet>
      <dgm:spPr/>
      <dgm:t>
        <a:bodyPr/>
        <a:lstStyle/>
        <a:p>
          <a:endParaRPr lang="zh-CN" altLang="en-US"/>
        </a:p>
      </dgm:t>
    </dgm:pt>
    <dgm:pt modelId="{B206957C-ABB3-4911-AB3D-A56273998043}" type="pres">
      <dgm:prSet presAssocID="{7A741172-F801-49A5-847D-1CB35E24EF00}" presName="sp" presStyleCnt="0"/>
      <dgm:spPr/>
    </dgm:pt>
    <dgm:pt modelId="{A391BC31-3CB7-4A3F-8A18-275E793809F4}" type="pres">
      <dgm:prSet presAssocID="{B8FCA769-15D8-4A4F-A58F-C20A0574A1AF}" presName="linNode" presStyleCnt="0"/>
      <dgm:spPr/>
    </dgm:pt>
    <dgm:pt modelId="{D13A8A41-790C-4AF3-8813-BFC6391A993A}" type="pres">
      <dgm:prSet presAssocID="{B8FCA769-15D8-4A4F-A58F-C20A0574A1AF}" presName="parentText" presStyleLbl="node1" presStyleIdx="1" presStyleCnt="3" custScaleX="63447" custScaleY="27534" custLinFactNeighborX="-8925">
        <dgm:presLayoutVars>
          <dgm:chMax val="1"/>
          <dgm:bulletEnabled val="1"/>
        </dgm:presLayoutVars>
      </dgm:prSet>
      <dgm:spPr/>
      <dgm:t>
        <a:bodyPr/>
        <a:lstStyle/>
        <a:p>
          <a:endParaRPr lang="zh-CN" altLang="en-US"/>
        </a:p>
      </dgm:t>
    </dgm:pt>
    <dgm:pt modelId="{AC7AEE71-2A91-4F29-BCED-9A222EC4A51B}" type="pres">
      <dgm:prSet presAssocID="{B8FCA769-15D8-4A4F-A58F-C20A0574A1AF}" presName="descendantText" presStyleLbl="alignAccFollowNode1" presStyleIdx="1" presStyleCnt="3" custScaleX="117049" custScaleY="72944">
        <dgm:presLayoutVars>
          <dgm:bulletEnabled val="1"/>
        </dgm:presLayoutVars>
      </dgm:prSet>
      <dgm:spPr/>
      <dgm:t>
        <a:bodyPr/>
        <a:lstStyle/>
        <a:p>
          <a:endParaRPr lang="zh-CN" altLang="en-US"/>
        </a:p>
      </dgm:t>
    </dgm:pt>
    <dgm:pt modelId="{AB587B1A-1E41-4693-8D80-3A38E18352EB}" type="pres">
      <dgm:prSet presAssocID="{6397DCCA-CA73-440A-8AA5-E04F0E79864F}" presName="sp" presStyleCnt="0"/>
      <dgm:spPr/>
    </dgm:pt>
    <dgm:pt modelId="{2AC95F66-7204-490F-9560-D4209BA19D47}" type="pres">
      <dgm:prSet presAssocID="{CB5423BC-61F7-48E2-BFCC-A95B3E01642D}" presName="linNode" presStyleCnt="0"/>
      <dgm:spPr/>
    </dgm:pt>
    <dgm:pt modelId="{3909BEA6-6DA5-4189-88FC-92FEE3D13DFA}" type="pres">
      <dgm:prSet presAssocID="{CB5423BC-61F7-48E2-BFCC-A95B3E01642D}" presName="parentText" presStyleLbl="node1" presStyleIdx="2" presStyleCnt="3" custScaleX="63447" custScaleY="27534" custLinFactNeighborX="-8925">
        <dgm:presLayoutVars>
          <dgm:chMax val="1"/>
          <dgm:bulletEnabled val="1"/>
        </dgm:presLayoutVars>
      </dgm:prSet>
      <dgm:spPr/>
      <dgm:t>
        <a:bodyPr/>
        <a:lstStyle/>
        <a:p>
          <a:endParaRPr lang="zh-CN" altLang="en-US"/>
        </a:p>
      </dgm:t>
    </dgm:pt>
    <dgm:pt modelId="{9E8B169D-1794-4AB5-B676-B1CB4BEB1F86}" type="pres">
      <dgm:prSet presAssocID="{CB5423BC-61F7-48E2-BFCC-A95B3E01642D}" presName="descendantText" presStyleLbl="alignAccFollowNode1" presStyleIdx="2" presStyleCnt="3" custScaleX="117049">
        <dgm:presLayoutVars>
          <dgm:bulletEnabled val="1"/>
        </dgm:presLayoutVars>
      </dgm:prSet>
      <dgm:spPr/>
      <dgm:t>
        <a:bodyPr/>
        <a:lstStyle/>
        <a:p>
          <a:endParaRPr lang="zh-CN" altLang="en-US"/>
        </a:p>
      </dgm:t>
    </dgm:pt>
  </dgm:ptLst>
  <dgm:cxnLst>
    <dgm:cxn modelId="{2E61C29D-006E-4172-AB9F-7B442DA5CB57}" srcId="{CA380215-5C40-4C54-BCBA-E265D645CB5A}" destId="{B8FCA769-15D8-4A4F-A58F-C20A0574A1AF}" srcOrd="1" destOrd="0" parTransId="{86743E5C-C87C-45E1-82F1-A58FFE8B6C22}" sibTransId="{6397DCCA-CA73-440A-8AA5-E04F0E79864F}"/>
    <dgm:cxn modelId="{1D7A32C3-4F95-4830-837D-0CF14006CB92}" srcId="{CA380215-5C40-4C54-BCBA-E265D645CB5A}" destId="{CB5423BC-61F7-48E2-BFCC-A95B3E01642D}" srcOrd="2" destOrd="0" parTransId="{1E6EF4ED-FC41-44B8-B47F-CBD6BF8EEE1C}" sibTransId="{1024F7B9-FFBD-4AE1-8229-3F361CF66A92}"/>
    <dgm:cxn modelId="{2DA655D9-C1DA-48D3-BD5B-860380336114}" type="presOf" srcId="{B837EDC4-BCA1-48AD-8A17-73FA5C575945}" destId="{9E8B169D-1794-4AB5-B676-B1CB4BEB1F86}" srcOrd="0" destOrd="0" presId="urn:microsoft.com/office/officeart/2005/8/layout/vList5"/>
    <dgm:cxn modelId="{1BB86EE1-EF5E-4D1C-BDC4-3B7D4F345582}" type="presOf" srcId="{9DF62069-7C76-4D4C-B5ED-259C016187DC}" destId="{7A6E5571-27BC-4B16-92CB-20209C604DD7}" srcOrd="0" destOrd="0" presId="urn:microsoft.com/office/officeart/2005/8/layout/vList5"/>
    <dgm:cxn modelId="{2839540D-89C4-481F-8702-72EC90A451C3}" srcId="{CA380215-5C40-4C54-BCBA-E265D645CB5A}" destId="{FF566AE0-CA8C-4791-ADD9-57C8BA3AFB58}" srcOrd="0" destOrd="0" parTransId="{57A0169B-14D5-44E9-A817-789E31D95161}" sibTransId="{7A741172-F801-49A5-847D-1CB35E24EF00}"/>
    <dgm:cxn modelId="{7F7945FF-0B1D-4FDC-899C-40EC169FBB58}" type="presOf" srcId="{B8A82EB7-D3A9-411D-911D-2419FC6E4367}" destId="{AC7AEE71-2A91-4F29-BCED-9A222EC4A51B}" srcOrd="0" destOrd="0" presId="urn:microsoft.com/office/officeart/2005/8/layout/vList5"/>
    <dgm:cxn modelId="{B4502B99-D5C2-4B1F-B075-3F05BE5F1C95}" type="presOf" srcId="{CB5423BC-61F7-48E2-BFCC-A95B3E01642D}" destId="{3909BEA6-6DA5-4189-88FC-92FEE3D13DFA}" srcOrd="0" destOrd="0" presId="urn:microsoft.com/office/officeart/2005/8/layout/vList5"/>
    <dgm:cxn modelId="{11656400-BDFE-42B6-891F-934981E5E65D}" srcId="{CB5423BC-61F7-48E2-BFCC-A95B3E01642D}" destId="{B837EDC4-BCA1-48AD-8A17-73FA5C575945}" srcOrd="0" destOrd="0" parTransId="{48A24EF1-1FA2-4A32-9BF5-D46072E6F053}" sibTransId="{20A7B910-E3D6-4D60-BC8E-77B60D7048AD}"/>
    <dgm:cxn modelId="{E0CBC314-5B01-4AF8-857A-9CC7DDDE80A4}" type="presOf" srcId="{B8FCA769-15D8-4A4F-A58F-C20A0574A1AF}" destId="{D13A8A41-790C-4AF3-8813-BFC6391A993A}" srcOrd="0" destOrd="0" presId="urn:microsoft.com/office/officeart/2005/8/layout/vList5"/>
    <dgm:cxn modelId="{8A20D25A-76DE-4641-A5EA-AAFC15AD1722}" type="presOf" srcId="{CA380215-5C40-4C54-BCBA-E265D645CB5A}" destId="{9C0AB457-18CA-40AC-BB4A-F489DA0B80B9}" srcOrd="0" destOrd="0" presId="urn:microsoft.com/office/officeart/2005/8/layout/vList5"/>
    <dgm:cxn modelId="{6053519B-8223-4B88-BAFB-1014CDE326CA}" type="presOf" srcId="{FF566AE0-CA8C-4791-ADD9-57C8BA3AFB58}" destId="{273B96A6-9E26-40DF-9D96-280F892E8DBD}" srcOrd="0" destOrd="0" presId="urn:microsoft.com/office/officeart/2005/8/layout/vList5"/>
    <dgm:cxn modelId="{4963B3BE-E524-4B8C-8F70-91BCB421DF35}" srcId="{FF566AE0-CA8C-4791-ADD9-57C8BA3AFB58}" destId="{9DF62069-7C76-4D4C-B5ED-259C016187DC}" srcOrd="0" destOrd="0" parTransId="{5879445B-F260-4FE3-BD9B-D6D1A364F485}" sibTransId="{7595D1E4-0390-4A13-B1E9-32FC9F4E4425}"/>
    <dgm:cxn modelId="{3C92C399-1D9C-4559-B9C9-F0AF3495E66D}" srcId="{B8FCA769-15D8-4A4F-A58F-C20A0574A1AF}" destId="{B8A82EB7-D3A9-411D-911D-2419FC6E4367}" srcOrd="0" destOrd="0" parTransId="{0775AD13-0256-4BD6-A8D1-1F5636D3BBE0}" sibTransId="{17249AB3-CDDD-4462-8C4D-0D1C2948820F}"/>
    <dgm:cxn modelId="{255F04D3-C750-4790-B46C-9B6810E93D62}" type="presParOf" srcId="{9C0AB457-18CA-40AC-BB4A-F489DA0B80B9}" destId="{65F58A67-41DC-4630-9EDA-74C9DE1265AE}" srcOrd="0" destOrd="0" presId="urn:microsoft.com/office/officeart/2005/8/layout/vList5"/>
    <dgm:cxn modelId="{F70FF831-B991-4E65-8998-B7177FB33E9E}" type="presParOf" srcId="{65F58A67-41DC-4630-9EDA-74C9DE1265AE}" destId="{273B96A6-9E26-40DF-9D96-280F892E8DBD}" srcOrd="0" destOrd="0" presId="urn:microsoft.com/office/officeart/2005/8/layout/vList5"/>
    <dgm:cxn modelId="{7B5F4648-30C4-4A53-86D2-AE8D3FB27D39}" type="presParOf" srcId="{65F58A67-41DC-4630-9EDA-74C9DE1265AE}" destId="{7A6E5571-27BC-4B16-92CB-20209C604DD7}" srcOrd="1" destOrd="0" presId="urn:microsoft.com/office/officeart/2005/8/layout/vList5"/>
    <dgm:cxn modelId="{EDFF7958-3FE6-438F-A319-9009201D49BB}" type="presParOf" srcId="{9C0AB457-18CA-40AC-BB4A-F489DA0B80B9}" destId="{B206957C-ABB3-4911-AB3D-A56273998043}" srcOrd="1" destOrd="0" presId="urn:microsoft.com/office/officeart/2005/8/layout/vList5"/>
    <dgm:cxn modelId="{49D9AB0A-FE9B-4362-9BF9-32C7F50712D7}" type="presParOf" srcId="{9C0AB457-18CA-40AC-BB4A-F489DA0B80B9}" destId="{A391BC31-3CB7-4A3F-8A18-275E793809F4}" srcOrd="2" destOrd="0" presId="urn:microsoft.com/office/officeart/2005/8/layout/vList5"/>
    <dgm:cxn modelId="{6FE7E1DB-927F-4C4D-90CB-42D3702736E1}" type="presParOf" srcId="{A391BC31-3CB7-4A3F-8A18-275E793809F4}" destId="{D13A8A41-790C-4AF3-8813-BFC6391A993A}" srcOrd="0" destOrd="0" presId="urn:microsoft.com/office/officeart/2005/8/layout/vList5"/>
    <dgm:cxn modelId="{454B4AB4-45C7-4DAA-8260-7A258F97C912}" type="presParOf" srcId="{A391BC31-3CB7-4A3F-8A18-275E793809F4}" destId="{AC7AEE71-2A91-4F29-BCED-9A222EC4A51B}" srcOrd="1" destOrd="0" presId="urn:microsoft.com/office/officeart/2005/8/layout/vList5"/>
    <dgm:cxn modelId="{B0A02291-25E9-420E-B032-6618BE3944E0}" type="presParOf" srcId="{9C0AB457-18CA-40AC-BB4A-F489DA0B80B9}" destId="{AB587B1A-1E41-4693-8D80-3A38E18352EB}" srcOrd="3" destOrd="0" presId="urn:microsoft.com/office/officeart/2005/8/layout/vList5"/>
    <dgm:cxn modelId="{0E89A318-EEA0-4A11-ADC0-1F7556A225F2}" type="presParOf" srcId="{9C0AB457-18CA-40AC-BB4A-F489DA0B80B9}" destId="{2AC95F66-7204-490F-9560-D4209BA19D47}" srcOrd="4" destOrd="0" presId="urn:microsoft.com/office/officeart/2005/8/layout/vList5"/>
    <dgm:cxn modelId="{2F665A18-01C7-4E4B-9AC6-D0C370688939}" type="presParOf" srcId="{2AC95F66-7204-490F-9560-D4209BA19D47}" destId="{3909BEA6-6DA5-4189-88FC-92FEE3D13DFA}" srcOrd="0" destOrd="0" presId="urn:microsoft.com/office/officeart/2005/8/layout/vList5"/>
    <dgm:cxn modelId="{BDE983F1-E1EE-4112-8555-F6482DC020B0}" type="presParOf" srcId="{2AC95F66-7204-490F-9560-D4209BA19D47}" destId="{9E8B169D-1794-4AB5-B676-B1CB4BEB1F8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3BC67E9-B2B7-498B-99E3-9FD9419C0D9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0B609FF2-0A67-47E7-84BD-B24F9A4EB532}">
      <dgm:prSet custT="1"/>
      <dgm:spPr/>
      <dgm:t>
        <a:bodyPr/>
        <a:lstStyle/>
        <a:p>
          <a:pPr rtl="0"/>
          <a:r>
            <a:rPr lang="zh-CN" altLang="en-US" sz="1600" b="1" baseline="0" smtClean="0">
              <a:latin typeface="+mj-lt"/>
              <a:ea typeface="黑体" panose="02010609060101010101" pitchFamily="49" charset="-122"/>
            </a:rPr>
            <a:t>预置皮重装置：</a:t>
          </a:r>
          <a:endParaRPr lang="zh-CN" altLang="en-US" sz="1600">
            <a:latin typeface="+mj-lt"/>
            <a:ea typeface="黑体" panose="02010609060101010101" pitchFamily="49" charset="-122"/>
          </a:endParaRPr>
        </a:p>
      </dgm:t>
    </dgm:pt>
    <dgm:pt modelId="{5D312F5C-93B2-44F4-8E4B-F32C2CC6747C}" type="parTrans" cxnId="{EF47B3EE-B2BA-4204-BA82-40A4A7E71FB3}">
      <dgm:prSet/>
      <dgm:spPr/>
      <dgm:t>
        <a:bodyPr/>
        <a:lstStyle/>
        <a:p>
          <a:endParaRPr lang="zh-CN" altLang="en-US"/>
        </a:p>
      </dgm:t>
    </dgm:pt>
    <dgm:pt modelId="{F188918E-FB4E-406C-AB33-50DF5A6B758A}" type="sibTrans" cxnId="{EF47B3EE-B2BA-4204-BA82-40A4A7E71FB3}">
      <dgm:prSet/>
      <dgm:spPr/>
      <dgm:t>
        <a:bodyPr/>
        <a:lstStyle/>
        <a:p>
          <a:endParaRPr lang="zh-CN" altLang="en-US"/>
        </a:p>
      </dgm:t>
    </dgm:pt>
    <dgm:pt modelId="{CEB15771-E2E4-4CFF-A875-A3367980638E}">
      <dgm:prSet custT="1"/>
      <dgm:spPr/>
      <dgm:t>
        <a:bodyPr/>
        <a:lstStyle/>
        <a:p>
          <a:pPr rtl="0"/>
          <a:r>
            <a:rPr lang="zh-CN" altLang="en-US" sz="1600" dirty="0" smtClean="0">
              <a:latin typeface="+mj-lt"/>
              <a:ea typeface="黑体" panose="02010609060101010101" pitchFamily="49" charset="-122"/>
            </a:rPr>
            <a:t>通常对已经预包装的物品称量才会使用预置皮重功能，因此预置皮重总是从毛重或净重中减去预置的皮重值，指示计算净重载荷结果的，装置的运行一定会减小净重称量范围。</a:t>
          </a:r>
          <a:endParaRPr lang="zh-CN" altLang="en-US" sz="1600" dirty="0">
            <a:latin typeface="+mj-lt"/>
            <a:ea typeface="黑体" panose="02010609060101010101" pitchFamily="49" charset="-122"/>
          </a:endParaRPr>
        </a:p>
      </dgm:t>
    </dgm:pt>
    <dgm:pt modelId="{C5A1F8C6-7C9A-4C93-A5A9-309CF4548AB9}" type="parTrans" cxnId="{9261F8DC-9B97-4130-B2D9-127E914B9663}">
      <dgm:prSet/>
      <dgm:spPr/>
      <dgm:t>
        <a:bodyPr/>
        <a:lstStyle/>
        <a:p>
          <a:endParaRPr lang="zh-CN" altLang="en-US"/>
        </a:p>
      </dgm:t>
    </dgm:pt>
    <dgm:pt modelId="{63F4E47E-FD30-474A-8BE0-D27571DA4F23}" type="sibTrans" cxnId="{9261F8DC-9B97-4130-B2D9-127E914B9663}">
      <dgm:prSet/>
      <dgm:spPr/>
      <dgm:t>
        <a:bodyPr/>
        <a:lstStyle/>
        <a:p>
          <a:endParaRPr lang="zh-CN" altLang="en-US"/>
        </a:p>
      </dgm:t>
    </dgm:pt>
    <dgm:pt modelId="{82CF06B0-0DE8-4D70-BE98-F3C0F8963D73}">
      <dgm:prSet custT="1"/>
      <dgm:spPr/>
      <dgm:t>
        <a:bodyPr/>
        <a:lstStyle/>
        <a:p>
          <a:pPr rtl="0"/>
          <a:r>
            <a:rPr lang="zh-CN" altLang="en-US" sz="1600" dirty="0" smtClean="0">
              <a:latin typeface="+mj-lt"/>
              <a:ea typeface="黑体" panose="02010609060101010101" pitchFamily="49" charset="-122"/>
            </a:rPr>
            <a:t>预置皮重的输入可以是预先通过称量保存下来的皮重值，也可以是直接通过数字键盘输入的，或是通过接口输入的。</a:t>
          </a:r>
          <a:endParaRPr lang="zh-CN" altLang="en-US" sz="1600" dirty="0">
            <a:latin typeface="+mj-lt"/>
            <a:ea typeface="黑体" panose="02010609060101010101" pitchFamily="49" charset="-122"/>
          </a:endParaRPr>
        </a:p>
      </dgm:t>
    </dgm:pt>
    <dgm:pt modelId="{86785B10-E874-4BA8-914E-9BE91FED4BC6}" type="parTrans" cxnId="{0F9034AA-E566-4F79-A372-24CC68ABFDD7}">
      <dgm:prSet/>
      <dgm:spPr/>
      <dgm:t>
        <a:bodyPr/>
        <a:lstStyle/>
        <a:p>
          <a:endParaRPr lang="zh-CN" altLang="en-US"/>
        </a:p>
      </dgm:t>
    </dgm:pt>
    <dgm:pt modelId="{7BCEC79F-E517-430B-B44B-766D677FF8A5}" type="sibTrans" cxnId="{0F9034AA-E566-4F79-A372-24CC68ABFDD7}">
      <dgm:prSet/>
      <dgm:spPr/>
      <dgm:t>
        <a:bodyPr/>
        <a:lstStyle/>
        <a:p>
          <a:endParaRPr lang="zh-CN" altLang="en-US"/>
        </a:p>
      </dgm:t>
    </dgm:pt>
    <dgm:pt modelId="{374F2C87-A363-4396-9ACE-4F6BA4C63042}">
      <dgm:prSet custT="1"/>
      <dgm:spPr/>
      <dgm:t>
        <a:bodyPr/>
        <a:lstStyle/>
        <a:p>
          <a:pPr rtl="0"/>
          <a:r>
            <a:rPr lang="zh-CN" altLang="en-US" sz="1600" b="1" baseline="0" dirty="0" smtClean="0">
              <a:latin typeface="+mj-lt"/>
              <a:ea typeface="黑体" panose="02010609060101010101" pitchFamily="49" charset="-122"/>
            </a:rPr>
            <a:t>预置皮重的分度值：</a:t>
          </a:r>
          <a:endParaRPr lang="zh-CN" altLang="en-US" sz="1600" dirty="0">
            <a:latin typeface="+mj-lt"/>
            <a:ea typeface="黑体" panose="02010609060101010101" pitchFamily="49" charset="-122"/>
          </a:endParaRPr>
        </a:p>
      </dgm:t>
    </dgm:pt>
    <dgm:pt modelId="{923F7E7B-61B2-4216-A5A0-E24D6C43C863}" type="parTrans" cxnId="{E0884859-22F6-4D90-AD92-B0141EFF7F1D}">
      <dgm:prSet/>
      <dgm:spPr/>
      <dgm:t>
        <a:bodyPr/>
        <a:lstStyle/>
        <a:p>
          <a:endParaRPr lang="zh-CN" altLang="en-US"/>
        </a:p>
      </dgm:t>
    </dgm:pt>
    <dgm:pt modelId="{52CE9341-B3EB-4043-BC1A-79DDF2ED6E05}" type="sibTrans" cxnId="{E0884859-22F6-4D90-AD92-B0141EFF7F1D}">
      <dgm:prSet/>
      <dgm:spPr/>
      <dgm:t>
        <a:bodyPr/>
        <a:lstStyle/>
        <a:p>
          <a:endParaRPr lang="zh-CN" altLang="en-US"/>
        </a:p>
      </dgm:t>
    </dgm:pt>
    <dgm:pt modelId="{AEDAADEB-3856-45DB-9138-51328AF842F7}">
      <dgm:prSet custT="1"/>
      <dgm:spPr/>
      <dgm:t>
        <a:bodyPr/>
        <a:lstStyle/>
        <a:p>
          <a:pPr rtl="0"/>
          <a:r>
            <a:rPr lang="zh-CN" altLang="en-US" sz="1600" dirty="0" smtClean="0">
              <a:latin typeface="+mj-lt"/>
              <a:ea typeface="黑体" panose="02010609060101010101" pitchFamily="49" charset="-122"/>
            </a:rPr>
            <a:t>无论采用何种方式输入预置皮重，仅接受分度值与衡器一致的皮重值，或自动对输入皮重值按衡器分度值化整。</a:t>
          </a:r>
          <a:endParaRPr lang="zh-CN" altLang="en-US" sz="1600" dirty="0">
            <a:latin typeface="+mj-lt"/>
            <a:ea typeface="黑体" panose="02010609060101010101" pitchFamily="49" charset="-122"/>
          </a:endParaRPr>
        </a:p>
      </dgm:t>
    </dgm:pt>
    <dgm:pt modelId="{BE0E7CED-9E15-4C31-AF98-E507B4813556}" type="parTrans" cxnId="{A712E91C-AC5F-4849-835D-802303046844}">
      <dgm:prSet/>
      <dgm:spPr/>
      <dgm:t>
        <a:bodyPr/>
        <a:lstStyle/>
        <a:p>
          <a:endParaRPr lang="zh-CN" altLang="en-US"/>
        </a:p>
      </dgm:t>
    </dgm:pt>
    <dgm:pt modelId="{091350A2-C46B-4436-AF2E-321D3286FB0C}" type="sibTrans" cxnId="{A712E91C-AC5F-4849-835D-802303046844}">
      <dgm:prSet/>
      <dgm:spPr/>
      <dgm:t>
        <a:bodyPr/>
        <a:lstStyle/>
        <a:p>
          <a:endParaRPr lang="zh-CN" altLang="en-US"/>
        </a:p>
      </dgm:t>
    </dgm:pt>
    <dgm:pt modelId="{FB41DF80-3C84-4E2E-AEDB-B2936A377D42}">
      <dgm:prSet custT="1"/>
      <dgm:spPr/>
      <dgm:t>
        <a:bodyPr/>
        <a:lstStyle/>
        <a:p>
          <a:pPr rtl="0"/>
          <a:r>
            <a:rPr lang="zh-CN" altLang="en-US" sz="1600" dirty="0" smtClean="0">
              <a:latin typeface="+mj-lt"/>
              <a:ea typeface="黑体" panose="02010609060101010101" pitchFamily="49" charset="-122"/>
            </a:rPr>
            <a:t>在多范围衡器中，如果称量范围变化，皮重值分度值仅向较大称量范围的分度值重新化整。</a:t>
          </a:r>
          <a:endParaRPr lang="zh-CN" altLang="en-US" sz="1600" dirty="0">
            <a:latin typeface="+mj-lt"/>
            <a:ea typeface="黑体" panose="02010609060101010101" pitchFamily="49" charset="-122"/>
          </a:endParaRPr>
        </a:p>
      </dgm:t>
    </dgm:pt>
    <dgm:pt modelId="{9FC75D9E-12B6-4DFA-A1A2-0E9BA5A92054}" type="parTrans" cxnId="{43B86684-D019-4B5A-B8C3-E7652D1BAEBA}">
      <dgm:prSet/>
      <dgm:spPr/>
      <dgm:t>
        <a:bodyPr/>
        <a:lstStyle/>
        <a:p>
          <a:endParaRPr lang="zh-CN" altLang="en-US"/>
        </a:p>
      </dgm:t>
    </dgm:pt>
    <dgm:pt modelId="{93730496-E9DC-43A5-97D0-CD108D9C1CEA}" type="sibTrans" cxnId="{43B86684-D019-4B5A-B8C3-E7652D1BAEBA}">
      <dgm:prSet/>
      <dgm:spPr/>
      <dgm:t>
        <a:bodyPr/>
        <a:lstStyle/>
        <a:p>
          <a:endParaRPr lang="zh-CN" altLang="en-US"/>
        </a:p>
      </dgm:t>
    </dgm:pt>
    <dgm:pt modelId="{0DE7B193-3634-452E-9E69-BF20C3033173}">
      <dgm:prSet custT="1"/>
      <dgm:spPr/>
      <dgm:t>
        <a:bodyPr/>
        <a:lstStyle/>
        <a:p>
          <a:pPr rtl="0"/>
          <a:r>
            <a:rPr lang="zh-CN" sz="1600" dirty="0" smtClean="0">
              <a:latin typeface="+mj-lt"/>
              <a:ea typeface="黑体" panose="02010609060101010101" pitchFamily="49" charset="-122"/>
            </a:rPr>
            <a:t>在多分度值衡器中，预置皮重仅允许以</a:t>
          </a:r>
          <a:r>
            <a:rPr lang="en-US" sz="1600" dirty="0" smtClean="0">
              <a:latin typeface="+mj-lt"/>
              <a:ea typeface="黑体" panose="02010609060101010101" pitchFamily="49" charset="-122"/>
            </a:rPr>
            <a:t>e</a:t>
          </a:r>
          <a:r>
            <a:rPr lang="en-US" sz="1600" baseline="-25000" dirty="0" smtClean="0">
              <a:latin typeface="+mj-lt"/>
              <a:ea typeface="黑体" panose="02010609060101010101" pitchFamily="49" charset="-122"/>
            </a:rPr>
            <a:t>1</a:t>
          </a:r>
          <a:r>
            <a:rPr lang="zh-CN" sz="1600" dirty="0" smtClean="0">
              <a:latin typeface="+mj-lt"/>
              <a:ea typeface="黑体" panose="02010609060101010101" pitchFamily="49" charset="-122"/>
            </a:rPr>
            <a:t>输入或自动化整到</a:t>
          </a:r>
          <a:r>
            <a:rPr lang="en-US" sz="1600" dirty="0" smtClean="0">
              <a:latin typeface="+mj-lt"/>
              <a:ea typeface="黑体" panose="02010609060101010101" pitchFamily="49" charset="-122"/>
            </a:rPr>
            <a:t>e</a:t>
          </a:r>
          <a:r>
            <a:rPr lang="en-US" sz="1600" baseline="-25000" dirty="0" smtClean="0">
              <a:latin typeface="+mj-lt"/>
              <a:ea typeface="黑体" panose="02010609060101010101" pitchFamily="49" charset="-122"/>
            </a:rPr>
            <a:t>1</a:t>
          </a:r>
          <a:r>
            <a:rPr lang="zh-CN" sz="1600" dirty="0" smtClean="0">
              <a:latin typeface="+mj-lt"/>
              <a:ea typeface="黑体" panose="02010609060101010101" pitchFamily="49" charset="-122"/>
            </a:rPr>
            <a:t>，因此，最大预置皮重值应不大于</a:t>
          </a:r>
          <a:r>
            <a:rPr lang="en-US" sz="1600" dirty="0" smtClean="0">
              <a:latin typeface="+mj-lt"/>
              <a:ea typeface="黑体" panose="02010609060101010101" pitchFamily="49" charset="-122"/>
            </a:rPr>
            <a:t>Max</a:t>
          </a:r>
          <a:r>
            <a:rPr lang="en-US" sz="1600" baseline="-25000" dirty="0" smtClean="0">
              <a:latin typeface="+mj-lt"/>
              <a:ea typeface="黑体" panose="02010609060101010101" pitchFamily="49" charset="-122"/>
            </a:rPr>
            <a:t>1</a:t>
          </a:r>
          <a:r>
            <a:rPr lang="zh-CN" sz="1600" dirty="0" smtClean="0">
              <a:latin typeface="+mj-lt"/>
              <a:ea typeface="黑体" panose="02010609060101010101" pitchFamily="49" charset="-122"/>
            </a:rPr>
            <a:t>。</a:t>
          </a:r>
          <a:endParaRPr lang="zh-CN" sz="1600" dirty="0">
            <a:latin typeface="+mj-lt"/>
            <a:ea typeface="黑体" panose="02010609060101010101" pitchFamily="49" charset="-122"/>
          </a:endParaRPr>
        </a:p>
      </dgm:t>
    </dgm:pt>
    <dgm:pt modelId="{35F4FEAA-C391-4220-9DC2-7D7432FE4A23}" type="parTrans" cxnId="{C01E3DD3-280A-429E-81C4-8F5966E58840}">
      <dgm:prSet/>
      <dgm:spPr/>
      <dgm:t>
        <a:bodyPr/>
        <a:lstStyle/>
        <a:p>
          <a:endParaRPr lang="zh-CN" altLang="en-US"/>
        </a:p>
      </dgm:t>
    </dgm:pt>
    <dgm:pt modelId="{BDDC801C-6295-4D4F-B798-213DF56D5C55}" type="sibTrans" cxnId="{C01E3DD3-280A-429E-81C4-8F5966E58840}">
      <dgm:prSet/>
      <dgm:spPr/>
      <dgm:t>
        <a:bodyPr/>
        <a:lstStyle/>
        <a:p>
          <a:endParaRPr lang="zh-CN" altLang="en-US"/>
        </a:p>
      </dgm:t>
    </dgm:pt>
    <dgm:pt modelId="{438F51AE-B9C9-4A5B-8DBB-FB7B71DE1306}">
      <dgm:prSet custT="1"/>
      <dgm:spPr/>
      <dgm:t>
        <a:bodyPr/>
        <a:lstStyle/>
        <a:p>
          <a:pPr rtl="0"/>
          <a:r>
            <a:rPr lang="zh-CN" altLang="en-US" sz="1600" dirty="0" smtClean="0">
              <a:latin typeface="+mj-lt"/>
              <a:ea typeface="黑体" panose="02010609060101010101" pitchFamily="49" charset="-122"/>
            </a:rPr>
            <a:t>在有预置皮重装置时的净重值为计算净重值，不对该值进行误差评判，显示或打印预置皮重值时，与相同载荷下衡器的分度值一致。</a:t>
          </a:r>
          <a:endParaRPr lang="zh-CN" altLang="en-US" sz="1600" dirty="0">
            <a:latin typeface="+mj-lt"/>
            <a:ea typeface="黑体" panose="02010609060101010101" pitchFamily="49" charset="-122"/>
          </a:endParaRPr>
        </a:p>
      </dgm:t>
    </dgm:pt>
    <dgm:pt modelId="{AED5B322-3AFE-4480-A07F-CDCC6D4DB16D}" type="parTrans" cxnId="{28F3AF46-94BC-40BA-9EDB-9D6BA39634DA}">
      <dgm:prSet/>
      <dgm:spPr/>
      <dgm:t>
        <a:bodyPr/>
        <a:lstStyle/>
        <a:p>
          <a:endParaRPr lang="zh-CN" altLang="en-US"/>
        </a:p>
      </dgm:t>
    </dgm:pt>
    <dgm:pt modelId="{E94D0F6C-A170-4B9D-8BF1-674860C00E3F}" type="sibTrans" cxnId="{28F3AF46-94BC-40BA-9EDB-9D6BA39634DA}">
      <dgm:prSet/>
      <dgm:spPr/>
      <dgm:t>
        <a:bodyPr/>
        <a:lstStyle/>
        <a:p>
          <a:endParaRPr lang="zh-CN" altLang="en-US"/>
        </a:p>
      </dgm:t>
    </dgm:pt>
    <dgm:pt modelId="{267C3DAD-75A7-421F-905D-167B06709C9B}">
      <dgm:prSet custT="1"/>
      <dgm:spPr/>
      <dgm:t>
        <a:bodyPr/>
        <a:lstStyle/>
        <a:p>
          <a:pPr rtl="0"/>
          <a:r>
            <a:rPr lang="zh-CN" altLang="en-US" sz="1600" dirty="0" smtClean="0">
              <a:latin typeface="+mj-lt"/>
              <a:ea typeface="黑体" panose="02010609060101010101" pitchFamily="49" charset="-122"/>
            </a:rPr>
            <a:t>预置皮重装置可以是衡器的功能，也可以设置在</a:t>
          </a:r>
          <a:r>
            <a:rPr lang="en-US" altLang="zh-CN" sz="1600" dirty="0" smtClean="0">
              <a:latin typeface="+mj-lt"/>
              <a:ea typeface="黑体" panose="02010609060101010101" pitchFamily="49" charset="-122"/>
            </a:rPr>
            <a:t>POS</a:t>
          </a:r>
          <a:r>
            <a:rPr lang="zh-CN" altLang="en-US" sz="1600" dirty="0" smtClean="0">
              <a:latin typeface="+mj-lt"/>
              <a:ea typeface="黑体" panose="02010609060101010101" pitchFamily="49" charset="-122"/>
            </a:rPr>
            <a:t>系统（</a:t>
          </a:r>
          <a:r>
            <a:rPr lang="en-US" altLang="zh-CN" sz="1600" dirty="0" smtClean="0">
              <a:latin typeface="+mj-lt"/>
              <a:ea typeface="黑体" panose="02010609060101010101" pitchFamily="49" charset="-122"/>
            </a:rPr>
            <a:t>ECRS</a:t>
          </a:r>
          <a:r>
            <a:rPr lang="zh-CN" altLang="en-US" sz="1600" dirty="0" smtClean="0">
              <a:latin typeface="+mj-lt"/>
              <a:ea typeface="黑体" panose="02010609060101010101" pitchFamily="49" charset="-122"/>
            </a:rPr>
            <a:t>）中，但必须作为衡器的一部分获得型式评价和批准。</a:t>
          </a:r>
          <a:endParaRPr lang="zh-CN" altLang="en-US" sz="1600" dirty="0">
            <a:latin typeface="+mj-lt"/>
            <a:ea typeface="黑体" panose="02010609060101010101" pitchFamily="49" charset="-122"/>
          </a:endParaRPr>
        </a:p>
      </dgm:t>
    </dgm:pt>
    <dgm:pt modelId="{5E3B3A4B-D87B-4A15-8CF6-8341E214EB5F}" type="parTrans" cxnId="{9F91D781-FD71-4384-9F84-4B7BBA7F35DD}">
      <dgm:prSet/>
      <dgm:spPr/>
      <dgm:t>
        <a:bodyPr/>
        <a:lstStyle/>
        <a:p>
          <a:endParaRPr lang="zh-CN" altLang="en-US"/>
        </a:p>
      </dgm:t>
    </dgm:pt>
    <dgm:pt modelId="{557CFD90-066C-41D1-878F-870D4AC7A338}" type="sibTrans" cxnId="{9F91D781-FD71-4384-9F84-4B7BBA7F35DD}">
      <dgm:prSet/>
      <dgm:spPr/>
      <dgm:t>
        <a:bodyPr/>
        <a:lstStyle/>
        <a:p>
          <a:endParaRPr lang="zh-CN" altLang="en-US"/>
        </a:p>
      </dgm:t>
    </dgm:pt>
    <dgm:pt modelId="{2708F1BC-4024-4F2B-9652-E756C455C809}" type="pres">
      <dgm:prSet presAssocID="{13BC67E9-B2B7-498B-99E3-9FD9419C0D98}" presName="linear" presStyleCnt="0">
        <dgm:presLayoutVars>
          <dgm:animLvl val="lvl"/>
          <dgm:resizeHandles val="exact"/>
        </dgm:presLayoutVars>
      </dgm:prSet>
      <dgm:spPr/>
      <dgm:t>
        <a:bodyPr/>
        <a:lstStyle/>
        <a:p>
          <a:endParaRPr lang="zh-CN" altLang="en-US"/>
        </a:p>
      </dgm:t>
    </dgm:pt>
    <dgm:pt modelId="{A68BD6B9-19C9-46A7-8FB0-3C2515FCFFEC}" type="pres">
      <dgm:prSet presAssocID="{0B609FF2-0A67-47E7-84BD-B24F9A4EB532}" presName="parentText" presStyleLbl="node1" presStyleIdx="0" presStyleCnt="2" custScaleY="33053" custLinFactNeighborY="-17775">
        <dgm:presLayoutVars>
          <dgm:chMax val="0"/>
          <dgm:bulletEnabled val="1"/>
        </dgm:presLayoutVars>
      </dgm:prSet>
      <dgm:spPr/>
      <dgm:t>
        <a:bodyPr/>
        <a:lstStyle/>
        <a:p>
          <a:endParaRPr lang="zh-CN" altLang="en-US"/>
        </a:p>
      </dgm:t>
    </dgm:pt>
    <dgm:pt modelId="{398033DF-761F-4A9C-8EC6-427A68FE314F}" type="pres">
      <dgm:prSet presAssocID="{0B609FF2-0A67-47E7-84BD-B24F9A4EB532}" presName="childText" presStyleLbl="revTx" presStyleIdx="0" presStyleCnt="2" custLinFactNeighborY="-12342">
        <dgm:presLayoutVars>
          <dgm:bulletEnabled val="1"/>
        </dgm:presLayoutVars>
      </dgm:prSet>
      <dgm:spPr/>
      <dgm:t>
        <a:bodyPr/>
        <a:lstStyle/>
        <a:p>
          <a:endParaRPr lang="zh-CN" altLang="en-US"/>
        </a:p>
      </dgm:t>
    </dgm:pt>
    <dgm:pt modelId="{DF1701DA-B652-4AA1-AD22-A0074CA0972B}" type="pres">
      <dgm:prSet presAssocID="{374F2C87-A363-4396-9ACE-4F6BA4C63042}" presName="parentText" presStyleLbl="node1" presStyleIdx="1" presStyleCnt="2" custScaleY="33053" custLinFactNeighborY="-3920">
        <dgm:presLayoutVars>
          <dgm:chMax val="0"/>
          <dgm:bulletEnabled val="1"/>
        </dgm:presLayoutVars>
      </dgm:prSet>
      <dgm:spPr/>
      <dgm:t>
        <a:bodyPr/>
        <a:lstStyle/>
        <a:p>
          <a:endParaRPr lang="zh-CN" altLang="en-US"/>
        </a:p>
      </dgm:t>
    </dgm:pt>
    <dgm:pt modelId="{FBCFE625-C6F0-47D1-A40D-D887900DF6C7}" type="pres">
      <dgm:prSet presAssocID="{374F2C87-A363-4396-9ACE-4F6BA4C63042}" presName="childText" presStyleLbl="revTx" presStyleIdx="1" presStyleCnt="2">
        <dgm:presLayoutVars>
          <dgm:bulletEnabled val="1"/>
        </dgm:presLayoutVars>
      </dgm:prSet>
      <dgm:spPr/>
      <dgm:t>
        <a:bodyPr/>
        <a:lstStyle/>
        <a:p>
          <a:endParaRPr lang="zh-CN" altLang="en-US"/>
        </a:p>
      </dgm:t>
    </dgm:pt>
  </dgm:ptLst>
  <dgm:cxnLst>
    <dgm:cxn modelId="{848AE56B-FCAF-4AB1-841E-1B3978D4ACFD}" type="presOf" srcId="{438F51AE-B9C9-4A5B-8DBB-FB7B71DE1306}" destId="{FBCFE625-C6F0-47D1-A40D-D887900DF6C7}" srcOrd="0" destOrd="3" presId="urn:microsoft.com/office/officeart/2005/8/layout/vList2"/>
    <dgm:cxn modelId="{C01E3DD3-280A-429E-81C4-8F5966E58840}" srcId="{374F2C87-A363-4396-9ACE-4F6BA4C63042}" destId="{0DE7B193-3634-452E-9E69-BF20C3033173}" srcOrd="2" destOrd="0" parTransId="{35F4FEAA-C391-4220-9DC2-7D7432FE4A23}" sibTransId="{BDDC801C-6295-4D4F-B798-213DF56D5C55}"/>
    <dgm:cxn modelId="{0F9034AA-E566-4F79-A372-24CC68ABFDD7}" srcId="{0B609FF2-0A67-47E7-84BD-B24F9A4EB532}" destId="{82CF06B0-0DE8-4D70-BE98-F3C0F8963D73}" srcOrd="1" destOrd="0" parTransId="{86785B10-E874-4BA8-914E-9BE91FED4BC6}" sibTransId="{7BCEC79F-E517-430B-B44B-766D677FF8A5}"/>
    <dgm:cxn modelId="{DD565E49-1D7D-4268-8099-C28FEC323657}" type="presOf" srcId="{FB41DF80-3C84-4E2E-AEDB-B2936A377D42}" destId="{FBCFE625-C6F0-47D1-A40D-D887900DF6C7}" srcOrd="0" destOrd="1" presId="urn:microsoft.com/office/officeart/2005/8/layout/vList2"/>
    <dgm:cxn modelId="{9828E619-862F-4B8B-B654-73CFF616761A}" type="presOf" srcId="{82CF06B0-0DE8-4D70-BE98-F3C0F8963D73}" destId="{398033DF-761F-4A9C-8EC6-427A68FE314F}" srcOrd="0" destOrd="1" presId="urn:microsoft.com/office/officeart/2005/8/layout/vList2"/>
    <dgm:cxn modelId="{EF47B3EE-B2BA-4204-BA82-40A4A7E71FB3}" srcId="{13BC67E9-B2B7-498B-99E3-9FD9419C0D98}" destId="{0B609FF2-0A67-47E7-84BD-B24F9A4EB532}" srcOrd="0" destOrd="0" parTransId="{5D312F5C-93B2-44F4-8E4B-F32C2CC6747C}" sibTransId="{F188918E-FB4E-406C-AB33-50DF5A6B758A}"/>
    <dgm:cxn modelId="{B1ED5BEB-323B-439D-951A-D728403F8382}" type="presOf" srcId="{374F2C87-A363-4396-9ACE-4F6BA4C63042}" destId="{DF1701DA-B652-4AA1-AD22-A0074CA0972B}" srcOrd="0" destOrd="0" presId="urn:microsoft.com/office/officeart/2005/8/layout/vList2"/>
    <dgm:cxn modelId="{33771016-C016-43D7-A7E3-F14F83BB739E}" type="presOf" srcId="{0DE7B193-3634-452E-9E69-BF20C3033173}" destId="{FBCFE625-C6F0-47D1-A40D-D887900DF6C7}" srcOrd="0" destOrd="2" presId="urn:microsoft.com/office/officeart/2005/8/layout/vList2"/>
    <dgm:cxn modelId="{A712E91C-AC5F-4849-835D-802303046844}" srcId="{374F2C87-A363-4396-9ACE-4F6BA4C63042}" destId="{AEDAADEB-3856-45DB-9138-51328AF842F7}" srcOrd="0" destOrd="0" parTransId="{BE0E7CED-9E15-4C31-AF98-E507B4813556}" sibTransId="{091350A2-C46B-4436-AF2E-321D3286FB0C}"/>
    <dgm:cxn modelId="{9261F8DC-9B97-4130-B2D9-127E914B9663}" srcId="{0B609FF2-0A67-47E7-84BD-B24F9A4EB532}" destId="{CEB15771-E2E4-4CFF-A875-A3367980638E}" srcOrd="0" destOrd="0" parTransId="{C5A1F8C6-7C9A-4C93-A5A9-309CF4548AB9}" sibTransId="{63F4E47E-FD30-474A-8BE0-D27571DA4F23}"/>
    <dgm:cxn modelId="{28F3AF46-94BC-40BA-9EDB-9D6BA39634DA}" srcId="{374F2C87-A363-4396-9ACE-4F6BA4C63042}" destId="{438F51AE-B9C9-4A5B-8DBB-FB7B71DE1306}" srcOrd="3" destOrd="0" parTransId="{AED5B322-3AFE-4480-A07F-CDCC6D4DB16D}" sibTransId="{E94D0F6C-A170-4B9D-8BF1-674860C00E3F}"/>
    <dgm:cxn modelId="{2EDE2D9E-7859-47C0-899C-20167B6956BD}" type="presOf" srcId="{13BC67E9-B2B7-498B-99E3-9FD9419C0D98}" destId="{2708F1BC-4024-4F2B-9652-E756C455C809}" srcOrd="0" destOrd="0" presId="urn:microsoft.com/office/officeart/2005/8/layout/vList2"/>
    <dgm:cxn modelId="{6E5C36B0-AF92-4B96-AD8F-391A83B8A38D}" type="presOf" srcId="{AEDAADEB-3856-45DB-9138-51328AF842F7}" destId="{FBCFE625-C6F0-47D1-A40D-D887900DF6C7}" srcOrd="0" destOrd="0" presId="urn:microsoft.com/office/officeart/2005/8/layout/vList2"/>
    <dgm:cxn modelId="{E0884859-22F6-4D90-AD92-B0141EFF7F1D}" srcId="{13BC67E9-B2B7-498B-99E3-9FD9419C0D98}" destId="{374F2C87-A363-4396-9ACE-4F6BA4C63042}" srcOrd="1" destOrd="0" parTransId="{923F7E7B-61B2-4216-A5A0-E24D6C43C863}" sibTransId="{52CE9341-B3EB-4043-BC1A-79DDF2ED6E05}"/>
    <dgm:cxn modelId="{4E278A02-8AED-40B3-9153-833E18FFC0B2}" type="presOf" srcId="{267C3DAD-75A7-421F-905D-167B06709C9B}" destId="{398033DF-761F-4A9C-8EC6-427A68FE314F}" srcOrd="0" destOrd="2" presId="urn:microsoft.com/office/officeart/2005/8/layout/vList2"/>
    <dgm:cxn modelId="{23EC6CBC-8006-46E7-ACDF-411C2C081213}" type="presOf" srcId="{0B609FF2-0A67-47E7-84BD-B24F9A4EB532}" destId="{A68BD6B9-19C9-46A7-8FB0-3C2515FCFFEC}" srcOrd="0" destOrd="0" presId="urn:microsoft.com/office/officeart/2005/8/layout/vList2"/>
    <dgm:cxn modelId="{DD420C94-2FAA-4850-8E5F-0B329E83D387}" type="presOf" srcId="{CEB15771-E2E4-4CFF-A875-A3367980638E}" destId="{398033DF-761F-4A9C-8EC6-427A68FE314F}" srcOrd="0" destOrd="0" presId="urn:microsoft.com/office/officeart/2005/8/layout/vList2"/>
    <dgm:cxn modelId="{9F91D781-FD71-4384-9F84-4B7BBA7F35DD}" srcId="{0B609FF2-0A67-47E7-84BD-B24F9A4EB532}" destId="{267C3DAD-75A7-421F-905D-167B06709C9B}" srcOrd="2" destOrd="0" parTransId="{5E3B3A4B-D87B-4A15-8CF6-8341E214EB5F}" sibTransId="{557CFD90-066C-41D1-878F-870D4AC7A338}"/>
    <dgm:cxn modelId="{43B86684-D019-4B5A-B8C3-E7652D1BAEBA}" srcId="{374F2C87-A363-4396-9ACE-4F6BA4C63042}" destId="{FB41DF80-3C84-4E2E-AEDB-B2936A377D42}" srcOrd="1" destOrd="0" parTransId="{9FC75D9E-12B6-4DFA-A1A2-0E9BA5A92054}" sibTransId="{93730496-E9DC-43A5-97D0-CD108D9C1CEA}"/>
    <dgm:cxn modelId="{6F468878-1A37-4C0A-95AF-E5A20B72E446}" type="presParOf" srcId="{2708F1BC-4024-4F2B-9652-E756C455C809}" destId="{A68BD6B9-19C9-46A7-8FB0-3C2515FCFFEC}" srcOrd="0" destOrd="0" presId="urn:microsoft.com/office/officeart/2005/8/layout/vList2"/>
    <dgm:cxn modelId="{8BFD1DE5-31FD-4758-AFFA-DC3B23EEE16B}" type="presParOf" srcId="{2708F1BC-4024-4F2B-9652-E756C455C809}" destId="{398033DF-761F-4A9C-8EC6-427A68FE314F}" srcOrd="1" destOrd="0" presId="urn:microsoft.com/office/officeart/2005/8/layout/vList2"/>
    <dgm:cxn modelId="{802B76EE-12E3-4014-B545-889637327050}" type="presParOf" srcId="{2708F1BC-4024-4F2B-9652-E756C455C809}" destId="{DF1701DA-B652-4AA1-AD22-A0074CA0972B}" srcOrd="2" destOrd="0" presId="urn:microsoft.com/office/officeart/2005/8/layout/vList2"/>
    <dgm:cxn modelId="{4FBFCF30-2083-482F-B76A-4B763B5FC01D}" type="presParOf" srcId="{2708F1BC-4024-4F2B-9652-E756C455C809}" destId="{FBCFE625-C6F0-47D1-A40D-D887900DF6C7}"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289E2C8D-0666-4D67-A069-3CEFAB695188}"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ECA65C0C-7D86-4505-BA83-8D10F52A98AB}">
      <dgm:prSet custT="1">
        <dgm:style>
          <a:lnRef idx="2">
            <a:schemeClr val="dk1"/>
          </a:lnRef>
          <a:fillRef idx="1">
            <a:schemeClr val="lt1"/>
          </a:fillRef>
          <a:effectRef idx="0">
            <a:schemeClr val="dk1"/>
          </a:effectRef>
          <a:fontRef idx="minor">
            <a:schemeClr val="dk1"/>
          </a:fontRef>
        </dgm:style>
      </dgm:prSet>
      <dgm:spPr>
        <a:ln>
          <a:solidFill>
            <a:schemeClr val="bg1"/>
          </a:solidFill>
        </a:ln>
      </dgm:spPr>
      <dgm:t>
        <a:bodyPr vert="vert"/>
        <a:lstStyle/>
        <a:p>
          <a:pPr rtl="0"/>
          <a:r>
            <a:rPr lang="zh-CN" altLang="en-US" sz="1600" dirty="0" smtClean="0">
              <a:latin typeface="黑体" panose="02010609060101010101" pitchFamily="49" charset="-122"/>
              <a:ea typeface="黑体" panose="02010609060101010101" pitchFamily="49" charset="-122"/>
            </a:rPr>
            <a:t>预置皮重装置的运行</a:t>
          </a:r>
          <a:endParaRPr lang="zh-CN" altLang="en-US" sz="1600" dirty="0">
            <a:latin typeface="黑体" panose="02010609060101010101" pitchFamily="49" charset="-122"/>
            <a:ea typeface="黑体" panose="02010609060101010101" pitchFamily="49" charset="-122"/>
          </a:endParaRPr>
        </a:p>
      </dgm:t>
    </dgm:pt>
    <dgm:pt modelId="{3185B119-A506-4DC1-8F27-893C9834B4F6}" type="parTrans" cxnId="{3C00E9BC-AEE6-43AD-878C-2704FC535772}">
      <dgm:prSet/>
      <dgm:spPr/>
      <dgm:t>
        <a:bodyPr/>
        <a:lstStyle/>
        <a:p>
          <a:endParaRPr lang="zh-CN" altLang="en-US"/>
        </a:p>
      </dgm:t>
    </dgm:pt>
    <dgm:pt modelId="{8A36ED93-A4D8-4C30-861D-18D5EB9A3F28}" type="sibTrans" cxnId="{3C00E9BC-AEE6-43AD-878C-2704FC535772}">
      <dgm:prSet/>
      <dgm:spPr/>
      <dgm:t>
        <a:bodyPr/>
        <a:lstStyle/>
        <a:p>
          <a:endParaRPr lang="zh-CN" altLang="en-US"/>
        </a:p>
      </dgm:t>
    </dgm:pt>
    <dgm:pt modelId="{F4DE8296-4C73-4F00-80BB-1D4C7814DC39}">
      <dgm:prSet custT="1">
        <dgm:style>
          <a:lnRef idx="2">
            <a:schemeClr val="dk1"/>
          </a:lnRef>
          <a:fillRef idx="1">
            <a:schemeClr val="lt1"/>
          </a:fillRef>
          <a:effectRef idx="0">
            <a:schemeClr val="dk1"/>
          </a:effectRef>
          <a:fontRef idx="minor">
            <a:schemeClr val="dk1"/>
          </a:fontRef>
        </dgm:style>
      </dgm:prSet>
      <dgm:spPr>
        <a:ln>
          <a:solidFill>
            <a:schemeClr val="bg1"/>
          </a:solidFill>
        </a:ln>
      </dgm:spPr>
      <dgm:t>
        <a:bodyPr/>
        <a:lstStyle/>
        <a:p>
          <a:pPr rtl="0"/>
          <a:r>
            <a:rPr lang="zh-CN" altLang="en-US" sz="1600" baseline="0" dirty="0" smtClean="0">
              <a:latin typeface="黑体" panose="02010609060101010101" pitchFamily="49" charset="-122"/>
              <a:ea typeface="黑体" panose="02010609060101010101" pitchFamily="49" charset="-122"/>
            </a:rPr>
            <a:t>与其它皮重装置一起运行：</a:t>
          </a:r>
          <a:endParaRPr lang="zh-CN" altLang="en-US" sz="1600" baseline="0" dirty="0">
            <a:latin typeface="黑体" panose="02010609060101010101" pitchFamily="49" charset="-122"/>
            <a:ea typeface="黑体" panose="02010609060101010101" pitchFamily="49" charset="-122"/>
          </a:endParaRPr>
        </a:p>
      </dgm:t>
    </dgm:pt>
    <dgm:pt modelId="{80E5B34C-1242-4CFB-A94C-9444D40A0B95}" type="parTrans" cxnId="{C3C29DA7-835E-4F25-B943-974DE6E80A55}">
      <dgm:prSet/>
      <dgm:spPr/>
      <dgm:t>
        <a:bodyPr/>
        <a:lstStyle/>
        <a:p>
          <a:endParaRPr lang="zh-CN" altLang="en-US"/>
        </a:p>
      </dgm:t>
    </dgm:pt>
    <dgm:pt modelId="{DFBA3DF1-772F-4641-8710-19122A69098E}" type="sibTrans" cxnId="{C3C29DA7-835E-4F25-B943-974DE6E80A55}">
      <dgm:prSet/>
      <dgm:spPr/>
      <dgm:t>
        <a:bodyPr/>
        <a:lstStyle/>
        <a:p>
          <a:endParaRPr lang="zh-CN" altLang="en-US"/>
        </a:p>
      </dgm:t>
    </dgm:pt>
    <dgm:pt modelId="{3C69C573-0C1C-4D85-892D-2C69A1AD845E}">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如果允许与其它皮重装置一起运行，对各皮重值的显示或打印必须明确标识；</a:t>
          </a:r>
          <a:endParaRPr lang="zh-CN" altLang="en-US" sz="1600" dirty="0">
            <a:latin typeface="黑体" panose="02010609060101010101" pitchFamily="49" charset="-122"/>
            <a:ea typeface="黑体" panose="02010609060101010101" pitchFamily="49" charset="-122"/>
          </a:endParaRPr>
        </a:p>
      </dgm:t>
    </dgm:pt>
    <dgm:pt modelId="{D1AB12BD-2E5B-420D-9EF3-F045B478AC6D}" type="parTrans" cxnId="{FB29EDEE-091D-4151-B6B2-95296BF99840}">
      <dgm:prSet/>
      <dgm:spPr/>
      <dgm:t>
        <a:bodyPr/>
        <a:lstStyle/>
        <a:p>
          <a:endParaRPr lang="zh-CN" altLang="en-US"/>
        </a:p>
      </dgm:t>
    </dgm:pt>
    <dgm:pt modelId="{E2132604-9A82-4598-8051-0AE2FC2A0C65}" type="sibTrans" cxnId="{FB29EDEE-091D-4151-B6B2-95296BF99840}">
      <dgm:prSet/>
      <dgm:spPr/>
      <dgm:t>
        <a:bodyPr/>
        <a:lstStyle/>
        <a:p>
          <a:endParaRPr lang="zh-CN" altLang="en-US"/>
        </a:p>
      </dgm:t>
    </dgm:pt>
    <dgm:pt modelId="{21025FB0-BA39-451C-AC10-E64A1250A446}">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一旦预置皮重装置运行，只要其它皮重装置处于运行中，预置皮重值就不得修改或取消。预置皮重的修改只能在毛重状态下进行。</a:t>
          </a:r>
          <a:endParaRPr lang="zh-CN" altLang="en-US" sz="1600" dirty="0">
            <a:latin typeface="黑体" panose="02010609060101010101" pitchFamily="49" charset="-122"/>
            <a:ea typeface="黑体" panose="02010609060101010101" pitchFamily="49" charset="-122"/>
          </a:endParaRPr>
        </a:p>
      </dgm:t>
    </dgm:pt>
    <dgm:pt modelId="{45601FA3-04BA-4B4C-83B0-B981F14C0536}" type="parTrans" cxnId="{90FDDB18-FD8F-4DF0-A605-DF1C8B225242}">
      <dgm:prSet/>
      <dgm:spPr/>
      <dgm:t>
        <a:bodyPr/>
        <a:lstStyle/>
        <a:p>
          <a:endParaRPr lang="zh-CN" altLang="en-US"/>
        </a:p>
      </dgm:t>
    </dgm:pt>
    <dgm:pt modelId="{01D10203-F121-4AD6-8400-F5282818D0F2}" type="sibTrans" cxnId="{90FDDB18-FD8F-4DF0-A605-DF1C8B225242}">
      <dgm:prSet/>
      <dgm:spPr/>
      <dgm:t>
        <a:bodyPr/>
        <a:lstStyle/>
        <a:p>
          <a:endParaRPr lang="zh-CN" altLang="en-US"/>
        </a:p>
      </dgm:t>
    </dgm:pt>
    <dgm:pt modelId="{B6D780A3-D48E-4C38-9B20-5F3F92D7CABE}">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预置皮重允许在除皮后运行，但不允许在预置皮重运行后（计算净重）进行除皮操作。除非是除皮操作时取消预置皮重，直接回到毛重或净重零状态。</a:t>
          </a:r>
          <a:endParaRPr lang="zh-CN" altLang="en-US" sz="1600" dirty="0">
            <a:latin typeface="黑体" panose="02010609060101010101" pitchFamily="49" charset="-122"/>
            <a:ea typeface="黑体" panose="02010609060101010101" pitchFamily="49" charset="-122"/>
          </a:endParaRPr>
        </a:p>
      </dgm:t>
    </dgm:pt>
    <dgm:pt modelId="{B94FD9BD-F0FE-4E09-A518-9549FF9DC902}" type="parTrans" cxnId="{4298C192-0260-4F26-ACD6-452DA72572D2}">
      <dgm:prSet/>
      <dgm:spPr/>
      <dgm:t>
        <a:bodyPr/>
        <a:lstStyle/>
        <a:p>
          <a:endParaRPr lang="zh-CN" altLang="en-US"/>
        </a:p>
      </dgm:t>
    </dgm:pt>
    <dgm:pt modelId="{D4F9BC20-9489-4099-8167-E5A4893AC634}" type="sibTrans" cxnId="{4298C192-0260-4F26-ACD6-452DA72572D2}">
      <dgm:prSet/>
      <dgm:spPr/>
      <dgm:t>
        <a:bodyPr/>
        <a:lstStyle/>
        <a:p>
          <a:endParaRPr lang="zh-CN" altLang="en-US"/>
        </a:p>
      </dgm:t>
    </dgm:pt>
    <dgm:pt modelId="{DDB9FA6D-9689-45BC-B78B-C46737DCF3A1}">
      <dgm:prSet custT="1">
        <dgm:style>
          <a:lnRef idx="2">
            <a:schemeClr val="dk1"/>
          </a:lnRef>
          <a:fillRef idx="1">
            <a:schemeClr val="lt1"/>
          </a:fillRef>
          <a:effectRef idx="0">
            <a:schemeClr val="dk1"/>
          </a:effectRef>
          <a:fontRef idx="minor">
            <a:schemeClr val="dk1"/>
          </a:fontRef>
        </dgm:style>
      </dgm:prSet>
      <dgm:spPr>
        <a:ln>
          <a:solidFill>
            <a:schemeClr val="bg1"/>
          </a:solidFill>
        </a:ln>
      </dgm:spPr>
      <dgm:t>
        <a:bodyPr/>
        <a:lstStyle/>
        <a:p>
          <a:pPr rtl="0"/>
          <a:r>
            <a:rPr lang="zh-CN" altLang="en-US" sz="1600" baseline="0" dirty="0" smtClean="0">
              <a:latin typeface="黑体" panose="02010609060101010101" pitchFamily="49" charset="-122"/>
              <a:ea typeface="黑体" panose="02010609060101010101" pitchFamily="49" charset="-122"/>
            </a:rPr>
            <a:t>自动运行：</a:t>
          </a:r>
          <a:endParaRPr lang="zh-CN" altLang="en-US" sz="1600" baseline="0" dirty="0">
            <a:latin typeface="黑体" panose="02010609060101010101" pitchFamily="49" charset="-122"/>
            <a:ea typeface="黑体" panose="02010609060101010101" pitchFamily="49" charset="-122"/>
          </a:endParaRPr>
        </a:p>
      </dgm:t>
    </dgm:pt>
    <dgm:pt modelId="{0674A7B4-8DFB-4F4F-8B5C-E5A07E301D3A}" type="parTrans" cxnId="{DE810D40-484F-4BC1-844F-59CDA2D36066}">
      <dgm:prSet/>
      <dgm:spPr/>
      <dgm:t>
        <a:bodyPr/>
        <a:lstStyle/>
        <a:p>
          <a:endParaRPr lang="zh-CN" altLang="en-US"/>
        </a:p>
      </dgm:t>
    </dgm:pt>
    <dgm:pt modelId="{922E374B-4564-40B0-A43C-5A86E11071A1}" type="sibTrans" cxnId="{DE810D40-484F-4BC1-844F-59CDA2D36066}">
      <dgm:prSet/>
      <dgm:spPr/>
      <dgm:t>
        <a:bodyPr/>
        <a:lstStyle/>
        <a:p>
          <a:endParaRPr lang="zh-CN" altLang="en-US"/>
        </a:p>
      </dgm:t>
    </dgm:pt>
    <dgm:pt modelId="{D07C9964-6F2B-4C68-BF30-5FD54F2E12F9}">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只有满足预置皮重与被称量载荷之间的对应关系清楚标识和易于识别时，例如通过被称物容器上的条形码或等同效果的标识，预置皮重装置才允许自动运行。</a:t>
          </a:r>
          <a:endParaRPr lang="zh-CN" altLang="en-US" sz="1600" dirty="0">
            <a:latin typeface="黑体" panose="02010609060101010101" pitchFamily="49" charset="-122"/>
            <a:ea typeface="黑体" panose="02010609060101010101" pitchFamily="49" charset="-122"/>
          </a:endParaRPr>
        </a:p>
      </dgm:t>
    </dgm:pt>
    <dgm:pt modelId="{4A57B2A7-3217-4D1A-B799-DCDE2F293017}" type="parTrans" cxnId="{487380F4-84C6-4DB8-9413-C67253C4F34A}">
      <dgm:prSet/>
      <dgm:spPr/>
      <dgm:t>
        <a:bodyPr/>
        <a:lstStyle/>
        <a:p>
          <a:endParaRPr lang="zh-CN" altLang="en-US"/>
        </a:p>
      </dgm:t>
    </dgm:pt>
    <dgm:pt modelId="{B33DF536-588D-4008-B6C8-4F148A204C4B}" type="sibTrans" cxnId="{487380F4-84C6-4DB8-9413-C67253C4F34A}">
      <dgm:prSet/>
      <dgm:spPr/>
      <dgm:t>
        <a:bodyPr/>
        <a:lstStyle/>
        <a:p>
          <a:endParaRPr lang="zh-CN" altLang="en-US"/>
        </a:p>
      </dgm:t>
    </dgm:pt>
    <dgm:pt modelId="{1940D4B7-484F-4D8B-A164-4A3E69BA61F5}">
      <dgm:prSet custT="1">
        <dgm:style>
          <a:lnRef idx="2">
            <a:schemeClr val="accent5"/>
          </a:lnRef>
          <a:fillRef idx="1">
            <a:schemeClr val="lt1"/>
          </a:fillRef>
          <a:effectRef idx="0">
            <a:schemeClr val="accent5"/>
          </a:effectRef>
          <a:fontRef idx="minor">
            <a:schemeClr val="dk1"/>
          </a:fontRef>
        </dgm:style>
      </dgm:prSet>
      <dgm:spPr>
        <a:noFill/>
        <a:ln>
          <a:noFill/>
        </a:ln>
      </dgm:spPr>
      <dgm:t>
        <a:bodyPr/>
        <a:lstStyle/>
        <a:p>
          <a:pPr algn="l" rtl="0"/>
          <a:r>
            <a:rPr lang="zh-CN" altLang="en-US" sz="1600" dirty="0" smtClean="0">
              <a:latin typeface="黑体" panose="02010609060101010101" pitchFamily="49" charset="-122"/>
              <a:ea typeface="黑体" panose="02010609060101010101" pitchFamily="49" charset="-122"/>
            </a:rPr>
            <a:t>预置皮重装置运行的指示：</a:t>
          </a:r>
          <a:endParaRPr lang="zh-CN" altLang="en-US" sz="1600" dirty="0">
            <a:latin typeface="黑体" panose="02010609060101010101" pitchFamily="49" charset="-122"/>
            <a:ea typeface="黑体" panose="02010609060101010101" pitchFamily="49" charset="-122"/>
          </a:endParaRPr>
        </a:p>
      </dgm:t>
    </dgm:pt>
    <dgm:pt modelId="{97D59053-5A1E-4746-A06B-B90F9C7EB4F5}" type="parTrans" cxnId="{C3174A41-BAA3-44D1-A35C-EC837B93CF6F}">
      <dgm:prSet/>
      <dgm:spPr/>
      <dgm:t>
        <a:bodyPr/>
        <a:lstStyle/>
        <a:p>
          <a:endParaRPr lang="zh-CN" altLang="en-US"/>
        </a:p>
      </dgm:t>
    </dgm:pt>
    <dgm:pt modelId="{66AA6E21-C416-45D0-B1E0-CF79504DD750}" type="sibTrans" cxnId="{C3174A41-BAA3-44D1-A35C-EC837B93CF6F}">
      <dgm:prSet/>
      <dgm:spPr/>
      <dgm:t>
        <a:bodyPr/>
        <a:lstStyle/>
        <a:p>
          <a:endParaRPr lang="zh-CN" altLang="en-US"/>
        </a:p>
      </dgm:t>
    </dgm:pt>
    <dgm:pt modelId="{946A8EE5-D4C5-4EA9-8943-42F101D1C721}">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sz="1600" dirty="0" smtClean="0">
              <a:latin typeface="黑体" panose="02010609060101010101" pitchFamily="49" charset="-122"/>
              <a:ea typeface="黑体" panose="02010609060101010101" pitchFamily="49" charset="-122"/>
            </a:rPr>
            <a:t>预置皮重的运行必须明显指示，预置皮重装置的运行，可以使用“</a:t>
          </a:r>
          <a:r>
            <a:rPr lang="en-US" sz="1600" dirty="0" smtClean="0">
              <a:latin typeface="黑体" panose="02010609060101010101" pitchFamily="49" charset="-122"/>
              <a:ea typeface="黑体" panose="02010609060101010101" pitchFamily="49" charset="-122"/>
            </a:rPr>
            <a:t>NET</a:t>
          </a:r>
          <a:r>
            <a:rPr lang="zh-CN" sz="1600" dirty="0" smtClean="0">
              <a:latin typeface="黑体" panose="02010609060101010101" pitchFamily="49" charset="-122"/>
              <a:ea typeface="黑体" panose="02010609060101010101" pitchFamily="49" charset="-122"/>
            </a:rPr>
            <a:t>”，“</a:t>
          </a:r>
          <a:r>
            <a:rPr lang="en-US" sz="1600" dirty="0" smtClean="0">
              <a:latin typeface="黑体" panose="02010609060101010101" pitchFamily="49" charset="-122"/>
              <a:ea typeface="黑体" panose="02010609060101010101" pitchFamily="49" charset="-122"/>
            </a:rPr>
            <a:t>Net</a:t>
          </a:r>
          <a:r>
            <a:rPr lang="zh-CN" sz="1600" dirty="0" smtClean="0">
              <a:latin typeface="黑体" panose="02010609060101010101" pitchFamily="49" charset="-122"/>
              <a:ea typeface="黑体" panose="02010609060101010101" pitchFamily="49" charset="-122"/>
            </a:rPr>
            <a:t>”，“</a:t>
          </a:r>
          <a:r>
            <a:rPr lang="en-US" sz="1600" dirty="0" smtClean="0">
              <a:latin typeface="黑体" panose="02010609060101010101" pitchFamily="49" charset="-122"/>
              <a:ea typeface="黑体" panose="02010609060101010101" pitchFamily="49" charset="-122"/>
            </a:rPr>
            <a:t>net</a:t>
          </a:r>
          <a:r>
            <a:rPr lang="zh-CN" sz="1600" dirty="0" smtClean="0">
              <a:latin typeface="黑体" panose="02010609060101010101" pitchFamily="49" charset="-122"/>
              <a:ea typeface="黑体" panose="02010609060101010101" pitchFamily="49" charset="-122"/>
            </a:rPr>
            <a:t>”或“净重”标识净重值。</a:t>
          </a:r>
          <a:endParaRPr lang="zh-CN" sz="1600" dirty="0">
            <a:latin typeface="黑体" panose="02010609060101010101" pitchFamily="49" charset="-122"/>
            <a:ea typeface="黑体" panose="02010609060101010101" pitchFamily="49" charset="-122"/>
          </a:endParaRPr>
        </a:p>
      </dgm:t>
    </dgm:pt>
    <dgm:pt modelId="{63B66B33-9E5F-44DB-8732-2A12E775D994}" type="parTrans" cxnId="{3FCE601E-6B28-4EF1-A796-00E0D68BD8CC}">
      <dgm:prSet/>
      <dgm:spPr/>
      <dgm:t>
        <a:bodyPr/>
        <a:lstStyle/>
        <a:p>
          <a:endParaRPr lang="zh-CN" altLang="en-US"/>
        </a:p>
      </dgm:t>
    </dgm:pt>
    <dgm:pt modelId="{DE85BB10-6F50-40FA-B468-DF0FE2C0FECA}" type="sibTrans" cxnId="{3FCE601E-6B28-4EF1-A796-00E0D68BD8CC}">
      <dgm:prSet/>
      <dgm:spPr/>
      <dgm:t>
        <a:bodyPr/>
        <a:lstStyle/>
        <a:p>
          <a:endParaRPr lang="zh-CN" altLang="en-US"/>
        </a:p>
      </dgm:t>
    </dgm:pt>
    <dgm:pt modelId="{BA674EF2-71C0-4201-9A78-055514064463}">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altLang="en-US" sz="1600" dirty="0" smtClean="0">
              <a:latin typeface="黑体" panose="02010609060101010101" pitchFamily="49" charset="-122"/>
              <a:ea typeface="黑体" panose="02010609060101010101" pitchFamily="49" charset="-122"/>
            </a:rPr>
            <a:t>如果能临时指示毛重值，在指示毛重值时，预置皮重装置的运行指示必须消失。</a:t>
          </a:r>
          <a:endParaRPr lang="zh-CN" altLang="en-US" sz="1600" dirty="0">
            <a:latin typeface="黑体" panose="02010609060101010101" pitchFamily="49" charset="-122"/>
            <a:ea typeface="黑体" panose="02010609060101010101" pitchFamily="49" charset="-122"/>
          </a:endParaRPr>
        </a:p>
      </dgm:t>
    </dgm:pt>
    <dgm:pt modelId="{88DB6AA1-35B6-4FAA-A52A-3FD2F407AB5F}" type="parTrans" cxnId="{2BC97690-3FE9-4F76-8775-62B04CA0082F}">
      <dgm:prSet/>
      <dgm:spPr/>
      <dgm:t>
        <a:bodyPr/>
        <a:lstStyle/>
        <a:p>
          <a:endParaRPr lang="zh-CN" altLang="en-US"/>
        </a:p>
      </dgm:t>
    </dgm:pt>
    <dgm:pt modelId="{EC14676C-845E-454B-817F-AA3D628B34A4}" type="sibTrans" cxnId="{2BC97690-3FE9-4F76-8775-62B04CA0082F}">
      <dgm:prSet/>
      <dgm:spPr/>
      <dgm:t>
        <a:bodyPr/>
        <a:lstStyle/>
        <a:p>
          <a:endParaRPr lang="zh-CN" altLang="en-US"/>
        </a:p>
      </dgm:t>
    </dgm:pt>
    <dgm:pt modelId="{07EF8C60-83FF-4CB9-88DD-653C139F8EC9}">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a:ln/>
      </dgm:spPr>
      <dgm:t>
        <a:bodyPr/>
        <a:lstStyle/>
        <a:p>
          <a:pPr algn="l" rtl="0"/>
          <a:r>
            <a:rPr lang="zh-CN" sz="1600" dirty="0" smtClean="0">
              <a:latin typeface="黑体" panose="02010609060101010101" pitchFamily="49" charset="-122"/>
              <a:ea typeface="黑体" panose="02010609060101010101" pitchFamily="49" charset="-122"/>
            </a:rPr>
            <a:t>除零售商用衡器，打印计算净重值同时必须打印皮重值，预置皮重值用“</a:t>
          </a:r>
          <a:r>
            <a:rPr lang="en-US" sz="1600" dirty="0" smtClean="0">
              <a:latin typeface="黑体" panose="02010609060101010101" pitchFamily="49" charset="-122"/>
              <a:ea typeface="黑体" panose="02010609060101010101" pitchFamily="49" charset="-122"/>
            </a:rPr>
            <a:t>PT</a:t>
          </a:r>
          <a:r>
            <a:rPr lang="zh-CN" sz="1600" dirty="0" smtClean="0">
              <a:latin typeface="黑体" panose="02010609060101010101" pitchFamily="49" charset="-122"/>
              <a:ea typeface="黑体" panose="02010609060101010101" pitchFamily="49" charset="-122"/>
            </a:rPr>
            <a:t>”或“预置皮重”加以标识。</a:t>
          </a:r>
          <a:endParaRPr lang="zh-CN" sz="1600" dirty="0">
            <a:latin typeface="黑体" panose="02010609060101010101" pitchFamily="49" charset="-122"/>
            <a:ea typeface="黑体" panose="02010609060101010101" pitchFamily="49" charset="-122"/>
          </a:endParaRPr>
        </a:p>
      </dgm:t>
    </dgm:pt>
    <dgm:pt modelId="{6A69AC80-B609-41C5-93CA-4857CAB72B02}" type="parTrans" cxnId="{F5AA8B55-351C-4693-BC79-4EC1B9F91066}">
      <dgm:prSet/>
      <dgm:spPr/>
      <dgm:t>
        <a:bodyPr/>
        <a:lstStyle/>
        <a:p>
          <a:endParaRPr lang="zh-CN" altLang="en-US"/>
        </a:p>
      </dgm:t>
    </dgm:pt>
    <dgm:pt modelId="{D48B97CB-8380-43FD-AD29-86723DD77431}" type="sibTrans" cxnId="{F5AA8B55-351C-4693-BC79-4EC1B9F91066}">
      <dgm:prSet/>
      <dgm:spPr/>
      <dgm:t>
        <a:bodyPr/>
        <a:lstStyle/>
        <a:p>
          <a:endParaRPr lang="zh-CN" altLang="en-US"/>
        </a:p>
      </dgm:t>
    </dgm:pt>
    <dgm:pt modelId="{13C9635B-F72C-41C2-9795-2A5CFDEDBA71}">
      <dgm:prSet custT="1">
        <dgm:style>
          <a:lnRef idx="2">
            <a:schemeClr val="accent5"/>
          </a:lnRef>
          <a:fillRef idx="1">
            <a:schemeClr val="lt1"/>
          </a:fillRef>
          <a:effectRef idx="0">
            <a:schemeClr val="accent5"/>
          </a:effectRef>
          <a:fontRef idx="minor">
            <a:schemeClr val="dk1"/>
          </a:fontRef>
        </dgm:style>
      </dgm:prSet>
      <dgm:spPr>
        <a:solidFill>
          <a:schemeClr val="accent5">
            <a:lumMod val="40000"/>
            <a:lumOff val="60000"/>
          </a:schemeClr>
        </a:solidFill>
      </dgm:spPr>
      <dgm:t>
        <a:bodyPr/>
        <a:lstStyle/>
        <a:p>
          <a:pPr algn="l"/>
          <a:r>
            <a:rPr lang="zh-CN" altLang="en-US" sz="1600" dirty="0" smtClean="0">
              <a:latin typeface="黑体" panose="02010609060101010101" pitchFamily="49" charset="-122"/>
              <a:ea typeface="黑体" panose="02010609060101010101" pitchFamily="49" charset="-122"/>
            </a:rPr>
            <a:t>无论如何规定，零售商用不允许多皮重装置一起运行。</a:t>
          </a:r>
          <a:endParaRPr lang="zh-CN" altLang="en-US" sz="1600" dirty="0">
            <a:latin typeface="黑体" panose="02010609060101010101" pitchFamily="49" charset="-122"/>
            <a:ea typeface="黑体" panose="02010609060101010101" pitchFamily="49" charset="-122"/>
          </a:endParaRPr>
        </a:p>
      </dgm:t>
    </dgm:pt>
    <dgm:pt modelId="{1C3199D2-2F22-48CD-B91D-4F9F5FE39906}" type="parTrans" cxnId="{FB6A2C36-C25F-40C3-9CA6-776E18C207CA}">
      <dgm:prSet/>
      <dgm:spPr/>
      <dgm:t>
        <a:bodyPr/>
        <a:lstStyle/>
        <a:p>
          <a:endParaRPr lang="zh-CN" altLang="en-US"/>
        </a:p>
      </dgm:t>
    </dgm:pt>
    <dgm:pt modelId="{BB49DFB3-F90D-4BFA-9869-31E70CBD87B0}" type="sibTrans" cxnId="{FB6A2C36-C25F-40C3-9CA6-776E18C207CA}">
      <dgm:prSet/>
      <dgm:spPr/>
      <dgm:t>
        <a:bodyPr/>
        <a:lstStyle/>
        <a:p>
          <a:endParaRPr lang="zh-CN" altLang="en-US"/>
        </a:p>
      </dgm:t>
    </dgm:pt>
    <dgm:pt modelId="{94B90396-DA32-41E4-8742-07C1C1816E84}" type="pres">
      <dgm:prSet presAssocID="{289E2C8D-0666-4D67-A069-3CEFAB695188}" presName="Name0" presStyleCnt="0">
        <dgm:presLayoutVars>
          <dgm:chPref val="1"/>
          <dgm:dir/>
          <dgm:animOne val="branch"/>
          <dgm:animLvl val="lvl"/>
          <dgm:resizeHandles val="exact"/>
        </dgm:presLayoutVars>
      </dgm:prSet>
      <dgm:spPr/>
      <dgm:t>
        <a:bodyPr/>
        <a:lstStyle/>
        <a:p>
          <a:endParaRPr lang="zh-CN" altLang="en-US"/>
        </a:p>
      </dgm:t>
    </dgm:pt>
    <dgm:pt modelId="{4B1189D7-CB38-4E15-BFAF-5D712CAD6ADE}" type="pres">
      <dgm:prSet presAssocID="{ECA65C0C-7D86-4505-BA83-8D10F52A98AB}" presName="root1" presStyleCnt="0"/>
      <dgm:spPr/>
    </dgm:pt>
    <dgm:pt modelId="{2629579E-881F-49BD-9638-90BFD9D264D1}" type="pres">
      <dgm:prSet presAssocID="{ECA65C0C-7D86-4505-BA83-8D10F52A98AB}" presName="LevelOneTextNode" presStyleLbl="node0" presStyleIdx="0" presStyleCnt="1" custLinFactNeighborX="15588" custLinFactNeighborY="-110">
        <dgm:presLayoutVars>
          <dgm:chPref val="3"/>
        </dgm:presLayoutVars>
      </dgm:prSet>
      <dgm:spPr/>
      <dgm:t>
        <a:bodyPr/>
        <a:lstStyle/>
        <a:p>
          <a:endParaRPr lang="zh-CN" altLang="en-US"/>
        </a:p>
      </dgm:t>
    </dgm:pt>
    <dgm:pt modelId="{18AC5002-3507-4385-A817-78E7A0D6FE54}" type="pres">
      <dgm:prSet presAssocID="{ECA65C0C-7D86-4505-BA83-8D10F52A98AB}" presName="level2hierChild" presStyleCnt="0"/>
      <dgm:spPr/>
    </dgm:pt>
    <dgm:pt modelId="{DBBD5DA0-0F92-4989-9919-36FFCDB5A424}" type="pres">
      <dgm:prSet presAssocID="{80E5B34C-1242-4CFB-A94C-9444D40A0B95}" presName="conn2-1" presStyleLbl="parChTrans1D2" presStyleIdx="0" presStyleCnt="3"/>
      <dgm:spPr/>
      <dgm:t>
        <a:bodyPr/>
        <a:lstStyle/>
        <a:p>
          <a:endParaRPr lang="zh-CN" altLang="en-US"/>
        </a:p>
      </dgm:t>
    </dgm:pt>
    <dgm:pt modelId="{BB822AC4-D5D8-415A-ABE2-13788BF39A46}" type="pres">
      <dgm:prSet presAssocID="{80E5B34C-1242-4CFB-A94C-9444D40A0B95}" presName="connTx" presStyleLbl="parChTrans1D2" presStyleIdx="0" presStyleCnt="3"/>
      <dgm:spPr/>
      <dgm:t>
        <a:bodyPr/>
        <a:lstStyle/>
        <a:p>
          <a:endParaRPr lang="zh-CN" altLang="en-US"/>
        </a:p>
      </dgm:t>
    </dgm:pt>
    <dgm:pt modelId="{2FDDB242-BE53-43B4-9B52-1D3A94EE35FE}" type="pres">
      <dgm:prSet presAssocID="{F4DE8296-4C73-4F00-80BB-1D4C7814DC39}" presName="root2" presStyleCnt="0"/>
      <dgm:spPr/>
    </dgm:pt>
    <dgm:pt modelId="{3B89B883-A671-4B19-8862-31A52EBD201B}" type="pres">
      <dgm:prSet presAssocID="{F4DE8296-4C73-4F00-80BB-1D4C7814DC39}" presName="LevelTwoTextNode" presStyleLbl="node2" presStyleIdx="0" presStyleCnt="3" custAng="0" custScaleX="57739" custScaleY="268646" custLinFactNeighborX="-6116" custLinFactNeighborY="-581">
        <dgm:presLayoutVars>
          <dgm:chPref val="3"/>
        </dgm:presLayoutVars>
      </dgm:prSet>
      <dgm:spPr/>
      <dgm:t>
        <a:bodyPr/>
        <a:lstStyle/>
        <a:p>
          <a:endParaRPr lang="zh-CN" altLang="en-US"/>
        </a:p>
      </dgm:t>
    </dgm:pt>
    <dgm:pt modelId="{3C5D3A1A-08E0-4483-8A03-3400706EF976}" type="pres">
      <dgm:prSet presAssocID="{F4DE8296-4C73-4F00-80BB-1D4C7814DC39}" presName="level3hierChild" presStyleCnt="0"/>
      <dgm:spPr/>
    </dgm:pt>
    <dgm:pt modelId="{2C3D3521-4304-4193-ADBA-A7116F32C13D}" type="pres">
      <dgm:prSet presAssocID="{D1AB12BD-2E5B-420D-9EF3-F045B478AC6D}" presName="conn2-1" presStyleLbl="parChTrans1D3" presStyleIdx="0" presStyleCnt="8"/>
      <dgm:spPr/>
      <dgm:t>
        <a:bodyPr/>
        <a:lstStyle/>
        <a:p>
          <a:endParaRPr lang="zh-CN" altLang="en-US"/>
        </a:p>
      </dgm:t>
    </dgm:pt>
    <dgm:pt modelId="{2344D14F-5D6A-40DF-8883-D9BFAED72BB9}" type="pres">
      <dgm:prSet presAssocID="{D1AB12BD-2E5B-420D-9EF3-F045B478AC6D}" presName="connTx" presStyleLbl="parChTrans1D3" presStyleIdx="0" presStyleCnt="8"/>
      <dgm:spPr/>
      <dgm:t>
        <a:bodyPr/>
        <a:lstStyle/>
        <a:p>
          <a:endParaRPr lang="zh-CN" altLang="en-US"/>
        </a:p>
      </dgm:t>
    </dgm:pt>
    <dgm:pt modelId="{682D09E7-4658-46DC-AD97-739C00A985DA}" type="pres">
      <dgm:prSet presAssocID="{3C69C573-0C1C-4D85-892D-2C69A1AD845E}" presName="root2" presStyleCnt="0"/>
      <dgm:spPr/>
    </dgm:pt>
    <dgm:pt modelId="{0C02D675-640B-408B-862E-4DE38B47B9F0}" type="pres">
      <dgm:prSet presAssocID="{3C69C573-0C1C-4D85-892D-2C69A1AD845E}" presName="LevelTwoTextNode" presStyleLbl="node3" presStyleIdx="0" presStyleCnt="8" custScaleX="478169" custScaleY="136034" custLinFactNeighborX="-6112" custLinFactNeighborY="-1089">
        <dgm:presLayoutVars>
          <dgm:chPref val="3"/>
        </dgm:presLayoutVars>
      </dgm:prSet>
      <dgm:spPr/>
      <dgm:t>
        <a:bodyPr/>
        <a:lstStyle/>
        <a:p>
          <a:endParaRPr lang="zh-CN" altLang="en-US"/>
        </a:p>
      </dgm:t>
    </dgm:pt>
    <dgm:pt modelId="{578BA27E-8E57-44B9-9CF1-FFCE517D321F}" type="pres">
      <dgm:prSet presAssocID="{3C69C573-0C1C-4D85-892D-2C69A1AD845E}" presName="level3hierChild" presStyleCnt="0"/>
      <dgm:spPr/>
    </dgm:pt>
    <dgm:pt modelId="{6B6D44C1-B731-4EF8-99EA-1521C9A0E1BD}" type="pres">
      <dgm:prSet presAssocID="{45601FA3-04BA-4B4C-83B0-B981F14C0536}" presName="conn2-1" presStyleLbl="parChTrans1D3" presStyleIdx="1" presStyleCnt="8"/>
      <dgm:spPr/>
      <dgm:t>
        <a:bodyPr/>
        <a:lstStyle/>
        <a:p>
          <a:endParaRPr lang="zh-CN" altLang="en-US"/>
        </a:p>
      </dgm:t>
    </dgm:pt>
    <dgm:pt modelId="{FA0CDF30-71D3-47E5-87A6-BEAA85FCC7B6}" type="pres">
      <dgm:prSet presAssocID="{45601FA3-04BA-4B4C-83B0-B981F14C0536}" presName="connTx" presStyleLbl="parChTrans1D3" presStyleIdx="1" presStyleCnt="8"/>
      <dgm:spPr/>
      <dgm:t>
        <a:bodyPr/>
        <a:lstStyle/>
        <a:p>
          <a:endParaRPr lang="zh-CN" altLang="en-US"/>
        </a:p>
      </dgm:t>
    </dgm:pt>
    <dgm:pt modelId="{64B2CEAB-B0A1-4F8C-8070-BDBC49299DAA}" type="pres">
      <dgm:prSet presAssocID="{21025FB0-BA39-451C-AC10-E64A1250A446}" presName="root2" presStyleCnt="0"/>
      <dgm:spPr/>
    </dgm:pt>
    <dgm:pt modelId="{33439EA8-9516-4B89-85F6-CAD4B44AF85D}" type="pres">
      <dgm:prSet presAssocID="{21025FB0-BA39-451C-AC10-E64A1250A446}" presName="LevelTwoTextNode" presStyleLbl="node3" presStyleIdx="1" presStyleCnt="8" custScaleX="478169" custScaleY="126965" custLinFactNeighborX="-6165" custLinFactNeighborY="-1089">
        <dgm:presLayoutVars>
          <dgm:chPref val="3"/>
        </dgm:presLayoutVars>
      </dgm:prSet>
      <dgm:spPr/>
      <dgm:t>
        <a:bodyPr/>
        <a:lstStyle/>
        <a:p>
          <a:endParaRPr lang="zh-CN" altLang="en-US"/>
        </a:p>
      </dgm:t>
    </dgm:pt>
    <dgm:pt modelId="{5F83BF01-78C2-4CFA-B429-2BC67336EA8E}" type="pres">
      <dgm:prSet presAssocID="{21025FB0-BA39-451C-AC10-E64A1250A446}" presName="level3hierChild" presStyleCnt="0"/>
      <dgm:spPr/>
    </dgm:pt>
    <dgm:pt modelId="{BBB47BBF-9F83-4F22-B91D-D64B22BD0D32}" type="pres">
      <dgm:prSet presAssocID="{B94FD9BD-F0FE-4E09-A518-9549FF9DC902}" presName="conn2-1" presStyleLbl="parChTrans1D3" presStyleIdx="2" presStyleCnt="8"/>
      <dgm:spPr/>
      <dgm:t>
        <a:bodyPr/>
        <a:lstStyle/>
        <a:p>
          <a:endParaRPr lang="zh-CN" altLang="en-US"/>
        </a:p>
      </dgm:t>
    </dgm:pt>
    <dgm:pt modelId="{4028A36F-4999-4636-8383-430A8680D540}" type="pres">
      <dgm:prSet presAssocID="{B94FD9BD-F0FE-4E09-A518-9549FF9DC902}" presName="connTx" presStyleLbl="parChTrans1D3" presStyleIdx="2" presStyleCnt="8"/>
      <dgm:spPr/>
      <dgm:t>
        <a:bodyPr/>
        <a:lstStyle/>
        <a:p>
          <a:endParaRPr lang="zh-CN" altLang="en-US"/>
        </a:p>
      </dgm:t>
    </dgm:pt>
    <dgm:pt modelId="{FD8D4A41-0D45-456A-8661-5337C90D82F7}" type="pres">
      <dgm:prSet presAssocID="{B6D780A3-D48E-4C38-9B20-5F3F92D7CABE}" presName="root2" presStyleCnt="0"/>
      <dgm:spPr/>
    </dgm:pt>
    <dgm:pt modelId="{061BC3D9-6B8D-4F4F-8945-E4C4542A4D0B}" type="pres">
      <dgm:prSet presAssocID="{B6D780A3-D48E-4C38-9B20-5F3F92D7CABE}" presName="LevelTwoTextNode" presStyleLbl="node3" presStyleIdx="2" presStyleCnt="8" custScaleX="478169" custScaleY="199517" custLinFactNeighborX="-6112">
        <dgm:presLayoutVars>
          <dgm:chPref val="3"/>
        </dgm:presLayoutVars>
      </dgm:prSet>
      <dgm:spPr/>
      <dgm:t>
        <a:bodyPr/>
        <a:lstStyle/>
        <a:p>
          <a:endParaRPr lang="zh-CN" altLang="en-US"/>
        </a:p>
      </dgm:t>
    </dgm:pt>
    <dgm:pt modelId="{EFAE20DC-E352-406E-A65C-0A40E46736FF}" type="pres">
      <dgm:prSet presAssocID="{B6D780A3-D48E-4C38-9B20-5F3F92D7CABE}" presName="level3hierChild" presStyleCnt="0"/>
      <dgm:spPr/>
    </dgm:pt>
    <dgm:pt modelId="{DE0CC5D2-1DD1-4530-B1E6-273A3CE48CB8}" type="pres">
      <dgm:prSet presAssocID="{1C3199D2-2F22-48CD-B91D-4F9F5FE39906}" presName="conn2-1" presStyleLbl="parChTrans1D3" presStyleIdx="3" presStyleCnt="8"/>
      <dgm:spPr/>
      <dgm:t>
        <a:bodyPr/>
        <a:lstStyle/>
        <a:p>
          <a:endParaRPr lang="zh-CN" altLang="en-US"/>
        </a:p>
      </dgm:t>
    </dgm:pt>
    <dgm:pt modelId="{7675A052-D36A-4BDD-B00C-9CA9455D2626}" type="pres">
      <dgm:prSet presAssocID="{1C3199D2-2F22-48CD-B91D-4F9F5FE39906}" presName="connTx" presStyleLbl="parChTrans1D3" presStyleIdx="3" presStyleCnt="8"/>
      <dgm:spPr/>
      <dgm:t>
        <a:bodyPr/>
        <a:lstStyle/>
        <a:p>
          <a:endParaRPr lang="zh-CN" altLang="en-US"/>
        </a:p>
      </dgm:t>
    </dgm:pt>
    <dgm:pt modelId="{030031AE-6AAD-4C81-822C-E9AFCB0EB462}" type="pres">
      <dgm:prSet presAssocID="{13C9635B-F72C-41C2-9795-2A5CFDEDBA71}" presName="root2" presStyleCnt="0"/>
      <dgm:spPr/>
    </dgm:pt>
    <dgm:pt modelId="{19F08012-C5F8-4EFA-875C-A440B4A48CC9}" type="pres">
      <dgm:prSet presAssocID="{13C9635B-F72C-41C2-9795-2A5CFDEDBA71}" presName="LevelTwoTextNode" presStyleLbl="node3" presStyleIdx="3" presStyleCnt="8" custScaleX="477556" custLinFactNeighborX="-6102">
        <dgm:presLayoutVars>
          <dgm:chPref val="3"/>
        </dgm:presLayoutVars>
      </dgm:prSet>
      <dgm:spPr/>
      <dgm:t>
        <a:bodyPr/>
        <a:lstStyle/>
        <a:p>
          <a:endParaRPr lang="zh-CN" altLang="en-US"/>
        </a:p>
      </dgm:t>
    </dgm:pt>
    <dgm:pt modelId="{56B768B8-79A6-4423-84A0-EF53F343A2E7}" type="pres">
      <dgm:prSet presAssocID="{13C9635B-F72C-41C2-9795-2A5CFDEDBA71}" presName="level3hierChild" presStyleCnt="0"/>
      <dgm:spPr/>
    </dgm:pt>
    <dgm:pt modelId="{D00B3E52-DE7A-4400-ADC1-40D96DDE2C61}" type="pres">
      <dgm:prSet presAssocID="{0674A7B4-8DFB-4F4F-8B5C-E5A07E301D3A}" presName="conn2-1" presStyleLbl="parChTrans1D2" presStyleIdx="1" presStyleCnt="3"/>
      <dgm:spPr/>
      <dgm:t>
        <a:bodyPr/>
        <a:lstStyle/>
        <a:p>
          <a:endParaRPr lang="zh-CN" altLang="en-US"/>
        </a:p>
      </dgm:t>
    </dgm:pt>
    <dgm:pt modelId="{4B31E1F3-9DAC-4009-B16E-8EBE845A4D9C}" type="pres">
      <dgm:prSet presAssocID="{0674A7B4-8DFB-4F4F-8B5C-E5A07E301D3A}" presName="connTx" presStyleLbl="parChTrans1D2" presStyleIdx="1" presStyleCnt="3"/>
      <dgm:spPr/>
      <dgm:t>
        <a:bodyPr/>
        <a:lstStyle/>
        <a:p>
          <a:endParaRPr lang="zh-CN" altLang="en-US"/>
        </a:p>
      </dgm:t>
    </dgm:pt>
    <dgm:pt modelId="{D8BDC0FF-7D9A-4A72-B15B-5EE323EA1192}" type="pres">
      <dgm:prSet presAssocID="{DDB9FA6D-9689-45BC-B78B-C46737DCF3A1}" presName="root2" presStyleCnt="0"/>
      <dgm:spPr/>
    </dgm:pt>
    <dgm:pt modelId="{CDDDB699-FC95-47AB-97F0-EA460883C972}" type="pres">
      <dgm:prSet presAssocID="{DDB9FA6D-9689-45BC-B78B-C46737DCF3A1}" presName="LevelTwoTextNode" presStyleLbl="node2" presStyleIdx="1" presStyleCnt="3" custAng="0" custScaleX="57739" custScaleY="268646" custLinFactNeighborX="-6116" custLinFactNeighborY="-581">
        <dgm:presLayoutVars>
          <dgm:chPref val="3"/>
        </dgm:presLayoutVars>
      </dgm:prSet>
      <dgm:spPr/>
      <dgm:t>
        <a:bodyPr/>
        <a:lstStyle/>
        <a:p>
          <a:endParaRPr lang="zh-CN" altLang="en-US"/>
        </a:p>
      </dgm:t>
    </dgm:pt>
    <dgm:pt modelId="{85110530-0BDB-4ADF-94AF-F73E62E38E86}" type="pres">
      <dgm:prSet presAssocID="{DDB9FA6D-9689-45BC-B78B-C46737DCF3A1}" presName="level3hierChild" presStyleCnt="0"/>
      <dgm:spPr/>
    </dgm:pt>
    <dgm:pt modelId="{17716538-3CF2-4C7B-9AFE-DFBDB0076C5A}" type="pres">
      <dgm:prSet presAssocID="{4A57B2A7-3217-4D1A-B799-DCDE2F293017}" presName="conn2-1" presStyleLbl="parChTrans1D3" presStyleIdx="4" presStyleCnt="8"/>
      <dgm:spPr/>
      <dgm:t>
        <a:bodyPr/>
        <a:lstStyle/>
        <a:p>
          <a:endParaRPr lang="zh-CN" altLang="en-US"/>
        </a:p>
      </dgm:t>
    </dgm:pt>
    <dgm:pt modelId="{DC8763A8-0E91-46E8-A5CB-B0D0B094F88E}" type="pres">
      <dgm:prSet presAssocID="{4A57B2A7-3217-4D1A-B799-DCDE2F293017}" presName="connTx" presStyleLbl="parChTrans1D3" presStyleIdx="4" presStyleCnt="8"/>
      <dgm:spPr/>
      <dgm:t>
        <a:bodyPr/>
        <a:lstStyle/>
        <a:p>
          <a:endParaRPr lang="zh-CN" altLang="en-US"/>
        </a:p>
      </dgm:t>
    </dgm:pt>
    <dgm:pt modelId="{E43EDD18-A98D-432D-9137-BBA11207388C}" type="pres">
      <dgm:prSet presAssocID="{D07C9964-6F2B-4C68-BF30-5FD54F2E12F9}" presName="root2" presStyleCnt="0"/>
      <dgm:spPr/>
    </dgm:pt>
    <dgm:pt modelId="{592FC9CC-6F33-4685-B2CF-E28B410D7DEB}" type="pres">
      <dgm:prSet presAssocID="{D07C9964-6F2B-4C68-BF30-5FD54F2E12F9}" presName="LevelTwoTextNode" presStyleLbl="node3" presStyleIdx="4" presStyleCnt="8" custAng="0" custScaleX="478169" custScaleY="185153" custLinFactNeighborX="-6112">
        <dgm:presLayoutVars>
          <dgm:chPref val="3"/>
        </dgm:presLayoutVars>
      </dgm:prSet>
      <dgm:spPr/>
      <dgm:t>
        <a:bodyPr/>
        <a:lstStyle/>
        <a:p>
          <a:endParaRPr lang="zh-CN" altLang="en-US"/>
        </a:p>
      </dgm:t>
    </dgm:pt>
    <dgm:pt modelId="{5F2EE62E-2235-4C1A-8927-0587B4789695}" type="pres">
      <dgm:prSet presAssocID="{D07C9964-6F2B-4C68-BF30-5FD54F2E12F9}" presName="level3hierChild" presStyleCnt="0"/>
      <dgm:spPr/>
    </dgm:pt>
    <dgm:pt modelId="{4303BAB8-71E0-4C78-B150-F7CDC0FD7015}" type="pres">
      <dgm:prSet presAssocID="{97D59053-5A1E-4746-A06B-B90F9C7EB4F5}" presName="conn2-1" presStyleLbl="parChTrans1D2" presStyleIdx="2" presStyleCnt="3"/>
      <dgm:spPr/>
      <dgm:t>
        <a:bodyPr/>
        <a:lstStyle/>
        <a:p>
          <a:endParaRPr lang="zh-CN" altLang="en-US"/>
        </a:p>
      </dgm:t>
    </dgm:pt>
    <dgm:pt modelId="{95197B49-5B7D-419A-A520-A997AF8D22D9}" type="pres">
      <dgm:prSet presAssocID="{97D59053-5A1E-4746-A06B-B90F9C7EB4F5}" presName="connTx" presStyleLbl="parChTrans1D2" presStyleIdx="2" presStyleCnt="3"/>
      <dgm:spPr/>
      <dgm:t>
        <a:bodyPr/>
        <a:lstStyle/>
        <a:p>
          <a:endParaRPr lang="zh-CN" altLang="en-US"/>
        </a:p>
      </dgm:t>
    </dgm:pt>
    <dgm:pt modelId="{633F92C4-132B-4150-84F2-9F6D8A1678A7}" type="pres">
      <dgm:prSet presAssocID="{1940D4B7-484F-4D8B-A164-4A3E69BA61F5}" presName="root2" presStyleCnt="0"/>
      <dgm:spPr/>
    </dgm:pt>
    <dgm:pt modelId="{A230B79E-DC77-4D73-886A-D317FDC0255A}" type="pres">
      <dgm:prSet presAssocID="{1940D4B7-484F-4D8B-A164-4A3E69BA61F5}" presName="LevelTwoTextNode" presStyleLbl="node2" presStyleIdx="2" presStyleCnt="3" custScaleX="57739" custScaleY="268646" custLinFactNeighborX="-5176" custLinFactNeighborY="508">
        <dgm:presLayoutVars>
          <dgm:chPref val="3"/>
        </dgm:presLayoutVars>
      </dgm:prSet>
      <dgm:spPr/>
      <dgm:t>
        <a:bodyPr/>
        <a:lstStyle/>
        <a:p>
          <a:endParaRPr lang="zh-CN" altLang="en-US"/>
        </a:p>
      </dgm:t>
    </dgm:pt>
    <dgm:pt modelId="{7FC2F32B-3072-4D79-8B81-871D7E3FC9FE}" type="pres">
      <dgm:prSet presAssocID="{1940D4B7-484F-4D8B-A164-4A3E69BA61F5}" presName="level3hierChild" presStyleCnt="0"/>
      <dgm:spPr/>
    </dgm:pt>
    <dgm:pt modelId="{5E209B57-34EF-4CBE-A14D-1CBD94133C84}" type="pres">
      <dgm:prSet presAssocID="{63B66B33-9E5F-44DB-8732-2A12E775D994}" presName="conn2-1" presStyleLbl="parChTrans1D3" presStyleIdx="5" presStyleCnt="8"/>
      <dgm:spPr/>
      <dgm:t>
        <a:bodyPr/>
        <a:lstStyle/>
        <a:p>
          <a:endParaRPr lang="zh-CN" altLang="en-US"/>
        </a:p>
      </dgm:t>
    </dgm:pt>
    <dgm:pt modelId="{0CB23BB0-B505-400D-B492-43537C5ACAF8}" type="pres">
      <dgm:prSet presAssocID="{63B66B33-9E5F-44DB-8732-2A12E775D994}" presName="connTx" presStyleLbl="parChTrans1D3" presStyleIdx="5" presStyleCnt="8"/>
      <dgm:spPr/>
      <dgm:t>
        <a:bodyPr/>
        <a:lstStyle/>
        <a:p>
          <a:endParaRPr lang="zh-CN" altLang="en-US"/>
        </a:p>
      </dgm:t>
    </dgm:pt>
    <dgm:pt modelId="{81EEB578-2092-4B24-A855-545001FB697D}" type="pres">
      <dgm:prSet presAssocID="{946A8EE5-D4C5-4EA9-8943-42F101D1C721}" presName="root2" presStyleCnt="0"/>
      <dgm:spPr/>
    </dgm:pt>
    <dgm:pt modelId="{2CBB96FF-C2D9-442B-8850-F0F78DCE14F5}" type="pres">
      <dgm:prSet presAssocID="{946A8EE5-D4C5-4EA9-8943-42F101D1C721}" presName="LevelTwoTextNode" presStyleLbl="node3" presStyleIdx="5" presStyleCnt="8" custScaleX="478169" custScaleY="136034" custLinFactNeighborX="-6193" custLinFactNeighborY="508">
        <dgm:presLayoutVars>
          <dgm:chPref val="3"/>
        </dgm:presLayoutVars>
      </dgm:prSet>
      <dgm:spPr/>
      <dgm:t>
        <a:bodyPr/>
        <a:lstStyle/>
        <a:p>
          <a:endParaRPr lang="zh-CN" altLang="en-US"/>
        </a:p>
      </dgm:t>
    </dgm:pt>
    <dgm:pt modelId="{835E8741-3F9F-4E9C-B923-CF8434ACB9E2}" type="pres">
      <dgm:prSet presAssocID="{946A8EE5-D4C5-4EA9-8943-42F101D1C721}" presName="level3hierChild" presStyleCnt="0"/>
      <dgm:spPr/>
    </dgm:pt>
    <dgm:pt modelId="{95E12DD7-0AD0-4C9D-AAC3-C1B2A195B845}" type="pres">
      <dgm:prSet presAssocID="{88DB6AA1-35B6-4FAA-A52A-3FD2F407AB5F}" presName="conn2-1" presStyleLbl="parChTrans1D3" presStyleIdx="6" presStyleCnt="8"/>
      <dgm:spPr/>
      <dgm:t>
        <a:bodyPr/>
        <a:lstStyle/>
        <a:p>
          <a:endParaRPr lang="zh-CN" altLang="en-US"/>
        </a:p>
      </dgm:t>
    </dgm:pt>
    <dgm:pt modelId="{298C6CA5-57FC-4C23-8ED1-16AB2CD7F893}" type="pres">
      <dgm:prSet presAssocID="{88DB6AA1-35B6-4FAA-A52A-3FD2F407AB5F}" presName="connTx" presStyleLbl="parChTrans1D3" presStyleIdx="6" presStyleCnt="8"/>
      <dgm:spPr/>
      <dgm:t>
        <a:bodyPr/>
        <a:lstStyle/>
        <a:p>
          <a:endParaRPr lang="zh-CN" altLang="en-US"/>
        </a:p>
      </dgm:t>
    </dgm:pt>
    <dgm:pt modelId="{FFCECE16-102A-4900-88F2-E58F3E2B1E09}" type="pres">
      <dgm:prSet presAssocID="{BA674EF2-71C0-4201-9A78-055514064463}" presName="root2" presStyleCnt="0"/>
      <dgm:spPr/>
    </dgm:pt>
    <dgm:pt modelId="{CD5115C8-67F0-4C97-B1B8-6D18854C8026}" type="pres">
      <dgm:prSet presAssocID="{BA674EF2-71C0-4201-9A78-055514064463}" presName="LevelTwoTextNode" presStyleLbl="node3" presStyleIdx="6" presStyleCnt="8" custScaleX="478169" custScaleY="136034" custLinFactNeighborX="-7316" custLinFactNeighborY="508">
        <dgm:presLayoutVars>
          <dgm:chPref val="3"/>
        </dgm:presLayoutVars>
      </dgm:prSet>
      <dgm:spPr/>
      <dgm:t>
        <a:bodyPr/>
        <a:lstStyle/>
        <a:p>
          <a:endParaRPr lang="zh-CN" altLang="en-US"/>
        </a:p>
      </dgm:t>
    </dgm:pt>
    <dgm:pt modelId="{E29E3224-F0E7-4FF4-B67E-FA9ADC22D6C4}" type="pres">
      <dgm:prSet presAssocID="{BA674EF2-71C0-4201-9A78-055514064463}" presName="level3hierChild" presStyleCnt="0"/>
      <dgm:spPr/>
    </dgm:pt>
    <dgm:pt modelId="{63AFE067-BDA5-4B6A-9E30-9E1A051C1254}" type="pres">
      <dgm:prSet presAssocID="{6A69AC80-B609-41C5-93CA-4857CAB72B02}" presName="conn2-1" presStyleLbl="parChTrans1D3" presStyleIdx="7" presStyleCnt="8"/>
      <dgm:spPr/>
      <dgm:t>
        <a:bodyPr/>
        <a:lstStyle/>
        <a:p>
          <a:endParaRPr lang="zh-CN" altLang="en-US"/>
        </a:p>
      </dgm:t>
    </dgm:pt>
    <dgm:pt modelId="{C155B47D-A7F5-494D-941F-E9B5DEA41773}" type="pres">
      <dgm:prSet presAssocID="{6A69AC80-B609-41C5-93CA-4857CAB72B02}" presName="connTx" presStyleLbl="parChTrans1D3" presStyleIdx="7" presStyleCnt="8"/>
      <dgm:spPr/>
      <dgm:t>
        <a:bodyPr/>
        <a:lstStyle/>
        <a:p>
          <a:endParaRPr lang="zh-CN" altLang="en-US"/>
        </a:p>
      </dgm:t>
    </dgm:pt>
    <dgm:pt modelId="{BE9B9AE7-4FC5-483D-8BF1-0E6B8BFC0D23}" type="pres">
      <dgm:prSet presAssocID="{07EF8C60-83FF-4CB9-88DD-653C139F8EC9}" presName="root2" presStyleCnt="0"/>
      <dgm:spPr/>
    </dgm:pt>
    <dgm:pt modelId="{A760B710-F685-481F-AE3A-3E6BC04A92AC}" type="pres">
      <dgm:prSet presAssocID="{07EF8C60-83FF-4CB9-88DD-653C139F8EC9}" presName="LevelTwoTextNode" presStyleLbl="node3" presStyleIdx="7" presStyleCnt="8" custScaleX="478169" custScaleY="136034" custLinFactNeighborX="-7316" custLinFactNeighborY="508">
        <dgm:presLayoutVars>
          <dgm:chPref val="3"/>
        </dgm:presLayoutVars>
      </dgm:prSet>
      <dgm:spPr/>
      <dgm:t>
        <a:bodyPr/>
        <a:lstStyle/>
        <a:p>
          <a:endParaRPr lang="zh-CN" altLang="en-US"/>
        </a:p>
      </dgm:t>
    </dgm:pt>
    <dgm:pt modelId="{8781D7D0-2641-421E-A8C5-2962538B7196}" type="pres">
      <dgm:prSet presAssocID="{07EF8C60-83FF-4CB9-88DD-653C139F8EC9}" presName="level3hierChild" presStyleCnt="0"/>
      <dgm:spPr/>
    </dgm:pt>
  </dgm:ptLst>
  <dgm:cxnLst>
    <dgm:cxn modelId="{C3C29DA7-835E-4F25-B943-974DE6E80A55}" srcId="{ECA65C0C-7D86-4505-BA83-8D10F52A98AB}" destId="{F4DE8296-4C73-4F00-80BB-1D4C7814DC39}" srcOrd="0" destOrd="0" parTransId="{80E5B34C-1242-4CFB-A94C-9444D40A0B95}" sibTransId="{DFBA3DF1-772F-4641-8710-19122A69098E}"/>
    <dgm:cxn modelId="{D265C72A-0027-4B6F-B593-929D3A46C557}" type="presOf" srcId="{B94FD9BD-F0FE-4E09-A518-9549FF9DC902}" destId="{BBB47BBF-9F83-4F22-B91D-D64B22BD0D32}" srcOrd="0" destOrd="0" presId="urn:microsoft.com/office/officeart/2008/layout/HorizontalMultiLevelHierarchy"/>
    <dgm:cxn modelId="{90FDDB18-FD8F-4DF0-A605-DF1C8B225242}" srcId="{F4DE8296-4C73-4F00-80BB-1D4C7814DC39}" destId="{21025FB0-BA39-451C-AC10-E64A1250A446}" srcOrd="1" destOrd="0" parTransId="{45601FA3-04BA-4B4C-83B0-B981F14C0536}" sibTransId="{01D10203-F121-4AD6-8400-F5282818D0F2}"/>
    <dgm:cxn modelId="{79B7D8B5-37AA-4FA4-A6D1-8F3CD877E6A8}" type="presOf" srcId="{F4DE8296-4C73-4F00-80BB-1D4C7814DC39}" destId="{3B89B883-A671-4B19-8862-31A52EBD201B}" srcOrd="0" destOrd="0" presId="urn:microsoft.com/office/officeart/2008/layout/HorizontalMultiLevelHierarchy"/>
    <dgm:cxn modelId="{AA504857-5ABC-4922-8B97-A49530B2A300}" type="presOf" srcId="{ECA65C0C-7D86-4505-BA83-8D10F52A98AB}" destId="{2629579E-881F-49BD-9638-90BFD9D264D1}" srcOrd="0" destOrd="0" presId="urn:microsoft.com/office/officeart/2008/layout/HorizontalMultiLevelHierarchy"/>
    <dgm:cxn modelId="{3A63E299-5F5E-4AB9-A9C9-D1A5872715D7}" type="presOf" srcId="{BA674EF2-71C0-4201-9A78-055514064463}" destId="{CD5115C8-67F0-4C97-B1B8-6D18854C8026}" srcOrd="0" destOrd="0" presId="urn:microsoft.com/office/officeart/2008/layout/HorizontalMultiLevelHierarchy"/>
    <dgm:cxn modelId="{FB009EBB-F32B-41F8-A3D7-95FF24DFE2D9}" type="presOf" srcId="{D1AB12BD-2E5B-420D-9EF3-F045B478AC6D}" destId="{2344D14F-5D6A-40DF-8883-D9BFAED72BB9}" srcOrd="1" destOrd="0" presId="urn:microsoft.com/office/officeart/2008/layout/HorizontalMultiLevelHierarchy"/>
    <dgm:cxn modelId="{38201A7A-36C3-4568-A791-E6E3CEA0EEB1}" type="presOf" srcId="{946A8EE5-D4C5-4EA9-8943-42F101D1C721}" destId="{2CBB96FF-C2D9-442B-8850-F0F78DCE14F5}" srcOrd="0" destOrd="0" presId="urn:microsoft.com/office/officeart/2008/layout/HorizontalMultiLevelHierarchy"/>
    <dgm:cxn modelId="{F5AA8B55-351C-4693-BC79-4EC1B9F91066}" srcId="{1940D4B7-484F-4D8B-A164-4A3E69BA61F5}" destId="{07EF8C60-83FF-4CB9-88DD-653C139F8EC9}" srcOrd="2" destOrd="0" parTransId="{6A69AC80-B609-41C5-93CA-4857CAB72B02}" sibTransId="{D48B97CB-8380-43FD-AD29-86723DD77431}"/>
    <dgm:cxn modelId="{8883C49D-5968-442A-936B-3B3E1C33578A}" type="presOf" srcId="{63B66B33-9E5F-44DB-8732-2A12E775D994}" destId="{0CB23BB0-B505-400D-B492-43537C5ACAF8}" srcOrd="1" destOrd="0" presId="urn:microsoft.com/office/officeart/2008/layout/HorizontalMultiLevelHierarchy"/>
    <dgm:cxn modelId="{487380F4-84C6-4DB8-9413-C67253C4F34A}" srcId="{DDB9FA6D-9689-45BC-B78B-C46737DCF3A1}" destId="{D07C9964-6F2B-4C68-BF30-5FD54F2E12F9}" srcOrd="0" destOrd="0" parTransId="{4A57B2A7-3217-4D1A-B799-DCDE2F293017}" sibTransId="{B33DF536-588D-4008-B6C8-4F148A204C4B}"/>
    <dgm:cxn modelId="{3FCE601E-6B28-4EF1-A796-00E0D68BD8CC}" srcId="{1940D4B7-484F-4D8B-A164-4A3E69BA61F5}" destId="{946A8EE5-D4C5-4EA9-8943-42F101D1C721}" srcOrd="0" destOrd="0" parTransId="{63B66B33-9E5F-44DB-8732-2A12E775D994}" sibTransId="{DE85BB10-6F50-40FA-B468-DF0FE2C0FECA}"/>
    <dgm:cxn modelId="{9CB174CC-0AB0-4956-B6E6-3652A6460D85}" type="presOf" srcId="{B6D780A3-D48E-4C38-9B20-5F3F92D7CABE}" destId="{061BC3D9-6B8D-4F4F-8945-E4C4542A4D0B}" srcOrd="0" destOrd="0" presId="urn:microsoft.com/office/officeart/2008/layout/HorizontalMultiLevelHierarchy"/>
    <dgm:cxn modelId="{3D7BDDB9-F824-4983-B072-545CE32F0E37}" type="presOf" srcId="{88DB6AA1-35B6-4FAA-A52A-3FD2F407AB5F}" destId="{298C6CA5-57FC-4C23-8ED1-16AB2CD7F893}" srcOrd="1" destOrd="0" presId="urn:microsoft.com/office/officeart/2008/layout/HorizontalMultiLevelHierarchy"/>
    <dgm:cxn modelId="{90FDD140-7197-4C43-862C-186F1486B2D7}" type="presOf" srcId="{6A69AC80-B609-41C5-93CA-4857CAB72B02}" destId="{C155B47D-A7F5-494D-941F-E9B5DEA41773}" srcOrd="1" destOrd="0" presId="urn:microsoft.com/office/officeart/2008/layout/HorizontalMultiLevelHierarchy"/>
    <dgm:cxn modelId="{C3174A41-BAA3-44D1-A35C-EC837B93CF6F}" srcId="{ECA65C0C-7D86-4505-BA83-8D10F52A98AB}" destId="{1940D4B7-484F-4D8B-A164-4A3E69BA61F5}" srcOrd="2" destOrd="0" parTransId="{97D59053-5A1E-4746-A06B-B90F9C7EB4F5}" sibTransId="{66AA6E21-C416-45D0-B1E0-CF79504DD750}"/>
    <dgm:cxn modelId="{C0D4CC6F-8AFD-442F-AFDF-A42490BAFAB8}" type="presOf" srcId="{6A69AC80-B609-41C5-93CA-4857CAB72B02}" destId="{63AFE067-BDA5-4B6A-9E30-9E1A051C1254}" srcOrd="0" destOrd="0" presId="urn:microsoft.com/office/officeart/2008/layout/HorizontalMultiLevelHierarchy"/>
    <dgm:cxn modelId="{80C7CBF3-79D4-49FB-9ADF-16DC0C1A4F2F}" type="presOf" srcId="{1C3199D2-2F22-48CD-B91D-4F9F5FE39906}" destId="{DE0CC5D2-1DD1-4530-B1E6-273A3CE48CB8}" srcOrd="0" destOrd="0" presId="urn:microsoft.com/office/officeart/2008/layout/HorizontalMultiLevelHierarchy"/>
    <dgm:cxn modelId="{FB6A2C36-C25F-40C3-9CA6-776E18C207CA}" srcId="{F4DE8296-4C73-4F00-80BB-1D4C7814DC39}" destId="{13C9635B-F72C-41C2-9795-2A5CFDEDBA71}" srcOrd="3" destOrd="0" parTransId="{1C3199D2-2F22-48CD-B91D-4F9F5FE39906}" sibTransId="{BB49DFB3-F90D-4BFA-9869-31E70CBD87B0}"/>
    <dgm:cxn modelId="{2BC97690-3FE9-4F76-8775-62B04CA0082F}" srcId="{1940D4B7-484F-4D8B-A164-4A3E69BA61F5}" destId="{BA674EF2-71C0-4201-9A78-055514064463}" srcOrd="1" destOrd="0" parTransId="{88DB6AA1-35B6-4FAA-A52A-3FD2F407AB5F}" sibTransId="{EC14676C-845E-454B-817F-AA3D628B34A4}"/>
    <dgm:cxn modelId="{945EA0AE-C7DD-44E6-8E11-4DE70F459A6E}" type="presOf" srcId="{45601FA3-04BA-4B4C-83B0-B981F14C0536}" destId="{FA0CDF30-71D3-47E5-87A6-BEAA85FCC7B6}" srcOrd="1" destOrd="0" presId="urn:microsoft.com/office/officeart/2008/layout/HorizontalMultiLevelHierarchy"/>
    <dgm:cxn modelId="{88086637-25D3-4152-9C69-FE659FE91ABB}" type="presOf" srcId="{DDB9FA6D-9689-45BC-B78B-C46737DCF3A1}" destId="{CDDDB699-FC95-47AB-97F0-EA460883C972}" srcOrd="0" destOrd="0" presId="urn:microsoft.com/office/officeart/2008/layout/HorizontalMultiLevelHierarchy"/>
    <dgm:cxn modelId="{65C05FE0-5A8A-4E7C-9E55-5E7DD60C1931}" type="presOf" srcId="{0674A7B4-8DFB-4F4F-8B5C-E5A07E301D3A}" destId="{4B31E1F3-9DAC-4009-B16E-8EBE845A4D9C}" srcOrd="1" destOrd="0" presId="urn:microsoft.com/office/officeart/2008/layout/HorizontalMultiLevelHierarchy"/>
    <dgm:cxn modelId="{0F34124C-1089-452A-A7F2-E45BC62EDA6D}" type="presOf" srcId="{21025FB0-BA39-451C-AC10-E64A1250A446}" destId="{33439EA8-9516-4B89-85F6-CAD4B44AF85D}" srcOrd="0" destOrd="0" presId="urn:microsoft.com/office/officeart/2008/layout/HorizontalMultiLevelHierarchy"/>
    <dgm:cxn modelId="{E879FA4D-4DBF-4709-BF93-F141F27B0785}" type="presOf" srcId="{45601FA3-04BA-4B4C-83B0-B981F14C0536}" destId="{6B6D44C1-B731-4EF8-99EA-1521C9A0E1BD}" srcOrd="0" destOrd="0" presId="urn:microsoft.com/office/officeart/2008/layout/HorizontalMultiLevelHierarchy"/>
    <dgm:cxn modelId="{AC4D5111-7558-4E52-86A8-4B270A2C1C69}" type="presOf" srcId="{4A57B2A7-3217-4D1A-B799-DCDE2F293017}" destId="{DC8763A8-0E91-46E8-A5CB-B0D0B094F88E}" srcOrd="1" destOrd="0" presId="urn:microsoft.com/office/officeart/2008/layout/HorizontalMultiLevelHierarchy"/>
    <dgm:cxn modelId="{B8C914BB-B914-437E-9EF6-A027DE35F0E9}" type="presOf" srcId="{63B66B33-9E5F-44DB-8732-2A12E775D994}" destId="{5E209B57-34EF-4CBE-A14D-1CBD94133C84}" srcOrd="0" destOrd="0" presId="urn:microsoft.com/office/officeart/2008/layout/HorizontalMultiLevelHierarchy"/>
    <dgm:cxn modelId="{3C00E9BC-AEE6-43AD-878C-2704FC535772}" srcId="{289E2C8D-0666-4D67-A069-3CEFAB695188}" destId="{ECA65C0C-7D86-4505-BA83-8D10F52A98AB}" srcOrd="0" destOrd="0" parTransId="{3185B119-A506-4DC1-8F27-893C9834B4F6}" sibTransId="{8A36ED93-A4D8-4C30-861D-18D5EB9A3F28}"/>
    <dgm:cxn modelId="{A3971D82-E01E-44D3-8D08-FC1FBC236BB4}" type="presOf" srcId="{D07C9964-6F2B-4C68-BF30-5FD54F2E12F9}" destId="{592FC9CC-6F33-4685-B2CF-E28B410D7DEB}" srcOrd="0" destOrd="0" presId="urn:microsoft.com/office/officeart/2008/layout/HorizontalMultiLevelHierarchy"/>
    <dgm:cxn modelId="{E836ED54-A123-453D-9FB1-8A41EEA51274}" type="presOf" srcId="{289E2C8D-0666-4D67-A069-3CEFAB695188}" destId="{94B90396-DA32-41E4-8742-07C1C1816E84}" srcOrd="0" destOrd="0" presId="urn:microsoft.com/office/officeart/2008/layout/HorizontalMultiLevelHierarchy"/>
    <dgm:cxn modelId="{C308B4BF-9EEF-4DFF-85DF-FDA5038EAFBE}" type="presOf" srcId="{88DB6AA1-35B6-4FAA-A52A-3FD2F407AB5F}" destId="{95E12DD7-0AD0-4C9D-AAC3-C1B2A195B845}" srcOrd="0" destOrd="0" presId="urn:microsoft.com/office/officeart/2008/layout/HorizontalMultiLevelHierarchy"/>
    <dgm:cxn modelId="{616C0202-C4A3-48A2-B903-5D08D5C5C828}" type="presOf" srcId="{97D59053-5A1E-4746-A06B-B90F9C7EB4F5}" destId="{4303BAB8-71E0-4C78-B150-F7CDC0FD7015}" srcOrd="0" destOrd="0" presId="urn:microsoft.com/office/officeart/2008/layout/HorizontalMultiLevelHierarchy"/>
    <dgm:cxn modelId="{EBDFCCAB-BE52-4816-8319-5A76D3FC2C46}" type="presOf" srcId="{1C3199D2-2F22-48CD-B91D-4F9F5FE39906}" destId="{7675A052-D36A-4BDD-B00C-9CA9455D2626}" srcOrd="1" destOrd="0" presId="urn:microsoft.com/office/officeart/2008/layout/HorizontalMultiLevelHierarchy"/>
    <dgm:cxn modelId="{04515CAF-38C7-467A-8045-6528FEE52BB1}" type="presOf" srcId="{80E5B34C-1242-4CFB-A94C-9444D40A0B95}" destId="{DBBD5DA0-0F92-4989-9919-36FFCDB5A424}" srcOrd="0" destOrd="0" presId="urn:microsoft.com/office/officeart/2008/layout/HorizontalMultiLevelHierarchy"/>
    <dgm:cxn modelId="{8DBA2095-06EB-4D08-A514-15CCA709B9B9}" type="presOf" srcId="{97D59053-5A1E-4746-A06B-B90F9C7EB4F5}" destId="{95197B49-5B7D-419A-A520-A997AF8D22D9}" srcOrd="1" destOrd="0" presId="urn:microsoft.com/office/officeart/2008/layout/HorizontalMultiLevelHierarchy"/>
    <dgm:cxn modelId="{3D2EAFFC-00AC-405A-BEAB-9A2CCA0BD374}" type="presOf" srcId="{4A57B2A7-3217-4D1A-B799-DCDE2F293017}" destId="{17716538-3CF2-4C7B-9AFE-DFBDB0076C5A}" srcOrd="0" destOrd="0" presId="urn:microsoft.com/office/officeart/2008/layout/HorizontalMultiLevelHierarchy"/>
    <dgm:cxn modelId="{E04110C7-1BF8-41BC-AF38-19DEC6550179}" type="presOf" srcId="{3C69C573-0C1C-4D85-892D-2C69A1AD845E}" destId="{0C02D675-640B-408B-862E-4DE38B47B9F0}" srcOrd="0" destOrd="0" presId="urn:microsoft.com/office/officeart/2008/layout/HorizontalMultiLevelHierarchy"/>
    <dgm:cxn modelId="{D07E9787-4195-4924-B8DA-0B043F7B1B5E}" type="presOf" srcId="{0674A7B4-8DFB-4F4F-8B5C-E5A07E301D3A}" destId="{D00B3E52-DE7A-4400-ADC1-40D96DDE2C61}" srcOrd="0" destOrd="0" presId="urn:microsoft.com/office/officeart/2008/layout/HorizontalMultiLevelHierarchy"/>
    <dgm:cxn modelId="{E5B94916-0709-4828-8437-65BE36D6A33D}" type="presOf" srcId="{80E5B34C-1242-4CFB-A94C-9444D40A0B95}" destId="{BB822AC4-D5D8-415A-ABE2-13788BF39A46}" srcOrd="1" destOrd="0" presId="urn:microsoft.com/office/officeart/2008/layout/HorizontalMultiLevelHierarchy"/>
    <dgm:cxn modelId="{98609556-661F-4C7D-BB81-77B6A3FA2652}" type="presOf" srcId="{13C9635B-F72C-41C2-9795-2A5CFDEDBA71}" destId="{19F08012-C5F8-4EFA-875C-A440B4A48CC9}" srcOrd="0" destOrd="0" presId="urn:microsoft.com/office/officeart/2008/layout/HorizontalMultiLevelHierarchy"/>
    <dgm:cxn modelId="{6F74FF61-B274-4597-8336-CAFB03003D95}" type="presOf" srcId="{D1AB12BD-2E5B-420D-9EF3-F045B478AC6D}" destId="{2C3D3521-4304-4193-ADBA-A7116F32C13D}" srcOrd="0" destOrd="0" presId="urn:microsoft.com/office/officeart/2008/layout/HorizontalMultiLevelHierarchy"/>
    <dgm:cxn modelId="{409468F1-286A-45C8-A63F-CA66C8F32304}" type="presOf" srcId="{1940D4B7-484F-4D8B-A164-4A3E69BA61F5}" destId="{A230B79E-DC77-4D73-886A-D317FDC0255A}" srcOrd="0" destOrd="0" presId="urn:microsoft.com/office/officeart/2008/layout/HorizontalMultiLevelHierarchy"/>
    <dgm:cxn modelId="{DE810D40-484F-4BC1-844F-59CDA2D36066}" srcId="{ECA65C0C-7D86-4505-BA83-8D10F52A98AB}" destId="{DDB9FA6D-9689-45BC-B78B-C46737DCF3A1}" srcOrd="1" destOrd="0" parTransId="{0674A7B4-8DFB-4F4F-8B5C-E5A07E301D3A}" sibTransId="{922E374B-4564-40B0-A43C-5A86E11071A1}"/>
    <dgm:cxn modelId="{C5B3034E-42C1-4D67-92B8-25B39CD9683F}" type="presOf" srcId="{07EF8C60-83FF-4CB9-88DD-653C139F8EC9}" destId="{A760B710-F685-481F-AE3A-3E6BC04A92AC}" srcOrd="0" destOrd="0" presId="urn:microsoft.com/office/officeart/2008/layout/HorizontalMultiLevelHierarchy"/>
    <dgm:cxn modelId="{F0CA19A9-5719-4D57-9748-E521D7F3E5CC}" type="presOf" srcId="{B94FD9BD-F0FE-4E09-A518-9549FF9DC902}" destId="{4028A36F-4999-4636-8383-430A8680D540}" srcOrd="1" destOrd="0" presId="urn:microsoft.com/office/officeart/2008/layout/HorizontalMultiLevelHierarchy"/>
    <dgm:cxn modelId="{4298C192-0260-4F26-ACD6-452DA72572D2}" srcId="{F4DE8296-4C73-4F00-80BB-1D4C7814DC39}" destId="{B6D780A3-D48E-4C38-9B20-5F3F92D7CABE}" srcOrd="2" destOrd="0" parTransId="{B94FD9BD-F0FE-4E09-A518-9549FF9DC902}" sibTransId="{D4F9BC20-9489-4099-8167-E5A4893AC634}"/>
    <dgm:cxn modelId="{FB29EDEE-091D-4151-B6B2-95296BF99840}" srcId="{F4DE8296-4C73-4F00-80BB-1D4C7814DC39}" destId="{3C69C573-0C1C-4D85-892D-2C69A1AD845E}" srcOrd="0" destOrd="0" parTransId="{D1AB12BD-2E5B-420D-9EF3-F045B478AC6D}" sibTransId="{E2132604-9A82-4598-8051-0AE2FC2A0C65}"/>
    <dgm:cxn modelId="{F0F9697E-BB67-4E4C-AF80-B377CCA3D52D}" type="presParOf" srcId="{94B90396-DA32-41E4-8742-07C1C1816E84}" destId="{4B1189D7-CB38-4E15-BFAF-5D712CAD6ADE}" srcOrd="0" destOrd="0" presId="urn:microsoft.com/office/officeart/2008/layout/HorizontalMultiLevelHierarchy"/>
    <dgm:cxn modelId="{ABE5BD9E-9385-4EF3-970A-594936E715B5}" type="presParOf" srcId="{4B1189D7-CB38-4E15-BFAF-5D712CAD6ADE}" destId="{2629579E-881F-49BD-9638-90BFD9D264D1}" srcOrd="0" destOrd="0" presId="urn:microsoft.com/office/officeart/2008/layout/HorizontalMultiLevelHierarchy"/>
    <dgm:cxn modelId="{83B91D8E-9704-4B81-9650-FA8064A6E0C0}" type="presParOf" srcId="{4B1189D7-CB38-4E15-BFAF-5D712CAD6ADE}" destId="{18AC5002-3507-4385-A817-78E7A0D6FE54}" srcOrd="1" destOrd="0" presId="urn:microsoft.com/office/officeart/2008/layout/HorizontalMultiLevelHierarchy"/>
    <dgm:cxn modelId="{9458BB85-5673-4CA0-83F7-213CAE55DE0D}" type="presParOf" srcId="{18AC5002-3507-4385-A817-78E7A0D6FE54}" destId="{DBBD5DA0-0F92-4989-9919-36FFCDB5A424}" srcOrd="0" destOrd="0" presId="urn:microsoft.com/office/officeart/2008/layout/HorizontalMultiLevelHierarchy"/>
    <dgm:cxn modelId="{7ACE2A66-1CA3-4706-8A6D-36A5568B9D73}" type="presParOf" srcId="{DBBD5DA0-0F92-4989-9919-36FFCDB5A424}" destId="{BB822AC4-D5D8-415A-ABE2-13788BF39A46}" srcOrd="0" destOrd="0" presId="urn:microsoft.com/office/officeart/2008/layout/HorizontalMultiLevelHierarchy"/>
    <dgm:cxn modelId="{20EDFF8E-A240-4E55-82D5-AF43B37E6F73}" type="presParOf" srcId="{18AC5002-3507-4385-A817-78E7A0D6FE54}" destId="{2FDDB242-BE53-43B4-9B52-1D3A94EE35FE}" srcOrd="1" destOrd="0" presId="urn:microsoft.com/office/officeart/2008/layout/HorizontalMultiLevelHierarchy"/>
    <dgm:cxn modelId="{78DDEFE4-D5BD-4CB5-B3DA-C3F08F5AFF48}" type="presParOf" srcId="{2FDDB242-BE53-43B4-9B52-1D3A94EE35FE}" destId="{3B89B883-A671-4B19-8862-31A52EBD201B}" srcOrd="0" destOrd="0" presId="urn:microsoft.com/office/officeart/2008/layout/HorizontalMultiLevelHierarchy"/>
    <dgm:cxn modelId="{D5788908-BFE9-41A0-B004-3E2CE415E4DE}" type="presParOf" srcId="{2FDDB242-BE53-43B4-9B52-1D3A94EE35FE}" destId="{3C5D3A1A-08E0-4483-8A03-3400706EF976}" srcOrd="1" destOrd="0" presId="urn:microsoft.com/office/officeart/2008/layout/HorizontalMultiLevelHierarchy"/>
    <dgm:cxn modelId="{FAFB6D01-202E-4EFA-812C-CE67DBFFC2D6}" type="presParOf" srcId="{3C5D3A1A-08E0-4483-8A03-3400706EF976}" destId="{2C3D3521-4304-4193-ADBA-A7116F32C13D}" srcOrd="0" destOrd="0" presId="urn:microsoft.com/office/officeart/2008/layout/HorizontalMultiLevelHierarchy"/>
    <dgm:cxn modelId="{E613D9A3-5510-4398-9243-2A40AD990E97}" type="presParOf" srcId="{2C3D3521-4304-4193-ADBA-A7116F32C13D}" destId="{2344D14F-5D6A-40DF-8883-D9BFAED72BB9}" srcOrd="0" destOrd="0" presId="urn:microsoft.com/office/officeart/2008/layout/HorizontalMultiLevelHierarchy"/>
    <dgm:cxn modelId="{1A77D1F2-6D7F-4939-B034-5FDF6820CAD4}" type="presParOf" srcId="{3C5D3A1A-08E0-4483-8A03-3400706EF976}" destId="{682D09E7-4658-46DC-AD97-739C00A985DA}" srcOrd="1" destOrd="0" presId="urn:microsoft.com/office/officeart/2008/layout/HorizontalMultiLevelHierarchy"/>
    <dgm:cxn modelId="{59A6A629-6C94-427E-B878-18287F19E0E5}" type="presParOf" srcId="{682D09E7-4658-46DC-AD97-739C00A985DA}" destId="{0C02D675-640B-408B-862E-4DE38B47B9F0}" srcOrd="0" destOrd="0" presId="urn:microsoft.com/office/officeart/2008/layout/HorizontalMultiLevelHierarchy"/>
    <dgm:cxn modelId="{E04A042C-86D1-4FC6-9B49-8C233714B3CF}" type="presParOf" srcId="{682D09E7-4658-46DC-AD97-739C00A985DA}" destId="{578BA27E-8E57-44B9-9CF1-FFCE517D321F}" srcOrd="1" destOrd="0" presId="urn:microsoft.com/office/officeart/2008/layout/HorizontalMultiLevelHierarchy"/>
    <dgm:cxn modelId="{D5C4383A-21C5-400D-BBD6-2FDF3F9928DF}" type="presParOf" srcId="{3C5D3A1A-08E0-4483-8A03-3400706EF976}" destId="{6B6D44C1-B731-4EF8-99EA-1521C9A0E1BD}" srcOrd="2" destOrd="0" presId="urn:microsoft.com/office/officeart/2008/layout/HorizontalMultiLevelHierarchy"/>
    <dgm:cxn modelId="{C31A285A-D8ED-49A4-B535-A3EE4E3D27E5}" type="presParOf" srcId="{6B6D44C1-B731-4EF8-99EA-1521C9A0E1BD}" destId="{FA0CDF30-71D3-47E5-87A6-BEAA85FCC7B6}" srcOrd="0" destOrd="0" presId="urn:microsoft.com/office/officeart/2008/layout/HorizontalMultiLevelHierarchy"/>
    <dgm:cxn modelId="{714EF790-6DA2-4457-89BD-6EB29398452C}" type="presParOf" srcId="{3C5D3A1A-08E0-4483-8A03-3400706EF976}" destId="{64B2CEAB-B0A1-4F8C-8070-BDBC49299DAA}" srcOrd="3" destOrd="0" presId="urn:microsoft.com/office/officeart/2008/layout/HorizontalMultiLevelHierarchy"/>
    <dgm:cxn modelId="{C04EFCB9-4FDE-442B-8E1A-FEA8BD2D0689}" type="presParOf" srcId="{64B2CEAB-B0A1-4F8C-8070-BDBC49299DAA}" destId="{33439EA8-9516-4B89-85F6-CAD4B44AF85D}" srcOrd="0" destOrd="0" presId="urn:microsoft.com/office/officeart/2008/layout/HorizontalMultiLevelHierarchy"/>
    <dgm:cxn modelId="{D3143967-CA19-43C0-A90A-7025BEA829EE}" type="presParOf" srcId="{64B2CEAB-B0A1-4F8C-8070-BDBC49299DAA}" destId="{5F83BF01-78C2-4CFA-B429-2BC67336EA8E}" srcOrd="1" destOrd="0" presId="urn:microsoft.com/office/officeart/2008/layout/HorizontalMultiLevelHierarchy"/>
    <dgm:cxn modelId="{7765DA1F-AD54-4663-9A63-6798D6604119}" type="presParOf" srcId="{3C5D3A1A-08E0-4483-8A03-3400706EF976}" destId="{BBB47BBF-9F83-4F22-B91D-D64B22BD0D32}" srcOrd="4" destOrd="0" presId="urn:microsoft.com/office/officeart/2008/layout/HorizontalMultiLevelHierarchy"/>
    <dgm:cxn modelId="{B041D9E6-1BD5-41DC-A572-838667DD179B}" type="presParOf" srcId="{BBB47BBF-9F83-4F22-B91D-D64B22BD0D32}" destId="{4028A36F-4999-4636-8383-430A8680D540}" srcOrd="0" destOrd="0" presId="urn:microsoft.com/office/officeart/2008/layout/HorizontalMultiLevelHierarchy"/>
    <dgm:cxn modelId="{40A2C012-69C9-451A-AE19-1F081FD71B6E}" type="presParOf" srcId="{3C5D3A1A-08E0-4483-8A03-3400706EF976}" destId="{FD8D4A41-0D45-456A-8661-5337C90D82F7}" srcOrd="5" destOrd="0" presId="urn:microsoft.com/office/officeart/2008/layout/HorizontalMultiLevelHierarchy"/>
    <dgm:cxn modelId="{F701627B-0698-4233-B994-7DAEA4253BF7}" type="presParOf" srcId="{FD8D4A41-0D45-456A-8661-5337C90D82F7}" destId="{061BC3D9-6B8D-4F4F-8945-E4C4542A4D0B}" srcOrd="0" destOrd="0" presId="urn:microsoft.com/office/officeart/2008/layout/HorizontalMultiLevelHierarchy"/>
    <dgm:cxn modelId="{8F8F69B6-BF5F-447D-A3F0-4997C63F7B12}" type="presParOf" srcId="{FD8D4A41-0D45-456A-8661-5337C90D82F7}" destId="{EFAE20DC-E352-406E-A65C-0A40E46736FF}" srcOrd="1" destOrd="0" presId="urn:microsoft.com/office/officeart/2008/layout/HorizontalMultiLevelHierarchy"/>
    <dgm:cxn modelId="{A8825206-4DBF-4EA5-95CA-F35445046795}" type="presParOf" srcId="{3C5D3A1A-08E0-4483-8A03-3400706EF976}" destId="{DE0CC5D2-1DD1-4530-B1E6-273A3CE48CB8}" srcOrd="6" destOrd="0" presId="urn:microsoft.com/office/officeart/2008/layout/HorizontalMultiLevelHierarchy"/>
    <dgm:cxn modelId="{683A162D-20EC-4ED6-8887-B0FF695892E9}" type="presParOf" srcId="{DE0CC5D2-1DD1-4530-B1E6-273A3CE48CB8}" destId="{7675A052-D36A-4BDD-B00C-9CA9455D2626}" srcOrd="0" destOrd="0" presId="urn:microsoft.com/office/officeart/2008/layout/HorizontalMultiLevelHierarchy"/>
    <dgm:cxn modelId="{045C6C73-E8F9-42C2-9EC0-C15EAD4F3BA5}" type="presParOf" srcId="{3C5D3A1A-08E0-4483-8A03-3400706EF976}" destId="{030031AE-6AAD-4C81-822C-E9AFCB0EB462}" srcOrd="7" destOrd="0" presId="urn:microsoft.com/office/officeart/2008/layout/HorizontalMultiLevelHierarchy"/>
    <dgm:cxn modelId="{85646DCB-59A1-4316-B50F-B54A5E3F670B}" type="presParOf" srcId="{030031AE-6AAD-4C81-822C-E9AFCB0EB462}" destId="{19F08012-C5F8-4EFA-875C-A440B4A48CC9}" srcOrd="0" destOrd="0" presId="urn:microsoft.com/office/officeart/2008/layout/HorizontalMultiLevelHierarchy"/>
    <dgm:cxn modelId="{FBE8209D-4E96-4FDA-AE02-12C0346CFF6F}" type="presParOf" srcId="{030031AE-6AAD-4C81-822C-E9AFCB0EB462}" destId="{56B768B8-79A6-4423-84A0-EF53F343A2E7}" srcOrd="1" destOrd="0" presId="urn:microsoft.com/office/officeart/2008/layout/HorizontalMultiLevelHierarchy"/>
    <dgm:cxn modelId="{E6EF0E92-8346-4D9E-A00D-6CE3E3BD85A1}" type="presParOf" srcId="{18AC5002-3507-4385-A817-78E7A0D6FE54}" destId="{D00B3E52-DE7A-4400-ADC1-40D96DDE2C61}" srcOrd="2" destOrd="0" presId="urn:microsoft.com/office/officeart/2008/layout/HorizontalMultiLevelHierarchy"/>
    <dgm:cxn modelId="{EAF80CA7-7F5E-4239-9BE1-1E44E3FC28CF}" type="presParOf" srcId="{D00B3E52-DE7A-4400-ADC1-40D96DDE2C61}" destId="{4B31E1F3-9DAC-4009-B16E-8EBE845A4D9C}" srcOrd="0" destOrd="0" presId="urn:microsoft.com/office/officeart/2008/layout/HorizontalMultiLevelHierarchy"/>
    <dgm:cxn modelId="{C08555B6-5E97-442D-B57D-1E2529BBFC82}" type="presParOf" srcId="{18AC5002-3507-4385-A817-78E7A0D6FE54}" destId="{D8BDC0FF-7D9A-4A72-B15B-5EE323EA1192}" srcOrd="3" destOrd="0" presId="urn:microsoft.com/office/officeart/2008/layout/HorizontalMultiLevelHierarchy"/>
    <dgm:cxn modelId="{06DA86D0-A79E-4F6D-9E4B-C1004F9EC594}" type="presParOf" srcId="{D8BDC0FF-7D9A-4A72-B15B-5EE323EA1192}" destId="{CDDDB699-FC95-47AB-97F0-EA460883C972}" srcOrd="0" destOrd="0" presId="urn:microsoft.com/office/officeart/2008/layout/HorizontalMultiLevelHierarchy"/>
    <dgm:cxn modelId="{5D7806DF-32F7-46F9-98C1-0B0313DAD128}" type="presParOf" srcId="{D8BDC0FF-7D9A-4A72-B15B-5EE323EA1192}" destId="{85110530-0BDB-4ADF-94AF-F73E62E38E86}" srcOrd="1" destOrd="0" presId="urn:microsoft.com/office/officeart/2008/layout/HorizontalMultiLevelHierarchy"/>
    <dgm:cxn modelId="{61941F95-8B75-413A-89D6-42415AAD405E}" type="presParOf" srcId="{85110530-0BDB-4ADF-94AF-F73E62E38E86}" destId="{17716538-3CF2-4C7B-9AFE-DFBDB0076C5A}" srcOrd="0" destOrd="0" presId="urn:microsoft.com/office/officeart/2008/layout/HorizontalMultiLevelHierarchy"/>
    <dgm:cxn modelId="{2408832E-36C0-4A78-BB96-46F71EB213BA}" type="presParOf" srcId="{17716538-3CF2-4C7B-9AFE-DFBDB0076C5A}" destId="{DC8763A8-0E91-46E8-A5CB-B0D0B094F88E}" srcOrd="0" destOrd="0" presId="urn:microsoft.com/office/officeart/2008/layout/HorizontalMultiLevelHierarchy"/>
    <dgm:cxn modelId="{BBB279BE-236C-4767-A652-1F03B329836E}" type="presParOf" srcId="{85110530-0BDB-4ADF-94AF-F73E62E38E86}" destId="{E43EDD18-A98D-432D-9137-BBA11207388C}" srcOrd="1" destOrd="0" presId="urn:microsoft.com/office/officeart/2008/layout/HorizontalMultiLevelHierarchy"/>
    <dgm:cxn modelId="{91FC081E-B5BB-42A2-88C4-4E7B956D2F71}" type="presParOf" srcId="{E43EDD18-A98D-432D-9137-BBA11207388C}" destId="{592FC9CC-6F33-4685-B2CF-E28B410D7DEB}" srcOrd="0" destOrd="0" presId="urn:microsoft.com/office/officeart/2008/layout/HorizontalMultiLevelHierarchy"/>
    <dgm:cxn modelId="{C365363C-4CDB-475C-8E7F-BA8D4A29E125}" type="presParOf" srcId="{E43EDD18-A98D-432D-9137-BBA11207388C}" destId="{5F2EE62E-2235-4C1A-8927-0587B4789695}" srcOrd="1" destOrd="0" presId="urn:microsoft.com/office/officeart/2008/layout/HorizontalMultiLevelHierarchy"/>
    <dgm:cxn modelId="{2AE3AA07-FCE3-4D6C-9B75-15039FEEF252}" type="presParOf" srcId="{18AC5002-3507-4385-A817-78E7A0D6FE54}" destId="{4303BAB8-71E0-4C78-B150-F7CDC0FD7015}" srcOrd="4" destOrd="0" presId="urn:microsoft.com/office/officeart/2008/layout/HorizontalMultiLevelHierarchy"/>
    <dgm:cxn modelId="{C5774543-4FD5-4DEF-AE87-C7CA9A32396C}" type="presParOf" srcId="{4303BAB8-71E0-4C78-B150-F7CDC0FD7015}" destId="{95197B49-5B7D-419A-A520-A997AF8D22D9}" srcOrd="0" destOrd="0" presId="urn:microsoft.com/office/officeart/2008/layout/HorizontalMultiLevelHierarchy"/>
    <dgm:cxn modelId="{5C7BA260-8307-4C4D-8397-7BF18960DEEA}" type="presParOf" srcId="{18AC5002-3507-4385-A817-78E7A0D6FE54}" destId="{633F92C4-132B-4150-84F2-9F6D8A1678A7}" srcOrd="5" destOrd="0" presId="urn:microsoft.com/office/officeart/2008/layout/HorizontalMultiLevelHierarchy"/>
    <dgm:cxn modelId="{7E1294F5-A906-4A61-B26C-2F39C2BB3D4E}" type="presParOf" srcId="{633F92C4-132B-4150-84F2-9F6D8A1678A7}" destId="{A230B79E-DC77-4D73-886A-D317FDC0255A}" srcOrd="0" destOrd="0" presId="urn:microsoft.com/office/officeart/2008/layout/HorizontalMultiLevelHierarchy"/>
    <dgm:cxn modelId="{11E78E65-64C2-4C37-9C55-E408DE54080E}" type="presParOf" srcId="{633F92C4-132B-4150-84F2-9F6D8A1678A7}" destId="{7FC2F32B-3072-4D79-8B81-871D7E3FC9FE}" srcOrd="1" destOrd="0" presId="urn:microsoft.com/office/officeart/2008/layout/HorizontalMultiLevelHierarchy"/>
    <dgm:cxn modelId="{1DB6783F-F2D0-41D1-B37D-1F914D6C688F}" type="presParOf" srcId="{7FC2F32B-3072-4D79-8B81-871D7E3FC9FE}" destId="{5E209B57-34EF-4CBE-A14D-1CBD94133C84}" srcOrd="0" destOrd="0" presId="urn:microsoft.com/office/officeart/2008/layout/HorizontalMultiLevelHierarchy"/>
    <dgm:cxn modelId="{301BF951-88B6-4C74-9916-9395684B8650}" type="presParOf" srcId="{5E209B57-34EF-4CBE-A14D-1CBD94133C84}" destId="{0CB23BB0-B505-400D-B492-43537C5ACAF8}" srcOrd="0" destOrd="0" presId="urn:microsoft.com/office/officeart/2008/layout/HorizontalMultiLevelHierarchy"/>
    <dgm:cxn modelId="{4F9E26F2-C229-4A59-8B88-46B854C90EB9}" type="presParOf" srcId="{7FC2F32B-3072-4D79-8B81-871D7E3FC9FE}" destId="{81EEB578-2092-4B24-A855-545001FB697D}" srcOrd="1" destOrd="0" presId="urn:microsoft.com/office/officeart/2008/layout/HorizontalMultiLevelHierarchy"/>
    <dgm:cxn modelId="{88592A6B-7DF5-4B12-8E53-8F02BACE8E1F}" type="presParOf" srcId="{81EEB578-2092-4B24-A855-545001FB697D}" destId="{2CBB96FF-C2D9-442B-8850-F0F78DCE14F5}" srcOrd="0" destOrd="0" presId="urn:microsoft.com/office/officeart/2008/layout/HorizontalMultiLevelHierarchy"/>
    <dgm:cxn modelId="{1E6F225B-8D76-4AC2-B573-F785656742FB}" type="presParOf" srcId="{81EEB578-2092-4B24-A855-545001FB697D}" destId="{835E8741-3F9F-4E9C-B923-CF8434ACB9E2}" srcOrd="1" destOrd="0" presId="urn:microsoft.com/office/officeart/2008/layout/HorizontalMultiLevelHierarchy"/>
    <dgm:cxn modelId="{6D38D822-1FC4-48EE-B2B6-C69A79755DA1}" type="presParOf" srcId="{7FC2F32B-3072-4D79-8B81-871D7E3FC9FE}" destId="{95E12DD7-0AD0-4C9D-AAC3-C1B2A195B845}" srcOrd="2" destOrd="0" presId="urn:microsoft.com/office/officeart/2008/layout/HorizontalMultiLevelHierarchy"/>
    <dgm:cxn modelId="{10309DD9-08CB-447E-9F5C-0D00A040757E}" type="presParOf" srcId="{95E12DD7-0AD0-4C9D-AAC3-C1B2A195B845}" destId="{298C6CA5-57FC-4C23-8ED1-16AB2CD7F893}" srcOrd="0" destOrd="0" presId="urn:microsoft.com/office/officeart/2008/layout/HorizontalMultiLevelHierarchy"/>
    <dgm:cxn modelId="{F88B8F25-72C9-4311-A9A2-932C9A33642E}" type="presParOf" srcId="{7FC2F32B-3072-4D79-8B81-871D7E3FC9FE}" destId="{FFCECE16-102A-4900-88F2-E58F3E2B1E09}" srcOrd="3" destOrd="0" presId="urn:microsoft.com/office/officeart/2008/layout/HorizontalMultiLevelHierarchy"/>
    <dgm:cxn modelId="{4BF90306-2859-4BBE-BF34-9280CD826261}" type="presParOf" srcId="{FFCECE16-102A-4900-88F2-E58F3E2B1E09}" destId="{CD5115C8-67F0-4C97-B1B8-6D18854C8026}" srcOrd="0" destOrd="0" presId="urn:microsoft.com/office/officeart/2008/layout/HorizontalMultiLevelHierarchy"/>
    <dgm:cxn modelId="{A1BADAFD-FBD8-4D0A-A5E5-3B828F948613}" type="presParOf" srcId="{FFCECE16-102A-4900-88F2-E58F3E2B1E09}" destId="{E29E3224-F0E7-4FF4-B67E-FA9ADC22D6C4}" srcOrd="1" destOrd="0" presId="urn:microsoft.com/office/officeart/2008/layout/HorizontalMultiLevelHierarchy"/>
    <dgm:cxn modelId="{4F382F05-DAEA-4D7F-9847-70A74601A1C1}" type="presParOf" srcId="{7FC2F32B-3072-4D79-8B81-871D7E3FC9FE}" destId="{63AFE067-BDA5-4B6A-9E30-9E1A051C1254}" srcOrd="4" destOrd="0" presId="urn:microsoft.com/office/officeart/2008/layout/HorizontalMultiLevelHierarchy"/>
    <dgm:cxn modelId="{96405191-8068-4F5C-934D-3DBC951963FA}" type="presParOf" srcId="{63AFE067-BDA5-4B6A-9E30-9E1A051C1254}" destId="{C155B47D-A7F5-494D-941F-E9B5DEA41773}" srcOrd="0" destOrd="0" presId="urn:microsoft.com/office/officeart/2008/layout/HorizontalMultiLevelHierarchy"/>
    <dgm:cxn modelId="{E50E4F91-6FDF-4EAF-9437-4A3C51BEDDBE}" type="presParOf" srcId="{7FC2F32B-3072-4D79-8B81-871D7E3FC9FE}" destId="{BE9B9AE7-4FC5-483D-8BF1-0E6B8BFC0D23}" srcOrd="5" destOrd="0" presId="urn:microsoft.com/office/officeart/2008/layout/HorizontalMultiLevelHierarchy"/>
    <dgm:cxn modelId="{9D141E75-0C5A-4143-8D67-3E513C93B9F6}" type="presParOf" srcId="{BE9B9AE7-4FC5-483D-8BF1-0E6B8BFC0D23}" destId="{A760B710-F685-481F-AE3A-3E6BC04A92AC}" srcOrd="0" destOrd="0" presId="urn:microsoft.com/office/officeart/2008/layout/HorizontalMultiLevelHierarchy"/>
    <dgm:cxn modelId="{FFBFC549-038F-4E7E-8744-96EA2D44D5D9}" type="presParOf" srcId="{BE9B9AE7-4FC5-483D-8BF1-0E6B8BFC0D23}" destId="{8781D7D0-2641-421E-A8C5-2962538B7196}"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2D75E17-711B-454E-B0C1-7BBC8927B618}"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zh-CN" altLang="en-US"/>
        </a:p>
      </dgm:t>
    </dgm:pt>
    <dgm:pt modelId="{0C96B89A-D41D-4725-B7C4-230C795B2BC9}">
      <dgm:prSet custT="1"/>
      <dgm:spPr/>
      <dgm:t>
        <a:bodyPr vert="horz" anchor="t"/>
        <a:lstStyle/>
        <a:p>
          <a:pPr algn="l" rtl="0">
            <a:lnSpc>
              <a:spcPct val="100000"/>
            </a:lnSpc>
            <a:spcBef>
              <a:spcPts val="600"/>
            </a:spcBef>
            <a:spcAft>
              <a:spcPts val="600"/>
            </a:spcAft>
          </a:pPr>
          <a:r>
            <a:rPr lang="zh-CN" altLang="en-US" sz="1600" baseline="0" dirty="0" smtClean="0">
              <a:latin typeface="黑体" panose="02010609060101010101" pitchFamily="49" charset="-122"/>
              <a:ea typeface="黑体" panose="02010609060101010101" pitchFamily="49" charset="-122"/>
            </a:rPr>
            <a:t>对于零售商用衡器，如果预置皮重值作为主要指示显示和打印，必须明显区别于重量指示。</a:t>
          </a:r>
          <a:endParaRPr lang="zh-CN" altLang="en-US" sz="1600" dirty="0">
            <a:latin typeface="黑体" panose="02010609060101010101" pitchFamily="49" charset="-122"/>
            <a:ea typeface="黑体" panose="02010609060101010101" pitchFamily="49" charset="-122"/>
          </a:endParaRPr>
        </a:p>
      </dgm:t>
    </dgm:pt>
    <dgm:pt modelId="{4AB09531-FB3B-42FA-A764-8F48B5E4A1DD}" type="parTrans" cxnId="{149C757C-8D65-40AE-B419-D041D11AF6F9}">
      <dgm:prSet/>
      <dgm:spPr/>
      <dgm:t>
        <a:bodyPr/>
        <a:lstStyle/>
        <a:p>
          <a:pPr>
            <a:lnSpc>
              <a:spcPct val="100000"/>
            </a:lnSpc>
            <a:spcBef>
              <a:spcPts val="600"/>
            </a:spcBef>
            <a:spcAft>
              <a:spcPts val="600"/>
            </a:spcAft>
          </a:pPr>
          <a:endParaRPr lang="zh-CN" altLang="en-US"/>
        </a:p>
      </dgm:t>
    </dgm:pt>
    <dgm:pt modelId="{BE53786C-B37B-4A65-B268-7BF547447D9B}" type="sibTrans" cxnId="{149C757C-8D65-40AE-B419-D041D11AF6F9}">
      <dgm:prSet/>
      <dgm:spPr/>
      <dgm:t>
        <a:bodyPr/>
        <a:lstStyle/>
        <a:p>
          <a:pPr>
            <a:lnSpc>
              <a:spcPct val="100000"/>
            </a:lnSpc>
            <a:spcBef>
              <a:spcPts val="600"/>
            </a:spcBef>
            <a:spcAft>
              <a:spcPts val="600"/>
            </a:spcAft>
          </a:pPr>
          <a:endParaRPr lang="zh-CN" altLang="en-US"/>
        </a:p>
      </dgm:t>
    </dgm:pt>
    <dgm:pt modelId="{04C393A5-48B4-483A-ACAD-BFB01F108AFD}">
      <dgm:prSet custT="1"/>
      <dgm:spPr/>
      <dgm:t>
        <a:bodyPr vert="horz" anchor="t"/>
        <a:lstStyle/>
        <a:p>
          <a:pPr algn="l" rtl="0">
            <a:lnSpc>
              <a:spcPct val="100000"/>
            </a:lnSpc>
            <a:spcBef>
              <a:spcPts val="600"/>
            </a:spcBef>
            <a:spcAft>
              <a:spcPts val="600"/>
            </a:spcAft>
          </a:pPr>
          <a:r>
            <a:rPr lang="zh-CN" altLang="en-US" sz="1600" baseline="0" dirty="0" smtClean="0">
              <a:latin typeface="黑体" panose="02010609060101010101" pitchFamily="49" charset="-122"/>
              <a:ea typeface="黑体" panose="02010609060101010101" pitchFamily="49" charset="-122"/>
            </a:rPr>
            <a:t>零售商用衡器预置皮重装置的运行不允许减小皮重值。</a:t>
          </a:r>
          <a:endParaRPr lang="en-US" altLang="zh-CN" sz="1600" baseline="0" dirty="0" smtClean="0">
            <a:latin typeface="黑体" panose="02010609060101010101" pitchFamily="49" charset="-122"/>
            <a:ea typeface="黑体" panose="02010609060101010101" pitchFamily="49" charset="-122"/>
          </a:endParaRPr>
        </a:p>
        <a:p>
          <a:pPr algn="l" rtl="0">
            <a:lnSpc>
              <a:spcPct val="100000"/>
            </a:lnSpc>
            <a:spcBef>
              <a:spcPts val="600"/>
            </a:spcBef>
            <a:spcAft>
              <a:spcPts val="600"/>
            </a:spcAft>
          </a:pPr>
          <a:endParaRPr lang="zh-CN" altLang="en-US" sz="1600" dirty="0">
            <a:latin typeface="黑体" panose="02010609060101010101" pitchFamily="49" charset="-122"/>
            <a:ea typeface="黑体" panose="02010609060101010101" pitchFamily="49" charset="-122"/>
          </a:endParaRPr>
        </a:p>
      </dgm:t>
    </dgm:pt>
    <dgm:pt modelId="{66A28276-73C7-4210-BDF8-0BE43F40B0D0}" type="parTrans" cxnId="{B27B6886-E98D-4B0D-9EA5-86EBB2A46E6E}">
      <dgm:prSet/>
      <dgm:spPr/>
      <dgm:t>
        <a:bodyPr/>
        <a:lstStyle/>
        <a:p>
          <a:pPr>
            <a:lnSpc>
              <a:spcPct val="100000"/>
            </a:lnSpc>
            <a:spcBef>
              <a:spcPts val="600"/>
            </a:spcBef>
            <a:spcAft>
              <a:spcPts val="600"/>
            </a:spcAft>
          </a:pPr>
          <a:endParaRPr lang="zh-CN" altLang="en-US"/>
        </a:p>
      </dgm:t>
    </dgm:pt>
    <dgm:pt modelId="{75BBEB63-7733-491A-9CD7-E4AFFB4356A9}" type="sibTrans" cxnId="{B27B6886-E98D-4B0D-9EA5-86EBB2A46E6E}">
      <dgm:prSet/>
      <dgm:spPr/>
      <dgm:t>
        <a:bodyPr/>
        <a:lstStyle/>
        <a:p>
          <a:pPr>
            <a:lnSpc>
              <a:spcPct val="100000"/>
            </a:lnSpc>
            <a:spcBef>
              <a:spcPts val="600"/>
            </a:spcBef>
            <a:spcAft>
              <a:spcPts val="600"/>
            </a:spcAft>
          </a:pPr>
          <a:endParaRPr lang="zh-CN" altLang="en-US"/>
        </a:p>
      </dgm:t>
    </dgm:pt>
    <dgm:pt modelId="{EC041874-BD9C-48DC-9E68-7038AE1EAB1C}">
      <dgm:prSet custT="1"/>
      <dgm:spPr/>
      <dgm:t>
        <a:bodyPr vert="horz" anchor="t"/>
        <a:lstStyle/>
        <a:p>
          <a:pPr algn="l" rtl="0">
            <a:lnSpc>
              <a:spcPct val="100000"/>
            </a:lnSpc>
            <a:spcBef>
              <a:spcPts val="600"/>
            </a:spcBef>
            <a:spcAft>
              <a:spcPts val="600"/>
            </a:spcAft>
          </a:pPr>
          <a:r>
            <a:rPr lang="zh-CN" altLang="en-US" sz="1600" baseline="0" dirty="0" smtClean="0">
              <a:latin typeface="黑体" panose="02010609060101010101" pitchFamily="49" charset="-122"/>
              <a:ea typeface="黑体" panose="02010609060101010101" pitchFamily="49" charset="-122"/>
            </a:rPr>
            <a:t>如果零售商用衡器半自动除皮装置已经运行，不允许运行预置皮重。</a:t>
          </a:r>
          <a:endParaRPr lang="zh-CN" altLang="en-US" sz="1600" dirty="0">
            <a:latin typeface="黑体" panose="02010609060101010101" pitchFamily="49" charset="-122"/>
            <a:ea typeface="黑体" panose="02010609060101010101" pitchFamily="49" charset="-122"/>
          </a:endParaRPr>
        </a:p>
      </dgm:t>
    </dgm:pt>
    <dgm:pt modelId="{F360EFC8-AD39-4D43-A8B7-6E05A2E2746E}" type="parTrans" cxnId="{13C2F161-E53E-4C94-A315-95C1D5F4ADCD}">
      <dgm:prSet/>
      <dgm:spPr/>
      <dgm:t>
        <a:bodyPr/>
        <a:lstStyle/>
        <a:p>
          <a:pPr>
            <a:lnSpc>
              <a:spcPct val="100000"/>
            </a:lnSpc>
            <a:spcBef>
              <a:spcPts val="600"/>
            </a:spcBef>
            <a:spcAft>
              <a:spcPts val="600"/>
            </a:spcAft>
          </a:pPr>
          <a:endParaRPr lang="zh-CN" altLang="en-US"/>
        </a:p>
      </dgm:t>
    </dgm:pt>
    <dgm:pt modelId="{5FE86B39-5281-4DF8-85E8-44654A448CBC}" type="sibTrans" cxnId="{13C2F161-E53E-4C94-A315-95C1D5F4ADCD}">
      <dgm:prSet/>
      <dgm:spPr/>
      <dgm:t>
        <a:bodyPr/>
        <a:lstStyle/>
        <a:p>
          <a:pPr>
            <a:lnSpc>
              <a:spcPct val="100000"/>
            </a:lnSpc>
            <a:spcBef>
              <a:spcPts val="600"/>
            </a:spcBef>
            <a:spcAft>
              <a:spcPts val="600"/>
            </a:spcAft>
          </a:pPr>
          <a:endParaRPr lang="zh-CN" altLang="en-US"/>
        </a:p>
      </dgm:t>
    </dgm:pt>
    <dgm:pt modelId="{0ABAE158-00D4-4516-B2E5-55CE4CF48B94}">
      <dgm:prSet custT="1"/>
      <dgm:spPr/>
      <dgm:t>
        <a:bodyPr vert="horz" anchor="t"/>
        <a:lstStyle/>
        <a:p>
          <a:pPr algn="l" rtl="0">
            <a:lnSpc>
              <a:spcPct val="100000"/>
            </a:lnSpc>
            <a:spcBef>
              <a:spcPts val="600"/>
            </a:spcBef>
            <a:spcAft>
              <a:spcPts val="600"/>
            </a:spcAft>
          </a:pPr>
          <a:r>
            <a:rPr lang="zh-CN" sz="1600" baseline="0" dirty="0" smtClean="0">
              <a:latin typeface="黑体" panose="02010609060101010101" pitchFamily="49" charset="-122"/>
              <a:ea typeface="黑体" panose="02010609060101010101" pitchFamily="49" charset="-122"/>
            </a:rPr>
            <a:t>在零售商用衡器中，与其它物品信息一起调用的预置皮重值在取消</a:t>
          </a:r>
          <a:r>
            <a:rPr lang="en-US" sz="1600" baseline="0" dirty="0" smtClean="0">
              <a:latin typeface="黑体" panose="02010609060101010101" pitchFamily="49" charset="-122"/>
              <a:ea typeface="黑体" panose="02010609060101010101" pitchFamily="49" charset="-122"/>
            </a:rPr>
            <a:t>PLU</a:t>
          </a:r>
          <a:r>
            <a:rPr lang="zh-CN" sz="1600" baseline="0" dirty="0" smtClean="0">
              <a:latin typeface="黑体" panose="02010609060101010101" pitchFamily="49" charset="-122"/>
              <a:ea typeface="黑体" panose="02010609060101010101" pitchFamily="49" charset="-122"/>
            </a:rPr>
            <a:t>信息时必须同时取消关联的预置皮重值。</a:t>
          </a:r>
          <a:endParaRPr lang="zh-CN" sz="1600" dirty="0">
            <a:latin typeface="黑体" panose="02010609060101010101" pitchFamily="49" charset="-122"/>
            <a:ea typeface="黑体" panose="02010609060101010101" pitchFamily="49" charset="-122"/>
          </a:endParaRPr>
        </a:p>
      </dgm:t>
    </dgm:pt>
    <dgm:pt modelId="{9DE30DCE-DB95-417F-8812-893206AC7627}" type="parTrans" cxnId="{E7C04DC0-7AFA-4D63-8E52-7CB1A0409270}">
      <dgm:prSet/>
      <dgm:spPr/>
      <dgm:t>
        <a:bodyPr/>
        <a:lstStyle/>
        <a:p>
          <a:pPr>
            <a:lnSpc>
              <a:spcPct val="100000"/>
            </a:lnSpc>
            <a:spcBef>
              <a:spcPts val="600"/>
            </a:spcBef>
            <a:spcAft>
              <a:spcPts val="600"/>
            </a:spcAft>
          </a:pPr>
          <a:endParaRPr lang="zh-CN" altLang="en-US"/>
        </a:p>
      </dgm:t>
    </dgm:pt>
    <dgm:pt modelId="{67D41163-A0F6-49FF-AADB-63942FCF8D55}" type="sibTrans" cxnId="{E7C04DC0-7AFA-4D63-8E52-7CB1A0409270}">
      <dgm:prSet/>
      <dgm:spPr/>
      <dgm:t>
        <a:bodyPr/>
        <a:lstStyle/>
        <a:p>
          <a:pPr>
            <a:lnSpc>
              <a:spcPct val="100000"/>
            </a:lnSpc>
            <a:spcBef>
              <a:spcPts val="600"/>
            </a:spcBef>
            <a:spcAft>
              <a:spcPts val="600"/>
            </a:spcAft>
          </a:pPr>
          <a:endParaRPr lang="zh-CN" altLang="en-US"/>
        </a:p>
      </dgm:t>
    </dgm:pt>
    <dgm:pt modelId="{41327768-ECF5-4ACA-83C1-F1AE4BBD419E}">
      <dgm:prSet custT="1"/>
      <dgm:spPr/>
      <dgm:t>
        <a:bodyPr anchor="t"/>
        <a:lstStyle/>
        <a:p>
          <a:pPr algn="l">
            <a:lnSpc>
              <a:spcPct val="100000"/>
            </a:lnSpc>
            <a:spcBef>
              <a:spcPts val="600"/>
            </a:spcBef>
            <a:spcAft>
              <a:spcPts val="600"/>
            </a:spcAft>
          </a:pPr>
          <a:r>
            <a:rPr lang="zh-CN" altLang="en-US" sz="1600" dirty="0" smtClean="0">
              <a:latin typeface="黑体" panose="02010609060101010101" pitchFamily="49" charset="-122"/>
              <a:ea typeface="黑体" panose="02010609060101010101" pitchFamily="49" charset="-122"/>
            </a:rPr>
            <a:t>零售商用衡器的主要指示应让售货人员和客户同时看到，如果有困难可以使用两个显示器实现。</a:t>
          </a:r>
          <a:endParaRPr lang="zh-CN" altLang="en-US" sz="1600" dirty="0">
            <a:latin typeface="黑体" panose="02010609060101010101" pitchFamily="49" charset="-122"/>
            <a:ea typeface="黑体" panose="02010609060101010101" pitchFamily="49" charset="-122"/>
          </a:endParaRPr>
        </a:p>
      </dgm:t>
    </dgm:pt>
    <dgm:pt modelId="{014A7AAF-1D0C-4F35-92C7-BE5F38A95246}" type="parTrans" cxnId="{866B41D5-23BE-46AA-98FA-EED9803A3A87}">
      <dgm:prSet/>
      <dgm:spPr/>
      <dgm:t>
        <a:bodyPr/>
        <a:lstStyle/>
        <a:p>
          <a:pPr>
            <a:lnSpc>
              <a:spcPct val="100000"/>
            </a:lnSpc>
            <a:spcBef>
              <a:spcPts val="600"/>
            </a:spcBef>
            <a:spcAft>
              <a:spcPts val="600"/>
            </a:spcAft>
          </a:pPr>
          <a:endParaRPr lang="zh-CN" altLang="en-US"/>
        </a:p>
      </dgm:t>
    </dgm:pt>
    <dgm:pt modelId="{AC8E94FE-F628-4249-B4E9-34B39B5DD080}" type="sibTrans" cxnId="{866B41D5-23BE-46AA-98FA-EED9803A3A87}">
      <dgm:prSet/>
      <dgm:spPr/>
      <dgm:t>
        <a:bodyPr/>
        <a:lstStyle/>
        <a:p>
          <a:pPr>
            <a:lnSpc>
              <a:spcPct val="100000"/>
            </a:lnSpc>
            <a:spcBef>
              <a:spcPts val="600"/>
            </a:spcBef>
            <a:spcAft>
              <a:spcPts val="600"/>
            </a:spcAft>
          </a:pPr>
          <a:endParaRPr lang="zh-CN" altLang="en-US"/>
        </a:p>
      </dgm:t>
    </dgm:pt>
    <dgm:pt modelId="{63D1DFAF-14FB-46C6-83C6-07CD39A1B20D}" type="pres">
      <dgm:prSet presAssocID="{52D75E17-711B-454E-B0C1-7BBC8927B618}" presName="theList" presStyleCnt="0">
        <dgm:presLayoutVars>
          <dgm:dir/>
          <dgm:animLvl val="lvl"/>
          <dgm:resizeHandles val="exact"/>
        </dgm:presLayoutVars>
      </dgm:prSet>
      <dgm:spPr/>
      <dgm:t>
        <a:bodyPr/>
        <a:lstStyle/>
        <a:p>
          <a:endParaRPr lang="zh-CN" altLang="en-US"/>
        </a:p>
      </dgm:t>
    </dgm:pt>
    <dgm:pt modelId="{879138F0-5BEE-4D76-A087-C68872CBCF49}" type="pres">
      <dgm:prSet presAssocID="{41327768-ECF5-4ACA-83C1-F1AE4BBD419E}" presName="compNode" presStyleCnt="0"/>
      <dgm:spPr/>
    </dgm:pt>
    <dgm:pt modelId="{12F764E3-FF0C-4969-8FA8-BE49FF3D3AD7}" type="pres">
      <dgm:prSet presAssocID="{41327768-ECF5-4ACA-83C1-F1AE4BBD419E}" presName="aNode" presStyleLbl="bgShp" presStyleIdx="0" presStyleCnt="5" custLinFactNeighborX="-269"/>
      <dgm:spPr/>
      <dgm:t>
        <a:bodyPr/>
        <a:lstStyle/>
        <a:p>
          <a:endParaRPr lang="zh-CN" altLang="en-US"/>
        </a:p>
      </dgm:t>
    </dgm:pt>
    <dgm:pt modelId="{9E776464-E381-405C-9001-CC93F501444C}" type="pres">
      <dgm:prSet presAssocID="{41327768-ECF5-4ACA-83C1-F1AE4BBD419E}" presName="textNode" presStyleLbl="bgShp" presStyleIdx="0" presStyleCnt="5"/>
      <dgm:spPr/>
      <dgm:t>
        <a:bodyPr/>
        <a:lstStyle/>
        <a:p>
          <a:endParaRPr lang="zh-CN" altLang="en-US"/>
        </a:p>
      </dgm:t>
    </dgm:pt>
    <dgm:pt modelId="{F352A69C-8D91-4D7E-8E3D-82C243AA5D83}" type="pres">
      <dgm:prSet presAssocID="{41327768-ECF5-4ACA-83C1-F1AE4BBD419E}" presName="compChildNode" presStyleCnt="0"/>
      <dgm:spPr/>
    </dgm:pt>
    <dgm:pt modelId="{AFDA1AD0-FBE2-4C0A-9E7D-303CC1687BE3}" type="pres">
      <dgm:prSet presAssocID="{41327768-ECF5-4ACA-83C1-F1AE4BBD419E}" presName="theInnerList" presStyleCnt="0"/>
      <dgm:spPr/>
    </dgm:pt>
    <dgm:pt modelId="{727EBA00-5766-4A9B-A1C3-B6EA631F4EEE}" type="pres">
      <dgm:prSet presAssocID="{41327768-ECF5-4ACA-83C1-F1AE4BBD419E}" presName="aSpace" presStyleCnt="0"/>
      <dgm:spPr/>
    </dgm:pt>
    <dgm:pt modelId="{015C5C2F-D67F-4F1F-8CE4-A7749E834285}" type="pres">
      <dgm:prSet presAssocID="{0C96B89A-D41D-4725-B7C4-230C795B2BC9}" presName="compNode" presStyleCnt="0"/>
      <dgm:spPr/>
    </dgm:pt>
    <dgm:pt modelId="{97498131-7F4C-4F46-9F77-FAE190471714}" type="pres">
      <dgm:prSet presAssocID="{0C96B89A-D41D-4725-B7C4-230C795B2BC9}" presName="aNode" presStyleLbl="bgShp" presStyleIdx="1" presStyleCnt="5" custLinFactNeighborX="-269"/>
      <dgm:spPr/>
      <dgm:t>
        <a:bodyPr/>
        <a:lstStyle/>
        <a:p>
          <a:endParaRPr lang="zh-CN" altLang="en-US"/>
        </a:p>
      </dgm:t>
    </dgm:pt>
    <dgm:pt modelId="{9765E4E4-0C7C-4522-ACD8-C8568FE5A086}" type="pres">
      <dgm:prSet presAssocID="{0C96B89A-D41D-4725-B7C4-230C795B2BC9}" presName="textNode" presStyleLbl="bgShp" presStyleIdx="1" presStyleCnt="5"/>
      <dgm:spPr/>
      <dgm:t>
        <a:bodyPr/>
        <a:lstStyle/>
        <a:p>
          <a:endParaRPr lang="zh-CN" altLang="en-US"/>
        </a:p>
      </dgm:t>
    </dgm:pt>
    <dgm:pt modelId="{378B466A-3771-488A-9E86-87C50AFE4506}" type="pres">
      <dgm:prSet presAssocID="{0C96B89A-D41D-4725-B7C4-230C795B2BC9}" presName="compChildNode" presStyleCnt="0"/>
      <dgm:spPr/>
    </dgm:pt>
    <dgm:pt modelId="{85CCEBFF-9A3C-4580-AEBB-41CB2C5575EA}" type="pres">
      <dgm:prSet presAssocID="{0C96B89A-D41D-4725-B7C4-230C795B2BC9}" presName="theInnerList" presStyleCnt="0"/>
      <dgm:spPr/>
    </dgm:pt>
    <dgm:pt modelId="{0CE3DA95-6F7F-4244-AB91-F36DB81E2146}" type="pres">
      <dgm:prSet presAssocID="{0C96B89A-D41D-4725-B7C4-230C795B2BC9}" presName="aSpace" presStyleCnt="0"/>
      <dgm:spPr/>
    </dgm:pt>
    <dgm:pt modelId="{C8D8A8C9-45AD-4EAD-A36F-7669338B6F2F}" type="pres">
      <dgm:prSet presAssocID="{04C393A5-48B4-483A-ACAD-BFB01F108AFD}" presName="compNode" presStyleCnt="0"/>
      <dgm:spPr/>
    </dgm:pt>
    <dgm:pt modelId="{42EEAC52-2BFE-49E7-8C48-6411A3749D67}" type="pres">
      <dgm:prSet presAssocID="{04C393A5-48B4-483A-ACAD-BFB01F108AFD}" presName="aNode" presStyleLbl="bgShp" presStyleIdx="2" presStyleCnt="5" custLinFactNeighborX="-269"/>
      <dgm:spPr/>
      <dgm:t>
        <a:bodyPr/>
        <a:lstStyle/>
        <a:p>
          <a:endParaRPr lang="zh-CN" altLang="en-US"/>
        </a:p>
      </dgm:t>
    </dgm:pt>
    <dgm:pt modelId="{C6C2020E-A023-4DC6-B870-BD9FCD459F0A}" type="pres">
      <dgm:prSet presAssocID="{04C393A5-48B4-483A-ACAD-BFB01F108AFD}" presName="textNode" presStyleLbl="bgShp" presStyleIdx="2" presStyleCnt="5"/>
      <dgm:spPr/>
      <dgm:t>
        <a:bodyPr/>
        <a:lstStyle/>
        <a:p>
          <a:endParaRPr lang="zh-CN" altLang="en-US"/>
        </a:p>
      </dgm:t>
    </dgm:pt>
    <dgm:pt modelId="{7919D29A-4B38-46B3-B781-7B89FC510432}" type="pres">
      <dgm:prSet presAssocID="{04C393A5-48B4-483A-ACAD-BFB01F108AFD}" presName="compChildNode" presStyleCnt="0"/>
      <dgm:spPr/>
    </dgm:pt>
    <dgm:pt modelId="{78A8B45B-408D-4D97-8F51-2D882E7E3088}" type="pres">
      <dgm:prSet presAssocID="{04C393A5-48B4-483A-ACAD-BFB01F108AFD}" presName="theInnerList" presStyleCnt="0"/>
      <dgm:spPr/>
    </dgm:pt>
    <dgm:pt modelId="{41F7712D-99CE-475C-9A7B-FA7DAB1675FA}" type="pres">
      <dgm:prSet presAssocID="{04C393A5-48B4-483A-ACAD-BFB01F108AFD}" presName="aSpace" presStyleCnt="0"/>
      <dgm:spPr/>
    </dgm:pt>
    <dgm:pt modelId="{85319D91-73CC-4B7B-BB0E-3A0B5AD26836}" type="pres">
      <dgm:prSet presAssocID="{EC041874-BD9C-48DC-9E68-7038AE1EAB1C}" presName="compNode" presStyleCnt="0"/>
      <dgm:spPr/>
    </dgm:pt>
    <dgm:pt modelId="{A8EF7521-49FC-4149-BF4C-0212983036DE}" type="pres">
      <dgm:prSet presAssocID="{EC041874-BD9C-48DC-9E68-7038AE1EAB1C}" presName="aNode" presStyleLbl="bgShp" presStyleIdx="3" presStyleCnt="5" custLinFactNeighborX="-269"/>
      <dgm:spPr/>
      <dgm:t>
        <a:bodyPr/>
        <a:lstStyle/>
        <a:p>
          <a:endParaRPr lang="zh-CN" altLang="en-US"/>
        </a:p>
      </dgm:t>
    </dgm:pt>
    <dgm:pt modelId="{F1C782A9-875B-440F-9BAE-919D9A7B2FD4}" type="pres">
      <dgm:prSet presAssocID="{EC041874-BD9C-48DC-9E68-7038AE1EAB1C}" presName="textNode" presStyleLbl="bgShp" presStyleIdx="3" presStyleCnt="5"/>
      <dgm:spPr/>
      <dgm:t>
        <a:bodyPr/>
        <a:lstStyle/>
        <a:p>
          <a:endParaRPr lang="zh-CN" altLang="en-US"/>
        </a:p>
      </dgm:t>
    </dgm:pt>
    <dgm:pt modelId="{E53A0EE6-B0EB-4459-9C9C-24BD4F15BFB2}" type="pres">
      <dgm:prSet presAssocID="{EC041874-BD9C-48DC-9E68-7038AE1EAB1C}" presName="compChildNode" presStyleCnt="0"/>
      <dgm:spPr/>
    </dgm:pt>
    <dgm:pt modelId="{11B0C4FE-FDB5-411C-9340-270C1DDAD495}" type="pres">
      <dgm:prSet presAssocID="{EC041874-BD9C-48DC-9E68-7038AE1EAB1C}" presName="theInnerList" presStyleCnt="0"/>
      <dgm:spPr/>
    </dgm:pt>
    <dgm:pt modelId="{53A34F27-A0F9-424E-B7D8-F20F5FD4A2FE}" type="pres">
      <dgm:prSet presAssocID="{EC041874-BD9C-48DC-9E68-7038AE1EAB1C}" presName="aSpace" presStyleCnt="0"/>
      <dgm:spPr/>
    </dgm:pt>
    <dgm:pt modelId="{9E37C120-4E34-4DAC-8B3B-8B6D355F1BE5}" type="pres">
      <dgm:prSet presAssocID="{0ABAE158-00D4-4516-B2E5-55CE4CF48B94}" presName="compNode" presStyleCnt="0"/>
      <dgm:spPr/>
    </dgm:pt>
    <dgm:pt modelId="{9A63796D-ED31-4471-9F8B-6906D071C20D}" type="pres">
      <dgm:prSet presAssocID="{0ABAE158-00D4-4516-B2E5-55CE4CF48B94}" presName="aNode" presStyleLbl="bgShp" presStyleIdx="4" presStyleCnt="5"/>
      <dgm:spPr/>
      <dgm:t>
        <a:bodyPr/>
        <a:lstStyle/>
        <a:p>
          <a:endParaRPr lang="zh-CN" altLang="en-US"/>
        </a:p>
      </dgm:t>
    </dgm:pt>
    <dgm:pt modelId="{119A6AFC-D1D9-4EC0-8B92-5ABA63C33112}" type="pres">
      <dgm:prSet presAssocID="{0ABAE158-00D4-4516-B2E5-55CE4CF48B94}" presName="textNode" presStyleLbl="bgShp" presStyleIdx="4" presStyleCnt="5"/>
      <dgm:spPr/>
      <dgm:t>
        <a:bodyPr/>
        <a:lstStyle/>
        <a:p>
          <a:endParaRPr lang="zh-CN" altLang="en-US"/>
        </a:p>
      </dgm:t>
    </dgm:pt>
    <dgm:pt modelId="{793BF369-F789-4315-807C-D3788B21864F}" type="pres">
      <dgm:prSet presAssocID="{0ABAE158-00D4-4516-B2E5-55CE4CF48B94}" presName="compChildNode" presStyleCnt="0"/>
      <dgm:spPr/>
    </dgm:pt>
    <dgm:pt modelId="{25F3D68A-566B-40A7-B2B6-669EC1F581BD}" type="pres">
      <dgm:prSet presAssocID="{0ABAE158-00D4-4516-B2E5-55CE4CF48B94}" presName="theInnerList" presStyleCnt="0"/>
      <dgm:spPr/>
    </dgm:pt>
  </dgm:ptLst>
  <dgm:cxnLst>
    <dgm:cxn modelId="{13C2F161-E53E-4C94-A315-95C1D5F4ADCD}" srcId="{52D75E17-711B-454E-B0C1-7BBC8927B618}" destId="{EC041874-BD9C-48DC-9E68-7038AE1EAB1C}" srcOrd="3" destOrd="0" parTransId="{F360EFC8-AD39-4D43-A8B7-6E05A2E2746E}" sibTransId="{5FE86B39-5281-4DF8-85E8-44654A448CBC}"/>
    <dgm:cxn modelId="{FA69E4AB-4405-45D3-BE11-3D9D7EB717AF}" type="presOf" srcId="{0C96B89A-D41D-4725-B7C4-230C795B2BC9}" destId="{97498131-7F4C-4F46-9F77-FAE190471714}" srcOrd="0" destOrd="0" presId="urn:microsoft.com/office/officeart/2005/8/layout/lProcess2"/>
    <dgm:cxn modelId="{E7C04DC0-7AFA-4D63-8E52-7CB1A0409270}" srcId="{52D75E17-711B-454E-B0C1-7BBC8927B618}" destId="{0ABAE158-00D4-4516-B2E5-55CE4CF48B94}" srcOrd="4" destOrd="0" parTransId="{9DE30DCE-DB95-417F-8812-893206AC7627}" sibTransId="{67D41163-A0F6-49FF-AADB-63942FCF8D55}"/>
    <dgm:cxn modelId="{2CBB10BC-1121-4AF3-AAF2-D7E1A1C47E06}" type="presOf" srcId="{EC041874-BD9C-48DC-9E68-7038AE1EAB1C}" destId="{A8EF7521-49FC-4149-BF4C-0212983036DE}" srcOrd="0" destOrd="0" presId="urn:microsoft.com/office/officeart/2005/8/layout/lProcess2"/>
    <dgm:cxn modelId="{FC304B87-B182-46BE-92F9-6356AA0785B9}" type="presOf" srcId="{0ABAE158-00D4-4516-B2E5-55CE4CF48B94}" destId="{9A63796D-ED31-4471-9F8B-6906D071C20D}" srcOrd="0" destOrd="0" presId="urn:microsoft.com/office/officeart/2005/8/layout/lProcess2"/>
    <dgm:cxn modelId="{15D0B604-1495-417A-973C-EDFC18E64F7B}" type="presOf" srcId="{0ABAE158-00D4-4516-B2E5-55CE4CF48B94}" destId="{119A6AFC-D1D9-4EC0-8B92-5ABA63C33112}" srcOrd="1" destOrd="0" presId="urn:microsoft.com/office/officeart/2005/8/layout/lProcess2"/>
    <dgm:cxn modelId="{866B41D5-23BE-46AA-98FA-EED9803A3A87}" srcId="{52D75E17-711B-454E-B0C1-7BBC8927B618}" destId="{41327768-ECF5-4ACA-83C1-F1AE4BBD419E}" srcOrd="0" destOrd="0" parTransId="{014A7AAF-1D0C-4F35-92C7-BE5F38A95246}" sibTransId="{AC8E94FE-F628-4249-B4E9-34B39B5DD080}"/>
    <dgm:cxn modelId="{B27B6886-E98D-4B0D-9EA5-86EBB2A46E6E}" srcId="{52D75E17-711B-454E-B0C1-7BBC8927B618}" destId="{04C393A5-48B4-483A-ACAD-BFB01F108AFD}" srcOrd="2" destOrd="0" parTransId="{66A28276-73C7-4210-BDF8-0BE43F40B0D0}" sibTransId="{75BBEB63-7733-491A-9CD7-E4AFFB4356A9}"/>
    <dgm:cxn modelId="{EC5D715F-43C7-4DA3-ABC8-B787B42DF597}" type="presOf" srcId="{EC041874-BD9C-48DC-9E68-7038AE1EAB1C}" destId="{F1C782A9-875B-440F-9BAE-919D9A7B2FD4}" srcOrd="1" destOrd="0" presId="urn:microsoft.com/office/officeart/2005/8/layout/lProcess2"/>
    <dgm:cxn modelId="{149C757C-8D65-40AE-B419-D041D11AF6F9}" srcId="{52D75E17-711B-454E-B0C1-7BBC8927B618}" destId="{0C96B89A-D41D-4725-B7C4-230C795B2BC9}" srcOrd="1" destOrd="0" parTransId="{4AB09531-FB3B-42FA-A764-8F48B5E4A1DD}" sibTransId="{BE53786C-B37B-4A65-B268-7BF547447D9B}"/>
    <dgm:cxn modelId="{6739CA76-0BDB-4D4E-89DE-5633E116092C}" type="presOf" srcId="{41327768-ECF5-4ACA-83C1-F1AE4BBD419E}" destId="{9E776464-E381-405C-9001-CC93F501444C}" srcOrd="1" destOrd="0" presId="urn:microsoft.com/office/officeart/2005/8/layout/lProcess2"/>
    <dgm:cxn modelId="{F200DD06-C844-40D8-971E-F5CB8916CAA1}" type="presOf" srcId="{04C393A5-48B4-483A-ACAD-BFB01F108AFD}" destId="{C6C2020E-A023-4DC6-B870-BD9FCD459F0A}" srcOrd="1" destOrd="0" presId="urn:microsoft.com/office/officeart/2005/8/layout/lProcess2"/>
    <dgm:cxn modelId="{4439649E-257F-4CCC-92DD-8881A87D37B5}" type="presOf" srcId="{0C96B89A-D41D-4725-B7C4-230C795B2BC9}" destId="{9765E4E4-0C7C-4522-ACD8-C8568FE5A086}" srcOrd="1" destOrd="0" presId="urn:microsoft.com/office/officeart/2005/8/layout/lProcess2"/>
    <dgm:cxn modelId="{FCA1FE18-0C2D-4153-81DF-77CC7A557D30}" type="presOf" srcId="{52D75E17-711B-454E-B0C1-7BBC8927B618}" destId="{63D1DFAF-14FB-46C6-83C6-07CD39A1B20D}" srcOrd="0" destOrd="0" presId="urn:microsoft.com/office/officeart/2005/8/layout/lProcess2"/>
    <dgm:cxn modelId="{9415DA95-33C0-4007-B892-39528E0FED3F}" type="presOf" srcId="{41327768-ECF5-4ACA-83C1-F1AE4BBD419E}" destId="{12F764E3-FF0C-4969-8FA8-BE49FF3D3AD7}" srcOrd="0" destOrd="0" presId="urn:microsoft.com/office/officeart/2005/8/layout/lProcess2"/>
    <dgm:cxn modelId="{F47C5088-2CEE-4526-A3BD-B0C7A1B3A9F7}" type="presOf" srcId="{04C393A5-48B4-483A-ACAD-BFB01F108AFD}" destId="{42EEAC52-2BFE-49E7-8C48-6411A3749D67}" srcOrd="0" destOrd="0" presId="urn:microsoft.com/office/officeart/2005/8/layout/lProcess2"/>
    <dgm:cxn modelId="{51439C3A-7CC6-4F3F-8B69-F4B9F98586AD}" type="presParOf" srcId="{63D1DFAF-14FB-46C6-83C6-07CD39A1B20D}" destId="{879138F0-5BEE-4D76-A087-C68872CBCF49}" srcOrd="0" destOrd="0" presId="urn:microsoft.com/office/officeart/2005/8/layout/lProcess2"/>
    <dgm:cxn modelId="{F8CFC040-1FFB-4FAD-B9E0-046DD8CE143A}" type="presParOf" srcId="{879138F0-5BEE-4D76-A087-C68872CBCF49}" destId="{12F764E3-FF0C-4969-8FA8-BE49FF3D3AD7}" srcOrd="0" destOrd="0" presId="urn:microsoft.com/office/officeart/2005/8/layout/lProcess2"/>
    <dgm:cxn modelId="{73C42659-022A-4D91-BDE2-65CC96F8DB2A}" type="presParOf" srcId="{879138F0-5BEE-4D76-A087-C68872CBCF49}" destId="{9E776464-E381-405C-9001-CC93F501444C}" srcOrd="1" destOrd="0" presId="urn:microsoft.com/office/officeart/2005/8/layout/lProcess2"/>
    <dgm:cxn modelId="{B1F1B2E1-3C97-4D01-968F-F764264EF6E9}" type="presParOf" srcId="{879138F0-5BEE-4D76-A087-C68872CBCF49}" destId="{F352A69C-8D91-4D7E-8E3D-82C243AA5D83}" srcOrd="2" destOrd="0" presId="urn:microsoft.com/office/officeart/2005/8/layout/lProcess2"/>
    <dgm:cxn modelId="{167E9CDD-9F25-442F-A0FA-4A54FE32620B}" type="presParOf" srcId="{F352A69C-8D91-4D7E-8E3D-82C243AA5D83}" destId="{AFDA1AD0-FBE2-4C0A-9E7D-303CC1687BE3}" srcOrd="0" destOrd="0" presId="urn:microsoft.com/office/officeart/2005/8/layout/lProcess2"/>
    <dgm:cxn modelId="{A95DBB76-4549-412F-90CD-0BBE84167836}" type="presParOf" srcId="{63D1DFAF-14FB-46C6-83C6-07CD39A1B20D}" destId="{727EBA00-5766-4A9B-A1C3-B6EA631F4EEE}" srcOrd="1" destOrd="0" presId="urn:microsoft.com/office/officeart/2005/8/layout/lProcess2"/>
    <dgm:cxn modelId="{1715B291-41F7-48EE-849F-050950822DFD}" type="presParOf" srcId="{63D1DFAF-14FB-46C6-83C6-07CD39A1B20D}" destId="{015C5C2F-D67F-4F1F-8CE4-A7749E834285}" srcOrd="2" destOrd="0" presId="urn:microsoft.com/office/officeart/2005/8/layout/lProcess2"/>
    <dgm:cxn modelId="{D76A048F-8AD7-44BC-8FDF-224268320406}" type="presParOf" srcId="{015C5C2F-D67F-4F1F-8CE4-A7749E834285}" destId="{97498131-7F4C-4F46-9F77-FAE190471714}" srcOrd="0" destOrd="0" presId="urn:microsoft.com/office/officeart/2005/8/layout/lProcess2"/>
    <dgm:cxn modelId="{97953624-8265-4796-A206-198831EAEC0D}" type="presParOf" srcId="{015C5C2F-D67F-4F1F-8CE4-A7749E834285}" destId="{9765E4E4-0C7C-4522-ACD8-C8568FE5A086}" srcOrd="1" destOrd="0" presId="urn:microsoft.com/office/officeart/2005/8/layout/lProcess2"/>
    <dgm:cxn modelId="{6E43167F-B77C-48BC-83B3-7FBAEB06EE79}" type="presParOf" srcId="{015C5C2F-D67F-4F1F-8CE4-A7749E834285}" destId="{378B466A-3771-488A-9E86-87C50AFE4506}" srcOrd="2" destOrd="0" presId="urn:microsoft.com/office/officeart/2005/8/layout/lProcess2"/>
    <dgm:cxn modelId="{B674B290-1321-4D2D-9273-FE1840C0B8F4}" type="presParOf" srcId="{378B466A-3771-488A-9E86-87C50AFE4506}" destId="{85CCEBFF-9A3C-4580-AEBB-41CB2C5575EA}" srcOrd="0" destOrd="0" presId="urn:microsoft.com/office/officeart/2005/8/layout/lProcess2"/>
    <dgm:cxn modelId="{6AD358C0-8699-48DC-B19D-F5D55534791F}" type="presParOf" srcId="{63D1DFAF-14FB-46C6-83C6-07CD39A1B20D}" destId="{0CE3DA95-6F7F-4244-AB91-F36DB81E2146}" srcOrd="3" destOrd="0" presId="urn:microsoft.com/office/officeart/2005/8/layout/lProcess2"/>
    <dgm:cxn modelId="{BBB6DA40-5B92-42AF-8800-47C776F00081}" type="presParOf" srcId="{63D1DFAF-14FB-46C6-83C6-07CD39A1B20D}" destId="{C8D8A8C9-45AD-4EAD-A36F-7669338B6F2F}" srcOrd="4" destOrd="0" presId="urn:microsoft.com/office/officeart/2005/8/layout/lProcess2"/>
    <dgm:cxn modelId="{A11300A0-978C-4081-9A7C-411464036641}" type="presParOf" srcId="{C8D8A8C9-45AD-4EAD-A36F-7669338B6F2F}" destId="{42EEAC52-2BFE-49E7-8C48-6411A3749D67}" srcOrd="0" destOrd="0" presId="urn:microsoft.com/office/officeart/2005/8/layout/lProcess2"/>
    <dgm:cxn modelId="{5B985376-C84E-4FE0-8AB7-81CDCA608F26}" type="presParOf" srcId="{C8D8A8C9-45AD-4EAD-A36F-7669338B6F2F}" destId="{C6C2020E-A023-4DC6-B870-BD9FCD459F0A}" srcOrd="1" destOrd="0" presId="urn:microsoft.com/office/officeart/2005/8/layout/lProcess2"/>
    <dgm:cxn modelId="{4C4991A9-1362-4075-9B84-9524E1BE74E9}" type="presParOf" srcId="{C8D8A8C9-45AD-4EAD-A36F-7669338B6F2F}" destId="{7919D29A-4B38-46B3-B781-7B89FC510432}" srcOrd="2" destOrd="0" presId="urn:microsoft.com/office/officeart/2005/8/layout/lProcess2"/>
    <dgm:cxn modelId="{C5AFFA4A-E277-4898-A52B-0FB91A038289}" type="presParOf" srcId="{7919D29A-4B38-46B3-B781-7B89FC510432}" destId="{78A8B45B-408D-4D97-8F51-2D882E7E3088}" srcOrd="0" destOrd="0" presId="urn:microsoft.com/office/officeart/2005/8/layout/lProcess2"/>
    <dgm:cxn modelId="{8518EDDE-7704-414A-A90F-8304E214F86E}" type="presParOf" srcId="{63D1DFAF-14FB-46C6-83C6-07CD39A1B20D}" destId="{41F7712D-99CE-475C-9A7B-FA7DAB1675FA}" srcOrd="5" destOrd="0" presId="urn:microsoft.com/office/officeart/2005/8/layout/lProcess2"/>
    <dgm:cxn modelId="{06E47138-C11D-44C3-9B04-5F28979B0EBD}" type="presParOf" srcId="{63D1DFAF-14FB-46C6-83C6-07CD39A1B20D}" destId="{85319D91-73CC-4B7B-BB0E-3A0B5AD26836}" srcOrd="6" destOrd="0" presId="urn:microsoft.com/office/officeart/2005/8/layout/lProcess2"/>
    <dgm:cxn modelId="{B34DD70D-4FF9-4B99-A261-614D5230ECCE}" type="presParOf" srcId="{85319D91-73CC-4B7B-BB0E-3A0B5AD26836}" destId="{A8EF7521-49FC-4149-BF4C-0212983036DE}" srcOrd="0" destOrd="0" presId="urn:microsoft.com/office/officeart/2005/8/layout/lProcess2"/>
    <dgm:cxn modelId="{6B70C7E3-4FCA-4205-8C46-08AD541E4EB2}" type="presParOf" srcId="{85319D91-73CC-4B7B-BB0E-3A0B5AD26836}" destId="{F1C782A9-875B-440F-9BAE-919D9A7B2FD4}" srcOrd="1" destOrd="0" presId="urn:microsoft.com/office/officeart/2005/8/layout/lProcess2"/>
    <dgm:cxn modelId="{9E126ED9-0AF9-4B59-B0C9-B876FB25CED3}" type="presParOf" srcId="{85319D91-73CC-4B7B-BB0E-3A0B5AD26836}" destId="{E53A0EE6-B0EB-4459-9C9C-24BD4F15BFB2}" srcOrd="2" destOrd="0" presId="urn:microsoft.com/office/officeart/2005/8/layout/lProcess2"/>
    <dgm:cxn modelId="{A86880A7-5627-4624-B82D-F383E9BFB84A}" type="presParOf" srcId="{E53A0EE6-B0EB-4459-9C9C-24BD4F15BFB2}" destId="{11B0C4FE-FDB5-411C-9340-270C1DDAD495}" srcOrd="0" destOrd="0" presId="urn:microsoft.com/office/officeart/2005/8/layout/lProcess2"/>
    <dgm:cxn modelId="{668687A8-1AF6-497D-BA53-78A9D40BE621}" type="presParOf" srcId="{63D1DFAF-14FB-46C6-83C6-07CD39A1B20D}" destId="{53A34F27-A0F9-424E-B7D8-F20F5FD4A2FE}" srcOrd="7" destOrd="0" presId="urn:microsoft.com/office/officeart/2005/8/layout/lProcess2"/>
    <dgm:cxn modelId="{595DC141-DEF0-45DC-8AFF-43FE89A4AF1C}" type="presParOf" srcId="{63D1DFAF-14FB-46C6-83C6-07CD39A1B20D}" destId="{9E37C120-4E34-4DAC-8B3B-8B6D355F1BE5}" srcOrd="8" destOrd="0" presId="urn:microsoft.com/office/officeart/2005/8/layout/lProcess2"/>
    <dgm:cxn modelId="{49B234A3-6EF6-478B-B6EF-C19709FB7E80}" type="presParOf" srcId="{9E37C120-4E34-4DAC-8B3B-8B6D355F1BE5}" destId="{9A63796D-ED31-4471-9F8B-6906D071C20D}" srcOrd="0" destOrd="0" presId="urn:microsoft.com/office/officeart/2005/8/layout/lProcess2"/>
    <dgm:cxn modelId="{F653E81F-73F3-42A2-868C-D56EA74059EE}" type="presParOf" srcId="{9E37C120-4E34-4DAC-8B3B-8B6D355F1BE5}" destId="{119A6AFC-D1D9-4EC0-8B92-5ABA63C33112}" srcOrd="1" destOrd="0" presId="urn:microsoft.com/office/officeart/2005/8/layout/lProcess2"/>
    <dgm:cxn modelId="{21855EBF-9CBF-46A4-A62B-CA21CC7FF279}" type="presParOf" srcId="{9E37C120-4E34-4DAC-8B3B-8B6D355F1BE5}" destId="{793BF369-F789-4315-807C-D3788B21864F}" srcOrd="2" destOrd="0" presId="urn:microsoft.com/office/officeart/2005/8/layout/lProcess2"/>
    <dgm:cxn modelId="{102BBA6B-2C55-4BB4-84BA-BDBEDB60BDCE}" type="presParOf" srcId="{793BF369-F789-4315-807C-D3788B21864F}" destId="{25F3D68A-566B-40A7-B2B6-669EC1F581BD}"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1EE4B4-65B3-42AA-A84E-71FB5F7A5D81}">
      <dsp:nvSpPr>
        <dsp:cNvPr id="0" name=""/>
        <dsp:cNvSpPr/>
      </dsp:nvSpPr>
      <dsp:spPr>
        <a:xfrm>
          <a:off x="4475951" y="2107277"/>
          <a:ext cx="325201" cy="619667"/>
        </a:xfrm>
        <a:custGeom>
          <a:avLst/>
          <a:gdLst/>
          <a:ahLst/>
          <a:cxnLst/>
          <a:rect l="0" t="0" r="0" b="0"/>
          <a:pathLst>
            <a:path>
              <a:moveTo>
                <a:pt x="0" y="0"/>
              </a:moveTo>
              <a:lnTo>
                <a:pt x="162600" y="0"/>
              </a:lnTo>
              <a:lnTo>
                <a:pt x="162600" y="619667"/>
              </a:lnTo>
              <a:lnTo>
                <a:pt x="325201" y="619667"/>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4621057" y="2399615"/>
        <a:ext cx="34990" cy="34990"/>
      </dsp:txXfrm>
    </dsp:sp>
    <dsp:sp modelId="{95E6B0FC-E749-40C6-9EE3-ACAF422E5217}">
      <dsp:nvSpPr>
        <dsp:cNvPr id="0" name=""/>
        <dsp:cNvSpPr/>
      </dsp:nvSpPr>
      <dsp:spPr>
        <a:xfrm>
          <a:off x="4475951" y="2061557"/>
          <a:ext cx="325201" cy="91440"/>
        </a:xfrm>
        <a:custGeom>
          <a:avLst/>
          <a:gdLst/>
          <a:ahLst/>
          <a:cxnLst/>
          <a:rect l="0" t="0" r="0" b="0"/>
          <a:pathLst>
            <a:path>
              <a:moveTo>
                <a:pt x="0" y="45720"/>
              </a:moveTo>
              <a:lnTo>
                <a:pt x="325201" y="45720"/>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4630422" y="2099147"/>
        <a:ext cx="16260" cy="16260"/>
      </dsp:txXfrm>
    </dsp:sp>
    <dsp:sp modelId="{76F49445-40E7-4F3F-9FAE-D2B3D86FAA2F}">
      <dsp:nvSpPr>
        <dsp:cNvPr id="0" name=""/>
        <dsp:cNvSpPr/>
      </dsp:nvSpPr>
      <dsp:spPr>
        <a:xfrm>
          <a:off x="4475951" y="1487609"/>
          <a:ext cx="325201" cy="619667"/>
        </a:xfrm>
        <a:custGeom>
          <a:avLst/>
          <a:gdLst/>
          <a:ahLst/>
          <a:cxnLst/>
          <a:rect l="0" t="0" r="0" b="0"/>
          <a:pathLst>
            <a:path>
              <a:moveTo>
                <a:pt x="0" y="619667"/>
              </a:moveTo>
              <a:lnTo>
                <a:pt x="162600" y="619667"/>
              </a:lnTo>
              <a:lnTo>
                <a:pt x="162600" y="0"/>
              </a:lnTo>
              <a:lnTo>
                <a:pt x="325201" y="0"/>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kern="1200"/>
        </a:p>
      </dsp:txBody>
      <dsp:txXfrm>
        <a:off x="4621057" y="1779947"/>
        <a:ext cx="34990" cy="34990"/>
      </dsp:txXfrm>
    </dsp:sp>
    <dsp:sp modelId="{722EFB43-A0B1-4D38-95DB-BBC84773413C}">
      <dsp:nvSpPr>
        <dsp:cNvPr id="0" name=""/>
        <dsp:cNvSpPr/>
      </dsp:nvSpPr>
      <dsp:spPr>
        <a:xfrm>
          <a:off x="617536" y="1177775"/>
          <a:ext cx="786300" cy="929501"/>
        </a:xfrm>
        <a:custGeom>
          <a:avLst/>
          <a:gdLst/>
          <a:ahLst/>
          <a:cxnLst/>
          <a:rect l="0" t="0" r="0" b="0"/>
          <a:pathLst>
            <a:path>
              <a:moveTo>
                <a:pt x="0" y="0"/>
              </a:moveTo>
              <a:lnTo>
                <a:pt x="393150" y="0"/>
              </a:lnTo>
              <a:lnTo>
                <a:pt x="393150" y="929501"/>
              </a:lnTo>
              <a:lnTo>
                <a:pt x="786300" y="929501"/>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kern="1200">
            <a:latin typeface="黑体" panose="02010609060101010101" pitchFamily="49" charset="-122"/>
            <a:ea typeface="黑体" panose="02010609060101010101" pitchFamily="49" charset="-122"/>
          </a:endParaRPr>
        </a:p>
      </dsp:txBody>
      <dsp:txXfrm>
        <a:off x="980249" y="1612089"/>
        <a:ext cx="60873" cy="60873"/>
      </dsp:txXfrm>
    </dsp:sp>
    <dsp:sp modelId="{657F40A6-2640-4A18-B1AB-23946D5FCE5C}">
      <dsp:nvSpPr>
        <dsp:cNvPr id="0" name=""/>
        <dsp:cNvSpPr/>
      </dsp:nvSpPr>
      <dsp:spPr>
        <a:xfrm>
          <a:off x="4475951" y="822221"/>
          <a:ext cx="325201" cy="91440"/>
        </a:xfrm>
        <a:custGeom>
          <a:avLst/>
          <a:gdLst/>
          <a:ahLst/>
          <a:cxnLst/>
          <a:rect l="0" t="0" r="0" b="0"/>
          <a:pathLst>
            <a:path>
              <a:moveTo>
                <a:pt x="0" y="45720"/>
              </a:moveTo>
              <a:lnTo>
                <a:pt x="325201" y="45720"/>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30422" y="859811"/>
        <a:ext cx="16260" cy="16260"/>
      </dsp:txXfrm>
    </dsp:sp>
    <dsp:sp modelId="{191CEE28-C734-4704-89EB-4A97C53AB34E}">
      <dsp:nvSpPr>
        <dsp:cNvPr id="0" name=""/>
        <dsp:cNvSpPr/>
      </dsp:nvSpPr>
      <dsp:spPr>
        <a:xfrm>
          <a:off x="617536" y="867941"/>
          <a:ext cx="786300" cy="309833"/>
        </a:xfrm>
        <a:custGeom>
          <a:avLst/>
          <a:gdLst/>
          <a:ahLst/>
          <a:cxnLst/>
          <a:rect l="0" t="0" r="0" b="0"/>
          <a:pathLst>
            <a:path>
              <a:moveTo>
                <a:pt x="0" y="309833"/>
              </a:moveTo>
              <a:lnTo>
                <a:pt x="393150" y="309833"/>
              </a:lnTo>
              <a:lnTo>
                <a:pt x="393150" y="0"/>
              </a:lnTo>
              <a:lnTo>
                <a:pt x="786300" y="0"/>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kern="1200">
            <a:latin typeface="黑体" panose="02010609060101010101" pitchFamily="49" charset="-122"/>
            <a:ea typeface="黑体" panose="02010609060101010101" pitchFamily="49" charset="-122"/>
          </a:endParaRPr>
        </a:p>
      </dsp:txBody>
      <dsp:txXfrm>
        <a:off x="989557" y="1001730"/>
        <a:ext cx="42257" cy="42257"/>
      </dsp:txXfrm>
    </dsp:sp>
    <dsp:sp modelId="{16FB6C4B-9018-4168-A4C2-932CA5682FDF}">
      <dsp:nvSpPr>
        <dsp:cNvPr id="0" name=""/>
        <dsp:cNvSpPr/>
      </dsp:nvSpPr>
      <dsp:spPr>
        <a:xfrm>
          <a:off x="4475951" y="202553"/>
          <a:ext cx="325201" cy="91440"/>
        </a:xfrm>
        <a:custGeom>
          <a:avLst/>
          <a:gdLst/>
          <a:ahLst/>
          <a:cxnLst/>
          <a:rect l="0" t="0" r="0" b="0"/>
          <a:pathLst>
            <a:path>
              <a:moveTo>
                <a:pt x="0" y="45720"/>
              </a:moveTo>
              <a:lnTo>
                <a:pt x="325201" y="45720"/>
              </a:lnTo>
            </a:path>
          </a:pathLst>
        </a:custGeom>
        <a:noFill/>
        <a:ln w="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zh-CN" altLang="en-US" sz="500" kern="1200"/>
        </a:p>
      </dsp:txBody>
      <dsp:txXfrm>
        <a:off x="4630422" y="240143"/>
        <a:ext cx="16260" cy="16260"/>
      </dsp:txXfrm>
    </dsp:sp>
    <dsp:sp modelId="{82C5C055-D319-4BE2-B519-6CF8747F9F68}">
      <dsp:nvSpPr>
        <dsp:cNvPr id="0" name=""/>
        <dsp:cNvSpPr/>
      </dsp:nvSpPr>
      <dsp:spPr>
        <a:xfrm>
          <a:off x="617536" y="248273"/>
          <a:ext cx="786300" cy="929501"/>
        </a:xfrm>
        <a:custGeom>
          <a:avLst/>
          <a:gdLst/>
          <a:ahLst/>
          <a:cxnLst/>
          <a:rect l="0" t="0" r="0" b="0"/>
          <a:pathLst>
            <a:path>
              <a:moveTo>
                <a:pt x="0" y="929501"/>
              </a:moveTo>
              <a:lnTo>
                <a:pt x="393150" y="929501"/>
              </a:lnTo>
              <a:lnTo>
                <a:pt x="393150" y="0"/>
              </a:lnTo>
              <a:lnTo>
                <a:pt x="786300" y="0"/>
              </a:lnTo>
            </a:path>
          </a:pathLst>
        </a:custGeom>
        <a:noFill/>
        <a:ln w="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800100">
            <a:lnSpc>
              <a:spcPct val="90000"/>
            </a:lnSpc>
            <a:spcBef>
              <a:spcPct val="0"/>
            </a:spcBef>
            <a:spcAft>
              <a:spcPct val="35000"/>
            </a:spcAft>
          </a:pPr>
          <a:endParaRPr lang="zh-CN" altLang="en-US" sz="1800" kern="1200">
            <a:latin typeface="黑体" panose="02010609060101010101" pitchFamily="49" charset="-122"/>
            <a:ea typeface="黑体" panose="02010609060101010101" pitchFamily="49" charset="-122"/>
          </a:endParaRPr>
        </a:p>
      </dsp:txBody>
      <dsp:txXfrm>
        <a:off x="980249" y="682587"/>
        <a:ext cx="60873" cy="60873"/>
      </dsp:txXfrm>
    </dsp:sp>
    <dsp:sp modelId="{85FB80DE-8B37-4336-A44A-F43F8D3509AF}">
      <dsp:nvSpPr>
        <dsp:cNvPr id="0" name=""/>
        <dsp:cNvSpPr/>
      </dsp:nvSpPr>
      <dsp:spPr>
        <a:xfrm rot="16200000">
          <a:off x="-465581" y="869007"/>
          <a:ext cx="1548699" cy="617536"/>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技术要求</a:t>
          </a:r>
          <a:endParaRPr lang="zh-CN" altLang="en-US" sz="1800" kern="1200" dirty="0">
            <a:latin typeface="黑体" panose="02010609060101010101" pitchFamily="49" charset="-122"/>
            <a:ea typeface="黑体" panose="02010609060101010101" pitchFamily="49" charset="-122"/>
          </a:endParaRPr>
        </a:p>
      </dsp:txBody>
      <dsp:txXfrm>
        <a:off x="-465581" y="869007"/>
        <a:ext cx="1548699" cy="617536"/>
      </dsp:txXfrm>
    </dsp:sp>
    <dsp:sp modelId="{02E8D0B0-2FD4-427F-ABCF-45F42C79A566}">
      <dsp:nvSpPr>
        <dsp:cNvPr id="0" name=""/>
        <dsp:cNvSpPr/>
      </dsp:nvSpPr>
      <dsp:spPr>
        <a:xfrm>
          <a:off x="1403836" y="406"/>
          <a:ext cx="3072115"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结构要求</a:t>
          </a:r>
          <a:endParaRPr lang="zh-CN" altLang="en-US" sz="1800" kern="1200" dirty="0">
            <a:latin typeface="黑体" panose="02010609060101010101" pitchFamily="49" charset="-122"/>
            <a:ea typeface="黑体" panose="02010609060101010101" pitchFamily="49" charset="-122"/>
          </a:endParaRPr>
        </a:p>
      </dsp:txBody>
      <dsp:txXfrm>
        <a:off x="1403836" y="406"/>
        <a:ext cx="3072115" cy="495734"/>
      </dsp:txXfrm>
    </dsp:sp>
    <dsp:sp modelId="{215077D3-F93B-4EED-8A39-8E1A1D47DDBF}">
      <dsp:nvSpPr>
        <dsp:cNvPr id="0" name=""/>
        <dsp:cNvSpPr/>
      </dsp:nvSpPr>
      <dsp:spPr>
        <a:xfrm>
          <a:off x="4801153" y="406"/>
          <a:ext cx="2199599"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CN" sz="3400" kern="1200" dirty="0" smtClean="0"/>
            <a:t>……</a:t>
          </a:r>
          <a:endParaRPr lang="zh-CN" altLang="en-US" sz="3400" kern="1200" dirty="0"/>
        </a:p>
      </dsp:txBody>
      <dsp:txXfrm>
        <a:off x="4801153" y="406"/>
        <a:ext cx="2199599" cy="495734"/>
      </dsp:txXfrm>
    </dsp:sp>
    <dsp:sp modelId="{38F0603F-4C12-4277-A298-CE8CED5A1D93}">
      <dsp:nvSpPr>
        <dsp:cNvPr id="0" name=""/>
        <dsp:cNvSpPr/>
      </dsp:nvSpPr>
      <dsp:spPr>
        <a:xfrm>
          <a:off x="1403836" y="620074"/>
          <a:ext cx="3072115"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功能要求</a:t>
          </a:r>
          <a:endParaRPr lang="zh-CN" altLang="en-US" sz="1800" kern="1200" dirty="0">
            <a:latin typeface="黑体" panose="02010609060101010101" pitchFamily="49" charset="-122"/>
            <a:ea typeface="黑体" panose="02010609060101010101" pitchFamily="49" charset="-122"/>
          </a:endParaRPr>
        </a:p>
      </dsp:txBody>
      <dsp:txXfrm>
        <a:off x="1403836" y="620074"/>
        <a:ext cx="3072115" cy="495734"/>
      </dsp:txXfrm>
    </dsp:sp>
    <dsp:sp modelId="{23656FEE-E712-42B4-B54B-D5E4D4B34C9E}">
      <dsp:nvSpPr>
        <dsp:cNvPr id="0" name=""/>
        <dsp:cNvSpPr/>
      </dsp:nvSpPr>
      <dsp:spPr>
        <a:xfrm>
          <a:off x="4801153" y="620074"/>
          <a:ext cx="2251972"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90" tIns="21590" rIns="21590" bIns="21590" numCol="1" spcCol="1270" anchor="ctr" anchorCtr="0">
          <a:noAutofit/>
        </a:bodyPr>
        <a:lstStyle/>
        <a:p>
          <a:pPr lvl="0" algn="ctr" defTabSz="1511300">
            <a:lnSpc>
              <a:spcPct val="90000"/>
            </a:lnSpc>
            <a:spcBef>
              <a:spcPct val="0"/>
            </a:spcBef>
            <a:spcAft>
              <a:spcPct val="35000"/>
            </a:spcAft>
          </a:pPr>
          <a:r>
            <a:rPr lang="en-US" altLang="zh-CN" sz="3400" kern="1200" dirty="0" smtClean="0"/>
            <a:t>……</a:t>
          </a:r>
          <a:endParaRPr lang="zh-CN" altLang="en-US" sz="3400" kern="1200" dirty="0"/>
        </a:p>
      </dsp:txBody>
      <dsp:txXfrm>
        <a:off x="4801153" y="620074"/>
        <a:ext cx="2251972" cy="495734"/>
      </dsp:txXfrm>
    </dsp:sp>
    <dsp:sp modelId="{B22AC4F9-1FCE-45EA-A991-1259367727FE}">
      <dsp:nvSpPr>
        <dsp:cNvPr id="0" name=""/>
        <dsp:cNvSpPr/>
      </dsp:nvSpPr>
      <dsp:spPr>
        <a:xfrm>
          <a:off x="1403836" y="1859410"/>
          <a:ext cx="3072115"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计量管理要求</a:t>
          </a:r>
          <a:endParaRPr lang="zh-CN" altLang="en-US" sz="1800" kern="1200" dirty="0">
            <a:latin typeface="黑体" panose="02010609060101010101" pitchFamily="49" charset="-122"/>
            <a:ea typeface="黑体" panose="02010609060101010101" pitchFamily="49" charset="-122"/>
          </a:endParaRPr>
        </a:p>
      </dsp:txBody>
      <dsp:txXfrm>
        <a:off x="1403836" y="1859410"/>
        <a:ext cx="3072115" cy="495734"/>
      </dsp:txXfrm>
    </dsp:sp>
    <dsp:sp modelId="{1BF27A76-4121-4F33-A5F3-D8E7C4C9749F}">
      <dsp:nvSpPr>
        <dsp:cNvPr id="0" name=""/>
        <dsp:cNvSpPr/>
      </dsp:nvSpPr>
      <dsp:spPr>
        <a:xfrm>
          <a:off x="4801153" y="1239742"/>
          <a:ext cx="2298606"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铭牌和标记</a:t>
          </a:r>
          <a:endParaRPr lang="zh-CN" altLang="en-US" sz="1800" kern="1200" dirty="0">
            <a:latin typeface="黑体" panose="02010609060101010101" pitchFamily="49" charset="-122"/>
            <a:ea typeface="黑体" panose="02010609060101010101" pitchFamily="49" charset="-122"/>
          </a:endParaRPr>
        </a:p>
      </dsp:txBody>
      <dsp:txXfrm>
        <a:off x="4801153" y="1239742"/>
        <a:ext cx="2298606" cy="495734"/>
      </dsp:txXfrm>
    </dsp:sp>
    <dsp:sp modelId="{8323D1ED-A949-442A-9535-F8097FC982D9}">
      <dsp:nvSpPr>
        <dsp:cNvPr id="0" name=""/>
        <dsp:cNvSpPr/>
      </dsp:nvSpPr>
      <dsp:spPr>
        <a:xfrm>
          <a:off x="4801153" y="1859410"/>
          <a:ext cx="2298606"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保护和铅封</a:t>
          </a:r>
          <a:endParaRPr lang="zh-CN" altLang="en-US" sz="1800" kern="1200" dirty="0">
            <a:latin typeface="黑体" panose="02010609060101010101" pitchFamily="49" charset="-122"/>
            <a:ea typeface="黑体" panose="02010609060101010101" pitchFamily="49" charset="-122"/>
          </a:endParaRPr>
        </a:p>
      </dsp:txBody>
      <dsp:txXfrm>
        <a:off x="4801153" y="1859410"/>
        <a:ext cx="2298606" cy="495734"/>
      </dsp:txXfrm>
    </dsp:sp>
    <dsp:sp modelId="{17BAE81C-D6EB-43F0-9C58-6172416F3648}">
      <dsp:nvSpPr>
        <dsp:cNvPr id="0" name=""/>
        <dsp:cNvSpPr/>
      </dsp:nvSpPr>
      <dsp:spPr>
        <a:xfrm>
          <a:off x="4801153" y="2479077"/>
          <a:ext cx="2298606" cy="495734"/>
        </a:xfrm>
        <a:prstGeom prst="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zh-CN" altLang="en-US" sz="1800" kern="1200" dirty="0" smtClean="0">
              <a:latin typeface="黑体" panose="02010609060101010101" pitchFamily="49" charset="-122"/>
              <a:ea typeface="黑体" panose="02010609060101010101" pitchFamily="49" charset="-122"/>
            </a:rPr>
            <a:t>检定和测试</a:t>
          </a:r>
          <a:endParaRPr lang="zh-CN" altLang="en-US" sz="1800" kern="1200" dirty="0">
            <a:latin typeface="黑体" panose="02010609060101010101" pitchFamily="49" charset="-122"/>
            <a:ea typeface="黑体" panose="02010609060101010101" pitchFamily="49" charset="-122"/>
          </a:endParaRPr>
        </a:p>
      </dsp:txBody>
      <dsp:txXfrm>
        <a:off x="4801153" y="2479077"/>
        <a:ext cx="2298606" cy="4957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374330-E70F-42CE-9A3F-63F6F1A75F1F}">
      <dsp:nvSpPr>
        <dsp:cNvPr id="0" name=""/>
        <dsp:cNvSpPr/>
      </dsp:nvSpPr>
      <dsp:spPr>
        <a:xfrm>
          <a:off x="576708" y="2450"/>
          <a:ext cx="7200008" cy="1178542"/>
        </a:xfrm>
        <a:prstGeom prst="roundRect">
          <a:avLst/>
        </a:prstGeom>
        <a:solidFill>
          <a:schemeClr val="tx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indent="457200"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这里的结构要求不是机械性能的结构要求，主要是对构成提供称量结果装置的特定要求。这些要求不是技术方案而是其用途。例如检定时砝码能安全放置在承载器上（例如轴称量公路车辆衡器），便于铅封和检定等，载荷的施加不引起结构的不稳定变化，影响称量的重复性和引起灵敏度变化。</a:t>
          </a:r>
          <a:endParaRPr lang="zh-CN" altLang="en-US" sz="1600" kern="1200" dirty="0">
            <a:latin typeface="黑体" panose="02010609060101010101" pitchFamily="49" charset="-122"/>
            <a:ea typeface="黑体" panose="02010609060101010101" pitchFamily="49" charset="-122"/>
          </a:endParaRPr>
        </a:p>
      </dsp:txBody>
      <dsp:txXfrm>
        <a:off x="634240" y="59982"/>
        <a:ext cx="7084944" cy="1063478"/>
      </dsp:txXfrm>
    </dsp:sp>
    <dsp:sp modelId="{4584D533-BE2B-4251-8B63-F0ABB0CF5D81}">
      <dsp:nvSpPr>
        <dsp:cNvPr id="0" name=""/>
        <dsp:cNvSpPr/>
      </dsp:nvSpPr>
      <dsp:spPr>
        <a:xfrm>
          <a:off x="576708" y="1239919"/>
          <a:ext cx="7200008" cy="1178542"/>
        </a:xfrm>
        <a:prstGeom prst="roundRect">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indent="457200"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衡器结构的设计应满足使用要求和环境要求，坚固和精致，易于按标准和规程实施检定。 </a:t>
          </a:r>
          <a:endParaRPr lang="zh-CN" altLang="en-US" sz="1600" kern="1200" dirty="0">
            <a:latin typeface="黑体" panose="02010609060101010101" pitchFamily="49" charset="-122"/>
            <a:ea typeface="黑体" panose="02010609060101010101" pitchFamily="49" charset="-122"/>
          </a:endParaRPr>
        </a:p>
      </dsp:txBody>
      <dsp:txXfrm>
        <a:off x="634240" y="1297451"/>
        <a:ext cx="7084944" cy="1063478"/>
      </dsp:txXfrm>
    </dsp:sp>
    <dsp:sp modelId="{AEB0F1DF-2528-48EA-BA1D-3264C01323A2}">
      <dsp:nvSpPr>
        <dsp:cNvPr id="0" name=""/>
        <dsp:cNvSpPr/>
      </dsp:nvSpPr>
      <dsp:spPr>
        <a:xfrm>
          <a:off x="576708" y="2477388"/>
          <a:ext cx="7200008" cy="1178542"/>
        </a:xfrm>
        <a:prstGeom prst="roundRect">
          <a:avLst/>
        </a:prstGeom>
        <a:solidFill>
          <a:schemeClr val="bg2"/>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indent="457200" algn="l" defTabSz="711200" rtl="0">
            <a:lnSpc>
              <a:spcPct val="90000"/>
            </a:lnSpc>
            <a:spcBef>
              <a:spcPct val="0"/>
            </a:spcBef>
            <a:spcAft>
              <a:spcPct val="35000"/>
            </a:spcAft>
          </a:pPr>
          <a:r>
            <a:rPr lang="zh-CN" altLang="en-US" sz="1600" kern="1200" smtClean="0">
              <a:latin typeface="黑体" panose="02010609060101010101" pitchFamily="49" charset="-122"/>
              <a:ea typeface="黑体" panose="02010609060101010101" pitchFamily="49" charset="-122"/>
            </a:rPr>
            <a:t>这里的安全是指性能和功能的安全，对于法制计量器具这一要求非常重要，只有满足这些要求的衡器提供的称量结果才有可能具有法定地位，也只有这样，才能保证交易的公平，和测量数据的可信。</a:t>
          </a:r>
          <a:endParaRPr lang="zh-CN" altLang="en-US" sz="1600" kern="1200">
            <a:latin typeface="黑体" panose="02010609060101010101" pitchFamily="49" charset="-122"/>
            <a:ea typeface="黑体" panose="02010609060101010101" pitchFamily="49" charset="-122"/>
          </a:endParaRPr>
        </a:p>
      </dsp:txBody>
      <dsp:txXfrm>
        <a:off x="634240" y="2534920"/>
        <a:ext cx="7084944" cy="1063478"/>
      </dsp:txXfrm>
    </dsp:sp>
    <dsp:sp modelId="{3C003095-243A-4EA1-8B84-E715CA0C8221}">
      <dsp:nvSpPr>
        <dsp:cNvPr id="0" name=""/>
        <dsp:cNvSpPr/>
      </dsp:nvSpPr>
      <dsp:spPr>
        <a:xfrm>
          <a:off x="576708" y="3714857"/>
          <a:ext cx="7200008" cy="1178542"/>
        </a:xfrm>
        <a:prstGeom prst="roundRect">
          <a:avLst/>
        </a:prstGeom>
        <a:solidFill>
          <a:schemeClr val="accent6"/>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lvl="0" indent="457200"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各功能的使用满足一定的规定，例如半自动除皮后不允许清零；休眠、节电模式功能的启动和唤醒条件，以及唤醒后的状态等。</a:t>
          </a:r>
          <a:endParaRPr lang="zh-CN" altLang="en-US" sz="1600" kern="1200" dirty="0">
            <a:latin typeface="黑体" panose="02010609060101010101" pitchFamily="49" charset="-122"/>
            <a:ea typeface="黑体" panose="02010609060101010101" pitchFamily="49" charset="-122"/>
          </a:endParaRPr>
        </a:p>
      </dsp:txBody>
      <dsp:txXfrm>
        <a:off x="634240" y="3772389"/>
        <a:ext cx="7084944" cy="1063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B9D766-FE76-4F09-B744-612D4147BC01}">
      <dsp:nvSpPr>
        <dsp:cNvPr id="0" name=""/>
        <dsp:cNvSpPr/>
      </dsp:nvSpPr>
      <dsp:spPr>
        <a:xfrm>
          <a:off x="0" y="0"/>
          <a:ext cx="8345268" cy="533712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indent="457200" algn="ctr" defTabSz="1066800" rtl="0">
            <a:lnSpc>
              <a:spcPct val="100000"/>
            </a:lnSpc>
            <a:spcBef>
              <a:spcPct val="0"/>
            </a:spcBef>
            <a:spcAft>
              <a:spcPct val="35000"/>
            </a:spcAft>
          </a:pPr>
          <a:r>
            <a:rPr lang="zh-CN" altLang="en-US" sz="2400" kern="1200" baseline="0" dirty="0" smtClean="0">
              <a:latin typeface="黑体" panose="02010609060101010101" pitchFamily="49" charset="-122"/>
              <a:ea typeface="黑体" panose="02010609060101010101" pitchFamily="49" charset="-122"/>
            </a:rPr>
            <a:t>对器件以及控制的保护</a:t>
          </a:r>
          <a:endParaRPr lang="zh-CN" altLang="en-US" sz="2400" kern="1200" dirty="0">
            <a:latin typeface="黑体" panose="02010609060101010101" pitchFamily="49" charset="-122"/>
            <a:ea typeface="黑体" panose="02010609060101010101" pitchFamily="49" charset="-122"/>
          </a:endParaRPr>
        </a:p>
      </dsp:txBody>
      <dsp:txXfrm>
        <a:off x="0" y="0"/>
        <a:ext cx="8345268" cy="1601137"/>
      </dsp:txXfrm>
    </dsp:sp>
    <dsp:sp modelId="{9B36AC2F-5A83-454A-9A6A-EB62F921EEE7}">
      <dsp:nvSpPr>
        <dsp:cNvPr id="0" name=""/>
        <dsp:cNvSpPr/>
      </dsp:nvSpPr>
      <dsp:spPr>
        <a:xfrm>
          <a:off x="180698" y="1020914"/>
          <a:ext cx="7992029" cy="535023"/>
        </a:xfrm>
        <a:prstGeom prst="roundRect">
          <a:avLst>
            <a:gd name="adj" fmla="val 10000"/>
          </a:avLst>
        </a:prstGeom>
        <a:solidFill>
          <a:schemeClr val="tx1"/>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indent="-457200"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保护要求：对可能影响衡器性能和法定功能的单元提供保护，防止人为有意调整。</a:t>
          </a:r>
          <a:endParaRPr lang="zh-CN" altLang="en-US" sz="1600" kern="1200" dirty="0">
            <a:latin typeface="黑体" panose="02010609060101010101" pitchFamily="49" charset="-122"/>
            <a:ea typeface="黑体" panose="02010609060101010101" pitchFamily="49" charset="-122"/>
          </a:endParaRPr>
        </a:p>
      </dsp:txBody>
      <dsp:txXfrm>
        <a:off x="196368" y="1036584"/>
        <a:ext cx="7960689" cy="503683"/>
      </dsp:txXfrm>
    </dsp:sp>
    <dsp:sp modelId="{D060CD21-713A-4C47-AD68-23205D5FC7D5}">
      <dsp:nvSpPr>
        <dsp:cNvPr id="0" name=""/>
        <dsp:cNvSpPr/>
      </dsp:nvSpPr>
      <dsp:spPr>
        <a:xfrm>
          <a:off x="180698" y="1681254"/>
          <a:ext cx="7992029" cy="828000"/>
        </a:xfrm>
        <a:prstGeom prst="roundRect">
          <a:avLst>
            <a:gd name="adj" fmla="val 10000"/>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993775" lvl="0" indent="-993775"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保护意义：由于涉及第二方或第三利益或国家、公众利益，法制计量器具中与性能和法定功能相关的关键器件应受到保护，通常对这些保护称为铅封，可以是物理的，也可以是电子的。</a:t>
          </a:r>
          <a:endParaRPr lang="zh-CN" altLang="en-US" sz="1600" kern="1200" dirty="0">
            <a:latin typeface="黑体" panose="02010609060101010101" pitchFamily="49" charset="-122"/>
            <a:ea typeface="黑体" panose="02010609060101010101" pitchFamily="49" charset="-122"/>
          </a:endParaRPr>
        </a:p>
      </dsp:txBody>
      <dsp:txXfrm>
        <a:off x="204949" y="1705505"/>
        <a:ext cx="7943527" cy="779498"/>
      </dsp:txXfrm>
    </dsp:sp>
    <dsp:sp modelId="{3574EC48-D229-4CC5-B0FC-095CF0E15E75}">
      <dsp:nvSpPr>
        <dsp:cNvPr id="0" name=""/>
        <dsp:cNvSpPr/>
      </dsp:nvSpPr>
      <dsp:spPr>
        <a:xfrm>
          <a:off x="166644" y="2636860"/>
          <a:ext cx="8020136" cy="1040696"/>
        </a:xfrm>
        <a:prstGeom prst="roundRect">
          <a:avLst>
            <a:gd name="adj" fmla="val 10000"/>
          </a:avLst>
        </a:prstGeom>
        <a:solidFill>
          <a:srgbClr val="3399FF"/>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982663" lvl="0" indent="-982663"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保护技术：传统的铅封是对计量器具受保护的部分通过</a:t>
          </a:r>
          <a:r>
            <a:rPr lang="zh-CN" altLang="en-US" sz="1600" kern="1200" dirty="0" smtClean="0">
              <a:latin typeface="黑体" panose="02010609060101010101" pitchFamily="49" charset="-122"/>
              <a:ea typeface="黑体" panose="02010609060101010101" pitchFamily="49" charset="-122"/>
            </a:rPr>
            <a:t>外壳加以</a:t>
          </a:r>
          <a:r>
            <a:rPr lang="zh-CN" altLang="en-US" sz="1600" kern="1200" dirty="0" smtClean="0">
              <a:latin typeface="黑体" panose="02010609060101010101" pitchFamily="49" charset="-122"/>
              <a:ea typeface="黑体" panose="02010609060101010101" pitchFamily="49" charset="-122"/>
            </a:rPr>
            <a:t>保护，对外壳施加一个印封（带有管理印签的封闭装置）的装置，一旦该印封被破坏，衡器的法定身份就失效，这时提供的称量结果无论正确与否都不能作为法制计量数据使用。</a:t>
          </a:r>
          <a:endParaRPr lang="zh-CN" altLang="en-US" sz="1600" kern="1200" dirty="0">
            <a:latin typeface="黑体" panose="02010609060101010101" pitchFamily="49" charset="-122"/>
            <a:ea typeface="黑体" panose="02010609060101010101" pitchFamily="49" charset="-122"/>
          </a:endParaRPr>
        </a:p>
      </dsp:txBody>
      <dsp:txXfrm>
        <a:off x="197125" y="2667341"/>
        <a:ext cx="7959174" cy="979734"/>
      </dsp:txXfrm>
    </dsp:sp>
    <dsp:sp modelId="{D21DAA34-C19A-4912-B123-18BC1B2B1C4F}">
      <dsp:nvSpPr>
        <dsp:cNvPr id="0" name=""/>
        <dsp:cNvSpPr/>
      </dsp:nvSpPr>
      <dsp:spPr>
        <a:xfrm>
          <a:off x="954705" y="4116388"/>
          <a:ext cx="6444015" cy="1040696"/>
        </a:xfrm>
        <a:prstGeom prst="snip2SameRect">
          <a:avLst/>
        </a:prstGeom>
        <a:solidFill>
          <a:schemeClr val="accent6"/>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lvl="0" indent="457200" algn="l" defTabSz="711200" rtl="0">
            <a:lnSpc>
              <a:spcPct val="90000"/>
            </a:lnSpc>
            <a:spcBef>
              <a:spcPct val="0"/>
            </a:spcBef>
            <a:spcAft>
              <a:spcPct val="35000"/>
            </a:spcAft>
          </a:pPr>
          <a:r>
            <a:rPr lang="zh-CN" altLang="en-US" sz="1600" b="1" kern="1200" dirty="0" smtClean="0">
              <a:latin typeface="黑体" panose="02010609060101010101" pitchFamily="49" charset="-122"/>
              <a:ea typeface="黑体" panose="02010609060101010101" pitchFamily="49" charset="-122"/>
            </a:rPr>
            <a:t>该印封装置完好时，衡器性能和功能都是安全的，被破坏后能被使用和关注该管理装置的人易于发现。这是该装置的两个特征，因此如果采用软件保护，只要满足这两个特征，认为保护是有效的。</a:t>
          </a:r>
          <a:endParaRPr lang="zh-CN" altLang="en-US" sz="1600" kern="1200" dirty="0">
            <a:latin typeface="黑体" panose="02010609060101010101" pitchFamily="49" charset="-122"/>
            <a:ea typeface="黑体" panose="02010609060101010101" pitchFamily="49" charset="-122"/>
          </a:endParaRPr>
        </a:p>
      </dsp:txBody>
      <dsp:txXfrm>
        <a:off x="1041431" y="4203114"/>
        <a:ext cx="6270563" cy="9539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FDC3C2-507D-4192-9A4F-AE678FBD8539}">
      <dsp:nvSpPr>
        <dsp:cNvPr id="0" name=""/>
        <dsp:cNvSpPr/>
      </dsp:nvSpPr>
      <dsp:spPr>
        <a:xfrm>
          <a:off x="1393325" y="761922"/>
          <a:ext cx="2609425" cy="3528002"/>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对衡器校准参数的调整可以是自动或半自动的，无论何种型式都必须设置在衡器内部，受到铅封保护后不可能对调整本身进行任何影响。</a:t>
          </a:r>
          <a:endParaRPr lang="zh-CN" altLang="en-US" sz="1600" kern="1200" dirty="0">
            <a:latin typeface="黑体" panose="02010609060101010101" pitchFamily="49" charset="-122"/>
            <a:ea typeface="黑体" panose="02010609060101010101" pitchFamily="49" charset="-122"/>
          </a:endParaRPr>
        </a:p>
      </dsp:txBody>
      <dsp:txXfrm>
        <a:off x="1810833" y="761922"/>
        <a:ext cx="2191917" cy="3528002"/>
      </dsp:txXfrm>
    </dsp:sp>
    <dsp:sp modelId="{1162208E-EC1D-41AB-BEE6-6A0ED058C019}">
      <dsp:nvSpPr>
        <dsp:cNvPr id="0" name=""/>
        <dsp:cNvSpPr/>
      </dsp:nvSpPr>
      <dsp:spPr>
        <a:xfrm>
          <a:off x="1631" y="66075"/>
          <a:ext cx="1739617" cy="1739617"/>
        </a:xfrm>
        <a:prstGeom prst="ellipse">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rtl="0">
            <a:lnSpc>
              <a:spcPct val="90000"/>
            </a:lnSpc>
            <a:spcBef>
              <a:spcPct val="0"/>
            </a:spcBef>
            <a:spcAft>
              <a:spcPct val="35000"/>
            </a:spcAft>
          </a:pPr>
          <a:r>
            <a:rPr lang="zh-CN" altLang="en-US" sz="2000" kern="1200" dirty="0" smtClean="0">
              <a:latin typeface="黑体" panose="02010609060101010101" pitchFamily="49" charset="-122"/>
              <a:ea typeface="黑体" panose="02010609060101010101" pitchFamily="49" charset="-122"/>
            </a:rPr>
            <a:t>校准和</a:t>
          </a:r>
          <a:r>
            <a:rPr lang="en-US" altLang="zh-CN" sz="2000" kern="1200" dirty="0" smtClean="0">
              <a:latin typeface="黑体" panose="02010609060101010101" pitchFamily="49" charset="-122"/>
              <a:ea typeface="黑体" panose="02010609060101010101" pitchFamily="49" charset="-122"/>
            </a:rPr>
            <a:t/>
          </a:r>
          <a:br>
            <a:rPr lang="en-US" altLang="zh-CN" sz="2000" kern="1200" dirty="0" smtClean="0">
              <a:latin typeface="黑体" panose="02010609060101010101" pitchFamily="49" charset="-122"/>
              <a:ea typeface="黑体" panose="02010609060101010101" pitchFamily="49" charset="-122"/>
            </a:rPr>
          </a:br>
          <a:r>
            <a:rPr lang="zh-CN" altLang="en-US" sz="2000" kern="1200" dirty="0" smtClean="0">
              <a:latin typeface="黑体" panose="02010609060101010101" pitchFamily="49" charset="-122"/>
              <a:ea typeface="黑体" panose="02010609060101010101" pitchFamily="49" charset="-122"/>
            </a:rPr>
            <a:t>调整</a:t>
          </a:r>
          <a:endParaRPr lang="zh-CN" altLang="en-US" sz="2000" kern="1200" dirty="0">
            <a:latin typeface="黑体" panose="02010609060101010101" pitchFamily="49" charset="-122"/>
            <a:ea typeface="黑体" panose="02010609060101010101" pitchFamily="49" charset="-122"/>
          </a:endParaRPr>
        </a:p>
      </dsp:txBody>
      <dsp:txXfrm>
        <a:off x="256392" y="320836"/>
        <a:ext cx="1230095" cy="1230095"/>
      </dsp:txXfrm>
    </dsp:sp>
    <dsp:sp modelId="{E5C53F4C-C82D-425E-9BF4-9FEF759C33F9}">
      <dsp:nvSpPr>
        <dsp:cNvPr id="0" name=""/>
        <dsp:cNvSpPr/>
      </dsp:nvSpPr>
      <dsp:spPr>
        <a:xfrm>
          <a:off x="5742368" y="761922"/>
          <a:ext cx="2609425" cy="3528002"/>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113792" rIns="113792" bIns="113792" numCol="1" spcCol="1270" anchor="ctr" anchorCtr="0">
          <a:noAutofit/>
        </a:bodyPr>
        <a:lstStyle/>
        <a:p>
          <a:pPr lvl="0" algn="l" defTabSz="711200" rtl="0">
            <a:lnSpc>
              <a:spcPct val="90000"/>
            </a:lnSpc>
            <a:spcBef>
              <a:spcPct val="0"/>
            </a:spcBef>
            <a:spcAft>
              <a:spcPct val="35000"/>
            </a:spcAft>
          </a:pPr>
          <a:r>
            <a:rPr lang="zh-CN" altLang="en-US" sz="1600" kern="1200" dirty="0" smtClean="0">
              <a:latin typeface="黑体" panose="02010609060101010101" pitchFamily="49" charset="-122"/>
              <a:ea typeface="黑体" panose="02010609060101010101" pitchFamily="49" charset="-122"/>
            </a:rPr>
            <a:t>允许设置重力补偿装置和功能，保护后该功能不可能受到影响。因此，该功能某种意义仅用于制造商地点实施的首次检定。对校准总是在使用地点完成没有意义。</a:t>
          </a:r>
          <a:endParaRPr lang="zh-CN" altLang="en-US" sz="1600" kern="1200" dirty="0">
            <a:latin typeface="黑体" panose="02010609060101010101" pitchFamily="49" charset="-122"/>
            <a:ea typeface="黑体" panose="02010609060101010101" pitchFamily="49" charset="-122"/>
          </a:endParaRPr>
        </a:p>
      </dsp:txBody>
      <dsp:txXfrm>
        <a:off x="6159876" y="761922"/>
        <a:ext cx="2191917" cy="3528002"/>
      </dsp:txXfrm>
    </dsp:sp>
    <dsp:sp modelId="{097A3455-314A-44BA-944F-A43E589BA188}">
      <dsp:nvSpPr>
        <dsp:cNvPr id="0" name=""/>
        <dsp:cNvSpPr/>
      </dsp:nvSpPr>
      <dsp:spPr>
        <a:xfrm>
          <a:off x="4350674" y="66075"/>
          <a:ext cx="1739617" cy="1739617"/>
        </a:xfrm>
        <a:prstGeom prst="ellipse">
          <a:avLst/>
        </a:prstGeom>
        <a:solidFill>
          <a:schemeClr val="accent1">
            <a:hueOff val="0"/>
            <a:satOff val="0"/>
            <a:lumOff val="0"/>
            <a:alphaOff val="0"/>
          </a:schemeClr>
        </a:solidFill>
        <a:ln w="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889000" rtl="0">
            <a:lnSpc>
              <a:spcPct val="90000"/>
            </a:lnSpc>
            <a:spcBef>
              <a:spcPct val="0"/>
            </a:spcBef>
            <a:spcAft>
              <a:spcPct val="35000"/>
            </a:spcAft>
          </a:pPr>
          <a:r>
            <a:rPr lang="zh-CN" altLang="en-US" sz="2000" kern="1200" smtClean="0">
              <a:latin typeface="黑体" panose="02010609060101010101" pitchFamily="49" charset="-122"/>
              <a:ea typeface="黑体" panose="02010609060101010101" pitchFamily="49" charset="-122"/>
            </a:rPr>
            <a:t>重力补偿</a:t>
          </a:r>
          <a:endParaRPr lang="zh-CN" altLang="en-US" sz="2000" kern="1200">
            <a:latin typeface="黑体" panose="02010609060101010101" pitchFamily="49" charset="-122"/>
            <a:ea typeface="黑体" panose="02010609060101010101" pitchFamily="49" charset="-122"/>
          </a:endParaRPr>
        </a:p>
      </dsp:txBody>
      <dsp:txXfrm>
        <a:off x="4605435" y="320836"/>
        <a:ext cx="1230095" cy="123009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A748CB-EE6A-416F-8483-B7E1859C5D18}">
      <dsp:nvSpPr>
        <dsp:cNvPr id="0" name=""/>
        <dsp:cNvSpPr/>
      </dsp:nvSpPr>
      <dsp:spPr>
        <a:xfrm>
          <a:off x="40" y="199045"/>
          <a:ext cx="3845802" cy="686085"/>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zh-CN" altLang="en-US" sz="2000" kern="1200" baseline="0" dirty="0" smtClean="0">
              <a:latin typeface="黑体" panose="02010609060101010101" pitchFamily="49" charset="-122"/>
              <a:ea typeface="黑体" panose="02010609060101010101" pitchFamily="49" charset="-122"/>
            </a:rPr>
            <a:t>指示值或打印值的形式</a:t>
          </a:r>
          <a:endParaRPr lang="zh-CN" altLang="en-US" sz="2000" kern="1200" dirty="0">
            <a:latin typeface="黑体" panose="02010609060101010101" pitchFamily="49" charset="-122"/>
            <a:ea typeface="黑体" panose="02010609060101010101" pitchFamily="49" charset="-122"/>
          </a:endParaRPr>
        </a:p>
      </dsp:txBody>
      <dsp:txXfrm>
        <a:off x="40" y="199045"/>
        <a:ext cx="3845802" cy="686085"/>
      </dsp:txXfrm>
    </dsp:sp>
    <dsp:sp modelId="{43358AF8-F213-4C43-9504-58FF26641941}">
      <dsp:nvSpPr>
        <dsp:cNvPr id="0" name=""/>
        <dsp:cNvSpPr/>
      </dsp:nvSpPr>
      <dsp:spPr>
        <a:xfrm>
          <a:off x="40" y="888376"/>
          <a:ext cx="3845802" cy="254736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ts val="1200"/>
            </a:spcAft>
            <a:buChar char="••"/>
          </a:pPr>
          <a:r>
            <a:rPr lang="zh-CN" altLang="en-US" sz="1600" kern="1200" dirty="0" smtClean="0">
              <a:latin typeface="黑体" panose="02010609060101010101" pitchFamily="49" charset="-122"/>
              <a:ea typeface="黑体" panose="02010609060101010101" pitchFamily="49" charset="-122"/>
            </a:rPr>
            <a:t>数字衡器称量结果的指示总是以分度值数量的积表示的，分度值的形式只能是：</a:t>
          </a:r>
          <a:endParaRPr lang="zh-CN" altLang="en-US" sz="1600" kern="1200" dirty="0">
            <a:latin typeface="黑体" panose="02010609060101010101" pitchFamily="49" charset="-122"/>
            <a:ea typeface="黑体" panose="02010609060101010101" pitchFamily="49" charset="-122"/>
          </a:endParaRPr>
        </a:p>
        <a:p>
          <a:pPr marL="342900" lvl="2" indent="-171450" algn="l" defTabSz="711200" rtl="0">
            <a:lnSpc>
              <a:spcPct val="90000"/>
            </a:lnSpc>
            <a:spcBef>
              <a:spcPct val="0"/>
            </a:spcBef>
            <a:spcAft>
              <a:spcPts val="1200"/>
            </a:spcAft>
            <a:buChar char="••"/>
          </a:pPr>
          <a14:m xmlns:a14="http://schemas.microsoft.com/office/drawing/2010/main">
            <m:oMath xmlns:m="http://schemas.openxmlformats.org/officeDocument/2006/math">
              <m:r>
                <a:rPr lang="en-US" sz="1600" kern="1200" smtClean="0">
                  <a:latin typeface="Cambria Math"/>
                </a:rPr>
                <m:t>1</m:t>
              </m:r>
              <m:r>
                <a:rPr lang="en-US" sz="1600" i="1" kern="1200">
                  <a:latin typeface="Cambria Math"/>
                </a:rPr>
                <m:t>×</m:t>
              </m:r>
              <m:sSup>
                <m:sSupPr>
                  <m:ctrlPr>
                    <a:rPr lang="en-US" sz="1600" i="1" kern="1200">
                      <a:latin typeface="Cambria Math"/>
                    </a:rPr>
                  </m:ctrlPr>
                </m:sSupPr>
                <m:e>
                  <m:r>
                    <a:rPr lang="en-US" sz="1600" b="0" i="1" kern="1200">
                      <a:latin typeface="Cambria Math"/>
                    </a:rPr>
                    <m:t>10</m:t>
                  </m:r>
                </m:e>
                <m:sup>
                  <m:r>
                    <a:rPr lang="en-US" sz="1600" b="0" i="1" kern="1200">
                      <a:latin typeface="Cambria Math"/>
                    </a:rPr>
                    <m:t>𝑘</m:t>
                  </m:r>
                </m:sup>
              </m:sSup>
            </m:oMath>
          </a14:m>
          <a:r>
            <a:rPr lang="en-US" sz="1600" kern="1200" dirty="0">
              <a:latin typeface="黑体" panose="02010609060101010101" pitchFamily="49" charset="-122"/>
              <a:ea typeface="黑体" panose="02010609060101010101" pitchFamily="49" charset="-122"/>
            </a:rPr>
            <a:t> </a:t>
          </a:r>
          <a:r>
            <a:rPr lang="zh-CN" sz="1600" kern="1200" dirty="0">
              <a:latin typeface="黑体" panose="02010609060101010101" pitchFamily="49" charset="-122"/>
              <a:ea typeface="黑体" panose="02010609060101010101" pitchFamily="49" charset="-122"/>
            </a:rPr>
            <a:t>，</a:t>
          </a:r>
          <a14:m xmlns:a14="http://schemas.microsoft.com/office/drawing/2010/main">
            <m:oMath xmlns:m="http://schemas.openxmlformats.org/officeDocument/2006/math">
              <m:r>
                <a:rPr lang="en-US" sz="1600" kern="1200">
                  <a:latin typeface="Cambria Math"/>
                </a:rPr>
                <m:t>2</m:t>
              </m:r>
              <m:r>
                <a:rPr lang="en-US" sz="1600" i="1" kern="1200">
                  <a:latin typeface="Cambria Math"/>
                </a:rPr>
                <m:t>×</m:t>
              </m:r>
              <m:sSup>
                <m:sSupPr>
                  <m:ctrlPr>
                    <a:rPr lang="en-US" sz="1600" i="1" kern="1200">
                      <a:latin typeface="Cambria Math"/>
                    </a:rPr>
                  </m:ctrlPr>
                </m:sSupPr>
                <m:e>
                  <m:r>
                    <a:rPr lang="en-US" sz="1600" b="0" i="1" kern="1200">
                      <a:latin typeface="Cambria Math"/>
                    </a:rPr>
                    <m:t>10</m:t>
                  </m:r>
                </m:e>
                <m:sup>
                  <m:r>
                    <a:rPr lang="en-US" sz="1600" b="0" i="1" kern="1200">
                      <a:latin typeface="Cambria Math"/>
                    </a:rPr>
                    <m:t>𝑘</m:t>
                  </m:r>
                </m:sup>
              </m:sSup>
            </m:oMath>
          </a14:m>
          <a:r>
            <a:rPr lang="zh-CN" sz="1600" kern="1200" dirty="0">
              <a:latin typeface="黑体" panose="02010609060101010101" pitchFamily="49" charset="-122"/>
              <a:ea typeface="黑体" panose="02010609060101010101" pitchFamily="49" charset="-122"/>
            </a:rPr>
            <a:t>， </a:t>
          </a:r>
          <a14:m xmlns:a14="http://schemas.microsoft.com/office/drawing/2010/main">
            <m:oMath xmlns:m="http://schemas.openxmlformats.org/officeDocument/2006/math">
              <m:r>
                <a:rPr lang="en-US" sz="1600" kern="1200">
                  <a:latin typeface="Cambria Math"/>
                </a:rPr>
                <m:t>5</m:t>
              </m:r>
              <m:r>
                <a:rPr lang="en-US" sz="1600" i="1" kern="1200">
                  <a:latin typeface="Cambria Math"/>
                </a:rPr>
                <m:t>×</m:t>
              </m:r>
              <m:sSup>
                <m:sSupPr>
                  <m:ctrlPr>
                    <a:rPr lang="en-US" sz="1600" i="1" kern="1200">
                      <a:latin typeface="Cambria Math"/>
                    </a:rPr>
                  </m:ctrlPr>
                </m:sSupPr>
                <m:e>
                  <m:r>
                    <a:rPr lang="en-US" sz="1600" b="0" i="1" kern="1200">
                      <a:latin typeface="Cambria Math"/>
                    </a:rPr>
                    <m:t>10</m:t>
                  </m:r>
                </m:e>
                <m:sup>
                  <m:r>
                    <a:rPr lang="en-US" sz="1600" b="0" i="1" kern="1200">
                      <a:latin typeface="Cambria Math"/>
                    </a:rPr>
                    <m:t>𝑘</m:t>
                  </m:r>
                </m:sup>
              </m:sSup>
            </m:oMath>
          </a14:m>
          <a:r>
            <a:rPr lang="en-US" sz="1600" kern="1200" dirty="0" smtClean="0">
              <a:latin typeface="黑体" panose="02010609060101010101" pitchFamily="49" charset="-122"/>
              <a:ea typeface="黑体" panose="02010609060101010101" pitchFamily="49" charset="-122"/>
            </a:rPr>
            <a:t/>
          </a:r>
          <a:br>
            <a:rPr lang="en-US" sz="1600" kern="1200" dirty="0" smtClean="0">
              <a:latin typeface="黑体" panose="02010609060101010101" pitchFamily="49" charset="-122"/>
              <a:ea typeface="黑体" panose="02010609060101010101" pitchFamily="49" charset="-122"/>
            </a:rPr>
          </a:br>
          <a:r>
            <a:rPr lang="en-US" sz="1600" kern="1200" dirty="0" smtClean="0">
              <a:latin typeface="黑体" panose="02010609060101010101" pitchFamily="49" charset="-122"/>
              <a:ea typeface="黑体" panose="02010609060101010101" pitchFamily="49" charset="-122"/>
            </a:rPr>
            <a:t>k </a:t>
          </a:r>
          <a:r>
            <a:rPr lang="zh-CN" sz="1600" kern="1200" dirty="0" smtClean="0">
              <a:latin typeface="黑体" panose="02010609060101010101" pitchFamily="49" charset="-122"/>
              <a:ea typeface="黑体" panose="02010609060101010101" pitchFamily="49" charset="-122"/>
            </a:rPr>
            <a:t>是正的或负的整数，或是零。</a:t>
          </a:r>
          <a:endParaRPr lang="zh-CN" sz="1600" kern="1200" dirty="0">
            <a:latin typeface="黑体" panose="02010609060101010101" pitchFamily="49" charset="-122"/>
            <a:ea typeface="黑体" panose="02010609060101010101" pitchFamily="49" charset="-122"/>
          </a:endParaRPr>
        </a:p>
        <a:p>
          <a:pPr marL="342900" lvl="2" indent="-171450" algn="l" defTabSz="711200" rtl="0">
            <a:lnSpc>
              <a:spcPct val="90000"/>
            </a:lnSpc>
            <a:spcBef>
              <a:spcPct val="0"/>
            </a:spcBef>
            <a:spcAft>
              <a:spcPts val="1200"/>
            </a:spcAft>
            <a:buChar char="••"/>
          </a:pPr>
          <a:r>
            <a:rPr lang="zh-CN" altLang="en-US" sz="1600" kern="1200" dirty="0" smtClean="0">
              <a:latin typeface="黑体" panose="02010609060101010101" pitchFamily="49" charset="-122"/>
              <a:ea typeface="黑体" panose="02010609060101010101" pitchFamily="49" charset="-122"/>
            </a:rPr>
            <a:t>任一载荷的称量结果（无论由何种称量装置确定）的分度值必须相同。</a:t>
          </a:r>
          <a:endParaRPr lang="zh-CN" altLang="en-US" sz="1600" kern="1200" dirty="0">
            <a:latin typeface="黑体" panose="02010609060101010101" pitchFamily="49" charset="-122"/>
            <a:ea typeface="黑体" panose="02010609060101010101" pitchFamily="49" charset="-122"/>
          </a:endParaRPr>
        </a:p>
      </dsp:txBody>
      <dsp:txXfrm>
        <a:off x="40" y="888376"/>
        <a:ext cx="3845802" cy="2547360"/>
      </dsp:txXfrm>
    </dsp:sp>
    <dsp:sp modelId="{59165490-AB65-48F9-AA20-EC225ED37B0D}">
      <dsp:nvSpPr>
        <dsp:cNvPr id="0" name=""/>
        <dsp:cNvSpPr/>
      </dsp:nvSpPr>
      <dsp:spPr>
        <a:xfrm>
          <a:off x="4384254" y="238774"/>
          <a:ext cx="3845802" cy="606734"/>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rtl="0">
            <a:lnSpc>
              <a:spcPct val="90000"/>
            </a:lnSpc>
            <a:spcBef>
              <a:spcPct val="0"/>
            </a:spcBef>
            <a:spcAft>
              <a:spcPct val="35000"/>
            </a:spcAft>
          </a:pPr>
          <a:r>
            <a:rPr lang="zh-CN" altLang="en-US" sz="2000" kern="1200" baseline="0" dirty="0" smtClean="0">
              <a:latin typeface="黑体" panose="02010609060101010101" pitchFamily="49" charset="-122"/>
              <a:ea typeface="黑体" panose="02010609060101010101" pitchFamily="49" charset="-122"/>
            </a:rPr>
            <a:t>示值的指示和打印</a:t>
          </a:r>
          <a:endParaRPr lang="zh-CN" altLang="en-US" sz="2000" kern="1200" dirty="0">
            <a:latin typeface="黑体" panose="02010609060101010101" pitchFamily="49" charset="-122"/>
            <a:ea typeface="黑体" panose="02010609060101010101" pitchFamily="49" charset="-122"/>
          </a:endParaRPr>
        </a:p>
      </dsp:txBody>
      <dsp:txXfrm>
        <a:off x="4384254" y="238774"/>
        <a:ext cx="3845802" cy="606734"/>
      </dsp:txXfrm>
    </dsp:sp>
    <dsp:sp modelId="{05CAD906-4EA4-41E7-802C-574F01ED1D42}">
      <dsp:nvSpPr>
        <dsp:cNvPr id="0" name=""/>
        <dsp:cNvSpPr/>
      </dsp:nvSpPr>
      <dsp:spPr>
        <a:xfrm>
          <a:off x="4384254" y="848633"/>
          <a:ext cx="3845802" cy="254736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ts val="1200"/>
            </a:spcAft>
            <a:buChar char="••"/>
          </a:pPr>
          <a:r>
            <a:rPr lang="zh-CN" altLang="en-US" sz="1600" kern="1200" dirty="0" smtClean="0">
              <a:latin typeface="黑体" panose="02010609060101010101" pitchFamily="49" charset="-122"/>
              <a:ea typeface="黑体" panose="02010609060101010101" pitchFamily="49" charset="-122"/>
            </a:rPr>
            <a:t>至少显示一位数字；</a:t>
          </a:r>
          <a:endParaRPr lang="zh-CN" altLang="en-US" sz="1600" kern="1200" dirty="0">
            <a:latin typeface="黑体" panose="02010609060101010101" pitchFamily="49" charset="-122"/>
            <a:ea typeface="黑体" panose="02010609060101010101" pitchFamily="49" charset="-122"/>
          </a:endParaRPr>
        </a:p>
        <a:p>
          <a:pPr marL="171450" lvl="1" indent="-171450" algn="l" defTabSz="711200" rtl="0">
            <a:lnSpc>
              <a:spcPct val="90000"/>
            </a:lnSpc>
            <a:spcBef>
              <a:spcPct val="0"/>
            </a:spcBef>
            <a:spcAft>
              <a:spcPts val="1200"/>
            </a:spcAft>
            <a:buChar char="••"/>
          </a:pPr>
          <a:r>
            <a:rPr lang="zh-CN" altLang="en-US" sz="1600" kern="1200" dirty="0" smtClean="0">
              <a:latin typeface="黑体" panose="02010609060101010101" pitchFamily="49" charset="-122"/>
              <a:ea typeface="黑体" panose="02010609060101010101" pitchFamily="49" charset="-122"/>
            </a:rPr>
            <a:t>小数点必须在底线上；</a:t>
          </a:r>
          <a:endParaRPr lang="zh-CN" altLang="en-US" sz="1600" kern="1200" dirty="0">
            <a:latin typeface="黑体" panose="02010609060101010101" pitchFamily="49" charset="-122"/>
            <a:ea typeface="黑体" panose="02010609060101010101" pitchFamily="49" charset="-122"/>
          </a:endParaRPr>
        </a:p>
        <a:p>
          <a:pPr marL="171450" lvl="1" indent="-171450" algn="l" defTabSz="711200" rtl="0">
            <a:lnSpc>
              <a:spcPct val="90000"/>
            </a:lnSpc>
            <a:spcBef>
              <a:spcPct val="0"/>
            </a:spcBef>
            <a:spcAft>
              <a:spcPts val="1200"/>
            </a:spcAft>
            <a:buChar char="••"/>
          </a:pPr>
          <a:r>
            <a:rPr lang="zh-CN" sz="1600" kern="1200" smtClean="0">
              <a:latin typeface="黑体" panose="02010609060101010101" pitchFamily="49" charset="-122"/>
              <a:ea typeface="黑体" panose="02010609060101010101" pitchFamily="49" charset="-122"/>
            </a:rPr>
            <a:t>零称量（或零点，零示值）结果允许仅使用一个“</a:t>
          </a:r>
          <a:r>
            <a:rPr lang="en-US" sz="1600" kern="1200" smtClean="0">
              <a:latin typeface="黑体" panose="02010609060101010101" pitchFamily="49" charset="-122"/>
              <a:ea typeface="黑体" panose="02010609060101010101" pitchFamily="49" charset="-122"/>
            </a:rPr>
            <a:t>0</a:t>
          </a:r>
          <a:r>
            <a:rPr lang="zh-CN" sz="1600" kern="1200" smtClean="0">
              <a:latin typeface="黑体" panose="02010609060101010101" pitchFamily="49" charset="-122"/>
              <a:ea typeface="黑体" panose="02010609060101010101" pitchFamily="49" charset="-122"/>
            </a:rPr>
            <a:t>”表示，即便有小数点。</a:t>
          </a:r>
          <a:endParaRPr lang="zh-CN" sz="1600" kern="1200">
            <a:latin typeface="黑体" panose="02010609060101010101" pitchFamily="49" charset="-122"/>
            <a:ea typeface="黑体" panose="02010609060101010101" pitchFamily="49" charset="-122"/>
          </a:endParaRPr>
        </a:p>
        <a:p>
          <a:pPr marL="171450" lvl="1" indent="-171450" algn="l" defTabSz="711200" rtl="0">
            <a:lnSpc>
              <a:spcPct val="90000"/>
            </a:lnSpc>
            <a:spcBef>
              <a:spcPct val="0"/>
            </a:spcBef>
            <a:spcAft>
              <a:spcPts val="1200"/>
            </a:spcAft>
            <a:buChar char="••"/>
          </a:pPr>
          <a:r>
            <a:rPr lang="zh-CN" sz="1600" kern="1200" smtClean="0">
              <a:latin typeface="黑体" panose="02010609060101010101" pitchFamily="49" charset="-122"/>
              <a:ea typeface="黑体" panose="02010609060101010101" pitchFamily="49" charset="-122"/>
            </a:rPr>
            <a:t>示值仅允许一个</a:t>
          </a:r>
          <a:r>
            <a:rPr lang="zh-CN" sz="1600" b="1" kern="1200" smtClean="0">
              <a:latin typeface="黑体" panose="02010609060101010101" pitchFamily="49" charset="-122"/>
              <a:ea typeface="黑体" panose="02010609060101010101" pitchFamily="49" charset="-122"/>
            </a:rPr>
            <a:t>无效零</a:t>
          </a:r>
          <a:r>
            <a:rPr lang="zh-CN" sz="1600" kern="1200" smtClean="0">
              <a:latin typeface="黑体" panose="02010609060101010101" pitchFamily="49" charset="-122"/>
              <a:ea typeface="黑体" panose="02010609060101010101" pitchFamily="49" charset="-122"/>
            </a:rPr>
            <a:t>（没有实际意义的零），无效零仅允许在小数点后的第</a:t>
          </a:r>
          <a:r>
            <a:rPr lang="en-US" sz="1600" kern="1200" smtClean="0">
              <a:latin typeface="黑体" panose="02010609060101010101" pitchFamily="49" charset="-122"/>
              <a:ea typeface="黑体" panose="02010609060101010101" pitchFamily="49" charset="-122"/>
            </a:rPr>
            <a:t>3</a:t>
          </a:r>
          <a:r>
            <a:rPr lang="zh-CN" sz="1600" kern="1200" smtClean="0">
              <a:latin typeface="黑体" panose="02010609060101010101" pitchFamily="49" charset="-122"/>
              <a:ea typeface="黑体" panose="02010609060101010101" pitchFamily="49" charset="-122"/>
            </a:rPr>
            <a:t>位。</a:t>
          </a:r>
          <a:endParaRPr lang="zh-CN" sz="1600" kern="1200">
            <a:latin typeface="黑体" panose="02010609060101010101" pitchFamily="49" charset="-122"/>
            <a:ea typeface="黑体" panose="02010609060101010101" pitchFamily="49" charset="-122"/>
          </a:endParaRPr>
        </a:p>
      </dsp:txBody>
      <dsp:txXfrm>
        <a:off x="4384254" y="848633"/>
        <a:ext cx="3845802" cy="25473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F11B9E-6747-41D6-B679-4902A85CC7C4}">
      <dsp:nvSpPr>
        <dsp:cNvPr id="0" name=""/>
        <dsp:cNvSpPr/>
      </dsp:nvSpPr>
      <dsp:spPr>
        <a:xfrm>
          <a:off x="2610" y="153284"/>
          <a:ext cx="2545184" cy="46080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rtl="0">
            <a:lnSpc>
              <a:spcPct val="90000"/>
            </a:lnSpc>
            <a:spcBef>
              <a:spcPct val="0"/>
            </a:spcBef>
            <a:spcAft>
              <a:spcPct val="35000"/>
            </a:spcAft>
          </a:pPr>
          <a:r>
            <a:rPr lang="zh-CN" sz="1600" kern="1200" baseline="0" smtClean="0">
              <a:latin typeface="+mj-lt"/>
              <a:ea typeface="黑体" panose="02010609060101010101" pitchFamily="49" charset="-122"/>
            </a:rPr>
            <a:t>示值极限（最大指示值）</a:t>
          </a:r>
          <a:endParaRPr lang="zh-CN" sz="1600" kern="1200">
            <a:latin typeface="+mj-lt"/>
            <a:ea typeface="黑体" panose="02010609060101010101" pitchFamily="49" charset="-122"/>
          </a:endParaRPr>
        </a:p>
      </dsp:txBody>
      <dsp:txXfrm>
        <a:off x="2610" y="153284"/>
        <a:ext cx="2545184" cy="460800"/>
      </dsp:txXfrm>
    </dsp:sp>
    <dsp:sp modelId="{0D0622DF-06BF-43E9-8E38-B556DD90FE1F}">
      <dsp:nvSpPr>
        <dsp:cNvPr id="0" name=""/>
        <dsp:cNvSpPr/>
      </dsp:nvSpPr>
      <dsp:spPr>
        <a:xfrm>
          <a:off x="2610" y="614085"/>
          <a:ext cx="2545184" cy="412848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ct val="15000"/>
            </a:spcAft>
            <a:buChar char="••"/>
          </a:pPr>
          <a:r>
            <a:rPr lang="zh-CN" sz="1600" kern="1200" smtClean="0">
              <a:latin typeface="+mj-lt"/>
              <a:ea typeface="黑体" panose="02010609060101010101" pitchFamily="49" charset="-122"/>
            </a:rPr>
            <a:t>超过 </a:t>
          </a:r>
          <a:r>
            <a:rPr lang="en-US" sz="1600" kern="1200" smtClean="0">
              <a:latin typeface="+mj-lt"/>
              <a:ea typeface="黑体" panose="02010609060101010101" pitchFamily="49" charset="-122"/>
            </a:rPr>
            <a:t>Max + 9e </a:t>
          </a:r>
          <a:r>
            <a:rPr lang="zh-CN" sz="1600" kern="1200" smtClean="0">
              <a:latin typeface="+mj-lt"/>
              <a:ea typeface="黑体" panose="02010609060101010101" pitchFamily="49" charset="-122"/>
            </a:rPr>
            <a:t>应无示值显示。</a:t>
          </a:r>
          <a:r>
            <a:rPr lang="en-US" sz="1600" kern="1200" smtClean="0">
              <a:latin typeface="+mj-lt"/>
              <a:ea typeface="黑体" panose="02010609060101010101" pitchFamily="49" charset="-122"/>
            </a:rPr>
            <a:t>5e</a:t>
          </a:r>
          <a:r>
            <a:rPr lang="zh-CN" sz="1600" kern="1200" smtClean="0">
              <a:latin typeface="+mj-lt"/>
              <a:ea typeface="黑体" panose="02010609060101010101" pitchFamily="49" charset="-122"/>
            </a:rPr>
            <a:t>也是允许的，但不小于</a:t>
          </a:r>
          <a:r>
            <a:rPr lang="en-US" sz="1600" kern="1200" smtClean="0">
              <a:latin typeface="+mj-lt"/>
              <a:ea typeface="黑体" panose="02010609060101010101" pitchFamily="49" charset="-122"/>
            </a:rPr>
            <a:t>3e </a:t>
          </a:r>
          <a:r>
            <a:rPr lang="zh-CN" sz="1600" kern="1200" smtClean="0">
              <a:latin typeface="+mj-lt"/>
              <a:ea typeface="黑体" panose="02010609060101010101" pitchFamily="49" charset="-122"/>
            </a:rPr>
            <a:t>（</a:t>
          </a:r>
          <a:r>
            <a:rPr lang="en-US" sz="1600" kern="1200" smtClean="0">
              <a:latin typeface="+mj-lt"/>
              <a:ea typeface="黑体" panose="02010609060101010101" pitchFamily="49" charset="-122"/>
            </a:rPr>
            <a:t>mpe = 3e</a:t>
          </a:r>
          <a:r>
            <a:rPr lang="zh-CN" sz="1600" kern="1200" smtClean="0">
              <a:latin typeface="+mj-lt"/>
              <a:ea typeface="黑体" panose="02010609060101010101" pitchFamily="49" charset="-122"/>
            </a:rPr>
            <a:t>），这里是</a:t>
          </a:r>
          <a:r>
            <a:rPr lang="en-US" sz="1600" kern="1200" smtClean="0">
              <a:latin typeface="+mj-lt"/>
              <a:ea typeface="黑体" panose="02010609060101010101" pitchFamily="49" charset="-122"/>
            </a:rPr>
            <a:t>e</a:t>
          </a:r>
          <a:r>
            <a:rPr lang="zh-CN" sz="1600" kern="1200" smtClean="0">
              <a:latin typeface="+mj-lt"/>
              <a:ea typeface="黑体" panose="02010609060101010101" pitchFamily="49" charset="-122"/>
            </a:rPr>
            <a:t>不是</a:t>
          </a:r>
          <a:r>
            <a:rPr lang="en-US" sz="1600" kern="1200" smtClean="0">
              <a:latin typeface="+mj-lt"/>
              <a:ea typeface="黑体" panose="02010609060101010101" pitchFamily="49" charset="-122"/>
            </a:rPr>
            <a:t>d</a:t>
          </a:r>
          <a:r>
            <a:rPr lang="zh-CN" sz="1600" kern="1200" smtClean="0">
              <a:latin typeface="+mj-lt"/>
              <a:ea typeface="黑体" panose="02010609060101010101" pitchFamily="49" charset="-122"/>
            </a:rPr>
            <a:t>。（不同标准，该规定值可能不同）。</a:t>
          </a:r>
          <a:endParaRPr lang="zh-CN" sz="1600" kern="1200">
            <a:latin typeface="+mj-lt"/>
            <a:ea typeface="黑体" panose="02010609060101010101" pitchFamily="49" charset="-122"/>
          </a:endParaRPr>
        </a:p>
        <a:p>
          <a:pPr marL="171450" lvl="1" indent="-171450" algn="l" defTabSz="711200" rtl="0">
            <a:lnSpc>
              <a:spcPct val="90000"/>
            </a:lnSpc>
            <a:spcBef>
              <a:spcPct val="0"/>
            </a:spcBef>
            <a:spcAft>
              <a:spcPct val="15000"/>
            </a:spcAft>
            <a:buChar char="••"/>
          </a:pPr>
          <a:r>
            <a:rPr lang="zh-CN" sz="1600" kern="1200" smtClean="0">
              <a:latin typeface="+mj-lt"/>
              <a:ea typeface="黑体" panose="02010609060101010101" pitchFamily="49" charset="-122"/>
            </a:rPr>
            <a:t>对手动切换称量范围的衡器，该要求适用于每个称量范围；</a:t>
          </a:r>
          <a:endParaRPr lang="zh-CN" sz="1600" kern="1200">
            <a:latin typeface="+mj-lt"/>
            <a:ea typeface="黑体" panose="02010609060101010101" pitchFamily="49" charset="-122"/>
          </a:endParaRPr>
        </a:p>
        <a:p>
          <a:pPr marL="171450" lvl="1" indent="-171450" algn="l" defTabSz="711200" rtl="0">
            <a:lnSpc>
              <a:spcPct val="90000"/>
            </a:lnSpc>
            <a:spcBef>
              <a:spcPct val="0"/>
            </a:spcBef>
            <a:spcAft>
              <a:spcPct val="15000"/>
            </a:spcAft>
            <a:buChar char="••"/>
          </a:pPr>
          <a:r>
            <a:rPr lang="zh-CN" sz="1600" kern="1200" smtClean="0">
              <a:latin typeface="+mj-lt"/>
              <a:ea typeface="黑体" panose="02010609060101010101" pitchFamily="49" charset="-122"/>
            </a:rPr>
            <a:t>对自动切换称量范围的多范围衡器和多分度衡器，该要求仅使用于最大称量范围和最后的称量范围，因为在超过小称量范围的</a:t>
          </a:r>
          <a:r>
            <a:rPr lang="en-US" sz="1600" kern="1200" smtClean="0">
              <a:latin typeface="+mj-lt"/>
              <a:ea typeface="黑体" panose="02010609060101010101" pitchFamily="49" charset="-122"/>
            </a:rPr>
            <a:t>Max</a:t>
          </a:r>
          <a:r>
            <a:rPr lang="en-US" sz="1600" kern="1200" baseline="-25000" smtClean="0">
              <a:latin typeface="+mj-lt"/>
              <a:ea typeface="黑体" panose="02010609060101010101" pitchFamily="49" charset="-122"/>
            </a:rPr>
            <a:t>i</a:t>
          </a:r>
          <a:r>
            <a:rPr lang="zh-CN" sz="1600" kern="1200" smtClean="0">
              <a:latin typeface="+mj-lt"/>
              <a:ea typeface="黑体" panose="02010609060101010101" pitchFamily="49" charset="-122"/>
            </a:rPr>
            <a:t>时，已经是下一称量范围。</a:t>
          </a:r>
          <a:endParaRPr lang="zh-CN" sz="1600" kern="1200">
            <a:latin typeface="+mj-lt"/>
            <a:ea typeface="黑体" panose="02010609060101010101" pitchFamily="49" charset="-122"/>
          </a:endParaRPr>
        </a:p>
      </dsp:txBody>
      <dsp:txXfrm>
        <a:off x="2610" y="614085"/>
        <a:ext cx="2545184" cy="4128480"/>
      </dsp:txXfrm>
    </dsp:sp>
    <dsp:sp modelId="{96EA325F-7F20-4EF1-B9CA-6603744F5328}">
      <dsp:nvSpPr>
        <dsp:cNvPr id="0" name=""/>
        <dsp:cNvSpPr/>
      </dsp:nvSpPr>
      <dsp:spPr>
        <a:xfrm>
          <a:off x="2904120" y="153284"/>
          <a:ext cx="2545184" cy="46080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rtl="0">
            <a:lnSpc>
              <a:spcPct val="90000"/>
            </a:lnSpc>
            <a:spcBef>
              <a:spcPct val="0"/>
            </a:spcBef>
            <a:spcAft>
              <a:spcPct val="35000"/>
            </a:spcAft>
          </a:pPr>
          <a:r>
            <a:rPr lang="zh-CN" sz="1600" kern="1200" baseline="0" smtClean="0">
              <a:latin typeface="+mj-lt"/>
              <a:ea typeface="黑体" panose="02010609060101010101" pitchFamily="49" charset="-122"/>
            </a:rPr>
            <a:t>示值为负（两种情形）</a:t>
          </a:r>
          <a:endParaRPr lang="zh-CN" sz="1600" kern="1200">
            <a:latin typeface="+mj-lt"/>
            <a:ea typeface="黑体" panose="02010609060101010101" pitchFamily="49" charset="-122"/>
          </a:endParaRPr>
        </a:p>
      </dsp:txBody>
      <dsp:txXfrm>
        <a:off x="2904120" y="153284"/>
        <a:ext cx="2545184" cy="460800"/>
      </dsp:txXfrm>
    </dsp:sp>
    <dsp:sp modelId="{1203A7B1-DB2A-4696-B834-1ABC3BAB93DE}">
      <dsp:nvSpPr>
        <dsp:cNvPr id="0" name=""/>
        <dsp:cNvSpPr/>
      </dsp:nvSpPr>
      <dsp:spPr>
        <a:xfrm>
          <a:off x="2904120" y="614085"/>
          <a:ext cx="2545184" cy="412848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ct val="15000"/>
            </a:spcAft>
            <a:buChar char="••"/>
          </a:pPr>
          <a:r>
            <a:rPr lang="zh-CN" sz="1600" kern="1200" smtClean="0">
              <a:latin typeface="+mj-lt"/>
              <a:ea typeface="黑体" panose="02010609060101010101" pitchFamily="49" charset="-122"/>
            </a:rPr>
            <a:t>皮重装置运行（称量结果是净重值时），允许显示负的净重示值，空载时该值表示皮重值；</a:t>
          </a:r>
          <a:endParaRPr lang="zh-CN" sz="1600" kern="1200">
            <a:latin typeface="+mj-lt"/>
            <a:ea typeface="黑体" panose="02010609060101010101" pitchFamily="49" charset="-122"/>
          </a:endParaRPr>
        </a:p>
        <a:p>
          <a:pPr marL="171450" lvl="1" indent="-171450" algn="l" defTabSz="711200" rtl="0">
            <a:lnSpc>
              <a:spcPct val="90000"/>
            </a:lnSpc>
            <a:spcBef>
              <a:spcPct val="0"/>
            </a:spcBef>
            <a:spcAft>
              <a:spcPct val="15000"/>
            </a:spcAft>
            <a:buChar char="••"/>
          </a:pPr>
          <a:r>
            <a:rPr lang="zh-CN" sz="1600" kern="1200" smtClean="0">
              <a:latin typeface="+mj-lt"/>
              <a:ea typeface="黑体" panose="02010609060101010101" pitchFamily="49" charset="-122"/>
            </a:rPr>
            <a:t>毛重状态下，最大允许指示负的示值为 </a:t>
          </a:r>
          <a:r>
            <a:rPr lang="en-US" sz="1600" kern="1200" smtClean="0">
              <a:latin typeface="+mj-lt"/>
              <a:ea typeface="黑体" panose="02010609060101010101" pitchFamily="49" charset="-122"/>
            </a:rPr>
            <a:t>-20d</a:t>
          </a:r>
          <a:r>
            <a:rPr lang="zh-CN" sz="1600" kern="1200" smtClean="0">
              <a:latin typeface="+mj-lt"/>
              <a:ea typeface="黑体" panose="02010609060101010101" pitchFamily="49" charset="-122"/>
            </a:rPr>
            <a:t>，不是必须显示，只是允许显示，因为负的毛重值是没有意义的；</a:t>
          </a:r>
          <a:endParaRPr lang="zh-CN" sz="1600" kern="1200">
            <a:latin typeface="+mj-lt"/>
            <a:ea typeface="黑体" panose="02010609060101010101" pitchFamily="49" charset="-122"/>
          </a:endParaRPr>
        </a:p>
      </dsp:txBody>
      <dsp:txXfrm>
        <a:off x="2904120" y="614085"/>
        <a:ext cx="2545184" cy="4128480"/>
      </dsp:txXfrm>
    </dsp:sp>
    <dsp:sp modelId="{FE0CEB33-E636-4650-9743-DB1AD27B7F53}">
      <dsp:nvSpPr>
        <dsp:cNvPr id="0" name=""/>
        <dsp:cNvSpPr/>
      </dsp:nvSpPr>
      <dsp:spPr>
        <a:xfrm>
          <a:off x="5805631" y="153284"/>
          <a:ext cx="2545184" cy="46080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rtl="0">
            <a:lnSpc>
              <a:spcPct val="90000"/>
            </a:lnSpc>
            <a:spcBef>
              <a:spcPct val="0"/>
            </a:spcBef>
            <a:spcAft>
              <a:spcPct val="35000"/>
            </a:spcAft>
          </a:pPr>
          <a:r>
            <a:rPr lang="zh-CN" sz="1600" kern="1200" baseline="0" smtClean="0">
              <a:latin typeface="+mj-lt"/>
              <a:ea typeface="黑体" panose="02010609060101010101" pitchFamily="49" charset="-122"/>
            </a:rPr>
            <a:t>数字示值的变化</a:t>
          </a:r>
          <a:endParaRPr lang="zh-CN" sz="1600" kern="1200">
            <a:latin typeface="+mj-lt"/>
            <a:ea typeface="黑体" panose="02010609060101010101" pitchFamily="49" charset="-122"/>
          </a:endParaRPr>
        </a:p>
      </dsp:txBody>
      <dsp:txXfrm>
        <a:off x="5805631" y="153284"/>
        <a:ext cx="2545184" cy="460800"/>
      </dsp:txXfrm>
    </dsp:sp>
    <dsp:sp modelId="{43AED3FC-4818-468F-A2FD-936DF4B0CF21}">
      <dsp:nvSpPr>
        <dsp:cNvPr id="0" name=""/>
        <dsp:cNvSpPr/>
      </dsp:nvSpPr>
      <dsp:spPr>
        <a:xfrm>
          <a:off x="5805631" y="614085"/>
          <a:ext cx="2545184" cy="412848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90000"/>
            </a:lnSpc>
            <a:spcBef>
              <a:spcPct val="0"/>
            </a:spcBef>
            <a:spcAft>
              <a:spcPct val="15000"/>
            </a:spcAft>
            <a:buChar char="••"/>
          </a:pPr>
          <a:r>
            <a:rPr lang="zh-CN" sz="1600" kern="1200" smtClean="0">
              <a:latin typeface="+mj-lt"/>
              <a:ea typeface="黑体" panose="02010609060101010101" pitchFamily="49" charset="-122"/>
            </a:rPr>
            <a:t>衡器在载荷发生变化后，显示的示值在</a:t>
          </a:r>
          <a:r>
            <a:rPr lang="en-US" sz="1600" kern="1200" smtClean="0">
              <a:latin typeface="+mj-lt"/>
              <a:ea typeface="黑体" panose="02010609060101010101" pitchFamily="49" charset="-122"/>
            </a:rPr>
            <a:t>1s</a:t>
          </a:r>
          <a:r>
            <a:rPr lang="zh-CN" sz="1600" kern="1200" smtClean="0">
              <a:latin typeface="+mj-lt"/>
              <a:ea typeface="黑体" panose="02010609060101010101" pitchFamily="49" charset="-122"/>
            </a:rPr>
            <a:t>后必须发生变化，该要求不意味</a:t>
          </a:r>
          <a:r>
            <a:rPr lang="en-US" sz="1600" kern="1200" smtClean="0">
              <a:latin typeface="+mj-lt"/>
              <a:ea typeface="黑体" panose="02010609060101010101" pitchFamily="49" charset="-122"/>
            </a:rPr>
            <a:t>1s</a:t>
          </a:r>
          <a:r>
            <a:rPr lang="zh-CN" sz="1600" kern="1200" smtClean="0">
              <a:latin typeface="+mj-lt"/>
              <a:ea typeface="黑体" panose="02010609060101010101" pitchFamily="49" charset="-122"/>
            </a:rPr>
            <a:t>后提供稳定的称量结果，而是保持原来示值的时间不大于</a:t>
          </a:r>
          <a:r>
            <a:rPr lang="en-US" sz="1600" kern="1200" smtClean="0">
              <a:latin typeface="+mj-lt"/>
              <a:ea typeface="黑体" panose="02010609060101010101" pitchFamily="49" charset="-122"/>
            </a:rPr>
            <a:t>1s</a:t>
          </a:r>
          <a:r>
            <a:rPr lang="zh-CN" sz="1600" kern="1200" smtClean="0">
              <a:latin typeface="+mj-lt"/>
              <a:ea typeface="黑体" panose="02010609060101010101" pitchFamily="49" charset="-122"/>
            </a:rPr>
            <a:t>。</a:t>
          </a:r>
          <a:endParaRPr lang="zh-CN" sz="1600" kern="1200">
            <a:latin typeface="+mj-lt"/>
            <a:ea typeface="黑体" panose="02010609060101010101" pitchFamily="49" charset="-122"/>
          </a:endParaRPr>
        </a:p>
      </dsp:txBody>
      <dsp:txXfrm>
        <a:off x="5805631" y="614085"/>
        <a:ext cx="2545184" cy="41284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6A7F5E-3EAC-4BD2-97B5-866529366125}">
      <dsp:nvSpPr>
        <dsp:cNvPr id="0" name=""/>
        <dsp:cNvSpPr/>
      </dsp:nvSpPr>
      <dsp:spPr>
        <a:xfrm>
          <a:off x="250469" y="-204240"/>
          <a:ext cx="2803381" cy="40848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rtl="0">
            <a:lnSpc>
              <a:spcPct val="100000"/>
            </a:lnSpc>
            <a:spcBef>
              <a:spcPct val="0"/>
            </a:spcBef>
            <a:spcAft>
              <a:spcPct val="35000"/>
            </a:spcAft>
          </a:pPr>
          <a:r>
            <a:rPr lang="zh-CN" altLang="en-US" sz="1600" kern="1200" baseline="0" dirty="0" smtClean="0">
              <a:latin typeface="+mj-lt"/>
              <a:ea typeface="黑体" panose="02010609060101010101" pitchFamily="49" charset="-122"/>
            </a:rPr>
            <a:t>数字指示的平衡稳定</a:t>
          </a:r>
          <a:endParaRPr lang="zh-CN" altLang="en-US" sz="1600" kern="1200" dirty="0">
            <a:latin typeface="+mj-lt"/>
            <a:ea typeface="黑体" panose="02010609060101010101" pitchFamily="49" charset="-122"/>
          </a:endParaRPr>
        </a:p>
      </dsp:txBody>
      <dsp:txXfrm>
        <a:off x="250469" y="-204240"/>
        <a:ext cx="2803381" cy="408480"/>
      </dsp:txXfrm>
    </dsp:sp>
    <dsp:sp modelId="{E5379E9E-232D-4C7D-811B-CD14401229E9}">
      <dsp:nvSpPr>
        <dsp:cNvPr id="0" name=""/>
        <dsp:cNvSpPr/>
      </dsp:nvSpPr>
      <dsp:spPr>
        <a:xfrm>
          <a:off x="250469" y="204240"/>
          <a:ext cx="2803381" cy="489585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平衡稳定是指示值与最后称量结果非常接近，其能力由结构特性、响应速度和算法确定。通常认为符合下面的描述即表示达到了平衡稳定：</a:t>
          </a:r>
          <a:endParaRPr lang="zh-CN" altLang="en-US"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sz="1600" kern="1200" smtClean="0">
              <a:latin typeface="+mj-lt"/>
              <a:ea typeface="黑体" panose="02010609060101010101" pitchFamily="49" charset="-122"/>
            </a:rPr>
            <a:t>打印、保存的值与显示值之间的差不大于</a:t>
          </a:r>
          <a:r>
            <a:rPr lang="en-US" sz="1600" kern="1200" smtClean="0">
              <a:latin typeface="+mj-lt"/>
              <a:ea typeface="黑体" panose="02010609060101010101" pitchFamily="49" charset="-122"/>
            </a:rPr>
            <a:t>1e</a:t>
          </a:r>
          <a:r>
            <a:rPr lang="zh-CN" sz="1600" kern="1200" smtClean="0">
              <a:latin typeface="+mj-lt"/>
              <a:ea typeface="黑体" panose="02010609060101010101" pitchFamily="49" charset="-122"/>
            </a:rPr>
            <a:t>，即显示值和打印值只有两个值，且是相邻的。</a:t>
          </a:r>
          <a:endParaRPr lang="zh-CN"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sz="1600" kern="1200" smtClean="0">
              <a:latin typeface="+mj-lt"/>
              <a:ea typeface="黑体" panose="02010609060101010101" pitchFamily="49" charset="-122"/>
            </a:rPr>
            <a:t>在置零和除皮后的毛重零和净重零点误差符合规定要求，不大于</a:t>
          </a:r>
          <a:r>
            <a:rPr lang="en-US" sz="1600" kern="1200" smtClean="0">
              <a:latin typeface="+mj-lt"/>
              <a:ea typeface="黑体" panose="02010609060101010101" pitchFamily="49" charset="-122"/>
            </a:rPr>
            <a:t>± 0.25e</a:t>
          </a:r>
          <a:endParaRPr lang="zh-CN"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sz="1600" kern="1200" dirty="0" smtClean="0">
              <a:latin typeface="+mj-lt"/>
              <a:ea typeface="黑体" panose="02010609060101010101" pitchFamily="49" charset="-122"/>
            </a:rPr>
            <a:t>在受到干扰（载荷波动）时，对称量结果的打印、数据保存，置零和除皮的操作不响应，或在满足条件后执行操作命。</a:t>
          </a:r>
          <a:endParaRPr lang="zh-CN" sz="1600" kern="1200" dirty="0">
            <a:latin typeface="+mj-lt"/>
            <a:ea typeface="黑体" panose="02010609060101010101" pitchFamily="49" charset="-122"/>
          </a:endParaRPr>
        </a:p>
      </dsp:txBody>
      <dsp:txXfrm>
        <a:off x="250469" y="204240"/>
        <a:ext cx="2803381" cy="4895850"/>
      </dsp:txXfrm>
    </dsp:sp>
    <dsp:sp modelId="{33850B0D-21A3-42A4-BA02-691D0157CE2C}">
      <dsp:nvSpPr>
        <dsp:cNvPr id="0" name=""/>
        <dsp:cNvSpPr/>
      </dsp:nvSpPr>
      <dsp:spPr>
        <a:xfrm>
          <a:off x="3435087" y="-204240"/>
          <a:ext cx="1876845" cy="40848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rtl="0">
            <a:lnSpc>
              <a:spcPct val="100000"/>
            </a:lnSpc>
            <a:spcBef>
              <a:spcPct val="0"/>
            </a:spcBef>
            <a:spcAft>
              <a:spcPct val="35000"/>
            </a:spcAft>
          </a:pPr>
          <a:r>
            <a:rPr lang="zh-CN" altLang="en-US" sz="1600" kern="1200" baseline="0" dirty="0" smtClean="0">
              <a:latin typeface="+mj-lt"/>
              <a:ea typeface="黑体" panose="02010609060101010101" pitchFamily="49" charset="-122"/>
            </a:rPr>
            <a:t>数字指示值的扩展</a:t>
          </a:r>
          <a:endParaRPr lang="zh-CN" altLang="en-US" sz="1600" kern="1200" dirty="0">
            <a:latin typeface="+mj-lt"/>
            <a:ea typeface="黑体" panose="02010609060101010101" pitchFamily="49" charset="-122"/>
          </a:endParaRPr>
        </a:p>
      </dsp:txBody>
      <dsp:txXfrm>
        <a:off x="3435087" y="-204240"/>
        <a:ext cx="1876845" cy="408480"/>
      </dsp:txXfrm>
    </dsp:sp>
    <dsp:sp modelId="{8165C13B-0EC5-41FA-86E4-D20281EA6B1C}">
      <dsp:nvSpPr>
        <dsp:cNvPr id="0" name=""/>
        <dsp:cNvSpPr/>
      </dsp:nvSpPr>
      <dsp:spPr>
        <a:xfrm>
          <a:off x="3435087" y="204240"/>
          <a:ext cx="1876845" cy="489585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100000"/>
            </a:lnSpc>
            <a:spcBef>
              <a:spcPct val="0"/>
            </a:spcBef>
            <a:spcAft>
              <a:spcPct val="15000"/>
            </a:spcAft>
            <a:buChar char="••"/>
          </a:pPr>
          <a:r>
            <a:rPr lang="zh-CN" altLang="en-US" sz="1600" b="1" kern="1200" dirty="0" smtClean="0">
              <a:latin typeface="+mj-lt"/>
              <a:ea typeface="黑体" panose="02010609060101010101" pitchFamily="49" charset="-122"/>
            </a:rPr>
            <a:t>不允许在带辅助指示的衡器和零售商用衡器上设置扩展功能</a:t>
          </a:r>
          <a:r>
            <a:rPr lang="zh-CN" altLang="en-US" sz="1600" kern="1200" dirty="0" smtClean="0">
              <a:latin typeface="+mj-lt"/>
              <a:ea typeface="黑体" panose="02010609060101010101" pitchFamily="49" charset="-122"/>
            </a:rPr>
            <a:t>；</a:t>
          </a:r>
          <a:endParaRPr lang="zh-CN" altLang="en-US" sz="1600" kern="1200" dirty="0">
            <a:latin typeface="+mj-lt"/>
            <a:ea typeface="黑体" panose="02010609060101010101" pitchFamily="49" charset="-122"/>
          </a:endParaRPr>
        </a:p>
        <a:p>
          <a:pPr marL="171450" lvl="1" indent="-171450" algn="l" defTabSz="711200" rtl="0">
            <a:lnSpc>
              <a:spcPct val="100000"/>
            </a:lnSpc>
            <a:spcBef>
              <a:spcPct val="0"/>
            </a:spcBef>
            <a:spcAft>
              <a:spcPct val="15000"/>
            </a:spcAft>
            <a:buChar char="••"/>
          </a:pPr>
          <a:r>
            <a:rPr lang="zh-CN" altLang="en-US" sz="1600" kern="1200" dirty="0" smtClean="0">
              <a:latin typeface="+mj-lt"/>
              <a:ea typeface="黑体" panose="02010609060101010101" pitchFamily="49" charset="-122"/>
            </a:rPr>
            <a:t>其它衡器如果满足下列条件，可以设置该功能：</a:t>
          </a:r>
          <a:endParaRPr lang="zh-CN" altLang="en-US" sz="1600" kern="1200" dirty="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在使用功能键期间，示值被扩展，或</a:t>
          </a:r>
          <a:endParaRPr lang="zh-CN" altLang="en-US"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sz="1600" kern="1200" smtClean="0">
              <a:latin typeface="+mj-lt"/>
              <a:ea typeface="黑体" panose="02010609060101010101" pitchFamily="49" charset="-122"/>
            </a:rPr>
            <a:t>命令后的</a:t>
          </a:r>
          <a:r>
            <a:rPr lang="en-US" sz="1600" kern="1200" smtClean="0">
              <a:latin typeface="+mj-lt"/>
              <a:ea typeface="黑体" panose="02010609060101010101" pitchFamily="49" charset="-122"/>
            </a:rPr>
            <a:t>5s</a:t>
          </a:r>
          <a:r>
            <a:rPr lang="zh-CN" sz="1600" kern="1200" smtClean="0">
              <a:latin typeface="+mj-lt"/>
              <a:ea typeface="黑体" panose="02010609060101010101" pitchFamily="49" charset="-122"/>
            </a:rPr>
            <a:t>内有效</a:t>
          </a:r>
          <a:endParaRPr lang="zh-CN"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扩展示值不可能被打印、保存</a:t>
          </a:r>
          <a:endParaRPr lang="zh-CN" altLang="en-US" sz="1600" kern="1200">
            <a:latin typeface="+mj-lt"/>
            <a:ea typeface="黑体" panose="02010609060101010101" pitchFamily="49" charset="-122"/>
          </a:endParaRPr>
        </a:p>
      </dsp:txBody>
      <dsp:txXfrm>
        <a:off x="3435087" y="204240"/>
        <a:ext cx="1876845" cy="4895850"/>
      </dsp:txXfrm>
    </dsp:sp>
    <dsp:sp modelId="{203BC3BF-8BD1-4871-BB5C-BFFFD342E778}">
      <dsp:nvSpPr>
        <dsp:cNvPr id="0" name=""/>
        <dsp:cNvSpPr/>
      </dsp:nvSpPr>
      <dsp:spPr>
        <a:xfrm>
          <a:off x="5794086" y="-204240"/>
          <a:ext cx="2480377" cy="40848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lvl="0" algn="ctr" defTabSz="711200" rtl="0">
            <a:lnSpc>
              <a:spcPct val="100000"/>
            </a:lnSpc>
            <a:spcBef>
              <a:spcPct val="0"/>
            </a:spcBef>
            <a:spcAft>
              <a:spcPct val="35000"/>
            </a:spcAft>
          </a:pPr>
          <a:r>
            <a:rPr lang="zh-CN" altLang="en-US" sz="1600" kern="1200" baseline="0" dirty="0" smtClean="0">
              <a:latin typeface="+mj-lt"/>
              <a:ea typeface="黑体" panose="02010609060101010101" pitchFamily="49" charset="-122"/>
            </a:rPr>
            <a:t>多用数字指示（显示屏）</a:t>
          </a:r>
          <a:endParaRPr lang="zh-CN" altLang="en-US" sz="1600" kern="1200" dirty="0">
            <a:latin typeface="+mj-lt"/>
            <a:ea typeface="黑体" panose="02010609060101010101" pitchFamily="49" charset="-122"/>
          </a:endParaRPr>
        </a:p>
      </dsp:txBody>
      <dsp:txXfrm>
        <a:off x="5794086" y="-204240"/>
        <a:ext cx="2480377" cy="408480"/>
      </dsp:txXfrm>
    </dsp:sp>
    <dsp:sp modelId="{9DA24025-D485-42B0-BE49-9939A6170199}">
      <dsp:nvSpPr>
        <dsp:cNvPr id="0" name=""/>
        <dsp:cNvSpPr/>
      </dsp:nvSpPr>
      <dsp:spPr>
        <a:xfrm>
          <a:off x="5794086" y="204240"/>
          <a:ext cx="2480377" cy="4895850"/>
        </a:xfrm>
        <a:prstGeom prst="rect">
          <a:avLst/>
        </a:prstGeom>
        <a:solidFill>
          <a:schemeClr val="accent1">
            <a:alpha val="90000"/>
            <a:tint val="40000"/>
            <a:hueOff val="0"/>
            <a:satOff val="0"/>
            <a:lumOff val="0"/>
            <a:alphaOff val="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对于可以显示其它非主要指示的显示器，对显示的其它信息必须做到：</a:t>
          </a:r>
          <a:endParaRPr lang="zh-CN" altLang="en-US"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不对主要指示产生误解，</a:t>
          </a:r>
          <a:endParaRPr lang="zh-CN" altLang="en-US"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与计量用单位、符号和记号相区别，或加以特别标记</a:t>
          </a:r>
          <a:endParaRPr lang="zh-CN" altLang="en-US" sz="1600" kern="1200">
            <a:latin typeface="+mj-lt"/>
            <a:ea typeface="黑体" panose="02010609060101010101" pitchFamily="49" charset="-122"/>
          </a:endParaRPr>
        </a:p>
        <a:p>
          <a:pPr marL="342900" lvl="2" indent="-171450" algn="l" defTabSz="711200" rtl="0">
            <a:lnSpc>
              <a:spcPct val="100000"/>
            </a:lnSpc>
            <a:spcBef>
              <a:spcPct val="0"/>
            </a:spcBef>
            <a:spcAft>
              <a:spcPct val="15000"/>
            </a:spcAft>
            <a:buChar char="••"/>
          </a:pPr>
          <a:r>
            <a:rPr lang="zh-CN" altLang="en-US" sz="1600" kern="1200" smtClean="0">
              <a:latin typeface="+mj-lt"/>
              <a:ea typeface="黑体" panose="02010609060101010101" pitchFamily="49" charset="-122"/>
            </a:rPr>
            <a:t>对不是称量结果的值加以标注易于识别，特别的手动命令调显是允许的，但不允许打印非称量结果（主要示值）。</a:t>
          </a:r>
          <a:endParaRPr lang="zh-CN" altLang="en-US" sz="1600" kern="1200">
            <a:latin typeface="+mj-lt"/>
            <a:ea typeface="黑体" panose="02010609060101010101" pitchFamily="49" charset="-122"/>
          </a:endParaRPr>
        </a:p>
      </dsp:txBody>
      <dsp:txXfrm>
        <a:off x="5794086" y="204240"/>
        <a:ext cx="2480377" cy="48958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925399-3A46-4D9F-9981-9437D3B03C6C}">
      <dsp:nvSpPr>
        <dsp:cNvPr id="0" name=""/>
        <dsp:cNvSpPr/>
      </dsp:nvSpPr>
      <dsp:spPr>
        <a:xfrm>
          <a:off x="2610" y="173174"/>
          <a:ext cx="2545184" cy="432000"/>
        </a:xfrm>
        <a:prstGeom prst="rect">
          <a:avLst/>
        </a:prstGeom>
        <a:solidFill>
          <a:schemeClr val="tx1"/>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zh-CN" sz="1500" b="1" kern="1200" baseline="0" smtClean="0">
              <a:latin typeface="+mj-lt"/>
              <a:ea typeface="黑体" panose="02010609060101010101" pitchFamily="49" charset="-122"/>
            </a:rPr>
            <a:t>置零装置的控制：</a:t>
          </a:r>
          <a:endParaRPr lang="zh-CN" sz="1500" kern="1200">
            <a:latin typeface="+mj-lt"/>
            <a:ea typeface="黑体" panose="02010609060101010101" pitchFamily="49" charset="-122"/>
          </a:endParaRPr>
        </a:p>
      </dsp:txBody>
      <dsp:txXfrm>
        <a:off x="2610" y="173174"/>
        <a:ext cx="2545184" cy="432000"/>
      </dsp:txXfrm>
    </dsp:sp>
    <dsp:sp modelId="{D9A48EC0-44F0-4645-836B-1C6E24CB784F}">
      <dsp:nvSpPr>
        <dsp:cNvPr id="0" name=""/>
        <dsp:cNvSpPr/>
      </dsp:nvSpPr>
      <dsp:spPr>
        <a:xfrm>
          <a:off x="2610" y="605174"/>
          <a:ext cx="2545184" cy="4117500"/>
        </a:xfrm>
        <a:prstGeom prst="rect">
          <a:avLst/>
        </a:prstGeom>
        <a:solidFill>
          <a:schemeClr val="tx1">
            <a:lumMod val="20000"/>
            <a:lumOff val="80000"/>
            <a:alpha val="9000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rtl="0">
            <a:lnSpc>
              <a:spcPct val="90000"/>
            </a:lnSpc>
            <a:spcBef>
              <a:spcPct val="0"/>
            </a:spcBef>
            <a:spcAft>
              <a:spcPct val="15000"/>
            </a:spcAft>
            <a:buChar char="••"/>
          </a:pPr>
          <a:r>
            <a:rPr lang="zh-CN" sz="1500" kern="1200" smtClean="0">
              <a:latin typeface="+mj-lt"/>
              <a:ea typeface="黑体" panose="02010609060101010101" pitchFamily="49" charset="-122"/>
            </a:rPr>
            <a:t>除零售商用衡器外，衡器的置零和除皮可以是同一按键，对于这样的设计通常如果示值在</a:t>
          </a:r>
          <a:r>
            <a:rPr lang="en-US" sz="1500" kern="1200" smtClean="0">
              <a:latin typeface="+mj-lt"/>
              <a:ea typeface="黑体" panose="02010609060101010101" pitchFamily="49" charset="-122"/>
            </a:rPr>
            <a:t>4%</a:t>
          </a:r>
          <a:r>
            <a:rPr lang="zh-CN" sz="1500" kern="1200" smtClean="0">
              <a:latin typeface="+mj-lt"/>
              <a:ea typeface="黑体" panose="02010609060101010101" pitchFamily="49" charset="-122"/>
            </a:rPr>
            <a:t>内，操作作为置零处理，超出</a:t>
          </a:r>
          <a:r>
            <a:rPr lang="en-US" sz="1500" kern="1200" smtClean="0">
              <a:latin typeface="+mj-lt"/>
              <a:ea typeface="黑体" panose="02010609060101010101" pitchFamily="49" charset="-122"/>
            </a:rPr>
            <a:t>4%</a:t>
          </a:r>
          <a:r>
            <a:rPr lang="zh-CN" sz="1500" kern="1200" smtClean="0">
              <a:latin typeface="+mj-lt"/>
              <a:ea typeface="黑体" panose="02010609060101010101" pitchFamily="49" charset="-122"/>
            </a:rPr>
            <a:t>以后的操作作为除皮处理。</a:t>
          </a:r>
          <a:endParaRPr lang="zh-CN" sz="1500" kern="1200">
            <a:latin typeface="+mj-lt"/>
            <a:ea typeface="黑体" panose="02010609060101010101" pitchFamily="49" charset="-122"/>
          </a:endParaRPr>
        </a:p>
        <a:p>
          <a:pPr marL="114300" lvl="1" indent="-114300" algn="l" defTabSz="666750" rtl="0">
            <a:lnSpc>
              <a:spcPct val="90000"/>
            </a:lnSpc>
            <a:spcBef>
              <a:spcPct val="0"/>
            </a:spcBef>
            <a:spcAft>
              <a:spcPct val="15000"/>
            </a:spcAft>
            <a:buChar char="••"/>
          </a:pPr>
          <a:r>
            <a:rPr lang="zh-CN" sz="1500" kern="1200" smtClean="0">
              <a:latin typeface="+mj-lt"/>
              <a:ea typeface="黑体" panose="02010609060101010101" pitchFamily="49" charset="-122"/>
            </a:rPr>
            <a:t>如果置零和除皮是分开使用不同按键，控制是分别独立的。</a:t>
          </a:r>
          <a:endParaRPr lang="zh-CN" sz="1500" kern="1200">
            <a:latin typeface="+mj-lt"/>
            <a:ea typeface="黑体" panose="02010609060101010101" pitchFamily="49" charset="-122"/>
          </a:endParaRPr>
        </a:p>
        <a:p>
          <a:pPr marL="114300" lvl="1" indent="-114300" algn="l" defTabSz="666750" rtl="0">
            <a:lnSpc>
              <a:spcPct val="90000"/>
            </a:lnSpc>
            <a:spcBef>
              <a:spcPct val="0"/>
            </a:spcBef>
            <a:spcAft>
              <a:spcPct val="15000"/>
            </a:spcAft>
            <a:buChar char="••"/>
          </a:pPr>
          <a:r>
            <a:rPr lang="zh-CN" sz="1500" kern="1200" smtClean="0">
              <a:latin typeface="+mj-lt"/>
              <a:ea typeface="黑体" panose="02010609060101010101" pitchFamily="49" charset="-122"/>
            </a:rPr>
            <a:t>零售商用衡器的置零和除皮必须分开设置和单独控制，实现毛重零和净重零的区分和识别，以满足在对衡器操作必须是在毛重零下实现的要求（交易双方易于识别当前状态和实施的操作）。</a:t>
          </a:r>
          <a:endParaRPr lang="zh-CN" sz="1500" kern="1200">
            <a:latin typeface="+mj-lt"/>
            <a:ea typeface="黑体" panose="02010609060101010101" pitchFamily="49" charset="-122"/>
          </a:endParaRPr>
        </a:p>
      </dsp:txBody>
      <dsp:txXfrm>
        <a:off x="2610" y="605174"/>
        <a:ext cx="2545184" cy="4117500"/>
      </dsp:txXfrm>
    </dsp:sp>
    <dsp:sp modelId="{CBE897E5-0DF0-44B0-B904-9EDC8A1D3B95}">
      <dsp:nvSpPr>
        <dsp:cNvPr id="0" name=""/>
        <dsp:cNvSpPr/>
      </dsp:nvSpPr>
      <dsp:spPr>
        <a:xfrm>
          <a:off x="2904120" y="173174"/>
          <a:ext cx="2545184" cy="432000"/>
        </a:xfrm>
        <a:prstGeom prst="rect">
          <a:avLst/>
        </a:prstGeom>
        <a:solidFill>
          <a:schemeClr val="accent1">
            <a:hueOff val="0"/>
            <a:satOff val="0"/>
            <a:lumOff val="0"/>
            <a:alphaOff val="0"/>
          </a:schemeClr>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zh-CN" sz="1500" b="1" kern="1200" baseline="0" dirty="0" smtClean="0">
              <a:latin typeface="+mj-lt"/>
              <a:ea typeface="黑体" panose="02010609060101010101" pitchFamily="49" charset="-122"/>
            </a:rPr>
            <a:t>半自动置零的运行条件：</a:t>
          </a:r>
          <a:endParaRPr lang="zh-CN" sz="1500" kern="1200" dirty="0">
            <a:latin typeface="+mj-lt"/>
            <a:ea typeface="黑体" panose="02010609060101010101" pitchFamily="49" charset="-122"/>
          </a:endParaRPr>
        </a:p>
      </dsp:txBody>
      <dsp:txXfrm>
        <a:off x="2904120" y="173174"/>
        <a:ext cx="2545184" cy="432000"/>
      </dsp:txXfrm>
    </dsp:sp>
    <dsp:sp modelId="{83612BBD-2B75-4E36-8A13-696D8CECF2E5}">
      <dsp:nvSpPr>
        <dsp:cNvPr id="0" name=""/>
        <dsp:cNvSpPr/>
      </dsp:nvSpPr>
      <dsp:spPr>
        <a:xfrm>
          <a:off x="2904120" y="605174"/>
          <a:ext cx="2545184" cy="4117500"/>
        </a:xfrm>
        <a:prstGeom prst="rect">
          <a:avLst/>
        </a:prstGeom>
        <a:solidFill>
          <a:schemeClr val="accent1">
            <a:lumMod val="20000"/>
            <a:lumOff val="80000"/>
            <a:alpha val="9000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0" algn="l" defTabSz="666750" rtl="0">
            <a:lnSpc>
              <a:spcPct val="90000"/>
            </a:lnSpc>
            <a:spcBef>
              <a:spcPct val="0"/>
            </a:spcBef>
            <a:spcAft>
              <a:spcPct val="15000"/>
            </a:spcAft>
            <a:buChar char="••"/>
          </a:pPr>
          <a:r>
            <a:rPr lang="zh-CN" sz="1500" kern="1200" smtClean="0">
              <a:latin typeface="+mj-lt"/>
              <a:ea typeface="黑体" panose="02010609060101010101" pitchFamily="49" charset="-122"/>
            </a:rPr>
            <a:t>衡器处于平衡稳定</a:t>
          </a:r>
          <a:endParaRPr lang="zh-CN" sz="1500" kern="1200">
            <a:latin typeface="+mj-lt"/>
            <a:ea typeface="黑体" panose="02010609060101010101" pitchFamily="49" charset="-122"/>
          </a:endParaRPr>
        </a:p>
        <a:p>
          <a:pPr marL="114300" lvl="1" indent="0" algn="l" defTabSz="666750" rtl="0">
            <a:lnSpc>
              <a:spcPct val="90000"/>
            </a:lnSpc>
            <a:spcBef>
              <a:spcPct val="0"/>
            </a:spcBef>
            <a:spcAft>
              <a:spcPct val="15000"/>
            </a:spcAft>
            <a:buChar char="••"/>
          </a:pPr>
          <a:r>
            <a:rPr lang="zh-CN" sz="1500" kern="1200" dirty="0" smtClean="0">
              <a:latin typeface="+mj-lt"/>
              <a:ea typeface="黑体" panose="02010609060101010101" pitchFamily="49" charset="-122"/>
            </a:rPr>
            <a:t>仅允许在毛重状态下操作有效</a:t>
          </a:r>
          <a:endParaRPr lang="zh-CN" sz="1500" kern="1200" dirty="0">
            <a:latin typeface="+mj-lt"/>
            <a:ea typeface="黑体" panose="02010609060101010101" pitchFamily="49" charset="-122"/>
          </a:endParaRPr>
        </a:p>
        <a:p>
          <a:pPr marL="177800" marR="0" lvl="1" indent="-82550" algn="l" defTabSz="914400" rtl="0" eaLnBrk="1" fontAlgn="auto" latinLnBrk="0" hangingPunct="1">
            <a:lnSpc>
              <a:spcPct val="100000"/>
            </a:lnSpc>
            <a:spcBef>
              <a:spcPct val="0"/>
            </a:spcBef>
            <a:spcAft>
              <a:spcPts val="0"/>
            </a:spcAft>
            <a:buClrTx/>
            <a:buSzTx/>
            <a:buFontTx/>
            <a:buChar char="••"/>
            <a:tabLst/>
            <a:defRPr/>
          </a:pPr>
          <a:r>
            <a:rPr lang="zh-CN" altLang="en-US" sz="1500" kern="1200" dirty="0" smtClean="0">
              <a:latin typeface="+mj-lt"/>
              <a:ea typeface="黑体" panose="02010609060101010101" pitchFamily="49" charset="-122"/>
            </a:rPr>
            <a:t>由于置零操作对示值的正负不要求，因此</a:t>
          </a:r>
          <a:r>
            <a:rPr lang="zh-CN" sz="1500" kern="1200" dirty="0" smtClean="0">
              <a:latin typeface="+mj-lt"/>
              <a:ea typeface="黑体" panose="02010609060101010101" pitchFamily="49" charset="-122"/>
            </a:rPr>
            <a:t>在净重称量模式下不允许置零操作，防止通过改变</a:t>
          </a:r>
          <a:r>
            <a:rPr lang="zh-CN" altLang="en-US" sz="1500" kern="1200" dirty="0" smtClean="0">
              <a:latin typeface="+mj-lt"/>
              <a:ea typeface="黑体" panose="02010609060101010101" pitchFamily="49" charset="-122"/>
            </a:rPr>
            <a:t>部分</a:t>
          </a:r>
          <a:r>
            <a:rPr lang="zh-CN" sz="1500" kern="1200" dirty="0" smtClean="0">
              <a:latin typeface="+mj-lt"/>
              <a:ea typeface="黑体" panose="02010609060101010101" pitchFamily="49" charset="-122"/>
            </a:rPr>
            <a:t>皮重载荷实施欺诈性使用。</a:t>
          </a:r>
          <a:endParaRPr lang="zh-CN" sz="1500" kern="1200" dirty="0">
            <a:latin typeface="+mj-lt"/>
            <a:ea typeface="黑体" panose="02010609060101010101" pitchFamily="49" charset="-122"/>
          </a:endParaRPr>
        </a:p>
      </dsp:txBody>
      <dsp:txXfrm>
        <a:off x="2904120" y="605174"/>
        <a:ext cx="2545184" cy="4117500"/>
      </dsp:txXfrm>
    </dsp:sp>
    <dsp:sp modelId="{3CD0C912-B942-45C1-BD09-B1C58B000BE2}">
      <dsp:nvSpPr>
        <dsp:cNvPr id="0" name=""/>
        <dsp:cNvSpPr/>
      </dsp:nvSpPr>
      <dsp:spPr>
        <a:xfrm>
          <a:off x="5805631" y="173174"/>
          <a:ext cx="2545184" cy="432000"/>
        </a:xfrm>
        <a:prstGeom prst="rect">
          <a:avLst/>
        </a:prstGeom>
        <a:solidFill>
          <a:schemeClr val="bg2"/>
        </a:solidFill>
        <a:ln w="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lvl="0" algn="ctr" defTabSz="666750" rtl="0">
            <a:lnSpc>
              <a:spcPct val="90000"/>
            </a:lnSpc>
            <a:spcBef>
              <a:spcPct val="0"/>
            </a:spcBef>
            <a:spcAft>
              <a:spcPct val="35000"/>
            </a:spcAft>
          </a:pPr>
          <a:r>
            <a:rPr lang="zh-CN" sz="1500" b="1" kern="1200" baseline="0" smtClean="0">
              <a:latin typeface="+mj-lt"/>
              <a:ea typeface="黑体" panose="02010609060101010101" pitchFamily="49" charset="-122"/>
            </a:rPr>
            <a:t>自动置零装置：</a:t>
          </a:r>
          <a:endParaRPr lang="zh-CN" sz="1500" kern="1200">
            <a:latin typeface="+mj-lt"/>
            <a:ea typeface="黑体" panose="02010609060101010101" pitchFamily="49" charset="-122"/>
          </a:endParaRPr>
        </a:p>
      </dsp:txBody>
      <dsp:txXfrm>
        <a:off x="5805631" y="173174"/>
        <a:ext cx="2545184" cy="432000"/>
      </dsp:txXfrm>
    </dsp:sp>
    <dsp:sp modelId="{CF733C26-EECC-4F76-815C-C1D099BF9CE9}">
      <dsp:nvSpPr>
        <dsp:cNvPr id="0" name=""/>
        <dsp:cNvSpPr/>
      </dsp:nvSpPr>
      <dsp:spPr>
        <a:xfrm>
          <a:off x="5805631" y="605174"/>
          <a:ext cx="2545184" cy="4117500"/>
        </a:xfrm>
        <a:prstGeom prst="rect">
          <a:avLst/>
        </a:prstGeom>
        <a:solidFill>
          <a:schemeClr val="accent4">
            <a:lumMod val="20000"/>
            <a:lumOff val="80000"/>
            <a:alpha val="90000"/>
          </a:schemeClr>
        </a:solidFill>
        <a:ln w="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rtl="0">
            <a:lnSpc>
              <a:spcPct val="90000"/>
            </a:lnSpc>
            <a:spcBef>
              <a:spcPct val="0"/>
            </a:spcBef>
            <a:spcAft>
              <a:spcPct val="15000"/>
            </a:spcAft>
            <a:buChar char="••"/>
          </a:pPr>
          <a:r>
            <a:rPr lang="zh-CN" sz="1500" kern="1200" smtClean="0">
              <a:latin typeface="+mj-lt"/>
              <a:ea typeface="黑体" panose="02010609060101010101" pitchFamily="49" charset="-122"/>
            </a:rPr>
            <a:t>自动装置不是必须的。</a:t>
          </a:r>
          <a:endParaRPr lang="zh-CN" sz="1500" kern="1200">
            <a:latin typeface="+mj-lt"/>
            <a:ea typeface="黑体" panose="02010609060101010101" pitchFamily="49" charset="-122"/>
          </a:endParaRPr>
        </a:p>
        <a:p>
          <a:pPr marL="114300" lvl="1" indent="-114300" algn="l" defTabSz="666750" rtl="0">
            <a:lnSpc>
              <a:spcPct val="90000"/>
            </a:lnSpc>
            <a:spcBef>
              <a:spcPct val="0"/>
            </a:spcBef>
            <a:spcAft>
              <a:spcPct val="15000"/>
            </a:spcAft>
            <a:buChar char="••"/>
          </a:pPr>
          <a:r>
            <a:rPr lang="zh-CN" sz="1500" kern="1200" dirty="0" smtClean="0">
              <a:latin typeface="+mj-lt"/>
              <a:ea typeface="黑体" panose="02010609060101010101" pitchFamily="49" charset="-122"/>
            </a:rPr>
            <a:t>也不是初始自动置零，是指满足下列条件时，衡器自动产生一个置零命令实施置零：</a:t>
          </a:r>
          <a:endParaRPr lang="zh-CN" sz="1500" kern="1200" dirty="0">
            <a:latin typeface="+mj-lt"/>
            <a:ea typeface="黑体" panose="02010609060101010101" pitchFamily="49" charset="-122"/>
          </a:endParaRPr>
        </a:p>
        <a:p>
          <a:pPr marL="114300" lvl="1" indent="-114300" algn="l" defTabSz="666750" rtl="0">
            <a:lnSpc>
              <a:spcPct val="90000"/>
            </a:lnSpc>
            <a:spcBef>
              <a:spcPct val="0"/>
            </a:spcBef>
            <a:spcAft>
              <a:spcPct val="15000"/>
            </a:spcAft>
            <a:buChar char="••"/>
          </a:pPr>
          <a:r>
            <a:rPr lang="zh-CN" sz="1500" kern="1200" dirty="0" smtClean="0">
              <a:latin typeface="+mj-lt"/>
              <a:ea typeface="黑体" panose="02010609060101010101" pitchFamily="49" charset="-122"/>
            </a:rPr>
            <a:t>衡器处于平衡稳定</a:t>
          </a:r>
          <a:endParaRPr lang="zh-CN" sz="1500" kern="1200" dirty="0">
            <a:latin typeface="+mj-lt"/>
            <a:ea typeface="黑体" panose="02010609060101010101" pitchFamily="49" charset="-122"/>
          </a:endParaRPr>
        </a:p>
        <a:p>
          <a:pPr marL="114300" lvl="1" indent="-114300" algn="l" defTabSz="666750" rtl="0">
            <a:lnSpc>
              <a:spcPct val="90000"/>
            </a:lnSpc>
            <a:spcBef>
              <a:spcPct val="0"/>
            </a:spcBef>
            <a:spcAft>
              <a:spcPct val="15000"/>
            </a:spcAft>
            <a:buChar char="••"/>
          </a:pPr>
          <a:r>
            <a:rPr lang="zh-CN" sz="1500" kern="1200" dirty="0" smtClean="0">
              <a:latin typeface="+mj-lt"/>
              <a:ea typeface="黑体" panose="02010609060101010101" pitchFamily="49" charset="-122"/>
            </a:rPr>
            <a:t>示值为负的毛重值</a:t>
          </a:r>
          <a:endParaRPr lang="zh-CN" sz="1500" kern="1200" dirty="0">
            <a:latin typeface="+mj-lt"/>
            <a:ea typeface="黑体" panose="02010609060101010101" pitchFamily="49" charset="-122"/>
          </a:endParaRPr>
        </a:p>
        <a:p>
          <a:pPr marL="114300" lvl="1" indent="-114300" algn="l" defTabSz="666750" rtl="0">
            <a:lnSpc>
              <a:spcPct val="90000"/>
            </a:lnSpc>
            <a:spcBef>
              <a:spcPct val="0"/>
            </a:spcBef>
            <a:spcAft>
              <a:spcPct val="15000"/>
            </a:spcAft>
            <a:buChar char="••"/>
          </a:pPr>
          <a:r>
            <a:rPr lang="zh-CN" sz="1500" kern="1200" dirty="0" smtClean="0">
              <a:latin typeface="+mj-lt"/>
              <a:ea typeface="黑体" panose="02010609060101010101" pitchFamily="49" charset="-122"/>
            </a:rPr>
            <a:t>示值持续稳定</a:t>
          </a:r>
          <a:r>
            <a:rPr lang="en-US" sz="1500" kern="1200" dirty="0" smtClean="0">
              <a:latin typeface="+mj-lt"/>
              <a:ea typeface="黑体" panose="02010609060101010101" pitchFamily="49" charset="-122"/>
            </a:rPr>
            <a:t>5s</a:t>
          </a:r>
          <a:r>
            <a:rPr lang="zh-CN" sz="1500" kern="1200" dirty="0" smtClean="0">
              <a:latin typeface="+mj-lt"/>
              <a:ea typeface="黑体" panose="02010609060101010101" pitchFamily="49" charset="-122"/>
            </a:rPr>
            <a:t>以上</a:t>
          </a:r>
          <a:endParaRPr lang="zh-CN" sz="1500" kern="1200" dirty="0">
            <a:latin typeface="+mj-lt"/>
            <a:ea typeface="黑体" panose="02010609060101010101" pitchFamily="49" charset="-122"/>
          </a:endParaRPr>
        </a:p>
      </dsp:txBody>
      <dsp:txXfrm>
        <a:off x="5805631" y="605174"/>
        <a:ext cx="2545184" cy="411750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45745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lienbildplatzhalter 3"/>
          <p:cNvSpPr>
            <a:spLocks noGrp="1" noRot="1" noChangeAspect="1"/>
          </p:cNvSpPr>
          <p:nvPr>
            <p:ph type="sldImg" idx="2"/>
          </p:nvPr>
        </p:nvSpPr>
        <p:spPr>
          <a:xfrm>
            <a:off x="939800" y="750888"/>
            <a:ext cx="4997450" cy="3749675"/>
          </a:xfrm>
          <a:prstGeom prst="rect">
            <a:avLst/>
          </a:prstGeom>
          <a:noFill/>
          <a:ln w="12700">
            <a:solidFill>
              <a:prstClr val="black"/>
            </a:solidFill>
          </a:ln>
        </p:spPr>
        <p:txBody>
          <a:bodyPr vert="horz" lIns="96451" tIns="48225" rIns="96451" bIns="48225" rtlCol="0" anchor="ctr"/>
          <a:lstStyle/>
          <a:p>
            <a:endParaRPr lang="en-US"/>
          </a:p>
        </p:txBody>
      </p:sp>
      <p:sp>
        <p:nvSpPr>
          <p:cNvPr id="5" name="Notizenplatzhalter 4"/>
          <p:cNvSpPr>
            <a:spLocks noGrp="1"/>
          </p:cNvSpPr>
          <p:nvPr>
            <p:ph type="body" sz="quarter" idx="3"/>
          </p:nvPr>
        </p:nvSpPr>
        <p:spPr>
          <a:xfrm>
            <a:off x="925033" y="4751348"/>
            <a:ext cx="5018567" cy="4501277"/>
          </a:xfrm>
          <a:prstGeom prst="rect">
            <a:avLst/>
          </a:prstGeom>
        </p:spPr>
        <p:txBody>
          <a:bodyPr vert="horz" lIns="96451" tIns="48225" rIns="96451" bIns="48225" rtlCol="0">
            <a:normAutofit/>
          </a:bodyPr>
          <a:lstStyle/>
          <a:p>
            <a:pPr lvl="0"/>
            <a:r>
              <a:rPr lang="en-US" dirty="0" err="1" smtClean="0"/>
              <a:t>Textmasterformate</a:t>
            </a:r>
            <a:r>
              <a:rPr lang="en-US" dirty="0" smtClean="0"/>
              <a:t> </a:t>
            </a:r>
            <a:r>
              <a:rPr lang="en-US" dirty="0" err="1" smtClean="0"/>
              <a:t>durch</a:t>
            </a:r>
            <a:r>
              <a:rPr lang="en-US" dirty="0" smtClean="0"/>
              <a:t> </a:t>
            </a:r>
            <a:r>
              <a:rPr lang="en-US" dirty="0" err="1" smtClean="0"/>
              <a:t>Klicken</a:t>
            </a:r>
            <a:r>
              <a:rPr lang="en-US" dirty="0" smtClean="0"/>
              <a:t> </a:t>
            </a:r>
            <a:r>
              <a:rPr lang="en-US" dirty="0" err="1" smtClean="0"/>
              <a:t>bearbeiten</a:t>
            </a:r>
            <a:endParaRPr lang="en-US" dirty="0" smtClean="0"/>
          </a:p>
          <a:p>
            <a:pPr lvl="1"/>
            <a:r>
              <a:rPr lang="en-US" dirty="0" err="1" smtClean="0"/>
              <a:t>Zweite</a:t>
            </a:r>
            <a:r>
              <a:rPr lang="en-US" dirty="0" smtClean="0"/>
              <a:t> </a:t>
            </a:r>
            <a:r>
              <a:rPr lang="en-US" dirty="0" err="1" smtClean="0"/>
              <a:t>Ebene</a:t>
            </a:r>
            <a:endParaRPr lang="en-US" dirty="0" smtClean="0"/>
          </a:p>
          <a:p>
            <a:pPr lvl="2"/>
            <a:r>
              <a:rPr lang="en-US" dirty="0" err="1" smtClean="0"/>
              <a:t>Dritte</a:t>
            </a:r>
            <a:r>
              <a:rPr lang="en-US" dirty="0" smtClean="0"/>
              <a:t> </a:t>
            </a:r>
            <a:r>
              <a:rPr lang="en-US" dirty="0" err="1" smtClean="0"/>
              <a:t>Ebene</a:t>
            </a:r>
            <a:endParaRPr lang="en-US" dirty="0" smtClean="0"/>
          </a:p>
          <a:p>
            <a:pPr lvl="3"/>
            <a:r>
              <a:rPr lang="en-US" dirty="0" err="1" smtClean="0"/>
              <a:t>Vierte</a:t>
            </a:r>
            <a:r>
              <a:rPr lang="en-US" dirty="0" smtClean="0"/>
              <a:t> </a:t>
            </a:r>
            <a:r>
              <a:rPr lang="en-US" dirty="0" err="1" smtClean="0"/>
              <a:t>Ebene</a:t>
            </a:r>
            <a:endParaRPr lang="en-US" dirty="0" smtClean="0"/>
          </a:p>
          <a:p>
            <a:pPr lvl="4"/>
            <a:r>
              <a:rPr lang="en-US" dirty="0" err="1" smtClean="0"/>
              <a:t>Fünfte</a:t>
            </a:r>
            <a:r>
              <a:rPr lang="en-US" dirty="0" smtClean="0"/>
              <a:t> </a:t>
            </a:r>
            <a:r>
              <a:rPr lang="en-US" dirty="0" err="1" smtClean="0"/>
              <a:t>Ebene</a:t>
            </a:r>
            <a:endParaRPr lang="en-US" dirty="0"/>
          </a:p>
        </p:txBody>
      </p:sp>
    </p:spTree>
    <p:extLst>
      <p:ext uri="{BB962C8B-B14F-4D97-AF65-F5344CB8AC3E}">
        <p14:creationId xmlns:p14="http://schemas.microsoft.com/office/powerpoint/2010/main" val="2040836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3</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5</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132358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9</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99537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pPr marL="179387" lvl="1" indent="457200">
              <a:spcAft>
                <a:spcPts val="600"/>
              </a:spcAft>
              <a:buNone/>
            </a:pPr>
            <a:endParaRPr lang="en-US" altLang="zh-CN" dirty="0" smtClean="0"/>
          </a:p>
          <a:p>
            <a:pPr marL="179387" lvl="1" indent="457200">
              <a:spcAft>
                <a:spcPts val="600"/>
              </a:spcAft>
              <a:buNone/>
            </a:pPr>
            <a:r>
              <a:rPr lang="zh-CN" altLang="en-US" dirty="0" smtClean="0"/>
              <a:t>。</a:t>
            </a:r>
            <a:endParaRPr lang="en-US" altLang="zh-CN" dirty="0" smtClean="0"/>
          </a:p>
          <a:p>
            <a:pPr marL="179387" lvl="1" indent="457200">
              <a:spcAft>
                <a:spcPts val="600"/>
              </a:spcAft>
              <a:buNone/>
            </a:pPr>
            <a:r>
              <a:rPr lang="zh-CN" altLang="en-US" dirty="0" smtClean="0"/>
              <a:t>这些要求描述为：</a:t>
            </a:r>
            <a:endParaRPr lang="en-US" altLang="zh-CN" dirty="0" smtClean="0"/>
          </a:p>
          <a:p>
            <a:pPr marL="522287" lvl="1" indent="-342900">
              <a:spcAft>
                <a:spcPts val="600"/>
              </a:spcAft>
              <a:buFont typeface="+mj-lt"/>
              <a:buAutoNum type="arabicPeriod"/>
            </a:pPr>
            <a:r>
              <a:rPr lang="zh-CN" altLang="en-US" dirty="0" smtClean="0"/>
              <a:t>不应具有易于欺诈性使用的特性</a:t>
            </a:r>
            <a:endParaRPr lang="en-US" altLang="zh-CN" dirty="0" smtClean="0"/>
          </a:p>
          <a:p>
            <a:pPr marL="361950" lvl="2" indent="457200">
              <a:spcAft>
                <a:spcPts val="600"/>
              </a:spcAft>
              <a:buNone/>
            </a:pPr>
            <a:r>
              <a:rPr lang="zh-CN" altLang="en-US" dirty="0" smtClean="0"/>
              <a:t>这条要求表面看没有内容，但它是判断采用的技术、提供的功能是否正确，以满足不具欺诈性使用要求为判据，对于采用</a:t>
            </a:r>
            <a:r>
              <a:rPr lang="en-US" altLang="zh-CN" dirty="0" smtClean="0"/>
              <a:t>R76</a:t>
            </a:r>
            <a:r>
              <a:rPr lang="zh-CN" altLang="en-US" dirty="0" smtClean="0"/>
              <a:t>举例的方法，认为是符合要求的，但并不代表仅允许使用</a:t>
            </a:r>
            <a:r>
              <a:rPr lang="en-US" altLang="zh-CN" dirty="0" smtClean="0"/>
              <a:t>R76</a:t>
            </a:r>
            <a:r>
              <a:rPr lang="zh-CN" altLang="en-US" dirty="0" smtClean="0"/>
              <a:t>规定的举例，如果能证明所采用的技术获得的安全特性不低于</a:t>
            </a:r>
            <a:r>
              <a:rPr lang="en-US" altLang="zh-CN" dirty="0" smtClean="0"/>
              <a:t>R76</a:t>
            </a:r>
            <a:r>
              <a:rPr lang="zh-CN" altLang="en-US" dirty="0" smtClean="0"/>
              <a:t>的举例是可接受的。</a:t>
            </a:r>
            <a:endParaRPr lang="en-US" altLang="zh-CN" dirty="0" smtClean="0"/>
          </a:p>
          <a:p>
            <a:pPr marL="361950" lvl="2" indent="457200">
              <a:spcAft>
                <a:spcPts val="600"/>
              </a:spcAft>
              <a:buNone/>
            </a:pPr>
            <a:r>
              <a:rPr lang="zh-CN" altLang="en-US" dirty="0" smtClean="0"/>
              <a:t>因此，不具有欺诈性使用特性可以理解为：</a:t>
            </a:r>
            <a:r>
              <a:rPr lang="en-US" altLang="zh-CN" dirty="0" smtClean="0"/>
              <a:t>a) </a:t>
            </a:r>
            <a:r>
              <a:rPr lang="zh-CN" altLang="en-US" dirty="0" smtClean="0"/>
              <a:t>正常称量使用中性能稳定，计量特性不会被影响或改变，</a:t>
            </a:r>
            <a:r>
              <a:rPr lang="en-US" altLang="zh-CN" dirty="0" smtClean="0"/>
              <a:t>b) </a:t>
            </a:r>
            <a:r>
              <a:rPr lang="zh-CN" altLang="en-US" dirty="0" smtClean="0"/>
              <a:t>对衡器各功能可能的正常操作不会对结果的真实性产生影响</a:t>
            </a:r>
            <a:r>
              <a:rPr lang="en-US" altLang="zh-CN" dirty="0" smtClean="0"/>
              <a:t>(?)</a:t>
            </a:r>
            <a:r>
              <a:rPr lang="zh-CN" altLang="en-US" dirty="0" smtClean="0"/>
              <a:t>。</a:t>
            </a:r>
            <a:endParaRPr lang="en-US" altLang="zh-CN" dirty="0" smtClean="0"/>
          </a:p>
          <a:p>
            <a:pPr marL="522287" lvl="1" indent="-342900">
              <a:spcAft>
                <a:spcPts val="600"/>
              </a:spcAft>
              <a:buFont typeface="+mj-lt"/>
              <a:buAutoNum type="arabicPeriod"/>
            </a:pPr>
            <a:r>
              <a:rPr lang="zh-CN" altLang="en-US" dirty="0" smtClean="0"/>
              <a:t>关于失效和失调</a:t>
            </a:r>
            <a:endParaRPr lang="en-US" altLang="zh-CN" dirty="0" smtClean="0"/>
          </a:p>
          <a:p>
            <a:pPr marL="361950" lvl="2" indent="457200">
              <a:spcAft>
                <a:spcPts val="600"/>
              </a:spcAft>
              <a:buNone/>
            </a:pPr>
            <a:r>
              <a:rPr lang="zh-CN" altLang="en-US" dirty="0" smtClean="0"/>
              <a:t>衡器的控制元件失效或失调，不允许对正常的功能产生干扰。或者是失效和失调很明显，易于被发现。</a:t>
            </a:r>
            <a:endParaRPr lang="en-US" altLang="zh-CN" dirty="0" smtClean="0"/>
          </a:p>
          <a:p>
            <a:pPr marL="361950" lvl="2" indent="457200">
              <a:spcAft>
                <a:spcPts val="600"/>
              </a:spcAft>
              <a:buNone/>
            </a:pPr>
            <a:r>
              <a:rPr lang="zh-CN" altLang="en-US" dirty="0" smtClean="0"/>
              <a:t>这一要求也是法制计量器具的基本要求，即出现一些非正常现象时，要么正常工作，要么提供明确的出错信息，以便识别。（例如铅封被破坏，出现干扰时）</a:t>
            </a:r>
            <a:endParaRPr lang="en-US" altLang="zh-CN" dirty="0" smtClean="0"/>
          </a:p>
          <a:p>
            <a:endParaRPr lang="zh-CN" altLang="en-US" dirty="0"/>
          </a:p>
        </p:txBody>
      </p:sp>
    </p:spTree>
    <p:extLst>
      <p:ext uri="{BB962C8B-B14F-4D97-AF65-F5344CB8AC3E}">
        <p14:creationId xmlns:p14="http://schemas.microsoft.com/office/powerpoint/2010/main" val="1050390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10"/>
          </p:nvPr>
        </p:nvSpPr>
        <p:spPr>
          <a:xfrm>
            <a:off x="3894640" y="9500618"/>
            <a:ext cx="2980804" cy="500622"/>
          </a:xfrm>
          <a:prstGeom prst="rect">
            <a:avLst/>
          </a:prstGeom>
        </p:spPr>
        <p:txBody>
          <a:bodyPr lIns="92266" tIns="46133" rIns="92266" bIns="46133"/>
          <a:lstStyle/>
          <a:p>
            <a:fld id="{05037674-9A19-48FA-BF22-48ABD582880D}" type="slidenum">
              <a:rPr lang="en-GB" smtClean="0"/>
              <a:pPr/>
              <a:t>12</a:t>
            </a:fld>
            <a:endParaRPr lang="en-GB" dirty="0"/>
          </a:p>
        </p:txBody>
      </p:sp>
    </p:spTree>
    <p:extLst>
      <p:ext uri="{BB962C8B-B14F-4D97-AF65-F5344CB8AC3E}">
        <p14:creationId xmlns:p14="http://schemas.microsoft.com/office/powerpoint/2010/main" val="3289429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366078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76973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056679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18721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22</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强调置零条件和除皮后的不允许。</a:t>
            </a:r>
            <a:endParaRPr lang="zh-CN" altLang="en-US" dirty="0"/>
          </a:p>
        </p:txBody>
      </p:sp>
    </p:spTree>
    <p:extLst>
      <p:ext uri="{BB962C8B-B14F-4D97-AF65-F5344CB8AC3E}">
        <p14:creationId xmlns:p14="http://schemas.microsoft.com/office/powerpoint/2010/main" val="37260608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31949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a:p>
        </p:txBody>
      </p:sp>
      <p:sp>
        <p:nvSpPr>
          <p:cNvPr id="4" name="Foliennummernplatzhalter 3"/>
          <p:cNvSpPr>
            <a:spLocks noGrp="1"/>
          </p:cNvSpPr>
          <p:nvPr>
            <p:ph type="sldNum" sz="quarter" idx="10"/>
          </p:nvPr>
        </p:nvSpPr>
        <p:spPr>
          <a:xfrm>
            <a:off x="3894640" y="9500618"/>
            <a:ext cx="2980804" cy="500622"/>
          </a:xfrm>
          <a:prstGeom prst="rect">
            <a:avLst/>
          </a:prstGeom>
        </p:spPr>
        <p:txBody>
          <a:bodyPr lIns="92266" tIns="46133" rIns="92266" bIns="46133"/>
          <a:lstStyle/>
          <a:p>
            <a:fld id="{05037674-9A19-48FA-BF22-48ABD582880D}" type="slidenum">
              <a:rPr lang="en-GB" smtClean="0"/>
              <a:pPr/>
              <a:t>27</a:t>
            </a:fld>
            <a:endParaRPr lang="en-GB" dirty="0"/>
          </a:p>
        </p:txBody>
      </p:sp>
    </p:spTree>
    <p:extLst>
      <p:ext uri="{BB962C8B-B14F-4D97-AF65-F5344CB8AC3E}">
        <p14:creationId xmlns:p14="http://schemas.microsoft.com/office/powerpoint/2010/main" val="18509343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2" indent="0" algn="l" defTabSz="914400" rtl="0" eaLnBrk="1" fontAlgn="auto" latinLnBrk="0" hangingPunct="1">
              <a:lnSpc>
                <a:spcPct val="100000"/>
              </a:lnSpc>
              <a:spcBef>
                <a:spcPts val="0"/>
              </a:spcBef>
              <a:spcAft>
                <a:spcPts val="0"/>
              </a:spcAft>
              <a:buClrTx/>
              <a:buSzTx/>
              <a:buFontTx/>
              <a:buNone/>
              <a:tabLst/>
              <a:defRPr/>
            </a:pPr>
            <a:r>
              <a:rPr lang="zh-CN" altLang="en-US" dirty="0" smtClean="0"/>
              <a:t>。</a:t>
            </a:r>
          </a:p>
          <a:p>
            <a:endParaRPr lang="zh-CN" altLang="en-US" dirty="0"/>
          </a:p>
        </p:txBody>
      </p:sp>
    </p:spTree>
    <p:extLst>
      <p:ext uri="{BB962C8B-B14F-4D97-AF65-F5344CB8AC3E}">
        <p14:creationId xmlns:p14="http://schemas.microsoft.com/office/powerpoint/2010/main" val="9532634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30</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245801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84312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63099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09637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40</a:t>
            </a:fld>
            <a:endParaRPr lang="en-US"/>
          </a:p>
        </p:txBody>
      </p:sp>
    </p:spTree>
    <p:extLst>
      <p:ext uri="{BB962C8B-B14F-4D97-AF65-F5344CB8AC3E}">
        <p14:creationId xmlns:p14="http://schemas.microsoft.com/office/powerpoint/2010/main" val="1663977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41021383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我国新的型式评价大纲强制使用物理铅封，因此设计可能需要考虑多种铅封模式，以适应个不同市场的要求。</a:t>
            </a:r>
            <a:endParaRPr lang="zh-CN" altLang="en-US" dirty="0"/>
          </a:p>
        </p:txBody>
      </p:sp>
    </p:spTree>
    <p:extLst>
      <p:ext uri="{BB962C8B-B14F-4D97-AF65-F5344CB8AC3E}">
        <p14:creationId xmlns:p14="http://schemas.microsoft.com/office/powerpoint/2010/main" val="8784323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1051336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endParaRPr lang="zh-CN" altLang="en-US" dirty="0"/>
          </a:p>
        </p:txBody>
      </p:sp>
    </p:spTree>
    <p:extLst>
      <p:ext uri="{BB962C8B-B14F-4D97-AF65-F5344CB8AC3E}">
        <p14:creationId xmlns:p14="http://schemas.microsoft.com/office/powerpoint/2010/main" val="18440519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10"/>
          </p:nvPr>
        </p:nvSpPr>
        <p:spPr>
          <a:xfrm>
            <a:off x="5255180" y="9412732"/>
            <a:ext cx="692953" cy="500142"/>
          </a:xfrm>
          <a:prstGeom prst="rect">
            <a:avLst/>
          </a:prstGeom>
        </p:spPr>
        <p:txBody>
          <a:bodyPr/>
          <a:lstStyle/>
          <a:p>
            <a:fld id="{B37E420F-8DC5-4183-89F9-42805A72DA7D}" type="slidenum">
              <a:rPr lang="en-US" smtClean="0"/>
              <a:pPr/>
              <a:t>45</a:t>
            </a:fld>
            <a:endParaRPr lang="en-US"/>
          </a:p>
        </p:txBody>
      </p:sp>
    </p:spTree>
    <p:extLst>
      <p:ext uri="{BB962C8B-B14F-4D97-AF65-F5344CB8AC3E}">
        <p14:creationId xmlns:p14="http://schemas.microsoft.com/office/powerpoint/2010/main" val="39900540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MT: Cover Page">
    <p:spTree>
      <p:nvGrpSpPr>
        <p:cNvPr id="1" name=""/>
        <p:cNvGrpSpPr/>
        <p:nvPr/>
      </p:nvGrpSpPr>
      <p:grpSpPr>
        <a:xfrm>
          <a:off x="0" y="0"/>
          <a:ext cx="0" cy="0"/>
          <a:chOff x="0" y="0"/>
          <a:chExt cx="0" cy="0"/>
        </a:xfrm>
      </p:grpSpPr>
      <p:sp>
        <p:nvSpPr>
          <p:cNvPr id="11" name="Bildplatzhalter 10"/>
          <p:cNvSpPr>
            <a:spLocks noGrp="1"/>
          </p:cNvSpPr>
          <p:nvPr>
            <p:ph type="pic" sz="quarter" idx="10" hasCustomPrompt="1"/>
          </p:nvPr>
        </p:nvSpPr>
        <p:spPr>
          <a:xfrm>
            <a:off x="2411760" y="0"/>
            <a:ext cx="6732240" cy="2636838"/>
          </a:xfrm>
          <a:solidFill>
            <a:schemeClr val="tx2"/>
          </a:solidFill>
          <a:effectLst>
            <a:outerShdw blurRad="50800" dist="38100" dir="2700000" algn="tl" rotWithShape="0">
              <a:prstClr val="black">
                <a:alpha val="40000"/>
              </a:prstClr>
            </a:outerShdw>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2" name="Titel"/>
          <p:cNvSpPr>
            <a:spLocks noGrp="1"/>
          </p:cNvSpPr>
          <p:nvPr>
            <p:ph type="ctrTitle" hasCustomPrompt="1"/>
          </p:nvPr>
        </p:nvSpPr>
        <p:spPr>
          <a:xfrm>
            <a:off x="2699792" y="2852936"/>
            <a:ext cx="6200120" cy="597686"/>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3"/>
            <a:ext cx="6200121"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183720808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MT: Cover Page 4 Images">
    <p:spTree>
      <p:nvGrpSpPr>
        <p:cNvPr id="1" name=""/>
        <p:cNvGrpSpPr/>
        <p:nvPr/>
      </p:nvGrpSpPr>
      <p:grpSpPr>
        <a:xfrm>
          <a:off x="0" y="0"/>
          <a:ext cx="0" cy="0"/>
          <a:chOff x="0" y="0"/>
          <a:chExt cx="0" cy="0"/>
        </a:xfrm>
      </p:grpSpPr>
      <p:sp>
        <p:nvSpPr>
          <p:cNvPr id="4" name="Rectangle 3"/>
          <p:cNvSpPr/>
          <p:nvPr userDrawn="1"/>
        </p:nvSpPr>
        <p:spPr>
          <a:xfrm>
            <a:off x="2434856" y="0"/>
            <a:ext cx="6709144" cy="2635199"/>
          </a:xfrm>
          <a:prstGeom prst="rect">
            <a:avLst/>
          </a:prstGeom>
          <a:solidFill>
            <a:schemeClr val="tx2"/>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2" name="Titel"/>
          <p:cNvSpPr>
            <a:spLocks noGrp="1"/>
          </p:cNvSpPr>
          <p:nvPr>
            <p:ph type="ctrTitle" hasCustomPrompt="1"/>
          </p:nvPr>
        </p:nvSpPr>
        <p:spPr>
          <a:xfrm>
            <a:off x="2699792" y="2852936"/>
            <a:ext cx="6192688" cy="597686"/>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2"/>
            <a:ext cx="6192689"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sp>
        <p:nvSpPr>
          <p:cNvPr id="10" name="Bildplatzhalter 10"/>
          <p:cNvSpPr>
            <a:spLocks noGrp="1"/>
          </p:cNvSpPr>
          <p:nvPr>
            <p:ph type="pic" sz="quarter" idx="13" hasCustomPrompt="1"/>
          </p:nvPr>
        </p:nvSpPr>
        <p:spPr>
          <a:xfrm>
            <a:off x="24117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4" name="Bildplatzhalter 10"/>
          <p:cNvSpPr>
            <a:spLocks noGrp="1"/>
          </p:cNvSpPr>
          <p:nvPr>
            <p:ph type="pic" sz="quarter" idx="14" hasCustomPrompt="1"/>
          </p:nvPr>
        </p:nvSpPr>
        <p:spPr>
          <a:xfrm>
            <a:off x="41085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5" name="Bildplatzhalter 10"/>
          <p:cNvSpPr>
            <a:spLocks noGrp="1"/>
          </p:cNvSpPr>
          <p:nvPr>
            <p:ph type="pic" sz="quarter" idx="15" hasCustomPrompt="1"/>
          </p:nvPr>
        </p:nvSpPr>
        <p:spPr>
          <a:xfrm>
            <a:off x="58053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16" name="Bildplatzhalter 10"/>
          <p:cNvSpPr>
            <a:spLocks noGrp="1"/>
          </p:cNvSpPr>
          <p:nvPr>
            <p:ph type="pic" sz="quarter" idx="16" hasCustomPrompt="1"/>
          </p:nvPr>
        </p:nvSpPr>
        <p:spPr>
          <a:xfrm>
            <a:off x="7502160" y="0"/>
            <a:ext cx="1641840" cy="2636838"/>
          </a:xfrm>
          <a:solidFill>
            <a:schemeClr val="tx2"/>
          </a:solidFill>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388782195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MT: Cover Page Square Image">
    <p:spTree>
      <p:nvGrpSpPr>
        <p:cNvPr id="1" name=""/>
        <p:cNvGrpSpPr/>
        <p:nvPr/>
      </p:nvGrpSpPr>
      <p:grpSpPr>
        <a:xfrm>
          <a:off x="0" y="0"/>
          <a:ext cx="0" cy="0"/>
          <a:chOff x="0" y="0"/>
          <a:chExt cx="0" cy="0"/>
        </a:xfrm>
      </p:grpSpPr>
      <p:sp>
        <p:nvSpPr>
          <p:cNvPr id="7" name="Rectangle 6"/>
          <p:cNvSpPr/>
          <p:nvPr userDrawn="1"/>
        </p:nvSpPr>
        <p:spPr>
          <a:xfrm>
            <a:off x="2411760" y="0"/>
            <a:ext cx="4277040" cy="2636912"/>
          </a:xfrm>
          <a:prstGeom prst="rect">
            <a:avLst/>
          </a:prstGeom>
          <a:solidFill>
            <a:schemeClr val="accent4">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6" name="Rectangle 37"/>
          <p:cNvSpPr>
            <a:spLocks noChangeArrowheads="1"/>
          </p:cNvSpPr>
          <p:nvPr userDrawn="1"/>
        </p:nvSpPr>
        <p:spPr bwMode="gray">
          <a:xfrm>
            <a:off x="-1" y="0"/>
            <a:ext cx="2411761" cy="6166022"/>
          </a:xfrm>
          <a:prstGeom prst="rect">
            <a:avLst/>
          </a:prstGeom>
          <a:gradFill rotWithShape="0">
            <a:gsLst>
              <a:gs pos="0">
                <a:schemeClr val="tx1"/>
              </a:gs>
              <a:gs pos="98000">
                <a:schemeClr val="bg1"/>
              </a:gs>
              <a:gs pos="58000">
                <a:schemeClr val="bg2"/>
              </a:gs>
            </a:gsLst>
            <a:lin ang="5400000" scaled="1"/>
          </a:gradFill>
          <a:ln>
            <a:noFill/>
          </a:ln>
          <a:effectLst/>
          <a:extLst/>
        </p:spPr>
        <p:txBody>
          <a:bodyPr wrap="none" lIns="0" tIns="0" rIns="72000" bIns="0" anchor="ctr"/>
          <a:lstStyle/>
          <a:p>
            <a:pPr algn="ctr"/>
            <a:endParaRPr lang="en-US">
              <a:solidFill>
                <a:srgbClr val="6BD2FF"/>
              </a:solidFill>
            </a:endParaRPr>
          </a:p>
        </p:txBody>
      </p:sp>
      <p:sp>
        <p:nvSpPr>
          <p:cNvPr id="4" name="Rectangle 3"/>
          <p:cNvSpPr/>
          <p:nvPr userDrawn="1"/>
        </p:nvSpPr>
        <p:spPr>
          <a:xfrm>
            <a:off x="2433600" y="2642400"/>
            <a:ext cx="6710400" cy="4215600"/>
          </a:xfrm>
          <a:prstGeom prst="rect">
            <a:avLst/>
          </a:prstGeom>
          <a:solidFill>
            <a:schemeClr val="tx2"/>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600" dirty="0" err="1" smtClean="0">
              <a:solidFill>
                <a:schemeClr val="bg1"/>
              </a:solidFill>
            </a:endParaRPr>
          </a:p>
        </p:txBody>
      </p:sp>
      <p:sp>
        <p:nvSpPr>
          <p:cNvPr id="11" name="Bildplatzhalter 10"/>
          <p:cNvSpPr>
            <a:spLocks noGrp="1"/>
          </p:cNvSpPr>
          <p:nvPr>
            <p:ph type="pic" sz="quarter" idx="10" hasCustomPrompt="1"/>
          </p:nvPr>
        </p:nvSpPr>
        <p:spPr>
          <a:xfrm>
            <a:off x="6588224" y="0"/>
            <a:ext cx="2555775" cy="2636912"/>
          </a:xfrm>
          <a:solidFill>
            <a:schemeClr val="tx2"/>
          </a:solidFill>
          <a:effectLst>
            <a:outerShdw blurRad="50800" dist="38100" dir="2700000" algn="tl" rotWithShape="0">
              <a:prstClr val="black">
                <a:alpha val="40000"/>
              </a:prstClr>
            </a:outerShdw>
          </a:effectLst>
        </p:spPr>
        <p:txBody>
          <a:bodyPr tIns="576000"/>
          <a:lstStyle>
            <a:lvl1pPr marL="0" indent="0" algn="ctr">
              <a:buNone/>
              <a:defRPr>
                <a:solidFill>
                  <a:schemeClr val="tx1"/>
                </a:solidFill>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
        <p:nvSpPr>
          <p:cNvPr id="2" name="Titel"/>
          <p:cNvSpPr>
            <a:spLocks noGrp="1"/>
          </p:cNvSpPr>
          <p:nvPr>
            <p:ph type="ctrTitle" hasCustomPrompt="1"/>
          </p:nvPr>
        </p:nvSpPr>
        <p:spPr>
          <a:xfrm>
            <a:off x="2699792" y="2836800"/>
            <a:ext cx="6192688" cy="613822"/>
          </a:xfrm>
        </p:spPr>
        <p:txBody>
          <a:bodyPr anchor="b"/>
          <a:lstStyle>
            <a:lvl1pPr algn="l">
              <a:lnSpc>
                <a:spcPts val="3000"/>
              </a:lnSpc>
              <a:defRPr sz="3200" b="1">
                <a:solidFill>
                  <a:schemeClr val="tx1"/>
                </a:solidFill>
              </a:defRPr>
            </a:lvl1pPr>
          </a:lstStyle>
          <a:p>
            <a:r>
              <a:rPr lang="en-US" dirty="0" smtClean="0"/>
              <a:t>Click to add title…</a:t>
            </a:r>
            <a:endParaRPr lang="en-US" dirty="0"/>
          </a:p>
        </p:txBody>
      </p:sp>
      <p:sp>
        <p:nvSpPr>
          <p:cNvPr id="3" name="Untertitel"/>
          <p:cNvSpPr>
            <a:spLocks noGrp="1"/>
          </p:cNvSpPr>
          <p:nvPr>
            <p:ph type="subTitle" idx="1" hasCustomPrompt="1"/>
          </p:nvPr>
        </p:nvSpPr>
        <p:spPr>
          <a:xfrm>
            <a:off x="395289" y="1988840"/>
            <a:ext cx="1966312" cy="692581"/>
          </a:xfrm>
        </p:spPr>
        <p:txBody>
          <a:bodyPr rIns="72000" anchor="b"/>
          <a:lstStyle>
            <a:lvl1pPr marL="0" indent="0" algn="l">
              <a:spcBef>
                <a:spcPts val="0"/>
              </a:spcBef>
              <a:spcAft>
                <a:spcPts val="0"/>
              </a:spcAft>
              <a:buNone/>
              <a:defRPr sz="1400" baseline="0">
                <a:solidFill>
                  <a:schemeClr val="bg1"/>
                </a:solidFill>
              </a:defRPr>
            </a:lvl1pPr>
          </a:lstStyle>
          <a:p>
            <a:pPr lvl="0"/>
            <a:r>
              <a:rPr lang="en-US" dirty="0" smtClean="0"/>
              <a:t>Click to add place,</a:t>
            </a:r>
            <a:br>
              <a:rPr lang="en-US" dirty="0" smtClean="0"/>
            </a:br>
            <a:r>
              <a:rPr lang="en-US" dirty="0" smtClean="0"/>
              <a:t>date/author</a:t>
            </a:r>
          </a:p>
        </p:txBody>
      </p:sp>
      <p:sp>
        <p:nvSpPr>
          <p:cNvPr id="5" name="Textplatzhalter 4"/>
          <p:cNvSpPr>
            <a:spLocks noGrp="1"/>
          </p:cNvSpPr>
          <p:nvPr>
            <p:ph type="body" sz="quarter" idx="12" hasCustomPrompt="1"/>
          </p:nvPr>
        </p:nvSpPr>
        <p:spPr>
          <a:xfrm>
            <a:off x="2699792" y="3400223"/>
            <a:ext cx="6192689" cy="964882"/>
          </a:xfrm>
        </p:spPr>
        <p:txBody>
          <a:bodyPr/>
          <a:lstStyle>
            <a:lvl1pPr marL="0" indent="0">
              <a:buNone/>
              <a:defRPr sz="2400"/>
            </a:lvl1pPr>
            <a:lvl2pPr marL="0" indent="0">
              <a:buNone/>
              <a:defRPr sz="2400"/>
            </a:lvl2pPr>
            <a:lvl3pPr marL="0" indent="0">
              <a:buNone/>
              <a:defRPr sz="2400"/>
            </a:lvl3pPr>
            <a:lvl4pPr marL="0" indent="0">
              <a:buNone/>
              <a:defRPr sz="2400"/>
            </a:lvl4pPr>
            <a:lvl5pPr marL="0" indent="0">
              <a:buFont typeface="Arial" panose="020B0604020202020204" pitchFamily="34" charset="0"/>
              <a:buNone/>
              <a:defRPr sz="2400"/>
            </a:lvl5pPr>
          </a:lstStyle>
          <a:p>
            <a:pPr lvl="0"/>
            <a:r>
              <a:rPr lang="en-US" dirty="0" smtClean="0"/>
              <a:t>Click to add subtitle (optional)…</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01321" y="5189156"/>
            <a:ext cx="2719479" cy="1668844"/>
          </a:xfrm>
          <a:prstGeom prst="rect">
            <a:avLst/>
          </a:prstGeom>
        </p:spPr>
      </p:pic>
    </p:spTree>
    <p:extLst>
      <p:ext uri="{BB962C8B-B14F-4D97-AF65-F5344CB8AC3E}">
        <p14:creationId xmlns:p14="http://schemas.microsoft.com/office/powerpoint/2010/main" val="2747746676"/>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MT: Chapter Slide">
    <p:spTree>
      <p:nvGrpSpPr>
        <p:cNvPr id="1" name=""/>
        <p:cNvGrpSpPr/>
        <p:nvPr/>
      </p:nvGrpSpPr>
      <p:grpSpPr>
        <a:xfrm>
          <a:off x="0" y="0"/>
          <a:ext cx="0" cy="0"/>
          <a:chOff x="0" y="0"/>
          <a:chExt cx="0" cy="0"/>
        </a:xfrm>
      </p:grpSpPr>
      <p:sp>
        <p:nvSpPr>
          <p:cNvPr id="6" name="Rectangle 37"/>
          <p:cNvSpPr>
            <a:spLocks noChangeArrowheads="1"/>
          </p:cNvSpPr>
          <p:nvPr userDrawn="1"/>
        </p:nvSpPr>
        <p:spPr bwMode="gray">
          <a:xfrm>
            <a:off x="0" y="0"/>
            <a:ext cx="4572000" cy="6237312"/>
          </a:xfrm>
          <a:prstGeom prst="rect">
            <a:avLst/>
          </a:prstGeom>
          <a:gradFill rotWithShape="0">
            <a:gsLst>
              <a:gs pos="0">
                <a:schemeClr val="tx1"/>
              </a:gs>
              <a:gs pos="100000">
                <a:schemeClr val="bg1"/>
              </a:gs>
              <a:gs pos="70000">
                <a:schemeClr val="bg2"/>
              </a:gs>
            </a:gsLst>
            <a:lin ang="5400000" scaled="1"/>
          </a:gradFill>
          <a:ln>
            <a:noFill/>
          </a:ln>
          <a:effectLst/>
          <a:extLst/>
        </p:spPr>
        <p:txBody>
          <a:bodyPr wrap="none" lIns="0" tIns="0" rIns="72000" bIns="0" anchor="ctr"/>
          <a:lstStyle/>
          <a:p>
            <a:pPr algn="ctr"/>
            <a:endParaRPr lang="de-DE">
              <a:solidFill>
                <a:srgbClr val="6BD2FF"/>
              </a:solidFill>
            </a:endParaRPr>
          </a:p>
        </p:txBody>
      </p:sp>
      <p:sp>
        <p:nvSpPr>
          <p:cNvPr id="3" name="Body1"/>
          <p:cNvSpPr>
            <a:spLocks noGrp="1"/>
          </p:cNvSpPr>
          <p:nvPr>
            <p:ph type="body" idx="1" hasCustomPrompt="1"/>
          </p:nvPr>
        </p:nvSpPr>
        <p:spPr>
          <a:xfrm>
            <a:off x="4716016" y="3212976"/>
            <a:ext cx="4032697" cy="3168773"/>
          </a:xfrm>
        </p:spPr>
        <p:txBody>
          <a:bodyPr anchor="t"/>
          <a:lstStyle>
            <a:lvl1pPr marL="216000" indent="-216000">
              <a:buFont typeface="Wingdings" panose="05000000000000000000" pitchFamily="2" charset="2"/>
              <a:buChar char="§"/>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add chapter topic…</a:t>
            </a:r>
          </a:p>
        </p:txBody>
      </p:sp>
      <p:sp>
        <p:nvSpPr>
          <p:cNvPr id="4" name="Titel 3"/>
          <p:cNvSpPr>
            <a:spLocks noGrp="1"/>
          </p:cNvSpPr>
          <p:nvPr>
            <p:ph type="title" hasCustomPrompt="1"/>
          </p:nvPr>
        </p:nvSpPr>
        <p:spPr>
          <a:xfrm>
            <a:off x="395287" y="1484313"/>
            <a:ext cx="4032251" cy="1584637"/>
          </a:xfrm>
        </p:spPr>
        <p:txBody>
          <a:bodyPr/>
          <a:lstStyle>
            <a:lvl1pPr algn="r">
              <a:defRPr baseline="0"/>
            </a:lvl1pPr>
          </a:lstStyle>
          <a:p>
            <a:r>
              <a:rPr lang="en-US" noProof="0" dirty="0" smtClean="0"/>
              <a:t>Click to add chapter name…</a:t>
            </a:r>
            <a:endParaRPr lang="en-US" noProof="0" dirty="0"/>
          </a:p>
        </p:txBody>
      </p:sp>
      <p:cxnSp>
        <p:nvCxnSpPr>
          <p:cNvPr id="10" name="Gerade Verbindung 9"/>
          <p:cNvCxnSpPr/>
          <p:nvPr userDrawn="1"/>
        </p:nvCxnSpPr>
        <p:spPr bwMode="gray">
          <a:xfrm>
            <a:off x="4716000" y="2898000"/>
            <a:ext cx="4032693" cy="8175"/>
          </a:xfrm>
          <a:prstGeom prst="line">
            <a:avLst/>
          </a:prstGeom>
          <a:ln w="12700" cap="rnd">
            <a:solidFill>
              <a:schemeClr val="accent1"/>
            </a:solidFill>
            <a:prstDash val="sysDot"/>
          </a:ln>
        </p:spPr>
        <p:style>
          <a:lnRef idx="1">
            <a:schemeClr val="accent1"/>
          </a:lnRef>
          <a:fillRef idx="0">
            <a:schemeClr val="accent1"/>
          </a:fillRef>
          <a:effectRef idx="0">
            <a:schemeClr val="accent1"/>
          </a:effectRef>
          <a:fontRef idx="minor">
            <a:schemeClr val="tx1"/>
          </a:fontRef>
        </p:style>
      </p:cxnSp>
      <p:sp>
        <p:nvSpPr>
          <p:cNvPr id="8" name="Bildplatzhalter 7"/>
          <p:cNvSpPr>
            <a:spLocks noGrp="1"/>
          </p:cNvSpPr>
          <p:nvPr>
            <p:ph type="pic" sz="quarter" idx="11" hasCustomPrompt="1"/>
          </p:nvPr>
        </p:nvSpPr>
        <p:spPr>
          <a:xfrm>
            <a:off x="4572000" y="0"/>
            <a:ext cx="4572000" cy="2924175"/>
          </a:xfrm>
        </p:spPr>
        <p:txBody>
          <a:bodyPr tIns="864000"/>
          <a:lstStyle>
            <a:lvl1pPr marL="0" indent="0" algn="ctr">
              <a:buNone/>
              <a:defRPr/>
            </a:lvl1pPr>
          </a:lstStyle>
          <a:p>
            <a:r>
              <a:rPr lang="en-US" dirty="0" smtClean="0"/>
              <a:t>Click </a:t>
            </a:r>
            <a:r>
              <a:rPr lang="en-US" dirty="0" err="1" smtClean="0"/>
              <a:t>to</a:t>
            </a:r>
            <a:r>
              <a:rPr lang="en-US" dirty="0" smtClean="0"/>
              <a:t> </a:t>
            </a:r>
            <a:r>
              <a:rPr lang="en-US" dirty="0" err="1" smtClean="0"/>
              <a:t>add</a:t>
            </a:r>
            <a:r>
              <a:rPr lang="en-US" dirty="0" smtClean="0"/>
              <a:t> </a:t>
            </a:r>
            <a:r>
              <a:rPr lang="en-US" dirty="0" err="1" smtClean="0"/>
              <a:t>picture</a:t>
            </a:r>
            <a:r>
              <a:rPr lang="en-US" dirty="0" smtClean="0"/>
              <a:t>…</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MT: Text Only">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3" name="Body1"/>
          <p:cNvSpPr>
            <a:spLocks noGrp="1"/>
          </p:cNvSpPr>
          <p:nvPr>
            <p:ph idx="1"/>
          </p:nvPr>
        </p:nvSpPr>
        <p:spPr>
          <a:xfrm>
            <a:off x="395288" y="1016000"/>
            <a:ext cx="8353425" cy="53657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5" name="Footer Placeholder 4"/>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60014192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T: Standard Slide">
    <p:spTree>
      <p:nvGrpSpPr>
        <p:cNvPr id="1" name=""/>
        <p:cNvGrpSpPr/>
        <p:nvPr/>
      </p:nvGrpSpPr>
      <p:grpSpPr>
        <a:xfrm>
          <a:off x="0" y="0"/>
          <a:ext cx="0" cy="0"/>
          <a:chOff x="0" y="0"/>
          <a:chExt cx="0" cy="0"/>
        </a:xfrm>
      </p:grpSpPr>
      <p:sp>
        <p:nvSpPr>
          <p:cNvPr id="2" name="Headline"/>
          <p:cNvSpPr>
            <a:spLocks noGrp="1"/>
          </p:cNvSpPr>
          <p:nvPr>
            <p:ph type="title" hasCustomPrompt="1"/>
          </p:nvPr>
        </p:nvSpPr>
        <p:spPr>
          <a:xfrm>
            <a:off x="395536" y="188640"/>
            <a:ext cx="6912464" cy="573361"/>
          </a:xfrm>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288" y="1016000"/>
            <a:ext cx="8353176" cy="324768"/>
          </a:xfrm>
        </p:spPr>
        <p:txBody>
          <a:bodyPr tIns="0"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p:nvPr>
        </p:nvSpPr>
        <p:spPr>
          <a:xfrm>
            <a:off x="395288" y="1485900"/>
            <a:ext cx="8353426"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35" name="Foliennummernplatzhalter 3"/>
          <p:cNvSpPr>
            <a:spLocks noGrp="1"/>
          </p:cNvSpPr>
          <p:nvPr>
            <p:ph type="sldNum" sz="quarter" idx="100"/>
          </p:nvPr>
        </p:nvSpPr>
        <p:spPr>
          <a:xfrm>
            <a:off x="8748000" y="327719"/>
            <a:ext cx="396000" cy="432000"/>
          </a:xfrm>
        </p:spPr>
        <p:txBody>
          <a:bodyPr/>
          <a:lstStyle/>
          <a:p>
            <a:fld id="{2B2B68EE-DD1E-4368-AFCE-24A50EC7BF18}" type="slidenum">
              <a:rPr lang="en-US" smtClean="0"/>
              <a:pPr/>
              <a:t>‹#›</a:t>
            </a:fld>
            <a:endParaRPr lang="en-US" dirty="0"/>
          </a:p>
        </p:txBody>
      </p:sp>
      <p:sp>
        <p:nvSpPr>
          <p:cNvPr id="5" name="Footer Placeholder 4"/>
          <p:cNvSpPr>
            <a:spLocks noGrp="1"/>
          </p:cNvSpPr>
          <p:nvPr>
            <p:ph type="ftr" sz="quarter" idx="101"/>
          </p:nvPr>
        </p:nvSpPr>
        <p:spPr>
          <a:xfrm>
            <a:off x="395536" y="6645600"/>
            <a:ext cx="8352927" cy="151200"/>
          </a:xfrm>
        </p:spPr>
        <p:txBody>
          <a:bodyPr/>
          <a:lstStyle/>
          <a:p>
            <a:r>
              <a:rPr lang="en-US" dirty="0"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T: Full Page Chart Or Table">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536" y="1015999"/>
            <a:ext cx="8352928" cy="324769"/>
          </a:xfrm>
        </p:spPr>
        <p:txBody>
          <a:bodyPr tIns="0"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hasCustomPrompt="1"/>
          </p:nvPr>
        </p:nvSpPr>
        <p:spPr>
          <a:xfrm>
            <a:off x="395288" y="1485900"/>
            <a:ext cx="8353425" cy="4463380"/>
          </a:xfrm>
          <a:noFill/>
        </p:spPr>
        <p:txBody>
          <a:bodyPr/>
          <a:lstStyle>
            <a:lvl1pPr marL="0" indent="0">
              <a:buNone/>
              <a:defRPr baseline="0"/>
            </a:lvl1pPr>
          </a:lstStyle>
          <a:p>
            <a:pPr lvl="0"/>
            <a:r>
              <a:rPr lang="en-US" dirty="0" smtClean="0"/>
              <a:t>Click icon to insert chart or table</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Text Placeholder 5"/>
          <p:cNvSpPr>
            <a:spLocks noGrp="1"/>
          </p:cNvSpPr>
          <p:nvPr>
            <p:ph type="body" sz="quarter" idx="101" hasCustomPrompt="1"/>
          </p:nvPr>
        </p:nvSpPr>
        <p:spPr>
          <a:xfrm>
            <a:off x="395288" y="6093296"/>
            <a:ext cx="8353425" cy="288032"/>
          </a:xfrm>
        </p:spPr>
        <p:txBody>
          <a:bodyPr/>
          <a:lstStyle>
            <a:lvl1pPr marL="0" indent="0">
              <a:buNone/>
              <a:defRPr baseline="0"/>
            </a:lvl1pPr>
          </a:lstStyle>
          <a:p>
            <a:pPr lvl="0"/>
            <a:r>
              <a:rPr lang="en-US" dirty="0" smtClean="0"/>
              <a:t>Add chart/table description</a:t>
            </a:r>
            <a:endParaRPr lang="en-US" dirty="0"/>
          </a:p>
        </p:txBody>
      </p:sp>
      <p:sp>
        <p:nvSpPr>
          <p:cNvPr id="5" name="Footer Placeholder 4"/>
          <p:cNvSpPr>
            <a:spLocks noGrp="1"/>
          </p:cNvSpPr>
          <p:nvPr>
            <p:ph type="ftr" sz="quarter" idx="102"/>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96235746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T: Tagline Only">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baseline="0"/>
            </a:lvl1pPr>
          </a:lstStyle>
          <a:p>
            <a:r>
              <a:rPr lang="en-US" dirty="0" smtClean="0"/>
              <a:t>Click to add topic</a:t>
            </a:r>
            <a:endParaRPr lang="en-US" dirty="0"/>
          </a:p>
        </p:txBody>
      </p:sp>
      <p:sp>
        <p:nvSpPr>
          <p:cNvPr id="6" name="Subline"/>
          <p:cNvSpPr>
            <a:spLocks noGrp="1"/>
          </p:cNvSpPr>
          <p:nvPr>
            <p:ph type="title" idx="99" hasCustomPrompt="1"/>
          </p:nvPr>
        </p:nvSpPr>
        <p:spPr>
          <a:xfrm>
            <a:off x="395288" y="1015999"/>
            <a:ext cx="835317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Foliennummernplatzhalter 2"/>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Footer Placeholder 3"/>
          <p:cNvSpPr>
            <a:spLocks noGrp="1"/>
          </p:cNvSpPr>
          <p:nvPr>
            <p:ph type="ftr" sz="quarter" idx="101"/>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T: Empty Slide">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baseline="0"/>
            </a:lvl1pPr>
          </a:lstStyle>
          <a:p>
            <a:r>
              <a:rPr lang="en-US" dirty="0" smtClean="0"/>
              <a:t>Click to add topic</a:t>
            </a:r>
            <a:endParaRPr lang="en-US" dirty="0"/>
          </a:p>
        </p:txBody>
      </p:sp>
      <p:sp>
        <p:nvSpPr>
          <p:cNvPr id="3" name="Foliennummernplatzhalter 2"/>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Footer Placeholder 3"/>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532708283"/>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T: Horizontal Large Table Or Image">
    <p:spTree>
      <p:nvGrpSpPr>
        <p:cNvPr id="1" name=""/>
        <p:cNvGrpSpPr/>
        <p:nvPr/>
      </p:nvGrpSpPr>
      <p:grpSpPr>
        <a:xfrm>
          <a:off x="0" y="0"/>
          <a:ext cx="0" cy="0"/>
          <a:chOff x="0" y="0"/>
          <a:chExt cx="0" cy="0"/>
        </a:xfrm>
      </p:grpSpPr>
      <p:sp>
        <p:nvSpPr>
          <p:cNvPr id="2" name="Headline"/>
          <p:cNvSpPr>
            <a:spLocks noGrp="1"/>
          </p:cNvSpPr>
          <p:nvPr>
            <p:ph type="title" hasCustomPrompt="1"/>
          </p:nvPr>
        </p:nvSpPr>
        <p:spPr>
          <a:xfrm>
            <a:off x="395536" y="188641"/>
            <a:ext cx="6914902" cy="573984"/>
          </a:xfrm>
        </p:spPr>
        <p:txBody>
          <a:bodyPr/>
          <a:lstStyle>
            <a:lvl1pPr>
              <a:defRPr/>
            </a:lvl1pPr>
          </a:lstStyle>
          <a:p>
            <a:r>
              <a:rPr lang="en-US" dirty="0" smtClean="0"/>
              <a:t>Click to add topic</a:t>
            </a:r>
            <a:endParaRPr lang="en-US" dirty="0"/>
          </a:p>
        </p:txBody>
      </p:sp>
      <p:sp>
        <p:nvSpPr>
          <p:cNvPr id="9"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3" name="Body1"/>
          <p:cNvSpPr>
            <a:spLocks noGrp="1"/>
          </p:cNvSpPr>
          <p:nvPr>
            <p:ph idx="1"/>
          </p:nvPr>
        </p:nvSpPr>
        <p:spPr>
          <a:xfrm>
            <a:off x="395288" y="1484783"/>
            <a:ext cx="8353425" cy="23042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Foliennummernplatzhalter 3"/>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Content Placeholder 5"/>
          <p:cNvSpPr>
            <a:spLocks noGrp="1"/>
          </p:cNvSpPr>
          <p:nvPr>
            <p:ph sz="quarter" idx="103" hasCustomPrompt="1"/>
          </p:nvPr>
        </p:nvSpPr>
        <p:spPr>
          <a:xfrm>
            <a:off x="395288" y="3932238"/>
            <a:ext cx="8353425" cy="2449512"/>
          </a:xfrm>
        </p:spPr>
        <p:txBody>
          <a:bodyPr/>
          <a:lstStyle>
            <a:lvl1pPr marL="0" indent="0">
              <a:buNone/>
              <a:defRPr baseline="0"/>
            </a:lvl1pPr>
          </a:lstStyle>
          <a:p>
            <a:pPr lvl="0"/>
            <a:r>
              <a:rPr lang="en-US" dirty="0" smtClean="0"/>
              <a:t>Select icon below to add table or image</a:t>
            </a:r>
            <a:endParaRPr lang="en-US" dirty="0"/>
          </a:p>
        </p:txBody>
      </p:sp>
      <p:sp>
        <p:nvSpPr>
          <p:cNvPr id="5" name="Footer Placeholder 4"/>
          <p:cNvSpPr>
            <a:spLocks noGrp="1"/>
          </p:cNvSpPr>
          <p:nvPr>
            <p:ph type="ftr" sz="quarter" idx="104"/>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4409752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T: Two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4032696"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4716016" y="1485900"/>
            <a:ext cx="4032697"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3" name="Footer Placeholder 2"/>
          <p:cNvSpPr>
            <a:spLocks noGrp="1"/>
          </p:cNvSpPr>
          <p:nvPr>
            <p:ph type="ftr" sz="quarter" idx="101"/>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T: Text And Right Side Image">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6000"/>
            <a:ext cx="8353176" cy="324768"/>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536" y="1485900"/>
            <a:ext cx="4032448" cy="48958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6" name="Picture Placeholder 5"/>
          <p:cNvSpPr>
            <a:spLocks noGrp="1"/>
          </p:cNvSpPr>
          <p:nvPr>
            <p:ph type="pic" sz="quarter" idx="104" hasCustomPrompt="1"/>
          </p:nvPr>
        </p:nvSpPr>
        <p:spPr>
          <a:xfrm>
            <a:off x="4716015" y="1485900"/>
            <a:ext cx="4032698" cy="4895850"/>
          </a:xfrm>
          <a:noFill/>
        </p:spPr>
        <p:txBody>
          <a:bodyPr/>
          <a:lstStyle>
            <a:lvl1pPr marL="0" indent="0">
              <a:buNone/>
              <a:defRPr/>
            </a:lvl1pPr>
          </a:lstStyle>
          <a:p>
            <a:r>
              <a:rPr lang="en-US" dirty="0" smtClean="0"/>
              <a:t>Click icon to add image</a:t>
            </a:r>
            <a:endParaRPr lang="en-US" dirty="0"/>
          </a:p>
        </p:txBody>
      </p:sp>
      <p:sp>
        <p:nvSpPr>
          <p:cNvPr id="3" name="Footer Placeholder 2"/>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64066127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T: Text And Two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5472856" cy="489585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4" name="Picture Placeholder 3"/>
          <p:cNvSpPr>
            <a:spLocks noGrp="1"/>
          </p:cNvSpPr>
          <p:nvPr>
            <p:ph type="pic" sz="quarter" idx="101" hasCustomPrompt="1"/>
          </p:nvPr>
        </p:nvSpPr>
        <p:spPr>
          <a:xfrm>
            <a:off x="6156176" y="1485900"/>
            <a:ext cx="2592538" cy="2303140"/>
          </a:xfrm>
          <a:noFill/>
        </p:spPr>
        <p:txBody>
          <a:bodyPr/>
          <a:lstStyle>
            <a:lvl1pPr marL="0" indent="0">
              <a:buNone/>
              <a:defRPr/>
            </a:lvl1pPr>
          </a:lstStyle>
          <a:p>
            <a:r>
              <a:rPr lang="en-US" dirty="0" smtClean="0"/>
              <a:t>Click icon to add image</a:t>
            </a:r>
            <a:endParaRPr lang="en-US" dirty="0"/>
          </a:p>
        </p:txBody>
      </p:sp>
      <p:sp>
        <p:nvSpPr>
          <p:cNvPr id="224" name="Picture Placeholder 223"/>
          <p:cNvSpPr>
            <a:spLocks noGrp="1"/>
          </p:cNvSpPr>
          <p:nvPr>
            <p:ph type="pic" sz="quarter" idx="102" hasCustomPrompt="1"/>
          </p:nvPr>
        </p:nvSpPr>
        <p:spPr>
          <a:xfrm>
            <a:off x="6156176" y="4077072"/>
            <a:ext cx="2592537" cy="2304678"/>
          </a:xfrm>
          <a:noFill/>
        </p:spPr>
        <p:txBody>
          <a:bodyPr/>
          <a:lstStyle>
            <a:lvl1pPr marL="0" indent="0">
              <a:buNone/>
              <a:defRPr/>
            </a:lvl1pPr>
          </a:lstStyle>
          <a:p>
            <a:r>
              <a:rPr lang="en-US" dirty="0" smtClean="0"/>
              <a:t>Click icon to add image</a:t>
            </a:r>
            <a:endParaRPr lang="en-US" dirty="0"/>
          </a:p>
        </p:txBody>
      </p:sp>
      <p:sp>
        <p:nvSpPr>
          <p:cNvPr id="3" name="Footer Placeholder 2"/>
          <p:cNvSpPr>
            <a:spLocks noGrp="1"/>
          </p:cNvSpPr>
          <p:nvPr>
            <p:ph type="ftr" sz="quarter" idx="103"/>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256848947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T: Three Box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4025050" cy="230314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4716015" y="1485900"/>
            <a:ext cx="4032698" cy="4895850"/>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liennummernplatzhalter 1"/>
          <p:cNvSpPr>
            <a:spLocks noGrp="1"/>
          </p:cNvSpPr>
          <p:nvPr>
            <p:ph type="sldNum" sz="quarter" idx="100"/>
          </p:nvPr>
        </p:nvSpPr>
        <p:spPr/>
        <p:txBody>
          <a:bodyPr/>
          <a:lstStyle/>
          <a:p>
            <a:fld id="{2B2B68EE-DD1E-4368-AFCE-24A50EC7BF18}" type="slidenum">
              <a:rPr lang="en-US" smtClean="0"/>
              <a:pPr/>
              <a:t>‹#›</a:t>
            </a:fld>
            <a:endParaRPr lang="en-US" dirty="0"/>
          </a:p>
        </p:txBody>
      </p:sp>
      <p:sp>
        <p:nvSpPr>
          <p:cNvPr id="9" name="Body3"/>
          <p:cNvSpPr>
            <a:spLocks noGrp="1"/>
          </p:cNvSpPr>
          <p:nvPr>
            <p:ph sz="quarter" idx="3"/>
          </p:nvPr>
        </p:nvSpPr>
        <p:spPr>
          <a:xfrm>
            <a:off x="395288" y="4077072"/>
            <a:ext cx="4032695" cy="2304678"/>
          </a:xfrm>
        </p:spPr>
        <p:txBody>
          <a:bodyPr/>
          <a:lstStyle>
            <a:lvl1pPr>
              <a:defRPr/>
            </a:lvl1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3" name="Footer Placeholder 2"/>
          <p:cNvSpPr>
            <a:spLocks noGrp="1"/>
          </p:cNvSpPr>
          <p:nvPr>
            <p:ph type="ftr" sz="quarter" idx="101"/>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156522185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T: Three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5900"/>
            <a:ext cx="2592536" cy="4895850"/>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3275856" y="1485900"/>
            <a:ext cx="2592144" cy="4893469"/>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6156176" y="1485900"/>
            <a:ext cx="2592538" cy="4895850"/>
          </a:xfrm>
          <a:solidFill>
            <a:schemeClr val="accent4">
              <a:lumMod val="20000"/>
              <a:lumOff val="80000"/>
            </a:schemeClr>
          </a:solidFill>
        </p:spPr>
        <p:txBody>
          <a:bodyPr lIns="72000" tIns="36000" rIns="72000" b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2" name="Footer Placeholder 1"/>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73982846"/>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MT: Three Columns With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6"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3140968"/>
            <a:ext cx="2587201"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3275855" y="3140968"/>
            <a:ext cx="2592289"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6156176" y="3140968"/>
            <a:ext cx="2592537" cy="324085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3" name="Bildplatzhalter 2"/>
          <p:cNvSpPr>
            <a:spLocks noGrp="1"/>
          </p:cNvSpPr>
          <p:nvPr>
            <p:ph type="pic" sz="quarter" idx="106" hasCustomPrompt="1"/>
          </p:nvPr>
        </p:nvSpPr>
        <p:spPr>
          <a:xfrm>
            <a:off x="395288" y="1485900"/>
            <a:ext cx="2592536" cy="1439044"/>
          </a:xfrm>
          <a:noFill/>
        </p:spPr>
        <p:txBody>
          <a:bodyPr tIns="144000"/>
          <a:lstStyle>
            <a:lvl1pPr marL="0" indent="0" algn="ctr">
              <a:buNone/>
              <a:defRPr/>
            </a:lvl1pPr>
          </a:lstStyle>
          <a:p>
            <a:r>
              <a:rPr lang="en-US" dirty="0" smtClean="0"/>
              <a:t>Click icon to add image</a:t>
            </a:r>
            <a:endParaRPr lang="en-US" dirty="0"/>
          </a:p>
        </p:txBody>
      </p:sp>
      <p:sp>
        <p:nvSpPr>
          <p:cNvPr id="14" name="Bildplatzhalter 2"/>
          <p:cNvSpPr>
            <a:spLocks noGrp="1"/>
          </p:cNvSpPr>
          <p:nvPr>
            <p:ph type="pic" sz="quarter" idx="107" hasCustomPrompt="1"/>
          </p:nvPr>
        </p:nvSpPr>
        <p:spPr>
          <a:xfrm>
            <a:off x="3275856" y="1485900"/>
            <a:ext cx="2595206" cy="1439044"/>
          </a:xfrm>
          <a:noFill/>
        </p:spPr>
        <p:txBody>
          <a:bodyPr tIns="144000"/>
          <a:lstStyle>
            <a:lvl1pPr marL="0" indent="0" algn="ctr">
              <a:buNone/>
              <a:defRPr/>
            </a:lvl1pPr>
          </a:lstStyle>
          <a:p>
            <a:r>
              <a:rPr lang="en-US" dirty="0" smtClean="0"/>
              <a:t>Click icon to add image</a:t>
            </a:r>
            <a:endParaRPr lang="en-US" dirty="0"/>
          </a:p>
        </p:txBody>
      </p:sp>
      <p:sp>
        <p:nvSpPr>
          <p:cNvPr id="15" name="Bildplatzhalter 2"/>
          <p:cNvSpPr>
            <a:spLocks noGrp="1"/>
          </p:cNvSpPr>
          <p:nvPr>
            <p:ph type="pic" sz="quarter" idx="108" hasCustomPrompt="1"/>
          </p:nvPr>
        </p:nvSpPr>
        <p:spPr>
          <a:xfrm>
            <a:off x="6155652" y="1485900"/>
            <a:ext cx="2593061" cy="1428694"/>
          </a:xfrm>
          <a:noFill/>
        </p:spPr>
        <p:txBody>
          <a:bodyPr tIns="144000"/>
          <a:lstStyle>
            <a:lvl1pPr marL="0" indent="0" algn="ctr">
              <a:buNone/>
              <a:defRPr/>
            </a:lvl1pPr>
          </a:lstStyle>
          <a:p>
            <a:r>
              <a:rPr lang="en-US" dirty="0" smtClean="0"/>
              <a:t>Click icon to add image</a:t>
            </a:r>
            <a:endParaRPr lang="en-US" dirty="0"/>
          </a:p>
        </p:txBody>
      </p:sp>
      <p:sp>
        <p:nvSpPr>
          <p:cNvPr id="2" name="Footer Placeholder 1"/>
          <p:cNvSpPr>
            <a:spLocks noGrp="1"/>
          </p:cNvSpPr>
          <p:nvPr>
            <p:ph type="ftr" sz="quarter" idx="109"/>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22756312"/>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T: Four Column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288" y="1484784"/>
            <a:ext cx="1872456" cy="4896544"/>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2555776" y="1484784"/>
            <a:ext cx="1872208" cy="4896544"/>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4716016" y="1485900"/>
            <a:ext cx="1872208" cy="4895428"/>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10" name="Body4"/>
          <p:cNvSpPr>
            <a:spLocks noGrp="1"/>
          </p:cNvSpPr>
          <p:nvPr>
            <p:ph sz="quarter" idx="4"/>
          </p:nvPr>
        </p:nvSpPr>
        <p:spPr>
          <a:xfrm>
            <a:off x="6876255" y="1485900"/>
            <a:ext cx="1872458" cy="4895850"/>
          </a:xfrm>
          <a:solidFill>
            <a:schemeClr val="accent4">
              <a:lumMod val="20000"/>
              <a:lumOff val="80000"/>
            </a:schemeClr>
          </a:solidFill>
        </p:spPr>
        <p:txBody>
          <a:bodyPr lIns="36000" rIns="3600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2" name="Footer Placeholder 1"/>
          <p:cNvSpPr>
            <a:spLocks noGrp="1"/>
          </p:cNvSpPr>
          <p:nvPr>
            <p:ph type="ftr" sz="quarter" idx="105"/>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38317113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MT: Four Columns With Images">
    <p:spTree>
      <p:nvGrpSpPr>
        <p:cNvPr id="1" name=""/>
        <p:cNvGrpSpPr/>
        <p:nvPr/>
      </p:nvGrpSpPr>
      <p:grpSpPr>
        <a:xfrm>
          <a:off x="0" y="0"/>
          <a:ext cx="0" cy="0"/>
          <a:chOff x="0" y="0"/>
          <a:chExt cx="0" cy="0"/>
        </a:xfrm>
      </p:grpSpPr>
      <p:sp>
        <p:nvSpPr>
          <p:cNvPr id="5" name="Titel"/>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8" name="Subline"/>
          <p:cNvSpPr>
            <a:spLocks noGrp="1"/>
          </p:cNvSpPr>
          <p:nvPr>
            <p:ph type="title" idx="99" hasCustomPrompt="1"/>
          </p:nvPr>
        </p:nvSpPr>
        <p:spPr>
          <a:xfrm>
            <a:off x="395288"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7" name="Body1"/>
          <p:cNvSpPr>
            <a:spLocks noGrp="1"/>
          </p:cNvSpPr>
          <p:nvPr>
            <p:ph sz="quarter" idx="1"/>
          </p:nvPr>
        </p:nvSpPr>
        <p:spPr>
          <a:xfrm>
            <a:off x="395536" y="3140968"/>
            <a:ext cx="1872208" cy="324078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Body2"/>
          <p:cNvSpPr>
            <a:spLocks noGrp="1"/>
          </p:cNvSpPr>
          <p:nvPr>
            <p:ph sz="quarter" idx="2"/>
          </p:nvPr>
        </p:nvSpPr>
        <p:spPr>
          <a:xfrm>
            <a:off x="2555776" y="3140968"/>
            <a:ext cx="1872208" cy="324036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9" name="Body3"/>
          <p:cNvSpPr>
            <a:spLocks noGrp="1"/>
          </p:cNvSpPr>
          <p:nvPr>
            <p:ph sz="quarter" idx="3"/>
          </p:nvPr>
        </p:nvSpPr>
        <p:spPr>
          <a:xfrm>
            <a:off x="4716016" y="3147550"/>
            <a:ext cx="1863614" cy="32342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1" name="Foliennummernplatzhalter 10"/>
          <p:cNvSpPr>
            <a:spLocks noGrp="1"/>
          </p:cNvSpPr>
          <p:nvPr>
            <p:ph type="sldNum" sz="quarter" idx="104"/>
          </p:nvPr>
        </p:nvSpPr>
        <p:spPr/>
        <p:txBody>
          <a:bodyPr/>
          <a:lstStyle/>
          <a:p>
            <a:fld id="{2B2B68EE-DD1E-4368-AFCE-24A50EC7BF18}" type="slidenum">
              <a:rPr lang="en-US" noProof="1" smtClean="0"/>
              <a:pPr/>
              <a:t>‹#›</a:t>
            </a:fld>
            <a:endParaRPr lang="en-US" noProof="1"/>
          </a:p>
        </p:txBody>
      </p:sp>
      <p:sp>
        <p:nvSpPr>
          <p:cNvPr id="10" name="Body4"/>
          <p:cNvSpPr>
            <a:spLocks noGrp="1"/>
          </p:cNvSpPr>
          <p:nvPr>
            <p:ph sz="quarter" idx="4"/>
          </p:nvPr>
        </p:nvSpPr>
        <p:spPr>
          <a:xfrm>
            <a:off x="6876256" y="3140968"/>
            <a:ext cx="1872457" cy="324036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3" name="Bildplatzhalter 2"/>
          <p:cNvSpPr>
            <a:spLocks noGrp="1"/>
          </p:cNvSpPr>
          <p:nvPr>
            <p:ph type="pic" sz="quarter" idx="106" hasCustomPrompt="1"/>
          </p:nvPr>
        </p:nvSpPr>
        <p:spPr>
          <a:xfrm>
            <a:off x="395288" y="1484784"/>
            <a:ext cx="1872456" cy="1440160"/>
          </a:xfrm>
          <a:noFill/>
        </p:spPr>
        <p:txBody>
          <a:bodyPr tIns="144000"/>
          <a:lstStyle>
            <a:lvl1pPr marL="0" indent="0" algn="ctr">
              <a:buNone/>
              <a:defRPr/>
            </a:lvl1pPr>
          </a:lstStyle>
          <a:p>
            <a:r>
              <a:rPr lang="en-US" dirty="0" smtClean="0"/>
              <a:t>Click icon to add image</a:t>
            </a:r>
            <a:endParaRPr lang="en-US" dirty="0"/>
          </a:p>
        </p:txBody>
      </p:sp>
      <p:sp>
        <p:nvSpPr>
          <p:cNvPr id="14" name="Bildplatzhalter 2"/>
          <p:cNvSpPr>
            <a:spLocks noGrp="1"/>
          </p:cNvSpPr>
          <p:nvPr>
            <p:ph type="pic" sz="quarter" idx="107" hasCustomPrompt="1"/>
          </p:nvPr>
        </p:nvSpPr>
        <p:spPr>
          <a:xfrm>
            <a:off x="2555776" y="1484784"/>
            <a:ext cx="1862724" cy="1437010"/>
          </a:xfrm>
          <a:noFill/>
        </p:spPr>
        <p:txBody>
          <a:bodyPr tIns="144000"/>
          <a:lstStyle>
            <a:lvl1pPr marL="0" indent="0" algn="ctr">
              <a:buNone/>
              <a:defRPr/>
            </a:lvl1pPr>
          </a:lstStyle>
          <a:p>
            <a:r>
              <a:rPr lang="en-US" dirty="0" smtClean="0"/>
              <a:t>Click icon to add image</a:t>
            </a:r>
            <a:endParaRPr lang="en-US" dirty="0"/>
          </a:p>
        </p:txBody>
      </p:sp>
      <p:sp>
        <p:nvSpPr>
          <p:cNvPr id="15" name="Bildplatzhalter 2"/>
          <p:cNvSpPr>
            <a:spLocks noGrp="1"/>
          </p:cNvSpPr>
          <p:nvPr>
            <p:ph type="pic" sz="quarter" idx="108" hasCustomPrompt="1"/>
          </p:nvPr>
        </p:nvSpPr>
        <p:spPr>
          <a:xfrm>
            <a:off x="4716016" y="1485900"/>
            <a:ext cx="1872208" cy="1439044"/>
          </a:xfrm>
          <a:noFill/>
        </p:spPr>
        <p:txBody>
          <a:bodyPr tIns="144000"/>
          <a:lstStyle>
            <a:lvl1pPr marL="0" indent="0" algn="ctr">
              <a:buNone/>
              <a:defRPr/>
            </a:lvl1pPr>
          </a:lstStyle>
          <a:p>
            <a:r>
              <a:rPr lang="en-US" dirty="0" smtClean="0"/>
              <a:t>Click icon to add image</a:t>
            </a:r>
            <a:endParaRPr lang="en-US" dirty="0"/>
          </a:p>
        </p:txBody>
      </p:sp>
      <p:sp>
        <p:nvSpPr>
          <p:cNvPr id="16" name="Bildplatzhalter 2"/>
          <p:cNvSpPr>
            <a:spLocks noGrp="1"/>
          </p:cNvSpPr>
          <p:nvPr>
            <p:ph type="pic" sz="quarter" idx="109" hasCustomPrompt="1"/>
          </p:nvPr>
        </p:nvSpPr>
        <p:spPr>
          <a:xfrm>
            <a:off x="6876255" y="1485900"/>
            <a:ext cx="1872458" cy="1439044"/>
          </a:xfrm>
          <a:noFill/>
        </p:spPr>
        <p:txBody>
          <a:bodyPr tIns="144000"/>
          <a:lstStyle>
            <a:lvl1pPr marL="0" indent="0" algn="ctr">
              <a:buNone/>
              <a:defRPr/>
            </a:lvl1pPr>
          </a:lstStyle>
          <a:p>
            <a:r>
              <a:rPr lang="en-US" dirty="0" smtClean="0"/>
              <a:t>Click icon to add image</a:t>
            </a:r>
            <a:endParaRPr lang="en-US" dirty="0"/>
          </a:p>
        </p:txBody>
      </p:sp>
      <p:sp>
        <p:nvSpPr>
          <p:cNvPr id="2" name="Footer Placeholder 1"/>
          <p:cNvSpPr>
            <a:spLocks noGrp="1"/>
          </p:cNvSpPr>
          <p:nvPr>
            <p:ph type="ftr" sz="quarter" idx="110"/>
          </p:nvPr>
        </p:nvSpPr>
        <p:spPr/>
        <p:txBody>
          <a:bodyPr/>
          <a:lstStyle/>
          <a:p>
            <a:r>
              <a:rPr lang="en-US" smtClean="0"/>
              <a:t>For internal use - Confidential</a:t>
            </a:r>
            <a:endParaRPr lang="en-US" dirty="0"/>
          </a:p>
        </p:txBody>
      </p:sp>
    </p:spTree>
    <p:extLst>
      <p:ext uri="{BB962C8B-B14F-4D97-AF65-F5344CB8AC3E}">
        <p14:creationId xmlns:p14="http://schemas.microsoft.com/office/powerpoint/2010/main" val="4249796530"/>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T: SWOT">
    <p:spTree>
      <p:nvGrpSpPr>
        <p:cNvPr id="1" name=""/>
        <p:cNvGrpSpPr/>
        <p:nvPr/>
      </p:nvGrpSpPr>
      <p:grpSpPr>
        <a:xfrm>
          <a:off x="0" y="0"/>
          <a:ext cx="0" cy="0"/>
          <a:chOff x="0" y="0"/>
          <a:chExt cx="0" cy="0"/>
        </a:xfrm>
      </p:grpSpPr>
      <p:sp>
        <p:nvSpPr>
          <p:cNvPr id="2" name="Headline"/>
          <p:cNvSpPr>
            <a:spLocks noGrp="1"/>
          </p:cNvSpPr>
          <p:nvPr>
            <p:ph type="title" hasCustomPrompt="1"/>
          </p:nvPr>
        </p:nvSpPr>
        <p:spPr/>
        <p:txBody>
          <a:bodyPr/>
          <a:lstStyle>
            <a:lvl1pPr>
              <a:defRPr/>
            </a:lvl1pPr>
          </a:lstStyle>
          <a:p>
            <a:r>
              <a:rPr lang="en-US" dirty="0" smtClean="0"/>
              <a:t>Click to add topic</a:t>
            </a:r>
            <a:endParaRPr lang="en-US" dirty="0"/>
          </a:p>
        </p:txBody>
      </p:sp>
      <p:sp>
        <p:nvSpPr>
          <p:cNvPr id="10" name="Subline"/>
          <p:cNvSpPr>
            <a:spLocks noGrp="1"/>
          </p:cNvSpPr>
          <p:nvPr>
            <p:ph type="title" idx="99" hasCustomPrompt="1"/>
          </p:nvPr>
        </p:nvSpPr>
        <p:spPr>
          <a:xfrm>
            <a:off x="395287" y="1015999"/>
            <a:ext cx="8353425" cy="324769"/>
          </a:xfrm>
        </p:spPr>
        <p:txBody>
          <a:bodyPr anchor="t" anchorCtr="0"/>
          <a:lstStyle>
            <a:lvl1pPr marL="0" indent="0">
              <a:lnSpc>
                <a:spcPct val="100000"/>
              </a:lnSpc>
              <a:spcAft>
                <a:spcPts val="0"/>
              </a:spcAft>
              <a:buNone/>
              <a:defRPr sz="1800" b="1">
                <a:solidFill>
                  <a:schemeClr val="accent1"/>
                </a:solidFill>
              </a:defRPr>
            </a:lvl1pPr>
          </a:lstStyle>
          <a:p>
            <a:pPr lvl="0"/>
            <a:r>
              <a:rPr lang="en-US" dirty="0" smtClean="0"/>
              <a:t>Click to add slide summary/conclusion</a:t>
            </a:r>
          </a:p>
        </p:txBody>
      </p:sp>
      <p:sp>
        <p:nvSpPr>
          <p:cNvPr id="8" name="Body1"/>
          <p:cNvSpPr>
            <a:spLocks noGrp="1"/>
          </p:cNvSpPr>
          <p:nvPr>
            <p:ph sz="quarter" idx="2" hasCustomPrompt="1"/>
          </p:nvPr>
        </p:nvSpPr>
        <p:spPr>
          <a:xfrm>
            <a:off x="395536" y="2060576"/>
            <a:ext cx="4032448" cy="1728464"/>
          </a:xfrm>
          <a:solidFill>
            <a:schemeClr val="accent3">
              <a:lumMod val="20000"/>
              <a:lumOff val="80000"/>
            </a:schemeClr>
          </a:solidFill>
        </p:spPr>
        <p:txBody>
          <a:bodyPr lIns="72000" tIns="36000" rIns="72000" bIns="36000"/>
          <a:lstStyle>
            <a:lvl1pPr>
              <a:defRPr sz="1600"/>
            </a:lvl1pPr>
            <a:lvl2pPr>
              <a:defRPr sz="1600" baseline="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4" name="Body2"/>
          <p:cNvSpPr>
            <a:spLocks noGrp="1"/>
          </p:cNvSpPr>
          <p:nvPr>
            <p:ph sz="quarter" idx="4" hasCustomPrompt="1"/>
          </p:nvPr>
        </p:nvSpPr>
        <p:spPr>
          <a:xfrm>
            <a:off x="4716017" y="2060848"/>
            <a:ext cx="4032696" cy="1728192"/>
          </a:xfrm>
          <a:solidFill>
            <a:schemeClr val="accent3">
              <a:lumMod val="20000"/>
              <a:lumOff val="80000"/>
            </a:schemeClr>
          </a:solidFill>
        </p:spPr>
        <p:txBody>
          <a:bodyPr lIns="72000" tIns="36000" rIns="72000" bIns="36000"/>
          <a:lstStyle>
            <a:lvl1pPr>
              <a:defRPr sz="1600" baseline="0"/>
            </a:lvl1pPr>
            <a:lvl2pPr>
              <a:defRPr sz="1600" baseline="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7" name="Body3"/>
          <p:cNvSpPr>
            <a:spLocks noGrp="1"/>
          </p:cNvSpPr>
          <p:nvPr>
            <p:ph sz="quarter" idx="6" hasCustomPrompt="1"/>
          </p:nvPr>
        </p:nvSpPr>
        <p:spPr>
          <a:xfrm>
            <a:off x="395288" y="4653136"/>
            <a:ext cx="4032696" cy="1728614"/>
          </a:xfrm>
          <a:solidFill>
            <a:schemeClr val="accent3">
              <a:lumMod val="20000"/>
              <a:lumOff val="80000"/>
            </a:schemeClr>
          </a:solidFill>
        </p:spPr>
        <p:txBody>
          <a:bodyPr lIns="72000" tIns="36000" rIns="72000" bIns="36000"/>
          <a:lstStyle>
            <a:lvl1pPr>
              <a:defRPr sz="1600"/>
            </a:lvl1pPr>
            <a:lvl2pPr>
              <a:defRPr sz="160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18" name="Body4"/>
          <p:cNvSpPr>
            <a:spLocks noGrp="1"/>
          </p:cNvSpPr>
          <p:nvPr>
            <p:ph sz="quarter" idx="8" hasCustomPrompt="1"/>
          </p:nvPr>
        </p:nvSpPr>
        <p:spPr>
          <a:xfrm>
            <a:off x="4716016" y="4653136"/>
            <a:ext cx="4032697" cy="1728614"/>
          </a:xfrm>
          <a:solidFill>
            <a:schemeClr val="accent3">
              <a:lumMod val="20000"/>
              <a:lumOff val="80000"/>
            </a:schemeClr>
          </a:solidFill>
        </p:spPr>
        <p:txBody>
          <a:bodyPr lIns="72000" tIns="36000" rIns="72000" bIns="36000"/>
          <a:lstStyle>
            <a:lvl1pPr>
              <a:defRPr sz="1600"/>
            </a:lvl1pPr>
            <a:lvl2pPr>
              <a:defRPr sz="1600"/>
            </a:lvl2pPr>
            <a:lvl3pPr>
              <a:defRPr sz="1600"/>
            </a:lvl3pPr>
            <a:lvl4pPr>
              <a:defRPr sz="1600"/>
            </a:lvl4pPr>
            <a:lvl5pPr>
              <a:defRPr sz="1600"/>
            </a:lvl5pPr>
          </a:lstStyle>
          <a:p>
            <a:pPr lvl="0"/>
            <a:r>
              <a:rPr lang="en-US" dirty="0" smtClean="0"/>
              <a:t>Click to add text…</a:t>
            </a:r>
          </a:p>
          <a:p>
            <a:pPr lvl="1"/>
            <a:r>
              <a:rPr lang="en-US" dirty="0" smtClean="0"/>
              <a:t>Level 2</a:t>
            </a:r>
          </a:p>
          <a:p>
            <a:pPr lvl="2"/>
            <a:r>
              <a:rPr lang="en-US" dirty="0" smtClean="0"/>
              <a:t>Level 3</a:t>
            </a:r>
          </a:p>
          <a:p>
            <a:pPr lvl="3"/>
            <a:r>
              <a:rPr lang="en-US" dirty="0" smtClean="0"/>
              <a:t>Level 4</a:t>
            </a:r>
          </a:p>
          <a:p>
            <a:pPr lvl="4"/>
            <a:r>
              <a:rPr lang="en-US" dirty="0" smtClean="0"/>
              <a:t>Level 5</a:t>
            </a:r>
            <a:endParaRPr lang="en-US" dirty="0"/>
          </a:p>
        </p:txBody>
      </p:sp>
      <p:sp>
        <p:nvSpPr>
          <p:cNvPr id="5" name="TitelBalken2"/>
          <p:cNvSpPr>
            <a:spLocks noGrp="1"/>
          </p:cNvSpPr>
          <p:nvPr>
            <p:ph type="body" sz="quarter" idx="3"/>
          </p:nvPr>
        </p:nvSpPr>
        <p:spPr>
          <a:xfrm>
            <a:off x="4716015" y="1485900"/>
            <a:ext cx="4032697" cy="572294"/>
          </a:xfrm>
          <a:solidFill>
            <a:schemeClr val="bg2"/>
          </a:solidFill>
        </p:spPr>
        <p:txBody>
          <a:bodyPr lIns="72000" tIns="36000" rIns="72000" bIns="36000" anchor="t"/>
          <a:lstStyle>
            <a:lvl1pPr marL="0" indent="0">
              <a:buNone/>
              <a:defRPr sz="1600" b="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15" name="TitelBalken3"/>
          <p:cNvSpPr>
            <a:spLocks noGrp="1"/>
          </p:cNvSpPr>
          <p:nvPr>
            <p:ph type="body" idx="5"/>
          </p:nvPr>
        </p:nvSpPr>
        <p:spPr>
          <a:xfrm>
            <a:off x="395288" y="4077072"/>
            <a:ext cx="4032696" cy="576064"/>
          </a:xfrm>
          <a:solidFill>
            <a:schemeClr val="tx1"/>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16" name="TitelBalken4"/>
          <p:cNvSpPr>
            <a:spLocks noGrp="1"/>
          </p:cNvSpPr>
          <p:nvPr>
            <p:ph type="body" sz="quarter" idx="7"/>
          </p:nvPr>
        </p:nvSpPr>
        <p:spPr>
          <a:xfrm>
            <a:off x="4716016" y="4077072"/>
            <a:ext cx="4032698" cy="576064"/>
          </a:xfrm>
          <a:solidFill>
            <a:schemeClr val="accent6"/>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a:solidFill>
                  <a:schemeClr val="bg1"/>
                </a:solidFill>
              </a:defRPr>
            </a:lvl2pPr>
            <a:lvl3pPr marL="0" indent="0">
              <a:spcAft>
                <a:spcPts val="0"/>
              </a:spcAft>
              <a:buFont typeface="+mj-lt"/>
              <a:buNone/>
              <a:defRPr>
                <a:solidFill>
                  <a:schemeClr val="bg1"/>
                </a:solidFill>
              </a:defRPr>
            </a:lvl3pPr>
            <a:lvl4pPr marL="0" indent="0">
              <a:spcAft>
                <a:spcPts val="0"/>
              </a:spcAft>
              <a:buFont typeface="+mj-lt"/>
              <a:buNone/>
              <a:defRPr>
                <a:solidFill>
                  <a:schemeClr val="bg1"/>
                </a:solidFill>
              </a:defRPr>
            </a:lvl4pPr>
            <a:lvl5pPr marL="0" indent="0">
              <a:spcAft>
                <a:spcPts val="0"/>
              </a:spcAft>
              <a:buFont typeface="+mj-lt"/>
              <a:buNone/>
              <a:defRPr>
                <a:solidFill>
                  <a:schemeClr val="bg1"/>
                </a:solidFill>
              </a:defRPr>
            </a:lvl5pPr>
          </a:lstStyle>
          <a:p>
            <a:pPr lvl="0"/>
            <a:r>
              <a:rPr lang="zh-CN" altLang="en-US" smtClean="0"/>
              <a:t>单击此处编辑母版文本样式</a:t>
            </a:r>
          </a:p>
        </p:txBody>
      </p:sp>
      <p:sp>
        <p:nvSpPr>
          <p:cNvPr id="3" name="TitelBalken1"/>
          <p:cNvSpPr>
            <a:spLocks noGrp="1"/>
          </p:cNvSpPr>
          <p:nvPr>
            <p:ph type="body" idx="1"/>
          </p:nvPr>
        </p:nvSpPr>
        <p:spPr>
          <a:xfrm>
            <a:off x="395288" y="1484784"/>
            <a:ext cx="4032696" cy="573410"/>
          </a:xfrm>
          <a:solidFill>
            <a:schemeClr val="accent1"/>
          </a:solidFill>
        </p:spPr>
        <p:txBody>
          <a:bodyPr lIns="72000" tIns="36000" rIns="72000" bIns="36000" anchor="t"/>
          <a:lstStyle>
            <a:lvl1pPr marL="0" indent="0">
              <a:buNone/>
              <a:defRPr sz="1600" b="0" baseline="0">
                <a:solidFill>
                  <a:schemeClr val="bg1"/>
                </a:solidFill>
              </a:defRPr>
            </a:lvl1pPr>
            <a:lvl2pPr marL="0" indent="0">
              <a:spcAft>
                <a:spcPts val="0"/>
              </a:spcAft>
              <a:buFont typeface="+mj-lt"/>
              <a:buNone/>
              <a:defRPr b="0">
                <a:solidFill>
                  <a:schemeClr val="bg1"/>
                </a:solidFill>
              </a:defRPr>
            </a:lvl2pPr>
            <a:lvl3pPr marL="0" indent="0">
              <a:spcAft>
                <a:spcPts val="0"/>
              </a:spcAft>
              <a:buFont typeface="+mj-lt"/>
              <a:buNone/>
              <a:defRPr b="0">
                <a:solidFill>
                  <a:schemeClr val="bg1"/>
                </a:solidFill>
              </a:defRPr>
            </a:lvl3pPr>
            <a:lvl4pPr marL="0" indent="0">
              <a:spcAft>
                <a:spcPts val="0"/>
              </a:spcAft>
              <a:buFont typeface="+mj-lt"/>
              <a:buNone/>
              <a:defRPr b="0">
                <a:solidFill>
                  <a:schemeClr val="bg1"/>
                </a:solidFill>
              </a:defRPr>
            </a:lvl4pPr>
            <a:lvl5pPr marL="0" indent="0">
              <a:spcAft>
                <a:spcPts val="0"/>
              </a:spcAft>
              <a:buFont typeface="+mj-lt"/>
              <a:buNone/>
              <a:defRPr b="0">
                <a:solidFill>
                  <a:schemeClr val="bg1"/>
                </a:solidFill>
              </a:defRPr>
            </a:lvl5pPr>
          </a:lstStyle>
          <a:p>
            <a:pPr lvl="0"/>
            <a:r>
              <a:rPr lang="zh-CN" altLang="en-US" smtClean="0"/>
              <a:t>单击此处编辑母版文本样式</a:t>
            </a:r>
          </a:p>
        </p:txBody>
      </p:sp>
      <p:sp>
        <p:nvSpPr>
          <p:cNvPr id="23" name="Foliennummernplatzhalter 22"/>
          <p:cNvSpPr>
            <a:spLocks noGrp="1"/>
          </p:cNvSpPr>
          <p:nvPr>
            <p:ph type="sldNum" sz="quarter" idx="102"/>
          </p:nvPr>
        </p:nvSpPr>
        <p:spPr/>
        <p:txBody>
          <a:bodyPr/>
          <a:lstStyle/>
          <a:p>
            <a:fld id="{2B2B68EE-DD1E-4368-AFCE-24A50EC7BF18}" type="slidenum">
              <a:rPr lang="en-US" noProof="1" smtClean="0"/>
              <a:pPr/>
              <a:t>‹#›</a:t>
            </a:fld>
            <a:endParaRPr lang="en-US" noProof="1"/>
          </a:p>
        </p:txBody>
      </p:sp>
      <p:sp>
        <p:nvSpPr>
          <p:cNvPr id="4" name="Footer Placeholder 3"/>
          <p:cNvSpPr>
            <a:spLocks noGrp="1"/>
          </p:cNvSpPr>
          <p:nvPr>
            <p:ph type="ftr" sz="quarter" idx="103"/>
          </p:nvPr>
        </p:nvSpPr>
        <p:spPr/>
        <p:txBody>
          <a:bodyPr/>
          <a:lstStyle/>
          <a:p>
            <a:r>
              <a:rPr lang="en-US" smtClean="0"/>
              <a:t>For internal use - Confidential</a:t>
            </a:r>
            <a:endParaRPr lang="en-US" dirty="0"/>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MT: Do not use">
    <p:spTree>
      <p:nvGrpSpPr>
        <p:cNvPr id="1" name=""/>
        <p:cNvGrpSpPr/>
        <p:nvPr/>
      </p:nvGrpSpPr>
      <p:grpSpPr>
        <a:xfrm>
          <a:off x="0" y="0"/>
          <a:ext cx="0" cy="0"/>
          <a:chOff x="0" y="0"/>
          <a:chExt cx="0" cy="0"/>
        </a:xfrm>
      </p:grpSpPr>
      <p:sp>
        <p:nvSpPr>
          <p:cNvPr id="7" name="Rechteck 6"/>
          <p:cNvSpPr/>
          <p:nvPr userDrawn="1"/>
        </p:nvSpPr>
        <p:spPr>
          <a:xfrm>
            <a:off x="395288" y="404581"/>
            <a:ext cx="8353425" cy="5977170"/>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7200" noProof="0" dirty="0" smtClean="0">
                <a:solidFill>
                  <a:schemeClr val="accent4"/>
                </a:solidFill>
              </a:rPr>
              <a:t>End master</a:t>
            </a:r>
            <a:endParaRPr lang="en-US" sz="7200" noProof="0" dirty="0" smtClean="0">
              <a:solidFill>
                <a:schemeClr val="tx1"/>
              </a:solidFill>
            </a:endParaRPr>
          </a:p>
          <a:p>
            <a:pPr algn="ctr"/>
            <a:r>
              <a:rPr lang="en-US" sz="7200" noProof="0" dirty="0" smtClean="0">
                <a:solidFill>
                  <a:schemeClr val="tx1"/>
                </a:solidFill>
              </a:rPr>
              <a:t>Delete all layouts</a:t>
            </a:r>
            <a:r>
              <a:rPr lang="en-US" sz="7200" baseline="0" noProof="0" dirty="0" smtClean="0">
                <a:solidFill>
                  <a:schemeClr val="tx1"/>
                </a:solidFill>
              </a:rPr>
              <a:t> after this layout!</a:t>
            </a:r>
            <a:endParaRPr lang="en-US" sz="7200" noProof="0" dirty="0" smtClean="0">
              <a:solidFill>
                <a:schemeClr val="tx1"/>
              </a:solidFill>
            </a:endParaRPr>
          </a:p>
        </p:txBody>
      </p:sp>
    </p:spTree>
    <p:extLst>
      <p:ext uri="{BB962C8B-B14F-4D97-AF65-F5344CB8AC3E}">
        <p14:creationId xmlns:p14="http://schemas.microsoft.com/office/powerpoint/2010/main" val="254379803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2"/>
          <p:cNvSpPr>
            <a:spLocks noChangeArrowheads="1"/>
          </p:cNvSpPr>
          <p:nvPr/>
        </p:nvSpPr>
        <p:spPr bwMode="gray">
          <a:xfrm>
            <a:off x="0" y="0"/>
            <a:ext cx="9144000" cy="764915"/>
          </a:xfrm>
          <a:prstGeom prst="rect">
            <a:avLst/>
          </a:prstGeom>
          <a:gradFill rotWithShape="1">
            <a:gsLst>
              <a:gs pos="0">
                <a:schemeClr val="tx1"/>
              </a:gs>
              <a:gs pos="100000">
                <a:schemeClr val="bg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p>
            <a:pPr algn="ctr"/>
            <a:endParaRPr lang="en-US"/>
          </a:p>
        </p:txBody>
      </p:sp>
      <p:pic>
        <p:nvPicPr>
          <p:cNvPr id="10" name="Picture 2"/>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gray">
          <a:xfrm>
            <a:off x="7465880" y="486214"/>
            <a:ext cx="1211262" cy="13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elplatzhalter 1"/>
          <p:cNvSpPr>
            <a:spLocks noGrp="1"/>
          </p:cNvSpPr>
          <p:nvPr>
            <p:ph type="title"/>
          </p:nvPr>
        </p:nvSpPr>
        <p:spPr>
          <a:xfrm>
            <a:off x="395536" y="188641"/>
            <a:ext cx="6912768" cy="573984"/>
          </a:xfrm>
          <a:prstGeom prst="rect">
            <a:avLst/>
          </a:prstGeom>
        </p:spPr>
        <p:txBody>
          <a:bodyPr vert="horz" lIns="0" tIns="0" rIns="0" bIns="72000" rtlCol="0" anchor="b" anchorCtr="0">
            <a:noAutofit/>
          </a:bodyPr>
          <a:lstStyle/>
          <a:p>
            <a:r>
              <a:rPr lang="en-US" dirty="0" smtClean="0"/>
              <a:t>Click to add topic</a:t>
            </a:r>
            <a:endParaRPr lang="en-US" dirty="0"/>
          </a:p>
        </p:txBody>
      </p:sp>
      <p:sp>
        <p:nvSpPr>
          <p:cNvPr id="3" name="Textplatzhalter 2"/>
          <p:cNvSpPr>
            <a:spLocks noGrp="1"/>
          </p:cNvSpPr>
          <p:nvPr>
            <p:ph type="body" idx="1"/>
          </p:nvPr>
        </p:nvSpPr>
        <p:spPr>
          <a:xfrm>
            <a:off x="395288" y="1485900"/>
            <a:ext cx="8353424" cy="4895850"/>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Level 2</a:t>
            </a:r>
          </a:p>
          <a:p>
            <a:pPr lvl="2"/>
            <a:r>
              <a:rPr lang="en-US" dirty="0" smtClean="0"/>
              <a:t>Level 3</a:t>
            </a:r>
          </a:p>
          <a:p>
            <a:pPr lvl="3"/>
            <a:r>
              <a:rPr lang="en-US" dirty="0" smtClean="0"/>
              <a:t>Level 4</a:t>
            </a:r>
          </a:p>
          <a:p>
            <a:pPr lvl="4"/>
            <a:r>
              <a:rPr lang="en-US" dirty="0" smtClean="0"/>
              <a:t>Level 5</a:t>
            </a:r>
          </a:p>
          <a:p>
            <a:pPr lvl="5"/>
            <a:r>
              <a:rPr lang="en-US" dirty="0" smtClean="0"/>
              <a:t>Level 6</a:t>
            </a:r>
          </a:p>
          <a:p>
            <a:pPr lvl="6"/>
            <a:r>
              <a:rPr lang="en-US" dirty="0" smtClean="0"/>
              <a:t>Level 7</a:t>
            </a:r>
          </a:p>
          <a:p>
            <a:pPr lvl="7"/>
            <a:r>
              <a:rPr lang="en-US" dirty="0" smtClean="0"/>
              <a:t>Level 8</a:t>
            </a:r>
          </a:p>
          <a:p>
            <a:pPr lvl="8"/>
            <a:r>
              <a:rPr lang="en-US" dirty="0" smtClean="0"/>
              <a:t>Level 9</a:t>
            </a:r>
            <a:endParaRPr lang="en-US" dirty="0"/>
          </a:p>
        </p:txBody>
      </p:sp>
      <p:cxnSp>
        <p:nvCxnSpPr>
          <p:cNvPr id="8" name="Gerade Verbindung 7"/>
          <p:cNvCxnSpPr/>
          <p:nvPr/>
        </p:nvCxnSpPr>
        <p:spPr bwMode="gray">
          <a:xfrm flipV="1">
            <a:off x="8748580" y="466862"/>
            <a:ext cx="0" cy="2889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Foliennummernplatzhalter 3"/>
          <p:cNvSpPr>
            <a:spLocks noGrp="1"/>
          </p:cNvSpPr>
          <p:nvPr>
            <p:ph type="sldNum" sz="quarter" idx="4"/>
          </p:nvPr>
        </p:nvSpPr>
        <p:spPr>
          <a:xfrm>
            <a:off x="8748000" y="327719"/>
            <a:ext cx="396000" cy="432000"/>
          </a:xfrm>
          <a:prstGeom prst="rect">
            <a:avLst/>
          </a:prstGeom>
        </p:spPr>
        <p:txBody>
          <a:bodyPr vert="horz" lIns="72000" tIns="0" rIns="0" bIns="100800" rtlCol="0" anchor="b" anchorCtr="0"/>
          <a:lstStyle>
            <a:lvl1pPr algn="l">
              <a:defRPr sz="1420">
                <a:solidFill>
                  <a:schemeClr val="bg1"/>
                </a:solidFill>
              </a:defRPr>
            </a:lvl1pPr>
          </a:lstStyle>
          <a:p>
            <a:fld id="{2B2B68EE-DD1E-4368-AFCE-24A50EC7BF18}" type="slidenum">
              <a:rPr lang="en-US" noProof="1" smtClean="0"/>
              <a:pPr/>
              <a:t>‹#›</a:t>
            </a:fld>
            <a:endParaRPr lang="en-US" noProof="1"/>
          </a:p>
        </p:txBody>
      </p:sp>
      <p:sp>
        <p:nvSpPr>
          <p:cNvPr id="6" name="Footer Placeholder 5"/>
          <p:cNvSpPr>
            <a:spLocks noGrp="1"/>
          </p:cNvSpPr>
          <p:nvPr>
            <p:ph type="ftr" sz="quarter" idx="3"/>
          </p:nvPr>
        </p:nvSpPr>
        <p:spPr>
          <a:xfrm>
            <a:off x="395287" y="6645600"/>
            <a:ext cx="8353425" cy="151200"/>
          </a:xfrm>
          <a:prstGeom prst="rect">
            <a:avLst/>
          </a:prstGeom>
        </p:spPr>
        <p:txBody>
          <a:bodyPr vert="horz" lIns="0" tIns="45720" rIns="0" bIns="45720" rtlCol="0" anchor="ctr"/>
          <a:lstStyle>
            <a:lvl1pPr algn="r">
              <a:defRPr sz="800">
                <a:solidFill>
                  <a:schemeClr val="tx1">
                    <a:tint val="75000"/>
                  </a:schemeClr>
                </a:solidFill>
              </a:defRPr>
            </a:lvl1pPr>
          </a:lstStyle>
          <a:p>
            <a:r>
              <a:rPr lang="en-US" dirty="0" smtClean="0"/>
              <a:t>For internal use - Confidential</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81" r:id="rId2"/>
    <p:sldLayoutId id="2147483682" r:id="rId3"/>
    <p:sldLayoutId id="2147483663" r:id="rId4"/>
    <p:sldLayoutId id="2147483679" r:id="rId5"/>
    <p:sldLayoutId id="2147483662" r:id="rId6"/>
    <p:sldLayoutId id="2147483684" r:id="rId7"/>
    <p:sldLayoutId id="2147483666" r:id="rId8"/>
    <p:sldLayoutId id="2147483680" r:id="rId9"/>
    <p:sldLayoutId id="2147483673" r:id="rId10"/>
    <p:sldLayoutId id="2147483664" r:id="rId11"/>
    <p:sldLayoutId id="2147483675" r:id="rId12"/>
    <p:sldLayoutId id="2147483677" r:id="rId13"/>
    <p:sldLayoutId id="2147483678" r:id="rId14"/>
    <p:sldLayoutId id="2147483669" r:id="rId15"/>
    <p:sldLayoutId id="2147483683" r:id="rId16"/>
    <p:sldLayoutId id="2147483672" r:id="rId17"/>
    <p:sldLayoutId id="2147483674" r:id="rId18"/>
    <p:sldLayoutId id="2147483665" r:id="rId19"/>
    <p:sldLayoutId id="2147483676" r:id="rId20"/>
  </p:sldLayoutIdLst>
  <p:timing>
    <p:tnLst>
      <p:par>
        <p:cTn id="1" dur="indefinite" restart="never" nodeType="tmRoot"/>
      </p:par>
    </p:tnLst>
  </p:timing>
  <p:hf hdr="0" dt="0"/>
  <p:txStyles>
    <p:titleStyle>
      <a:lvl1pPr algn="l" defTabSz="914400" rtl="0" eaLnBrk="1" latinLnBrk="0" hangingPunct="1">
        <a:lnSpc>
          <a:spcPts val="2600"/>
        </a:lnSpc>
        <a:spcBef>
          <a:spcPct val="0"/>
        </a:spcBef>
        <a:buNone/>
        <a:defRPr sz="2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600" kern="1200">
          <a:solidFill>
            <a:schemeClr val="tx1"/>
          </a:solidFill>
          <a:latin typeface="+mn-lt"/>
          <a:ea typeface="+mn-ea"/>
          <a:cs typeface="+mn-cs"/>
        </a:defRPr>
      </a:lvl1pPr>
      <a:lvl2pPr marL="457200" algn="l" defTabSz="914400" rtl="0" eaLnBrk="1" latinLnBrk="0" hangingPunct="1">
        <a:defRPr sz="1600" kern="1200">
          <a:solidFill>
            <a:schemeClr val="tx1"/>
          </a:solidFill>
          <a:latin typeface="+mn-lt"/>
          <a:ea typeface="+mn-ea"/>
          <a:cs typeface="+mn-cs"/>
        </a:defRPr>
      </a:lvl2pPr>
      <a:lvl3pPr marL="914400" algn="l" defTabSz="914400" rtl="0" eaLnBrk="1" latinLnBrk="0" hangingPunct="1">
        <a:defRPr sz="1600" kern="1200">
          <a:solidFill>
            <a:schemeClr val="tx1"/>
          </a:solidFill>
          <a:latin typeface="+mn-lt"/>
          <a:ea typeface="+mn-ea"/>
          <a:cs typeface="+mn-cs"/>
        </a:defRPr>
      </a:lvl3pPr>
      <a:lvl4pPr marL="1371600" algn="l" defTabSz="914400" rtl="0" eaLnBrk="1" latinLnBrk="0" hangingPunct="1">
        <a:defRPr sz="1600" kern="1200">
          <a:solidFill>
            <a:schemeClr val="tx1"/>
          </a:solidFill>
          <a:latin typeface="+mn-lt"/>
          <a:ea typeface="+mn-ea"/>
          <a:cs typeface="+mn-cs"/>
        </a:defRPr>
      </a:lvl4pPr>
      <a:lvl5pPr marL="1828800" algn="l" defTabSz="914400" rtl="0" eaLnBrk="1" latinLnBrk="0" hangingPunct="1">
        <a:defRPr sz="1600" kern="1200">
          <a:solidFill>
            <a:schemeClr val="tx1"/>
          </a:solidFill>
          <a:latin typeface="+mn-lt"/>
          <a:ea typeface="+mn-ea"/>
          <a:cs typeface="+mn-cs"/>
        </a:defRPr>
      </a:lvl5pPr>
      <a:lvl6pPr marL="2286000" algn="l" defTabSz="914400" rtl="0" eaLnBrk="1" latinLnBrk="0" hangingPunct="1">
        <a:defRPr sz="16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600" kern="1200">
          <a:solidFill>
            <a:schemeClr val="tx1"/>
          </a:solidFill>
          <a:latin typeface="+mn-lt"/>
          <a:ea typeface="+mn-ea"/>
          <a:cs typeface="+mn-cs"/>
        </a:defRPr>
      </a:lvl8pPr>
      <a:lvl9pPr marL="3657600" algn="l" defTabSz="914400"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 Id="rId5" Type="http://schemas.openxmlformats.org/officeDocument/2006/relationships/image" Target="../media/image9.jpe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5.xml"/><Relationship Id="rId11" Type="http://schemas.openxmlformats.org/officeDocument/2006/relationships/diagramColors" Target="../diagrams/colors5.xml"/><Relationship Id="rId5" Type="http://schemas.openxmlformats.org/officeDocument/2006/relationships/diagramQuickStyle" Target="../diagrams/quickStyle5.xml"/><Relationship Id="rId10"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diagramLayout" Target="../diagrams/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OIML/test/MOV_1.MPG" TargetMode="External"/><Relationship Id="rId1" Type="http://schemas.openxmlformats.org/officeDocument/2006/relationships/slideLayout" Target="../slideLayouts/slideLayout6.xml"/><Relationship Id="rId4" Type="http://schemas.openxmlformats.org/officeDocument/2006/relationships/hyperlink" Target="../../OIML/test/MOV_2.MPG"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9.xml"/><Relationship Id="rId1" Type="http://schemas.openxmlformats.org/officeDocument/2006/relationships/slideLayout" Target="../slideLayouts/slideLayout6.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10.xml"/><Relationship Id="rId1" Type="http://schemas.openxmlformats.org/officeDocument/2006/relationships/slideLayout" Target="../slideLayouts/slideLayout6.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0.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1.xm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3.xml"/><Relationship Id="rId1" Type="http://schemas.openxmlformats.org/officeDocument/2006/relationships/slideLayout" Target="../slideLayouts/slideLayout6.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3.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99792" y="3494392"/>
            <a:ext cx="6200120" cy="597686"/>
          </a:xfrm>
        </p:spPr>
        <p:txBody>
          <a:bodyPr/>
          <a:lstStyle/>
          <a:p>
            <a:r>
              <a:rPr lang="zh-CN" altLang="en-US" sz="2800" dirty="0" smtClean="0">
                <a:latin typeface="黑体" panose="02010609060101010101" pitchFamily="49" charset="-122"/>
                <a:ea typeface="黑体" panose="02010609060101010101" pitchFamily="49" charset="-122"/>
              </a:rPr>
              <a:t>           </a:t>
            </a:r>
            <a:r>
              <a:rPr lang="zh-CN" altLang="en-US" sz="3600"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非自动衡器</a:t>
            </a:r>
            <a:endParaRPr lang="en-US" sz="36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3" name="Subtitle 2"/>
          <p:cNvSpPr>
            <a:spLocks noGrp="1"/>
          </p:cNvSpPr>
          <p:nvPr>
            <p:ph type="subTitle" idx="1"/>
          </p:nvPr>
        </p:nvSpPr>
        <p:spPr>
          <a:xfrm>
            <a:off x="395289" y="1988841"/>
            <a:ext cx="1966312" cy="647998"/>
          </a:xfrm>
        </p:spPr>
        <p:txBody>
          <a:bodyPr/>
          <a:lstStyle/>
          <a:p>
            <a:r>
              <a:rPr lang="en-US" altLang="zh-CN" dirty="0" smtClean="0">
                <a:latin typeface="黑体" panose="02010609060101010101" pitchFamily="49" charset="-122"/>
                <a:ea typeface="黑体" panose="02010609060101010101" pitchFamily="49" charset="-122"/>
              </a:rPr>
              <a:t>MTCT/MTCZ</a:t>
            </a:r>
            <a:endParaRPr lang="en-US" dirty="0" smtClean="0">
              <a:latin typeface="黑体" panose="02010609060101010101" pitchFamily="49" charset="-122"/>
              <a:ea typeface="黑体" panose="02010609060101010101" pitchFamily="49" charset="-122"/>
            </a:endParaRPr>
          </a:p>
          <a:p>
            <a:r>
              <a:rPr lang="en-US" altLang="zh-CN" dirty="0" smtClean="0">
                <a:latin typeface="黑体" panose="02010609060101010101" pitchFamily="49" charset="-122"/>
                <a:ea typeface="黑体" panose="02010609060101010101" pitchFamily="49" charset="-122"/>
              </a:rPr>
              <a:t>2017/3/7</a:t>
            </a:r>
            <a:r>
              <a:rPr lang="en-US" dirty="0" smtClean="0">
                <a:latin typeface="黑体" panose="02010609060101010101" pitchFamily="49" charset="-122"/>
                <a:ea typeface="黑体" panose="02010609060101010101" pitchFamily="49" charset="-122"/>
              </a:rPr>
              <a:t>/</a:t>
            </a:r>
            <a:r>
              <a:rPr lang="zh-CN" altLang="en-US" dirty="0" smtClean="0">
                <a:latin typeface="黑体" panose="02010609060101010101" pitchFamily="49" charset="-122"/>
                <a:ea typeface="黑体" panose="02010609060101010101" pitchFamily="49" charset="-122"/>
              </a:rPr>
              <a:t>王亚东</a:t>
            </a:r>
            <a:endParaRPr lang="en-US" dirty="0">
              <a:latin typeface="黑体" panose="02010609060101010101" pitchFamily="49" charset="-122"/>
              <a:ea typeface="黑体" panose="02010609060101010101" pitchFamily="49" charset="-122"/>
            </a:endParaRPr>
          </a:p>
        </p:txBody>
      </p:sp>
      <p:sp>
        <p:nvSpPr>
          <p:cNvPr id="7" name="Text Placeholder 6"/>
          <p:cNvSpPr>
            <a:spLocks noGrp="1"/>
          </p:cNvSpPr>
          <p:nvPr>
            <p:ph type="body" sz="quarter" idx="12"/>
          </p:nvPr>
        </p:nvSpPr>
        <p:spPr>
          <a:xfrm>
            <a:off x="2699792" y="4273695"/>
            <a:ext cx="6200121" cy="964882"/>
          </a:xfrm>
        </p:spPr>
        <p:txBody>
          <a:bodyPr/>
          <a:lstStyle/>
          <a:p>
            <a:r>
              <a:rPr lang="en-US" altLang="zh-CN" dirty="0" smtClean="0">
                <a:latin typeface="黑体" panose="02010609060101010101" pitchFamily="49" charset="-122"/>
                <a:ea typeface="黑体" panose="02010609060101010101" pitchFamily="49" charset="-122"/>
              </a:rPr>
              <a:t>Part 2: </a:t>
            </a:r>
            <a:r>
              <a:rPr lang="zh-CN" altLang="en-US" dirty="0" smtClean="0">
                <a:latin typeface="黑体" panose="02010609060101010101" pitchFamily="49" charset="-122"/>
                <a:ea typeface="黑体" panose="02010609060101010101" pitchFamily="49" charset="-122"/>
              </a:rPr>
              <a:t>技术要求</a:t>
            </a:r>
            <a:endParaRPr lang="en-US" dirty="0">
              <a:latin typeface="黑体" panose="02010609060101010101" pitchFamily="49" charset="-122"/>
              <a:ea typeface="黑体" panose="02010609060101010101" pitchFamily="49" charset="-122"/>
            </a:endParaRPr>
          </a:p>
        </p:txBody>
      </p:sp>
      <p:sp>
        <p:nvSpPr>
          <p:cNvPr id="6" name="图片占位符 5"/>
          <p:cNvSpPr>
            <a:spLocks noGrp="1"/>
          </p:cNvSpPr>
          <p:nvPr>
            <p:ph type="pic" sz="quarter" idx="10"/>
          </p:nvPr>
        </p:nvSpPr>
        <p:spPr/>
      </p:sp>
      <p:pic>
        <p:nvPicPr>
          <p:cNvPr id="9" name="Picture 3" descr="C:\Users\wang-53\Downloads\MT图片和剪贴画库\Ind\VTS231_Truck_Scale_1_Original_9668.jpg"/>
          <p:cNvPicPr>
            <a:picLocks noChangeAspect="1" noChangeArrowheads="1"/>
          </p:cNvPicPr>
          <p:nvPr/>
        </p:nvPicPr>
        <p:blipFill rotWithShape="1">
          <a:blip r:embed="rId2">
            <a:extLst>
              <a:ext uri="{28A0092B-C50C-407E-A947-70E740481C1C}">
                <a14:useLocalDpi xmlns:a14="http://schemas.microsoft.com/office/drawing/2010/main" val="0"/>
              </a:ext>
            </a:extLst>
          </a:blip>
          <a:srcRect b="35174"/>
          <a:stretch/>
        </p:blipFill>
        <p:spPr bwMode="auto">
          <a:xfrm>
            <a:off x="2411760" y="16468"/>
            <a:ext cx="6732240" cy="327320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575731" y="3589928"/>
            <a:ext cx="1228299" cy="430887"/>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2800"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数字式</a:t>
            </a:r>
            <a:endParaRPr lang="zh-CN" altLang="en-US" sz="2800"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sp>
        <p:nvSpPr>
          <p:cNvPr id="11" name="TextBox 10"/>
          <p:cNvSpPr txBox="1"/>
          <p:nvPr/>
        </p:nvSpPr>
        <p:spPr>
          <a:xfrm>
            <a:off x="6075587" y="3469368"/>
            <a:ext cx="1649045" cy="553998"/>
          </a:xfrm>
          <a:prstGeom prst="rect">
            <a:avLst/>
          </a:prstGeom>
          <a:solidFill>
            <a:schemeClr val="bg1"/>
          </a:solidFill>
        </p:spPr>
        <p:txBody>
          <a:bodyPr wrap="square" lIns="0" tIns="0" rIns="0" bIns="0" rtlCol="0">
            <a:spAutoFit/>
          </a:bodyPr>
          <a:lstStyle/>
          <a:p>
            <a:pPr>
              <a:spcBef>
                <a:spcPts val="400"/>
              </a:spcBef>
              <a:spcAft>
                <a:spcPts val="600"/>
              </a:spcAft>
              <a:buClr>
                <a:schemeClr val="accent1"/>
              </a:buClr>
            </a:pPr>
            <a:r>
              <a:rPr lang="zh-CN" altLang="en-US" sz="2800"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电子</a:t>
            </a:r>
            <a:r>
              <a:rPr lang="zh-CN" altLang="en-US" sz="3600" b="1" dirty="0" smtClean="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衡器</a:t>
            </a:r>
          </a:p>
        </p:txBody>
      </p:sp>
    </p:spTree>
    <p:extLst>
      <p:ext uri="{BB962C8B-B14F-4D97-AF65-F5344CB8AC3E}">
        <p14:creationId xmlns:p14="http://schemas.microsoft.com/office/powerpoint/2010/main" val="1962572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黑体" panose="02010609060101010101" pitchFamily="49" charset="-122"/>
              </a:rPr>
              <a:t>MTCS - Topic</a:t>
            </a:r>
            <a:endParaRPr lang="zh-CN" altLang="en-US" dirty="0">
              <a:ea typeface="黑体" panose="02010609060101010101" pitchFamily="49" charset="-122"/>
            </a:endParaRPr>
          </a:p>
        </p:txBody>
      </p:sp>
      <p:sp>
        <p:nvSpPr>
          <p:cNvPr id="4" name="内容占位符 3"/>
          <p:cNvSpPr>
            <a:spLocks noGrp="1"/>
          </p:cNvSpPr>
          <p:nvPr>
            <p:ph idx="1"/>
          </p:nvPr>
        </p:nvSpPr>
        <p:spPr>
          <a:xfrm>
            <a:off x="395288" y="1226588"/>
            <a:ext cx="8353426" cy="4895850"/>
          </a:xfrm>
        </p:spPr>
        <p:txBody>
          <a:bodyPr/>
          <a:lstStyle/>
          <a:p>
            <a:pPr marL="342900" indent="-342900">
              <a:buFont typeface="+mj-lt"/>
              <a:buAutoNum type="arabicPeriod"/>
            </a:pPr>
            <a:r>
              <a:rPr lang="zh-CN" altLang="zh-CN" dirty="0">
                <a:latin typeface="+mj-lt"/>
                <a:ea typeface="黑体" panose="02010609060101010101" pitchFamily="49" charset="-122"/>
              </a:rPr>
              <a:t>为何国内的天平按</a:t>
            </a:r>
            <a:r>
              <a:rPr lang="en-US" altLang="zh-CN" dirty="0">
                <a:latin typeface="+mj-lt"/>
                <a:ea typeface="黑体" panose="02010609060101010101" pitchFamily="49" charset="-122"/>
              </a:rPr>
              <a:t>CMC</a:t>
            </a:r>
            <a:r>
              <a:rPr lang="zh-CN" altLang="zh-CN" dirty="0">
                <a:latin typeface="+mj-lt"/>
                <a:ea typeface="黑体" panose="02010609060101010101" pitchFamily="49" charset="-122"/>
              </a:rPr>
              <a:t>都是认证天平？</a:t>
            </a:r>
          </a:p>
          <a:p>
            <a:pPr marL="361950" lvl="2" indent="0">
              <a:buNone/>
            </a:pPr>
            <a:r>
              <a:rPr lang="zh-CN" altLang="zh-CN" dirty="0">
                <a:latin typeface="+mj-lt"/>
                <a:ea typeface="黑体" panose="02010609060101010101" pitchFamily="49" charset="-122"/>
              </a:rPr>
              <a:t>国内外校型号天平是否可以开放外部</a:t>
            </a:r>
            <a:r>
              <a:rPr lang="zh-CN" altLang="zh-CN" dirty="0" smtClean="0">
                <a:latin typeface="+mj-lt"/>
                <a:ea typeface="黑体" panose="02010609060101010101" pitchFamily="49" charset="-122"/>
              </a:rPr>
              <a:t>校准</a:t>
            </a:r>
            <a:r>
              <a:rPr lang="zh-CN" altLang="en-US" dirty="0" smtClean="0">
                <a:latin typeface="+mj-lt"/>
                <a:ea typeface="黑体" panose="02010609060101010101" pitchFamily="49" charset="-122"/>
              </a:rPr>
              <a:t>？</a:t>
            </a:r>
            <a:endParaRPr lang="zh-CN" altLang="zh-CN" dirty="0">
              <a:latin typeface="+mj-lt"/>
              <a:ea typeface="黑体" panose="02010609060101010101" pitchFamily="49" charset="-122"/>
            </a:endParaRPr>
          </a:p>
          <a:p>
            <a:pPr marL="342900" indent="-342900">
              <a:buFont typeface="+mj-lt"/>
              <a:buAutoNum type="arabicPeriod"/>
            </a:pPr>
            <a:r>
              <a:rPr lang="zh-CN" altLang="zh-CN" dirty="0" smtClean="0">
                <a:latin typeface="+mj-lt"/>
                <a:ea typeface="黑体" panose="02010609060101010101" pitchFamily="49" charset="-122"/>
              </a:rPr>
              <a:t>零</a:t>
            </a:r>
            <a:r>
              <a:rPr lang="zh-CN" altLang="zh-CN" dirty="0">
                <a:latin typeface="+mj-lt"/>
                <a:ea typeface="黑体" panose="02010609060101010101" pitchFamily="49" charset="-122"/>
              </a:rPr>
              <a:t>点跟踪装置 和 自动置零装置的区别及其用例</a:t>
            </a:r>
          </a:p>
          <a:p>
            <a:pPr marL="361950" lvl="2" indent="0">
              <a:buNone/>
            </a:pPr>
            <a:r>
              <a:rPr lang="en-US" altLang="zh-CN" dirty="0">
                <a:latin typeface="+mj-lt"/>
                <a:ea typeface="黑体" panose="02010609060101010101" pitchFamily="49" charset="-122"/>
              </a:rPr>
              <a:t>Lab </a:t>
            </a:r>
            <a:r>
              <a:rPr lang="zh-CN" altLang="zh-CN" dirty="0">
                <a:latin typeface="+mj-lt"/>
                <a:ea typeface="黑体" panose="02010609060101010101" pitchFamily="49" charset="-122"/>
              </a:rPr>
              <a:t>天平</a:t>
            </a:r>
            <a:r>
              <a:rPr lang="en-US" altLang="zh-CN" dirty="0">
                <a:latin typeface="+mj-lt"/>
                <a:ea typeface="黑体" panose="02010609060101010101" pitchFamily="49" charset="-122"/>
              </a:rPr>
              <a:t>Auto</a:t>
            </a:r>
            <a:r>
              <a:rPr lang="en-US" altLang="zh-CN" dirty="0" smtClean="0">
                <a:latin typeface="+mj-lt"/>
                <a:ea typeface="黑体" panose="02010609060101010101" pitchFamily="49" charset="-122"/>
              </a:rPr>
              <a:t>. zero</a:t>
            </a:r>
            <a:r>
              <a:rPr lang="zh-CN" altLang="zh-CN" dirty="0">
                <a:latin typeface="+mj-lt"/>
                <a:ea typeface="黑体" panose="02010609060101010101" pitchFamily="49" charset="-122"/>
              </a:rPr>
              <a:t>修正的</a:t>
            </a:r>
            <a:r>
              <a:rPr lang="en-US" altLang="zh-CN" dirty="0">
                <a:latin typeface="+mj-lt"/>
                <a:ea typeface="黑体" panose="02010609060101010101" pitchFamily="49" charset="-122"/>
              </a:rPr>
              <a:t>CMC</a:t>
            </a:r>
            <a:r>
              <a:rPr lang="zh-CN" altLang="zh-CN" dirty="0">
                <a:latin typeface="+mj-lt"/>
                <a:ea typeface="黑体" panose="02010609060101010101" pitchFamily="49" charset="-122"/>
              </a:rPr>
              <a:t>限制</a:t>
            </a:r>
          </a:p>
          <a:p>
            <a:pPr marL="342900" indent="-342900">
              <a:buFont typeface="+mj-lt"/>
              <a:buAutoNum type="arabicPeriod"/>
            </a:pPr>
            <a:r>
              <a:rPr lang="zh-CN" altLang="zh-CN" dirty="0" smtClean="0">
                <a:latin typeface="+mj-lt"/>
                <a:ea typeface="黑体" panose="02010609060101010101" pitchFamily="49" charset="-122"/>
              </a:rPr>
              <a:t>关于</a:t>
            </a:r>
            <a:r>
              <a:rPr lang="zh-CN" altLang="zh-CN" dirty="0">
                <a:latin typeface="+mj-lt"/>
                <a:ea typeface="黑体" panose="02010609060101010101" pitchFamily="49" charset="-122"/>
              </a:rPr>
              <a:t>回零的限制</a:t>
            </a:r>
          </a:p>
          <a:p>
            <a:pPr marL="361950" lvl="2" indent="0">
              <a:buNone/>
            </a:pPr>
            <a:r>
              <a:rPr lang="en-US" altLang="zh-CN" dirty="0">
                <a:latin typeface="+mj-lt"/>
                <a:ea typeface="黑体" panose="02010609060101010101" pitchFamily="49" charset="-122"/>
              </a:rPr>
              <a:t>CMC</a:t>
            </a:r>
            <a:r>
              <a:rPr lang="zh-CN" altLang="zh-CN" dirty="0">
                <a:latin typeface="+mj-lt"/>
                <a:ea typeface="黑体" panose="02010609060101010101" pitchFamily="49" charset="-122"/>
              </a:rPr>
              <a:t>只是对加载半小时后有个</a:t>
            </a:r>
            <a:r>
              <a:rPr lang="en-US" altLang="zh-CN" dirty="0">
                <a:latin typeface="+mj-lt"/>
                <a:ea typeface="黑体" panose="02010609060101010101" pitchFamily="49" charset="-122"/>
              </a:rPr>
              <a:t>0.5e</a:t>
            </a:r>
            <a:r>
              <a:rPr lang="zh-CN" altLang="zh-CN" dirty="0">
                <a:latin typeface="+mj-lt"/>
                <a:ea typeface="黑体" panose="02010609060101010101" pitchFamily="49" charset="-122"/>
              </a:rPr>
              <a:t>的限制，普通的加载的回零也参考这个值？</a:t>
            </a:r>
          </a:p>
          <a:p>
            <a:pPr marL="342900" indent="-342900">
              <a:buFont typeface="+mj-lt"/>
              <a:buAutoNum type="arabicPeriod"/>
            </a:pPr>
            <a:r>
              <a:rPr lang="en-US" altLang="zh-CN" dirty="0" smtClean="0">
                <a:latin typeface="+mj-lt"/>
                <a:ea typeface="黑体" panose="02010609060101010101" pitchFamily="49" charset="-122"/>
              </a:rPr>
              <a:t> </a:t>
            </a:r>
            <a:r>
              <a:rPr lang="zh-CN" altLang="zh-CN" dirty="0">
                <a:latin typeface="+mj-lt"/>
                <a:ea typeface="黑体" panose="02010609060101010101" pitchFamily="49" charset="-122"/>
              </a:rPr>
              <a:t>数字、模拟传感器如何做型批？</a:t>
            </a:r>
          </a:p>
          <a:p>
            <a:pPr marL="342900" indent="-342900">
              <a:buFont typeface="+mj-lt"/>
              <a:buAutoNum type="arabicPeriod"/>
            </a:pPr>
            <a:r>
              <a:rPr lang="en-US" altLang="zh-CN" dirty="0" smtClean="0">
                <a:latin typeface="+mj-lt"/>
                <a:ea typeface="黑体" panose="02010609060101010101" pitchFamily="49" charset="-122"/>
              </a:rPr>
              <a:t>Plug &amp; Weigh</a:t>
            </a:r>
            <a:r>
              <a:rPr lang="zh-CN" altLang="zh-CN" dirty="0">
                <a:latin typeface="+mj-lt"/>
                <a:ea typeface="黑体" panose="02010609060101010101" pitchFamily="49" charset="-122"/>
              </a:rPr>
              <a:t>（</a:t>
            </a:r>
            <a:r>
              <a:rPr lang="en-US" altLang="zh-CN" dirty="0">
                <a:latin typeface="+mj-lt"/>
                <a:ea typeface="黑体" panose="02010609060101010101" pitchFamily="49" charset="-122"/>
              </a:rPr>
              <a:t>MTIC</a:t>
            </a:r>
            <a:r>
              <a:rPr lang="zh-CN" altLang="zh-CN" dirty="0">
                <a:latin typeface="+mj-lt"/>
                <a:ea typeface="黑体" panose="02010609060101010101" pitchFamily="49" charset="-122"/>
              </a:rPr>
              <a:t>定义的传感器与主板的接口）的传感器是否可以做型批？如何做？</a:t>
            </a:r>
          </a:p>
          <a:p>
            <a:pPr marL="342900" indent="-342900">
              <a:buFont typeface="+mj-lt"/>
              <a:buAutoNum type="arabicPeriod"/>
            </a:pPr>
            <a:r>
              <a:rPr lang="zh-CN" altLang="zh-CN" dirty="0" smtClean="0">
                <a:latin typeface="+mj-lt"/>
                <a:ea typeface="黑体" panose="02010609060101010101" pitchFamily="49" charset="-122"/>
              </a:rPr>
              <a:t>型</a:t>
            </a:r>
            <a:r>
              <a:rPr lang="zh-CN" altLang="zh-CN" dirty="0">
                <a:latin typeface="+mj-lt"/>
                <a:ea typeface="黑体" panose="02010609060101010101" pitchFamily="49" charset="-122"/>
              </a:rPr>
              <a:t>批互认：国内转欧洲 与 欧洲转国内 的优缺点？</a:t>
            </a:r>
          </a:p>
          <a:p>
            <a:pPr marL="342900" indent="-342900">
              <a:buFont typeface="+mj-lt"/>
              <a:buAutoNum type="arabicPeriod"/>
            </a:pPr>
            <a:r>
              <a:rPr lang="en-US" altLang="zh-CN" dirty="0" smtClean="0">
                <a:latin typeface="+mj-lt"/>
                <a:ea typeface="黑体" panose="02010609060101010101" pitchFamily="49" charset="-122"/>
              </a:rPr>
              <a:t>NTEP</a:t>
            </a:r>
            <a:r>
              <a:rPr lang="zh-CN" altLang="zh-CN" dirty="0">
                <a:latin typeface="+mj-lt"/>
                <a:ea typeface="黑体" panose="02010609060101010101" pitchFamily="49" charset="-122"/>
              </a:rPr>
              <a:t>与</a:t>
            </a:r>
            <a:r>
              <a:rPr lang="en-US" altLang="zh-CN" dirty="0">
                <a:latin typeface="+mj-lt"/>
                <a:ea typeface="黑体" panose="02010609060101010101" pitchFamily="49" charset="-122"/>
              </a:rPr>
              <a:t>OIML</a:t>
            </a:r>
            <a:r>
              <a:rPr lang="zh-CN" altLang="zh-CN" dirty="0">
                <a:latin typeface="+mj-lt"/>
                <a:ea typeface="黑体" panose="02010609060101010101" pitchFamily="49" charset="-122"/>
              </a:rPr>
              <a:t>有关非自动衡器测试相关的不同点？</a:t>
            </a:r>
          </a:p>
          <a:p>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995477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7" name="Gruppieren 16"/>
          <p:cNvGrpSpPr/>
          <p:nvPr/>
        </p:nvGrpSpPr>
        <p:grpSpPr>
          <a:xfrm>
            <a:off x="395288" y="1485900"/>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3</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4197184048"/>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零点要求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t>皮重要求</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法制管理要求</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2681297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概述</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前言  </a:t>
            </a:r>
            <a:r>
              <a:rPr lang="en-US" altLang="zh-CN" dirty="0" smtClean="0">
                <a:ea typeface="黑体" panose="02010609060101010101" pitchFamily="49" charset="-122"/>
              </a:rPr>
              <a:t>foreword</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dirty="0" smtClean="0">
                <a:latin typeface="+mj-lt"/>
                <a:ea typeface="黑体" panose="02010609060101010101" pitchFamily="49" charset="-122"/>
              </a:rPr>
              <a:t>法制计量包括计量性能要求和计量技术以及计量管理。系列介绍旨在帮助人们在执行标准要求时如何正确理解和确认符合标准所提出的要求。</a:t>
            </a:r>
            <a:endParaRPr lang="en-US" altLang="zh-CN" dirty="0" smtClean="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第一部分</a:t>
            </a:r>
            <a:r>
              <a:rPr lang="zh-CN" altLang="en-US" dirty="0" smtClean="0">
                <a:latin typeface="+mj-lt"/>
                <a:ea typeface="黑体" panose="02010609060101010101" pitchFamily="49" charset="-122"/>
              </a:rPr>
              <a:t>：对</a:t>
            </a:r>
            <a:r>
              <a:rPr lang="zh-CN" altLang="en-US" dirty="0">
                <a:latin typeface="+mj-lt"/>
                <a:ea typeface="黑体" panose="02010609060101010101" pitchFamily="49" charset="-122"/>
              </a:rPr>
              <a:t>非自动衡器的计量性能以及与计量相关的一些内容进行归纳、描述和解释。因此，包括了计量性能要求、影响量或影响因子对性能影响的要求、在有电磁干扰时计量性能要求进行描述，以及整机、传感器、仪表之间技术参数的兼容性和核查</a:t>
            </a:r>
            <a:r>
              <a:rPr lang="zh-CN" altLang="en-US" dirty="0" smtClean="0">
                <a:latin typeface="+mj-lt"/>
                <a:ea typeface="黑体" panose="02010609060101010101" pitchFamily="49" charset="-122"/>
              </a:rPr>
              <a:t>。不描述采用何种设计技术满足这些要求。</a:t>
            </a:r>
            <a:endParaRPr lang="zh-CN" altLang="en-US" dirty="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第二部分</a:t>
            </a:r>
            <a:r>
              <a:rPr lang="zh-CN" altLang="en-US" dirty="0" smtClean="0">
                <a:latin typeface="+mj-lt"/>
                <a:ea typeface="黑体" panose="02010609060101010101" pitchFamily="49" charset="-122"/>
              </a:rPr>
              <a:t>：对非自动衡器计量技术要求以及应用要求和功能需要符合的基本规定，计量性能的保护，防止有意无意的欺诈性使用要求加以表述。</a:t>
            </a:r>
            <a:endParaRPr lang="en-US" altLang="zh-CN" dirty="0" smtClean="0">
              <a:latin typeface="+mj-lt"/>
              <a:ea typeface="黑体" panose="02010609060101010101" pitchFamily="49" charset="-122"/>
            </a:endParaRPr>
          </a:p>
          <a:p>
            <a:pPr marL="179387" lvl="1" indent="457200">
              <a:spcAft>
                <a:spcPts val="1200"/>
              </a:spcAft>
              <a:buNone/>
            </a:pPr>
            <a:r>
              <a:rPr lang="zh-CN" altLang="en-US" b="1" dirty="0" smtClean="0">
                <a:latin typeface="+mj-lt"/>
                <a:ea typeface="黑体" panose="02010609060101010101" pitchFamily="49" charset="-122"/>
              </a:rPr>
              <a:t>第三部分</a:t>
            </a:r>
            <a:r>
              <a:rPr lang="zh-CN" altLang="en-US" dirty="0" smtClean="0">
                <a:latin typeface="+mj-lt"/>
                <a:ea typeface="黑体" panose="02010609060101010101" pitchFamily="49" charset="-122"/>
              </a:rPr>
              <a:t>：由软件控制计量器具中的软件如何满足防止有意无意修改而存在欺诈性使用要求给出描述和解释。</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不同国家和地区在计量要求、计量技术和计量管理上的要求会有一些差异，但基本性能要求和管理思想是一致。本文档按被广泛认同的国际建议为主要参考文献对相关内容进行描述。</a:t>
            </a:r>
            <a:endParaRPr lang="en-US" altLang="zh-CN" dirty="0" smtClean="0">
              <a:latin typeface="+mj-lt"/>
              <a:ea typeface="黑体" panose="02010609060101010101" pitchFamily="49" charset="-122"/>
            </a:endParaRPr>
          </a:p>
          <a:p>
            <a:pPr marL="179387" lvl="1" indent="457200">
              <a:spcAft>
                <a:spcPts val="1200"/>
              </a:spcAft>
              <a:buNone/>
            </a:pPr>
            <a:endParaRPr lang="en-US" altLang="zh-CN" dirty="0" smtClean="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4</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18799525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7" name="Gruppieren 16"/>
          <p:cNvGrpSpPr/>
          <p:nvPr/>
        </p:nvGrpSpPr>
        <p:grpSpPr>
          <a:xfrm>
            <a:off x="395288" y="1977228"/>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5</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4057524462"/>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结构要求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零点要求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t>皮重要求</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法制管理要求</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5638197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内容占位符 3"/>
          <p:cNvSpPr>
            <a:spLocks noGrp="1"/>
          </p:cNvSpPr>
          <p:nvPr>
            <p:ph idx="1"/>
          </p:nvPr>
        </p:nvSpPr>
        <p:spPr/>
        <p:txBody>
          <a:bodyPr/>
          <a:lstStyle/>
          <a:p>
            <a:r>
              <a:rPr lang="en-US" altLang="zh-CN" dirty="0" smtClean="0">
                <a:latin typeface="+mj-lt"/>
                <a:ea typeface="黑体" panose="02010609060101010101" pitchFamily="49" charset="-122"/>
              </a:rPr>
              <a:t>OIML</a:t>
            </a: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6</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7" name="Down Arrow 25"/>
          <p:cNvSpPr/>
          <p:nvPr/>
        </p:nvSpPr>
        <p:spPr>
          <a:xfrm rot="2700000">
            <a:off x="3270826" y="4386902"/>
            <a:ext cx="504056" cy="1800200"/>
          </a:xfrm>
          <a:prstGeom prst="downArrow">
            <a:avLst>
              <a:gd name="adj1" fmla="val 61838"/>
              <a:gd name="adj2" fmla="val 45521"/>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8" name="Down Arrow 23"/>
          <p:cNvSpPr/>
          <p:nvPr/>
        </p:nvSpPr>
        <p:spPr>
          <a:xfrm rot="18900000">
            <a:off x="5647090" y="4386902"/>
            <a:ext cx="504056" cy="1800200"/>
          </a:xfrm>
          <a:prstGeom prst="downArrow">
            <a:avLst>
              <a:gd name="adj1" fmla="val 61838"/>
              <a:gd name="adj2" fmla="val 45521"/>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9" name="Down Arrow 22"/>
          <p:cNvSpPr/>
          <p:nvPr/>
        </p:nvSpPr>
        <p:spPr>
          <a:xfrm rot="8100000">
            <a:off x="3198818" y="1938630"/>
            <a:ext cx="504056" cy="1800200"/>
          </a:xfrm>
          <a:prstGeom prst="downArrow">
            <a:avLst>
              <a:gd name="adj1" fmla="val 61838"/>
              <a:gd name="adj2" fmla="val 45521"/>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10" name="Down Arrow 24"/>
          <p:cNvSpPr/>
          <p:nvPr/>
        </p:nvSpPr>
        <p:spPr>
          <a:xfrm rot="5400000">
            <a:off x="2636304" y="3067431"/>
            <a:ext cx="504000" cy="1944000"/>
          </a:xfrm>
          <a:prstGeom prst="downArrow">
            <a:avLst>
              <a:gd name="adj1" fmla="val 61838"/>
              <a:gd name="adj2" fmla="val 45521"/>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11" name="Down Arrow 21"/>
          <p:cNvSpPr/>
          <p:nvPr/>
        </p:nvSpPr>
        <p:spPr>
          <a:xfrm rot="13500000">
            <a:off x="5673918" y="1893451"/>
            <a:ext cx="504056" cy="1800200"/>
          </a:xfrm>
          <a:prstGeom prst="downArrow">
            <a:avLst>
              <a:gd name="adj1" fmla="val 61838"/>
              <a:gd name="adj2" fmla="val 45521"/>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12" name="Down Arrow 20"/>
          <p:cNvSpPr/>
          <p:nvPr/>
        </p:nvSpPr>
        <p:spPr>
          <a:xfrm rot="16200000">
            <a:off x="6164560" y="3139359"/>
            <a:ext cx="504056" cy="1800200"/>
          </a:xfrm>
          <a:prstGeom prst="downArrow">
            <a:avLst>
              <a:gd name="adj1" fmla="val 61838"/>
              <a:gd name="adj2" fmla="val 45521"/>
            </a:avLst>
          </a:prstGeom>
          <a:solidFill>
            <a:schemeClr val="accent2">
              <a:lumMod val="20000"/>
              <a:lumOff val="80000"/>
            </a:schemeClr>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13" name="Oval 6"/>
          <p:cNvSpPr>
            <a:spLocks noChangeAspect="1"/>
          </p:cNvSpPr>
          <p:nvPr/>
        </p:nvSpPr>
        <p:spPr>
          <a:xfrm>
            <a:off x="3227304" y="2747901"/>
            <a:ext cx="2772000" cy="2772000"/>
          </a:xfrm>
          <a:prstGeom prst="ellipse">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err="1" smtClean="0">
              <a:solidFill>
                <a:schemeClr val="bg1"/>
              </a:solidFill>
              <a:latin typeface="+mj-lt"/>
              <a:ea typeface="黑体" panose="02010609060101010101" pitchFamily="49" charset="-122"/>
            </a:endParaRPr>
          </a:p>
        </p:txBody>
      </p:sp>
      <p:sp>
        <p:nvSpPr>
          <p:cNvPr id="14" name="Title 1"/>
          <p:cNvSpPr txBox="1">
            <a:spLocks/>
          </p:cNvSpPr>
          <p:nvPr/>
        </p:nvSpPr>
        <p:spPr>
          <a:xfrm>
            <a:off x="547936" y="218209"/>
            <a:ext cx="6912768" cy="573984"/>
          </a:xfrm>
          <a:prstGeom prst="rect">
            <a:avLst/>
          </a:prstGeom>
        </p:spPr>
        <p:txBody>
          <a:bodyPr vert="horz" lIns="0" tIns="0" rIns="0" bIns="72000" rtlCol="0" anchor="b" anchorCtr="0">
            <a:noAutofit/>
          </a:bodyPr>
          <a:lstStyle>
            <a:lvl1pPr algn="l" defTabSz="914400" rtl="0" eaLnBrk="1" latinLnBrk="0" hangingPunct="1">
              <a:lnSpc>
                <a:spcPts val="2600"/>
              </a:lnSpc>
              <a:spcBef>
                <a:spcPct val="0"/>
              </a:spcBef>
              <a:buNone/>
              <a:defRPr sz="2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dirty="0" smtClean="0">
                <a:ea typeface="黑体" panose="02010609060101010101" pitchFamily="49" charset="-122"/>
              </a:rPr>
              <a:t>概述</a:t>
            </a:r>
            <a:endParaRPr lang="en-US" dirty="0">
              <a:ea typeface="黑体" panose="02010609060101010101" pitchFamily="49" charset="-122"/>
            </a:endParaRPr>
          </a:p>
        </p:txBody>
      </p:sp>
      <p:sp>
        <p:nvSpPr>
          <p:cNvPr id="15" name="Title 2"/>
          <p:cNvSpPr txBox="1">
            <a:spLocks/>
          </p:cNvSpPr>
          <p:nvPr/>
        </p:nvSpPr>
        <p:spPr>
          <a:xfrm>
            <a:off x="547688" y="1168399"/>
            <a:ext cx="8353176" cy="324769"/>
          </a:xfrm>
          <a:prstGeom prst="rect">
            <a:avLst/>
          </a:prstGeom>
        </p:spPr>
        <p:txBody>
          <a:bodyPr vert="horz" lIns="0" tIns="0" rIns="0" bIns="72000" rtlCol="0" anchor="t" anchorCtr="0">
            <a:noAutofit/>
          </a:bodyPr>
          <a:lstStyle>
            <a:lvl1pPr marL="0" indent="0" algn="l" defTabSz="914400" rtl="0" eaLnBrk="1" latinLnBrk="0" hangingPunct="1">
              <a:lnSpc>
                <a:spcPct val="100000"/>
              </a:lnSpc>
              <a:spcBef>
                <a:spcPct val="0"/>
              </a:spcBef>
              <a:spcAft>
                <a:spcPts val="0"/>
              </a:spcAft>
              <a:buNone/>
              <a:defRPr sz="1800" b="1"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zh-CN" altLang="en-US" dirty="0" smtClean="0">
                <a:ea typeface="黑体" panose="02010609060101010101" pitchFamily="49" charset="-122"/>
              </a:rPr>
              <a:t>术语</a:t>
            </a:r>
            <a:endParaRPr lang="en-US" dirty="0">
              <a:ea typeface="黑体" panose="02010609060101010101" pitchFamily="49" charset="-122"/>
            </a:endParaRPr>
          </a:p>
        </p:txBody>
      </p:sp>
      <p:sp>
        <p:nvSpPr>
          <p:cNvPr id="17" name="TextBox 16"/>
          <p:cNvSpPr txBox="1"/>
          <p:nvPr/>
        </p:nvSpPr>
        <p:spPr>
          <a:xfrm>
            <a:off x="6222000" y="1925216"/>
            <a:ext cx="2412000" cy="830997"/>
          </a:xfrm>
          <a:prstGeom prst="rect">
            <a:avLst/>
          </a:prstGeom>
          <a:noFill/>
        </p:spPr>
        <p:txBody>
          <a:bodyPr wrap="square" lIns="0" tIns="0" rIns="0" bIns="0" rtlCol="0">
            <a:spAutoFit/>
          </a:bodyPr>
          <a:lstStyle/>
          <a:p>
            <a:pPr marL="180975" indent="-180975">
              <a:spcAft>
                <a:spcPts val="800"/>
              </a:spcAft>
              <a:buClr>
                <a:schemeClr val="accent1"/>
              </a:buClr>
              <a:buFont typeface="Wingdings" panose="05000000000000000000" pitchFamily="2" charset="2"/>
              <a:buChar char="§"/>
            </a:pPr>
            <a:r>
              <a:rPr lang="en-US" altLang="zh-CN" sz="1800" dirty="0">
                <a:latin typeface="+mj-lt"/>
                <a:ea typeface="黑体" panose="02010609060101010101" pitchFamily="49" charset="-122"/>
              </a:rPr>
              <a:t>worldwide, </a:t>
            </a:r>
            <a:r>
              <a:rPr lang="en-US" altLang="zh-CN" sz="1800" dirty="0" smtClean="0">
                <a:latin typeface="+mj-lt"/>
                <a:ea typeface="黑体" panose="02010609060101010101" pitchFamily="49" charset="-122"/>
              </a:rPr>
              <a:t>intergovernmental</a:t>
            </a:r>
            <a:br>
              <a:rPr lang="en-US" altLang="zh-CN" sz="1800" dirty="0" smtClean="0">
                <a:latin typeface="+mj-lt"/>
                <a:ea typeface="黑体" panose="02010609060101010101" pitchFamily="49" charset="-122"/>
              </a:rPr>
            </a:br>
            <a:r>
              <a:rPr lang="zh-CN" altLang="en-US" sz="1800" dirty="0" smtClean="0">
                <a:latin typeface="+mj-lt"/>
                <a:ea typeface="黑体" panose="02010609060101010101" pitchFamily="49" charset="-122"/>
              </a:rPr>
              <a:t>国际性的政府间组织</a:t>
            </a:r>
            <a:endParaRPr lang="en-US" sz="1800" dirty="0" smtClean="0">
              <a:latin typeface="+mj-lt"/>
              <a:ea typeface="黑体" panose="02010609060101010101" pitchFamily="49" charset="-122"/>
            </a:endParaRPr>
          </a:p>
        </p:txBody>
      </p:sp>
      <p:sp>
        <p:nvSpPr>
          <p:cNvPr id="18" name="TextBox 17"/>
          <p:cNvSpPr txBox="1"/>
          <p:nvPr/>
        </p:nvSpPr>
        <p:spPr>
          <a:xfrm>
            <a:off x="1195759" y="5699100"/>
            <a:ext cx="1440409" cy="553998"/>
          </a:xfrm>
          <a:prstGeom prst="rect">
            <a:avLst/>
          </a:prstGeom>
          <a:noFill/>
        </p:spPr>
        <p:txBody>
          <a:bodyPr wrap="square" lIns="0" tIns="0" rIns="0" bIns="0" rtlCol="0">
            <a:spAutoFit/>
          </a:bodyPr>
          <a:lstStyle/>
          <a:p>
            <a:pPr marL="180975" indent="-180975">
              <a:spcAft>
                <a:spcPts val="800"/>
              </a:spcAft>
              <a:buClr>
                <a:schemeClr val="accent1"/>
              </a:buClr>
              <a:buFont typeface="Wingdings" panose="05000000000000000000" pitchFamily="2" charset="2"/>
              <a:buChar char="§"/>
            </a:pPr>
            <a:r>
              <a:rPr lang="zh-CN" altLang="en-US" sz="1800" dirty="0" smtClean="0">
                <a:latin typeface="+mj-lt"/>
                <a:ea typeface="黑体" panose="02010609060101010101" pitchFamily="49" charset="-122"/>
              </a:rPr>
              <a:t>文件</a:t>
            </a:r>
            <a:r>
              <a:rPr lang="en-US" sz="1800" dirty="0" smtClean="0">
                <a:latin typeface="+mj-lt"/>
                <a:ea typeface="黑体" panose="02010609060101010101" pitchFamily="49" charset="-122"/>
              </a:rPr>
              <a:t>Document</a:t>
            </a:r>
          </a:p>
        </p:txBody>
      </p:sp>
      <p:sp>
        <p:nvSpPr>
          <p:cNvPr id="19" name="TextBox 18"/>
          <p:cNvSpPr txBox="1"/>
          <p:nvPr/>
        </p:nvSpPr>
        <p:spPr>
          <a:xfrm>
            <a:off x="751808" y="3289417"/>
            <a:ext cx="1800000" cy="1384995"/>
          </a:xfrm>
          <a:prstGeom prst="rect">
            <a:avLst/>
          </a:prstGeom>
          <a:noFill/>
        </p:spPr>
        <p:txBody>
          <a:bodyPr wrap="square" lIns="0" tIns="0" rIns="0" bIns="0" rtlCol="0">
            <a:spAutoFit/>
          </a:bodyPr>
          <a:lstStyle/>
          <a:p>
            <a:pPr marL="180975" indent="-180975">
              <a:spcAft>
                <a:spcPts val="800"/>
              </a:spcAft>
              <a:buClr>
                <a:schemeClr val="accent1"/>
              </a:buClr>
              <a:buFont typeface="Wingdings" panose="05000000000000000000" pitchFamily="2" charset="2"/>
              <a:buChar char="§"/>
            </a:pPr>
            <a:r>
              <a:rPr lang="en-US" altLang="zh-CN" sz="1800" dirty="0">
                <a:latin typeface="+mj-lt"/>
                <a:ea typeface="黑体" panose="02010609060101010101" pitchFamily="49" charset="-122"/>
              </a:rPr>
              <a:t>Technical Committees or </a:t>
            </a:r>
            <a:r>
              <a:rPr lang="en-US" altLang="zh-CN" sz="1800" dirty="0" smtClean="0">
                <a:latin typeface="+mj-lt"/>
                <a:ea typeface="黑体" panose="02010609060101010101" pitchFamily="49" charset="-122"/>
              </a:rPr>
              <a:t>Subcommittees</a:t>
            </a:r>
            <a:br>
              <a:rPr lang="en-US" altLang="zh-CN" sz="1800" dirty="0" smtClean="0">
                <a:latin typeface="+mj-lt"/>
                <a:ea typeface="黑体" panose="02010609060101010101" pitchFamily="49" charset="-122"/>
              </a:rPr>
            </a:br>
            <a:r>
              <a:rPr lang="zh-CN" altLang="en-US" sz="1800" dirty="0" smtClean="0">
                <a:latin typeface="+mj-lt"/>
                <a:ea typeface="黑体" panose="02010609060101010101" pitchFamily="49" charset="-122"/>
              </a:rPr>
              <a:t>下设多个技术委员会和分委员会</a:t>
            </a:r>
            <a:endParaRPr lang="en-US" sz="1800" dirty="0" smtClean="0">
              <a:latin typeface="+mj-lt"/>
              <a:ea typeface="黑体" panose="02010609060101010101" pitchFamily="49" charset="-122"/>
            </a:endParaRPr>
          </a:p>
        </p:txBody>
      </p:sp>
      <p:sp>
        <p:nvSpPr>
          <p:cNvPr id="20" name="TextBox 19"/>
          <p:cNvSpPr txBox="1"/>
          <p:nvPr/>
        </p:nvSpPr>
        <p:spPr>
          <a:xfrm>
            <a:off x="6486806" y="5799702"/>
            <a:ext cx="1440409" cy="553998"/>
          </a:xfrm>
          <a:prstGeom prst="rect">
            <a:avLst/>
          </a:prstGeom>
          <a:noFill/>
        </p:spPr>
        <p:txBody>
          <a:bodyPr wrap="square" lIns="0" tIns="0" rIns="0" bIns="0" rtlCol="0">
            <a:spAutoFit/>
          </a:bodyPr>
          <a:lstStyle/>
          <a:p>
            <a:pPr marL="180975" indent="-180975">
              <a:spcAft>
                <a:spcPts val="800"/>
              </a:spcAft>
              <a:buClr>
                <a:schemeClr val="accent1"/>
              </a:buClr>
              <a:buFont typeface="Wingdings" panose="05000000000000000000" pitchFamily="2" charset="2"/>
              <a:buChar char="§"/>
            </a:pPr>
            <a:r>
              <a:rPr lang="zh-CN" altLang="en-US" sz="1800" dirty="0" smtClean="0">
                <a:latin typeface="+mj-lt"/>
                <a:ea typeface="黑体" panose="02010609060101010101" pitchFamily="49" charset="-122"/>
              </a:rPr>
              <a:t>导则</a:t>
            </a:r>
            <a:r>
              <a:rPr lang="en-US" sz="1800" dirty="0" smtClean="0">
                <a:latin typeface="+mj-lt"/>
                <a:ea typeface="黑体" panose="02010609060101010101" pitchFamily="49" charset="-122"/>
              </a:rPr>
              <a:t>Guideline</a:t>
            </a:r>
          </a:p>
        </p:txBody>
      </p:sp>
      <p:sp>
        <p:nvSpPr>
          <p:cNvPr id="21" name="TextBox 20"/>
          <p:cNvSpPr txBox="1"/>
          <p:nvPr/>
        </p:nvSpPr>
        <p:spPr>
          <a:xfrm>
            <a:off x="6718560" y="3732838"/>
            <a:ext cx="2088000" cy="553998"/>
          </a:xfrm>
          <a:prstGeom prst="rect">
            <a:avLst/>
          </a:prstGeom>
          <a:noFill/>
        </p:spPr>
        <p:txBody>
          <a:bodyPr wrap="square" lIns="0" tIns="0" rIns="0" bIns="0" rtlCol="0">
            <a:spAutoFit/>
          </a:bodyPr>
          <a:lstStyle/>
          <a:p>
            <a:pPr marL="180975" indent="-180975">
              <a:spcAft>
                <a:spcPts val="800"/>
              </a:spcAft>
              <a:buClr>
                <a:schemeClr val="accent1"/>
              </a:buClr>
              <a:buFont typeface="Wingdings" panose="05000000000000000000" pitchFamily="2" charset="2"/>
              <a:buChar char="§"/>
            </a:pPr>
            <a:r>
              <a:rPr lang="zh-CN" altLang="en-US" sz="1800" dirty="0" smtClean="0">
                <a:latin typeface="+mj-lt"/>
                <a:ea typeface="黑体" panose="02010609060101010101" pitchFamily="49" charset="-122"/>
              </a:rPr>
              <a:t>建议</a:t>
            </a:r>
            <a:r>
              <a:rPr lang="en-US" altLang="zh-CN" sz="1800" dirty="0" smtClean="0">
                <a:latin typeface="+mj-lt"/>
                <a:ea typeface="黑体" panose="02010609060101010101" pitchFamily="49" charset="-122"/>
              </a:rPr>
              <a:t>Recommendations</a:t>
            </a:r>
            <a:endParaRPr lang="en-US" sz="1800" dirty="0" smtClean="0">
              <a:latin typeface="+mj-lt"/>
              <a:ea typeface="黑体" panose="02010609060101010101" pitchFamily="49" charset="-122"/>
            </a:endParaRPr>
          </a:p>
        </p:txBody>
      </p:sp>
      <p:sp>
        <p:nvSpPr>
          <p:cNvPr id="22" name="TextBox 21"/>
          <p:cNvSpPr txBox="1"/>
          <p:nvPr/>
        </p:nvSpPr>
        <p:spPr>
          <a:xfrm>
            <a:off x="1412031" y="1925216"/>
            <a:ext cx="1728000" cy="830997"/>
          </a:xfrm>
          <a:prstGeom prst="rect">
            <a:avLst/>
          </a:prstGeom>
          <a:noFill/>
        </p:spPr>
        <p:txBody>
          <a:bodyPr wrap="square" lIns="0" tIns="0" rIns="0" bIns="0" rtlCol="0">
            <a:spAutoFit/>
          </a:bodyPr>
          <a:lstStyle/>
          <a:p>
            <a:pPr marL="180975" indent="-180975">
              <a:spcAft>
                <a:spcPts val="800"/>
              </a:spcAft>
              <a:buClr>
                <a:schemeClr val="accent1"/>
              </a:buClr>
              <a:buFont typeface="Wingdings" panose="05000000000000000000" pitchFamily="2" charset="2"/>
              <a:buChar char="§"/>
            </a:pPr>
            <a:r>
              <a:rPr lang="en-US" altLang="zh-CN" sz="1800" dirty="0">
                <a:latin typeface="+mj-lt"/>
                <a:ea typeface="黑体" panose="02010609060101010101" pitchFamily="49" charset="-122"/>
              </a:rPr>
              <a:t>Legal </a:t>
            </a:r>
            <a:r>
              <a:rPr lang="en-US" altLang="zh-CN" sz="1800" dirty="0" smtClean="0">
                <a:latin typeface="+mj-lt"/>
                <a:ea typeface="黑体" panose="02010609060101010101" pitchFamily="49" charset="-122"/>
              </a:rPr>
              <a:t>Metrology</a:t>
            </a:r>
            <a:br>
              <a:rPr lang="en-US" altLang="zh-CN" sz="1800" dirty="0" smtClean="0">
                <a:latin typeface="+mj-lt"/>
                <a:ea typeface="黑体" panose="02010609060101010101" pitchFamily="49" charset="-122"/>
              </a:rPr>
            </a:br>
            <a:r>
              <a:rPr lang="zh-CN" altLang="en-US" sz="1800" dirty="0" smtClean="0">
                <a:latin typeface="+mj-lt"/>
                <a:ea typeface="黑体" panose="02010609060101010101" pitchFamily="49" charset="-122"/>
              </a:rPr>
              <a:t>法制计量</a:t>
            </a:r>
            <a:endParaRPr lang="en-US" sz="1800" dirty="0" smtClean="0">
              <a:latin typeface="+mj-lt"/>
              <a:ea typeface="黑体" panose="02010609060101010101" pitchFamily="49" charset="-122"/>
            </a:endParaRPr>
          </a:p>
        </p:txBody>
      </p:sp>
      <p:sp>
        <p:nvSpPr>
          <p:cNvPr id="23" name="Footer Placeholder 7"/>
          <p:cNvSpPr txBox="1">
            <a:spLocks/>
          </p:cNvSpPr>
          <p:nvPr/>
        </p:nvSpPr>
        <p:spPr>
          <a:xfrm>
            <a:off x="547687" y="6798000"/>
            <a:ext cx="8353425" cy="151200"/>
          </a:xfrm>
          <a:prstGeom prst="rect">
            <a:avLst/>
          </a:prstGeom>
        </p:spPr>
        <p:txBody>
          <a:bodyPr vert="horz" lIns="0" tIns="45720" rIns="0" bIns="45720" rtlCol="0" anchor="ctr"/>
          <a:lstStyle>
            <a:defPPr>
              <a:defRPr lang="en-US"/>
            </a:defPPr>
            <a:lvl1pPr marL="0" algn="r" defTabSz="914400" rtl="0" eaLnBrk="1" latinLnBrk="0" hangingPunct="1">
              <a:defRPr sz="800" kern="1200">
                <a:solidFill>
                  <a:schemeClr val="tx1">
                    <a:tint val="75000"/>
                  </a:schemeClr>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24" name="Slide Number Placeholder 8"/>
          <p:cNvSpPr txBox="1">
            <a:spLocks/>
          </p:cNvSpPr>
          <p:nvPr/>
        </p:nvSpPr>
        <p:spPr>
          <a:xfrm>
            <a:off x="8900400" y="480119"/>
            <a:ext cx="396000" cy="432000"/>
          </a:xfrm>
          <a:prstGeom prst="rect">
            <a:avLst/>
          </a:prstGeom>
        </p:spPr>
        <p:txBody>
          <a:bodyPr vert="horz" lIns="72000" tIns="0" rIns="0" bIns="100800" rtlCol="0" anchor="b" anchorCtr="0"/>
          <a:lstStyle>
            <a:defPPr>
              <a:defRPr lang="en-US"/>
            </a:defPPr>
            <a:lvl1pPr marL="0" algn="l" defTabSz="914400" rtl="0" eaLnBrk="1" latinLnBrk="0" hangingPunct="1">
              <a:defRPr sz="1420" kern="1200">
                <a:solidFill>
                  <a:schemeClr val="bg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a:lstStyle>
          <a:p>
            <a:fld id="{2B2B68EE-DD1E-4368-AFCE-24A50EC7BF18}" type="slidenum">
              <a:rPr lang="en-US" smtClean="0">
                <a:latin typeface="+mj-lt"/>
                <a:ea typeface="黑体" panose="02010609060101010101" pitchFamily="49" charset="-122"/>
              </a:rPr>
              <a:pPr/>
              <a:t>6</a:t>
            </a:fld>
            <a:endParaRPr lang="en-US" dirty="0">
              <a:latin typeface="+mj-lt"/>
              <a:ea typeface="黑体" panose="02010609060101010101" pitchFamily="49" charset="-122"/>
            </a:endParaRPr>
          </a:p>
        </p:txBody>
      </p:sp>
      <p:pic>
        <p:nvPicPr>
          <p:cNvPr id="102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7695" y="3499789"/>
            <a:ext cx="1620000" cy="13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同心圆 26"/>
          <p:cNvSpPr>
            <a:spLocks noChangeAspect="1"/>
          </p:cNvSpPr>
          <p:nvPr/>
        </p:nvSpPr>
        <p:spPr>
          <a:xfrm>
            <a:off x="3496280" y="3024448"/>
            <a:ext cx="2232000" cy="2232000"/>
          </a:xfrm>
          <a:prstGeom prst="donut">
            <a:avLst>
              <a:gd name="adj" fmla="val 20048"/>
            </a:avLst>
          </a:prstGeom>
          <a:solidFill>
            <a:schemeClr val="accent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latin typeface="+mj-lt"/>
              <a:ea typeface="黑体" panose="02010609060101010101" pitchFamily="49" charset="-122"/>
            </a:endParaRPr>
          </a:p>
        </p:txBody>
      </p:sp>
    </p:spTree>
    <p:extLst>
      <p:ext uri="{BB962C8B-B14F-4D97-AF65-F5344CB8AC3E}">
        <p14:creationId xmlns:p14="http://schemas.microsoft.com/office/powerpoint/2010/main" val="23962165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1000"/>
                                        <p:tgtEl>
                                          <p:spTgt spid="17"/>
                                        </p:tgtEl>
                                      </p:cBhvr>
                                    </p:animEffect>
                                    <p:anim calcmode="lin" valueType="num">
                                      <p:cBhvr>
                                        <p:cTn id="15" dur="1000" fill="hold"/>
                                        <p:tgtEl>
                                          <p:spTgt spid="17"/>
                                        </p:tgtEl>
                                        <p:attrNameLst>
                                          <p:attrName>ppt_x</p:attrName>
                                        </p:attrNameLst>
                                      </p:cBhvr>
                                      <p:tavLst>
                                        <p:tav tm="0">
                                          <p:val>
                                            <p:strVal val="#ppt_x"/>
                                          </p:val>
                                        </p:tav>
                                        <p:tav tm="100000">
                                          <p:val>
                                            <p:strVal val="#ppt_x"/>
                                          </p:val>
                                        </p:tav>
                                      </p:tavLst>
                                    </p:anim>
                                    <p:anim calcmode="lin" valueType="num">
                                      <p:cBhvr>
                                        <p:cTn id="1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1000"/>
                                        <p:tgtEl>
                                          <p:spTgt spid="19"/>
                                        </p:tgtEl>
                                      </p:cBhvr>
                                    </p:animEffect>
                                    <p:anim calcmode="lin" valueType="num">
                                      <p:cBhvr>
                                        <p:cTn id="22" dur="1000" fill="hold"/>
                                        <p:tgtEl>
                                          <p:spTgt spid="19"/>
                                        </p:tgtEl>
                                        <p:attrNameLst>
                                          <p:attrName>ppt_x</p:attrName>
                                        </p:attrNameLst>
                                      </p:cBhvr>
                                      <p:tavLst>
                                        <p:tav tm="0">
                                          <p:val>
                                            <p:strVal val="#ppt_x"/>
                                          </p:val>
                                        </p:tav>
                                        <p:tav tm="100000">
                                          <p:val>
                                            <p:strVal val="#ppt_x"/>
                                          </p:val>
                                        </p:tav>
                                      </p:tavLst>
                                    </p:anim>
                                    <p:anim calcmode="lin" valueType="num">
                                      <p:cBhvr>
                                        <p:cTn id="23"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1000"/>
                                        <p:tgtEl>
                                          <p:spTgt spid="18"/>
                                        </p:tgtEl>
                                      </p:cBhvr>
                                    </p:animEffect>
                                    <p:anim calcmode="lin" valueType="num">
                                      <p:cBhvr>
                                        <p:cTn id="36" dur="1000" fill="hold"/>
                                        <p:tgtEl>
                                          <p:spTgt spid="18"/>
                                        </p:tgtEl>
                                        <p:attrNameLst>
                                          <p:attrName>ppt_x</p:attrName>
                                        </p:attrNameLst>
                                      </p:cBhvr>
                                      <p:tavLst>
                                        <p:tav tm="0">
                                          <p:val>
                                            <p:strVal val="#ppt_x"/>
                                          </p:val>
                                        </p:tav>
                                        <p:tav tm="100000">
                                          <p:val>
                                            <p:strVal val="#ppt_x"/>
                                          </p:val>
                                        </p:tav>
                                      </p:tavLst>
                                    </p:anim>
                                    <p:anim calcmode="lin" valueType="num">
                                      <p:cBhvr>
                                        <p:cTn id="3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1000"/>
                                        <p:tgtEl>
                                          <p:spTgt spid="20"/>
                                        </p:tgtEl>
                                      </p:cBhvr>
                                    </p:animEffect>
                                    <p:anim calcmode="lin" valueType="num">
                                      <p:cBhvr>
                                        <p:cTn id="43" dur="1000" fill="hold"/>
                                        <p:tgtEl>
                                          <p:spTgt spid="20"/>
                                        </p:tgtEl>
                                        <p:attrNameLst>
                                          <p:attrName>ppt_x</p:attrName>
                                        </p:attrNameLst>
                                      </p:cBhvr>
                                      <p:tavLst>
                                        <p:tav tm="0">
                                          <p:val>
                                            <p:strVal val="#ppt_x"/>
                                          </p:val>
                                        </p:tav>
                                        <p:tav tm="100000">
                                          <p:val>
                                            <p:strVal val="#ppt_x"/>
                                          </p:val>
                                        </p:tav>
                                      </p:tavLst>
                                    </p:anim>
                                    <p:anim calcmode="lin" valueType="num">
                                      <p:cBhvr>
                                        <p:cTn id="4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0" grpId="0"/>
      <p:bldP spid="21" grpId="0"/>
      <p:bldP spid="22"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p:cNvSpPr/>
          <p:nvPr/>
        </p:nvSpPr>
        <p:spPr bwMode="auto">
          <a:xfrm>
            <a:off x="3221821" y="1061120"/>
            <a:ext cx="1639300" cy="807030"/>
          </a:xfrm>
          <a:prstGeom prst="rect">
            <a:avLst/>
          </a:prstGeom>
          <a:solidFill>
            <a:schemeClr val="accent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bg1"/>
                </a:solidFill>
                <a:effectLst/>
                <a:latin typeface="+mj-lt"/>
                <a:ea typeface="黑体" panose="02010609060101010101" pitchFamily="49" charset="-122"/>
              </a:rPr>
              <a:t>衡器</a:t>
            </a:r>
            <a:endParaRPr kumimoji="0" lang="en-US" b="0" i="0" u="none" strike="noStrike" cap="none" normalizeH="0" baseline="0" dirty="0">
              <a:ln>
                <a:noFill/>
              </a:ln>
              <a:solidFill>
                <a:schemeClr val="bg1"/>
              </a:solidFill>
              <a:effectLst/>
              <a:latin typeface="+mj-lt"/>
              <a:ea typeface="黑体" panose="02010609060101010101" pitchFamily="49" charset="-122"/>
            </a:endParaRPr>
          </a:p>
        </p:txBody>
      </p:sp>
      <p:cxnSp>
        <p:nvCxnSpPr>
          <p:cNvPr id="19" name="Elbow Connector 18"/>
          <p:cNvCxnSpPr>
            <a:stCxn id="5" idx="2"/>
            <a:endCxn id="6" idx="1"/>
          </p:cNvCxnSpPr>
          <p:nvPr/>
        </p:nvCxnSpPr>
        <p:spPr bwMode="auto">
          <a:xfrm rot="16200000" flipH="1">
            <a:off x="6518978" y="3239382"/>
            <a:ext cx="626957" cy="858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Elbow Connector 20"/>
          <p:cNvCxnSpPr>
            <a:stCxn id="5" idx="2"/>
            <a:endCxn id="9" idx="1"/>
          </p:cNvCxnSpPr>
          <p:nvPr/>
        </p:nvCxnSpPr>
        <p:spPr bwMode="auto">
          <a:xfrm rot="16200000" flipH="1">
            <a:off x="6092728" y="3665632"/>
            <a:ext cx="1479457" cy="858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Elbow Connector 29"/>
          <p:cNvCxnSpPr>
            <a:stCxn id="26" idx="2"/>
            <a:endCxn id="27" idx="1"/>
          </p:cNvCxnSpPr>
          <p:nvPr/>
        </p:nvCxnSpPr>
        <p:spPr bwMode="auto">
          <a:xfrm rot="16200000" flipH="1">
            <a:off x="1045857" y="3282897"/>
            <a:ext cx="539927" cy="85876"/>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1" name="Elbow Connector 30"/>
          <p:cNvCxnSpPr>
            <a:stCxn id="26" idx="2"/>
            <a:endCxn id="28" idx="1"/>
          </p:cNvCxnSpPr>
          <p:nvPr/>
        </p:nvCxnSpPr>
        <p:spPr bwMode="auto">
          <a:xfrm rot="16200000" flipH="1">
            <a:off x="623517" y="3705237"/>
            <a:ext cx="1392421" cy="93690"/>
          </a:xfrm>
          <a:prstGeom prst="bentConnector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4" name="Elbow Connector 33"/>
          <p:cNvCxnSpPr>
            <a:stCxn id="8" idx="2"/>
            <a:endCxn id="26" idx="0"/>
          </p:cNvCxnSpPr>
          <p:nvPr/>
        </p:nvCxnSpPr>
        <p:spPr bwMode="auto">
          <a:xfrm rot="5400000">
            <a:off x="2466831" y="674202"/>
            <a:ext cx="380692" cy="2768589"/>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6" name="Elbow Connector 35"/>
          <p:cNvCxnSpPr>
            <a:stCxn id="8" idx="2"/>
            <a:endCxn id="5" idx="0"/>
          </p:cNvCxnSpPr>
          <p:nvPr/>
        </p:nvCxnSpPr>
        <p:spPr bwMode="auto">
          <a:xfrm rot="16200000" flipH="1">
            <a:off x="5225148" y="684472"/>
            <a:ext cx="380692" cy="274804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Elbow Connector 65"/>
          <p:cNvCxnSpPr>
            <a:stCxn id="8" idx="2"/>
            <a:endCxn id="5" idx="0"/>
          </p:cNvCxnSpPr>
          <p:nvPr/>
        </p:nvCxnSpPr>
        <p:spPr bwMode="auto">
          <a:xfrm rot="16200000" flipH="1">
            <a:off x="5225148" y="684472"/>
            <a:ext cx="380692" cy="2748047"/>
          </a:xfrm>
          <a:prstGeom prst="bentConnector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Elbow Connector 41"/>
          <p:cNvCxnSpPr>
            <a:stCxn id="5" idx="2"/>
            <a:endCxn id="39" idx="1"/>
          </p:cNvCxnSpPr>
          <p:nvPr/>
        </p:nvCxnSpPr>
        <p:spPr>
          <a:xfrm rot="16200000" flipH="1">
            <a:off x="5678510" y="4079850"/>
            <a:ext cx="2307892" cy="85876"/>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zh-CN" altLang="en-US" dirty="0" smtClean="0">
                <a:ea typeface="黑体" panose="02010609060101010101" pitchFamily="49" charset="-122"/>
              </a:rPr>
              <a:t>概述</a:t>
            </a:r>
            <a:endParaRPr lang="en-US" dirty="0">
              <a:ea typeface="黑体" panose="02010609060101010101" pitchFamily="49" charset="-122"/>
            </a:endParaRPr>
          </a:p>
        </p:txBody>
      </p:sp>
      <p:sp>
        <p:nvSpPr>
          <p:cNvPr id="2" name="Footer Placeholder 1"/>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3" name="Slide Number Placeholder 2"/>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7</a:t>
            </a:fld>
            <a:endParaRPr lang="en-US" dirty="0">
              <a:latin typeface="+mj-lt"/>
              <a:ea typeface="黑体" panose="02010609060101010101" pitchFamily="49" charset="-122"/>
            </a:endParaRPr>
          </a:p>
        </p:txBody>
      </p:sp>
      <p:grpSp>
        <p:nvGrpSpPr>
          <p:cNvPr id="23" name="组合 22"/>
          <p:cNvGrpSpPr/>
          <p:nvPr/>
        </p:nvGrpSpPr>
        <p:grpSpPr>
          <a:xfrm>
            <a:off x="5023190" y="2248842"/>
            <a:ext cx="3491504" cy="4132908"/>
            <a:chOff x="4223090" y="2248842"/>
            <a:chExt cx="3491504" cy="4132908"/>
          </a:xfrm>
        </p:grpSpPr>
        <p:grpSp>
          <p:nvGrpSpPr>
            <p:cNvPr id="7" name="组合 6"/>
            <p:cNvGrpSpPr/>
            <p:nvPr/>
          </p:nvGrpSpPr>
          <p:grpSpPr>
            <a:xfrm>
              <a:off x="4386738" y="2248842"/>
              <a:ext cx="3327856" cy="4132908"/>
              <a:chOff x="2100738" y="2248842"/>
              <a:chExt cx="3327856" cy="4132908"/>
            </a:xfrm>
          </p:grpSpPr>
          <p:sp>
            <p:nvSpPr>
              <p:cNvPr id="68" name="Rectangle 67"/>
              <p:cNvSpPr/>
              <p:nvPr/>
            </p:nvSpPr>
            <p:spPr bwMode="auto">
              <a:xfrm>
                <a:off x="2100738" y="2429272"/>
                <a:ext cx="3276000" cy="3952478"/>
              </a:xfrm>
              <a:prstGeom prst="rect">
                <a:avLst/>
              </a:prstGeom>
              <a:solidFill>
                <a:schemeClr val="bg2">
                  <a:lumMod val="20000"/>
                  <a:lumOff val="80000"/>
                </a:schemeClr>
              </a:solidFill>
              <a:ln w="9525" cap="flat" cmpd="sng" algn="ctr">
                <a:noFill/>
                <a:prstDash val="solid"/>
                <a:round/>
                <a:headEnd type="none" w="med" len="med"/>
                <a:tailEnd type="none" w="med" len="med"/>
              </a:ln>
              <a:effectLst/>
              <a:extLst/>
            </p:spPr>
            <p:txBody>
              <a:bodyPr vert="horz" wrap="none" lIns="0" tIns="0" rIns="72000" bIns="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a:ln>
                    <a:noFill/>
                  </a:ln>
                  <a:solidFill>
                    <a:schemeClr val="tx1"/>
                  </a:solidFill>
                  <a:effectLst/>
                  <a:latin typeface="+mj-lt"/>
                  <a:ea typeface="黑体" panose="02010609060101010101" pitchFamily="49" charset="-122"/>
                </a:endParaRPr>
              </a:p>
            </p:txBody>
          </p:sp>
          <p:sp>
            <p:nvSpPr>
              <p:cNvPr id="5" name="Rectangle 4"/>
              <p:cNvSpPr/>
              <p:nvPr/>
            </p:nvSpPr>
            <p:spPr bwMode="auto">
              <a:xfrm>
                <a:off x="2883768" y="2248842"/>
                <a:ext cx="1639300" cy="720000"/>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自动衡器</a:t>
                </a:r>
                <a:endParaRPr lang="en-US" dirty="0">
                  <a:solidFill>
                    <a:schemeClr val="bg1"/>
                  </a:solidFill>
                  <a:latin typeface="+mj-lt"/>
                  <a:ea typeface="黑体" panose="02010609060101010101" pitchFamily="49" charset="-122"/>
                </a:endParaRPr>
              </a:p>
            </p:txBody>
          </p:sp>
          <p:sp>
            <p:nvSpPr>
              <p:cNvPr id="6" name="Rectangle 5"/>
              <p:cNvSpPr/>
              <p:nvPr/>
            </p:nvSpPr>
            <p:spPr bwMode="auto">
              <a:xfrm>
                <a:off x="3789294" y="3247302"/>
                <a:ext cx="1639300" cy="696994"/>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7200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重力式装料衡器</a:t>
                </a:r>
                <a:endParaRPr lang="de-CH" dirty="0">
                  <a:solidFill>
                    <a:schemeClr val="bg1"/>
                  </a:solidFill>
                  <a:latin typeface="+mj-lt"/>
                  <a:ea typeface="黑体" panose="02010609060101010101" pitchFamily="49" charset="-122"/>
                </a:endParaRPr>
              </a:p>
            </p:txBody>
          </p:sp>
          <p:sp>
            <p:nvSpPr>
              <p:cNvPr id="9" name="Rectangle 8"/>
              <p:cNvSpPr/>
              <p:nvPr/>
            </p:nvSpPr>
            <p:spPr bwMode="auto">
              <a:xfrm>
                <a:off x="3789294" y="4099802"/>
                <a:ext cx="1639300" cy="696994"/>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连续累计自动衡器</a:t>
                </a:r>
                <a:endParaRPr lang="en-US" dirty="0">
                  <a:solidFill>
                    <a:schemeClr val="bg1"/>
                  </a:solidFill>
                  <a:latin typeface="+mj-lt"/>
                  <a:ea typeface="黑体" panose="02010609060101010101" pitchFamily="49" charset="-122"/>
                </a:endParaRPr>
              </a:p>
            </p:txBody>
          </p:sp>
          <p:sp>
            <p:nvSpPr>
              <p:cNvPr id="39" name="Rectangle 38"/>
              <p:cNvSpPr/>
              <p:nvPr/>
            </p:nvSpPr>
            <p:spPr bwMode="auto">
              <a:xfrm>
                <a:off x="3789294" y="4928237"/>
                <a:ext cx="1639300" cy="696994"/>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动态公路车辆衡器</a:t>
                </a:r>
                <a:endParaRPr lang="de-CH" dirty="0">
                  <a:solidFill>
                    <a:schemeClr val="bg1"/>
                  </a:solidFill>
                  <a:latin typeface="+mj-lt"/>
                  <a:ea typeface="黑体" panose="02010609060101010101" pitchFamily="49" charset="-122"/>
                </a:endParaRPr>
              </a:p>
            </p:txBody>
          </p:sp>
        </p:grpSp>
        <p:sp>
          <p:nvSpPr>
            <p:cNvPr id="40" name="Rectangle 38"/>
            <p:cNvSpPr/>
            <p:nvPr/>
          </p:nvSpPr>
          <p:spPr bwMode="auto">
            <a:xfrm>
              <a:off x="4223090" y="3325835"/>
              <a:ext cx="1639300" cy="696994"/>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自动分检衡器</a:t>
              </a:r>
              <a:endParaRPr lang="de-CH" dirty="0">
                <a:solidFill>
                  <a:schemeClr val="bg1"/>
                </a:solidFill>
                <a:latin typeface="+mj-lt"/>
                <a:ea typeface="黑体" panose="02010609060101010101" pitchFamily="49" charset="-122"/>
              </a:endParaRPr>
            </a:p>
          </p:txBody>
        </p:sp>
        <p:sp>
          <p:nvSpPr>
            <p:cNvPr id="45" name="Rectangle 38"/>
            <p:cNvSpPr/>
            <p:nvPr/>
          </p:nvSpPr>
          <p:spPr bwMode="auto">
            <a:xfrm>
              <a:off x="4233894" y="4125935"/>
              <a:ext cx="1639300" cy="696994"/>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非连续累计自动衡器</a:t>
              </a:r>
              <a:endParaRPr lang="de-CH" dirty="0">
                <a:solidFill>
                  <a:schemeClr val="bg1"/>
                </a:solidFill>
                <a:latin typeface="+mj-lt"/>
                <a:ea typeface="黑体" panose="02010609060101010101" pitchFamily="49" charset="-122"/>
              </a:endParaRPr>
            </a:p>
          </p:txBody>
        </p:sp>
        <p:sp>
          <p:nvSpPr>
            <p:cNvPr id="47" name="Rectangle 38"/>
            <p:cNvSpPr/>
            <p:nvPr/>
          </p:nvSpPr>
          <p:spPr bwMode="auto">
            <a:xfrm>
              <a:off x="4252944" y="4926035"/>
              <a:ext cx="1639300" cy="696994"/>
            </a:xfrm>
            <a:prstGeom prst="rect">
              <a:avLst/>
            </a:prstGeom>
            <a:solidFill>
              <a:schemeClr val="bg2"/>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动态轨道车辆衡器</a:t>
              </a:r>
              <a:endParaRPr lang="de-CH" dirty="0">
                <a:solidFill>
                  <a:schemeClr val="bg1"/>
                </a:solidFill>
                <a:latin typeface="+mj-lt"/>
                <a:ea typeface="黑体" panose="02010609060101010101" pitchFamily="49" charset="-122"/>
              </a:endParaRPr>
            </a:p>
          </p:txBody>
        </p:sp>
      </p:grpSp>
      <p:sp>
        <p:nvSpPr>
          <p:cNvPr id="49" name="TextBox 48"/>
          <p:cNvSpPr txBox="1"/>
          <p:nvPr/>
        </p:nvSpPr>
        <p:spPr>
          <a:xfrm>
            <a:off x="5662974" y="5872881"/>
            <a:ext cx="2623776" cy="492443"/>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1600" dirty="0" smtClean="0">
                <a:latin typeface="+mj-lt"/>
                <a:ea typeface="黑体" panose="02010609060101010101" pitchFamily="49" charset="-122"/>
              </a:rPr>
              <a:t>使用或（和）称量结果的确定不需要操作人员的干预</a:t>
            </a:r>
          </a:p>
        </p:txBody>
      </p:sp>
      <p:grpSp>
        <p:nvGrpSpPr>
          <p:cNvPr id="24" name="组合 23"/>
          <p:cNvGrpSpPr/>
          <p:nvPr/>
        </p:nvGrpSpPr>
        <p:grpSpPr>
          <a:xfrm>
            <a:off x="453232" y="2248842"/>
            <a:ext cx="4354576" cy="4132908"/>
            <a:chOff x="453232" y="2248842"/>
            <a:chExt cx="4354576" cy="4132908"/>
          </a:xfrm>
        </p:grpSpPr>
        <p:grpSp>
          <p:nvGrpSpPr>
            <p:cNvPr id="15" name="组合 14"/>
            <p:cNvGrpSpPr/>
            <p:nvPr/>
          </p:nvGrpSpPr>
          <p:grpSpPr>
            <a:xfrm>
              <a:off x="453232" y="2248842"/>
              <a:ext cx="4192920" cy="4132908"/>
              <a:chOff x="396082" y="2248842"/>
              <a:chExt cx="4192920" cy="4132908"/>
            </a:xfrm>
          </p:grpSpPr>
          <p:sp>
            <p:nvSpPr>
              <p:cNvPr id="67" name="Rectangle 66"/>
              <p:cNvSpPr/>
              <p:nvPr/>
            </p:nvSpPr>
            <p:spPr bwMode="auto">
              <a:xfrm>
                <a:off x="557002" y="2429271"/>
                <a:ext cx="4032000" cy="3952479"/>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p:spPr>
            <p:txBody>
              <a:bodyPr vert="horz" wrap="none" lIns="0" tIns="0" rIns="72000" bIns="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a:ln>
                    <a:noFill/>
                  </a:ln>
                  <a:solidFill>
                    <a:schemeClr val="tx1"/>
                  </a:solidFill>
                  <a:effectLst/>
                  <a:latin typeface="+mj-lt"/>
                  <a:ea typeface="黑体" panose="02010609060101010101" pitchFamily="49" charset="-122"/>
                </a:endParaRPr>
              </a:p>
            </p:txBody>
          </p:sp>
          <p:sp>
            <p:nvSpPr>
              <p:cNvPr id="26" name="Rectangle 25"/>
              <p:cNvSpPr/>
              <p:nvPr/>
            </p:nvSpPr>
            <p:spPr bwMode="auto">
              <a:xfrm>
                <a:off x="396082" y="2248842"/>
                <a:ext cx="1639300" cy="807030"/>
              </a:xfrm>
              <a:prstGeom prst="rect">
                <a:avLst/>
              </a:prstGeom>
              <a:solidFill>
                <a:schemeClr val="accent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非自动衡器</a:t>
                </a:r>
                <a:endParaRPr lang="en-US" dirty="0">
                  <a:solidFill>
                    <a:schemeClr val="bg1"/>
                  </a:solidFill>
                  <a:latin typeface="+mj-lt"/>
                  <a:ea typeface="黑体" panose="02010609060101010101" pitchFamily="49" charset="-122"/>
                </a:endParaRPr>
              </a:p>
            </p:txBody>
          </p:sp>
          <p:sp>
            <p:nvSpPr>
              <p:cNvPr id="27" name="Rectangle 26"/>
              <p:cNvSpPr/>
              <p:nvPr/>
            </p:nvSpPr>
            <p:spPr bwMode="auto">
              <a:xfrm>
                <a:off x="1301608" y="3247302"/>
                <a:ext cx="1639300" cy="696994"/>
              </a:xfrm>
              <a:prstGeom prst="rect">
                <a:avLst/>
              </a:prstGeom>
              <a:solidFill>
                <a:schemeClr val="accent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sz="1600" b="1" dirty="0" smtClean="0">
                    <a:solidFill>
                      <a:schemeClr val="bg1"/>
                    </a:solidFill>
                    <a:latin typeface="+mj-lt"/>
                    <a:ea typeface="黑体" panose="02010609060101010101" pitchFamily="49" charset="-122"/>
                  </a:rPr>
                  <a:t>自行指示</a:t>
                </a:r>
                <a:r>
                  <a:rPr lang="zh-CN" altLang="en-US" sz="1600" b="1" dirty="0">
                    <a:solidFill>
                      <a:schemeClr val="bg1"/>
                    </a:solidFill>
                    <a:latin typeface="+mj-lt"/>
                    <a:ea typeface="黑体" panose="02010609060101010101" pitchFamily="49" charset="-122"/>
                  </a:rPr>
                  <a:t>衡器</a:t>
                </a:r>
                <a:endParaRPr lang="en-US" sz="1600" b="1" dirty="0">
                  <a:solidFill>
                    <a:schemeClr val="bg1"/>
                  </a:solidFill>
                  <a:latin typeface="+mj-lt"/>
                  <a:ea typeface="黑体" panose="02010609060101010101" pitchFamily="49" charset="-122"/>
                </a:endParaRPr>
              </a:p>
            </p:txBody>
          </p:sp>
          <p:sp>
            <p:nvSpPr>
              <p:cNvPr id="28" name="Rectangle 27"/>
              <p:cNvSpPr/>
              <p:nvPr/>
            </p:nvSpPr>
            <p:spPr bwMode="auto">
              <a:xfrm>
                <a:off x="1309422" y="4099796"/>
                <a:ext cx="1639300" cy="696994"/>
              </a:xfrm>
              <a:prstGeom prst="rect">
                <a:avLst/>
              </a:prstGeom>
              <a:solidFill>
                <a:schemeClr val="accent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非自行指示衡器</a:t>
                </a:r>
                <a:endParaRPr lang="en-US" dirty="0">
                  <a:solidFill>
                    <a:schemeClr val="bg1"/>
                  </a:solidFill>
                  <a:latin typeface="+mj-lt"/>
                  <a:ea typeface="黑体" panose="02010609060101010101" pitchFamily="49" charset="-122"/>
                </a:endParaRPr>
              </a:p>
            </p:txBody>
          </p:sp>
        </p:grpSp>
        <p:sp>
          <p:nvSpPr>
            <p:cNvPr id="51" name="Rectangle 26"/>
            <p:cNvSpPr/>
            <p:nvPr/>
          </p:nvSpPr>
          <p:spPr bwMode="auto">
            <a:xfrm>
              <a:off x="3149458" y="2790102"/>
              <a:ext cx="1639300" cy="696994"/>
            </a:xfrm>
            <a:prstGeom prst="rect">
              <a:avLst/>
            </a:prstGeom>
            <a:solidFill>
              <a:schemeClr val="accent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sz="1600" b="1" dirty="0" smtClean="0">
                  <a:solidFill>
                    <a:schemeClr val="bg1"/>
                  </a:solidFill>
                  <a:latin typeface="+mj-lt"/>
                  <a:ea typeface="黑体" panose="02010609060101010101" pitchFamily="49" charset="-122"/>
                </a:rPr>
                <a:t>电子衡器</a:t>
              </a:r>
              <a:endParaRPr lang="en-US" sz="1600" b="1" dirty="0">
                <a:solidFill>
                  <a:schemeClr val="bg1"/>
                </a:solidFill>
                <a:latin typeface="+mj-lt"/>
                <a:ea typeface="黑体" panose="02010609060101010101" pitchFamily="49" charset="-122"/>
              </a:endParaRPr>
            </a:p>
          </p:txBody>
        </p:sp>
        <p:sp>
          <p:nvSpPr>
            <p:cNvPr id="52" name="Rectangle 26"/>
            <p:cNvSpPr/>
            <p:nvPr/>
          </p:nvSpPr>
          <p:spPr bwMode="auto">
            <a:xfrm>
              <a:off x="3168508" y="3590202"/>
              <a:ext cx="1639300" cy="696994"/>
            </a:xfrm>
            <a:prstGeom prst="rect">
              <a:avLst/>
            </a:prstGeom>
            <a:solidFill>
              <a:schemeClr val="accent1"/>
            </a:soli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a:extLst/>
          </p:spPr>
          <p:txBody>
            <a:bodyPr vert="horz" wrap="none" lIns="0" tIns="0" rIns="72000" bIns="0" numCol="1" rtlCol="0" anchor="ctr" anchorCtr="0" compatLnSpc="1">
              <a:prstTxWarp prst="textNoShape">
                <a:avLst/>
              </a:prstTxWarp>
            </a:bodyPr>
            <a:lstStyle/>
            <a:p>
              <a:pPr algn="ctr" eaLnBrk="0" fontAlgn="base" hangingPunct="0">
                <a:spcBef>
                  <a:spcPct val="0"/>
                </a:spcBef>
                <a:spcAft>
                  <a:spcPct val="0"/>
                </a:spcAft>
              </a:pPr>
              <a:r>
                <a:rPr lang="zh-CN" altLang="en-US" dirty="0" smtClean="0">
                  <a:solidFill>
                    <a:schemeClr val="bg1"/>
                  </a:solidFill>
                  <a:latin typeface="+mj-lt"/>
                  <a:ea typeface="黑体" panose="02010609060101010101" pitchFamily="49" charset="-122"/>
                </a:rPr>
                <a:t>机械衡器</a:t>
              </a:r>
              <a:endParaRPr lang="en-US" dirty="0">
                <a:solidFill>
                  <a:schemeClr val="bg1"/>
                </a:solidFill>
                <a:latin typeface="+mj-lt"/>
                <a:ea typeface="黑体" panose="02010609060101010101" pitchFamily="49" charset="-122"/>
              </a:endParaRPr>
            </a:p>
          </p:txBody>
        </p:sp>
      </p:grpSp>
      <p:sp>
        <p:nvSpPr>
          <p:cNvPr id="22" name="TextBox 21"/>
          <p:cNvSpPr txBox="1"/>
          <p:nvPr/>
        </p:nvSpPr>
        <p:spPr>
          <a:xfrm>
            <a:off x="1167174" y="5872881"/>
            <a:ext cx="2623776" cy="492443"/>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1600" dirty="0" smtClean="0">
                <a:latin typeface="+mj-lt"/>
                <a:ea typeface="黑体" panose="02010609060101010101" pitchFamily="49" charset="-122"/>
              </a:rPr>
              <a:t>使用或（和）称量结果的确定需要操作人员的干预</a:t>
            </a:r>
          </a:p>
        </p:txBody>
      </p:sp>
    </p:spTree>
    <p:extLst>
      <p:ext uri="{BB962C8B-B14F-4D97-AF65-F5344CB8AC3E}">
        <p14:creationId xmlns:p14="http://schemas.microsoft.com/office/powerpoint/2010/main" val="3701196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9"/>
                                        </p:tgtEl>
                                        <p:attrNameLst>
                                          <p:attrName>style.visibility</p:attrName>
                                        </p:attrNameLst>
                                      </p:cBhvr>
                                      <p:to>
                                        <p:strVal val="visible"/>
                                      </p:to>
                                    </p:set>
                                    <p:animEffect transition="in" filter="fade">
                                      <p:cBhvr>
                                        <p:cTn id="14" dur="1000"/>
                                        <p:tgtEl>
                                          <p:spTgt spid="49"/>
                                        </p:tgtEl>
                                      </p:cBhvr>
                                    </p:animEffect>
                                    <p:anim calcmode="lin" valueType="num">
                                      <p:cBhvr>
                                        <p:cTn id="15" dur="1000" fill="hold"/>
                                        <p:tgtEl>
                                          <p:spTgt spid="49"/>
                                        </p:tgtEl>
                                        <p:attrNameLst>
                                          <p:attrName>ppt_x</p:attrName>
                                        </p:attrNameLst>
                                      </p:cBhvr>
                                      <p:tavLst>
                                        <p:tav tm="0">
                                          <p:val>
                                            <p:strVal val="#ppt_x"/>
                                          </p:val>
                                        </p:tav>
                                        <p:tav tm="100000">
                                          <p:val>
                                            <p:strVal val="#ppt_x"/>
                                          </p:val>
                                        </p:tav>
                                      </p:tavLst>
                                    </p:anim>
                                    <p:anim calcmode="lin" valueType="num">
                                      <p:cBhvr>
                                        <p:cTn id="16"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2" presetClass="emph" presetSubtype="0" fill="hold" nodeType="clickEffect">
                                  <p:stCondLst>
                                    <p:cond delay="0"/>
                                  </p:stCondLst>
                                  <p:childTnLst>
                                    <p:animRot by="120000">
                                      <p:cBhvr>
                                        <p:cTn id="20" dur="100" fill="hold">
                                          <p:stCondLst>
                                            <p:cond delay="0"/>
                                          </p:stCondLst>
                                        </p:cTn>
                                        <p:tgtEl>
                                          <p:spTgt spid="24"/>
                                        </p:tgtEl>
                                        <p:attrNameLst>
                                          <p:attrName>r</p:attrName>
                                        </p:attrNameLst>
                                      </p:cBhvr>
                                    </p:animRot>
                                    <p:animRot by="-240000">
                                      <p:cBhvr>
                                        <p:cTn id="21" dur="200" fill="hold">
                                          <p:stCondLst>
                                            <p:cond delay="200"/>
                                          </p:stCondLst>
                                        </p:cTn>
                                        <p:tgtEl>
                                          <p:spTgt spid="24"/>
                                        </p:tgtEl>
                                        <p:attrNameLst>
                                          <p:attrName>r</p:attrName>
                                        </p:attrNameLst>
                                      </p:cBhvr>
                                    </p:animRot>
                                    <p:animRot by="240000">
                                      <p:cBhvr>
                                        <p:cTn id="22" dur="200" fill="hold">
                                          <p:stCondLst>
                                            <p:cond delay="400"/>
                                          </p:stCondLst>
                                        </p:cTn>
                                        <p:tgtEl>
                                          <p:spTgt spid="24"/>
                                        </p:tgtEl>
                                        <p:attrNameLst>
                                          <p:attrName>r</p:attrName>
                                        </p:attrNameLst>
                                      </p:cBhvr>
                                    </p:animRot>
                                    <p:animRot by="-240000">
                                      <p:cBhvr>
                                        <p:cTn id="23" dur="200" fill="hold">
                                          <p:stCondLst>
                                            <p:cond delay="600"/>
                                          </p:stCondLst>
                                        </p:cTn>
                                        <p:tgtEl>
                                          <p:spTgt spid="24"/>
                                        </p:tgtEl>
                                        <p:attrNameLst>
                                          <p:attrName>r</p:attrName>
                                        </p:attrNameLst>
                                      </p:cBhvr>
                                    </p:animRot>
                                    <p:animRot by="120000">
                                      <p:cBhvr>
                                        <p:cTn id="24" dur="200" fill="hold">
                                          <p:stCondLst>
                                            <p:cond delay="800"/>
                                          </p:stCondLst>
                                        </p:cTn>
                                        <p:tgtEl>
                                          <p:spTgt spid="2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内容占位符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29661" y="4070776"/>
            <a:ext cx="2160000" cy="2524350"/>
          </a:xfrm>
          <a:prstGeom prst="rect">
            <a:avLst/>
          </a:prstGeom>
        </p:spPr>
      </p:pic>
      <p:pic>
        <p:nvPicPr>
          <p:cNvPr id="10" name="内容占位符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4501" y="904491"/>
            <a:ext cx="2520000" cy="2515345"/>
          </a:xfrm>
          <a:prstGeom prst="rect">
            <a:avLst/>
          </a:prstGeom>
        </p:spPr>
      </p:pic>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概述</a:t>
            </a:r>
            <a:endParaRPr lang="zh-CN" altLang="en-US" dirty="0">
              <a:latin typeface="黑体" panose="02010609060101010101" pitchFamily="49" charset="-122"/>
              <a:ea typeface="黑体" panose="02010609060101010101" pitchFamily="49" charset="-122"/>
            </a:endParaRPr>
          </a:p>
        </p:txBody>
      </p:sp>
      <p:pic>
        <p:nvPicPr>
          <p:cNvPr id="7" name="内容占位符 6"/>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395536" y="1766301"/>
            <a:ext cx="1584000" cy="2158002"/>
          </a:xfrm>
        </p:spPr>
      </p:pic>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8</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8" name="TextBox 7"/>
          <p:cNvSpPr txBox="1"/>
          <p:nvPr/>
        </p:nvSpPr>
        <p:spPr>
          <a:xfrm>
            <a:off x="791571" y="1125233"/>
            <a:ext cx="1132765" cy="615553"/>
          </a:xfrm>
          <a:prstGeom prst="rect">
            <a:avLst/>
          </a:prstGeom>
          <a:noFill/>
        </p:spPr>
        <p:txBody>
          <a:bodyPr wrap="square" lIns="0" tIns="0" rIns="0" bIns="0" rtlCol="0">
            <a:spAutoFit/>
          </a:bodyPr>
          <a:lstStyle/>
          <a:p>
            <a:pPr algn="ctr">
              <a:spcBef>
                <a:spcPts val="400"/>
              </a:spcBef>
              <a:spcAft>
                <a:spcPts val="600"/>
              </a:spcAft>
              <a:buClr>
                <a:schemeClr val="accent1"/>
              </a:buClr>
            </a:pPr>
            <a:r>
              <a:rPr lang="zh-CN" altLang="en-US" sz="2000" b="1" dirty="0" smtClean="0">
                <a:latin typeface="+mj-lt"/>
                <a:ea typeface="黑体" panose="02010609060101010101" pitchFamily="49" charset="-122"/>
              </a:rPr>
              <a:t>台秤</a:t>
            </a:r>
            <a:r>
              <a:rPr lang="en-US" altLang="zh-CN" sz="2000" b="1" dirty="0" smtClean="0">
                <a:latin typeface="+mj-lt"/>
                <a:ea typeface="黑体" panose="02010609060101010101" pitchFamily="49" charset="-122"/>
              </a:rPr>
              <a:t>Bench</a:t>
            </a:r>
            <a:endParaRPr lang="zh-CN" altLang="en-US" sz="2000" b="1" dirty="0" smtClean="0">
              <a:latin typeface="+mj-lt"/>
              <a:ea typeface="黑体" panose="02010609060101010101" pitchFamily="49" charset="-122"/>
            </a:endParaRPr>
          </a:p>
        </p:txBody>
      </p:sp>
      <p:sp>
        <p:nvSpPr>
          <p:cNvPr id="9" name="TextBox 8"/>
          <p:cNvSpPr txBox="1"/>
          <p:nvPr/>
        </p:nvSpPr>
        <p:spPr>
          <a:xfrm>
            <a:off x="3454598" y="1138880"/>
            <a:ext cx="1132765" cy="615553"/>
          </a:xfrm>
          <a:prstGeom prst="rect">
            <a:avLst/>
          </a:prstGeom>
          <a:noFill/>
        </p:spPr>
        <p:txBody>
          <a:bodyPr wrap="square" lIns="0" tIns="0" rIns="0" bIns="0" rtlCol="0">
            <a:spAutoFit/>
          </a:bodyPr>
          <a:lstStyle/>
          <a:p>
            <a:pPr algn="ctr">
              <a:spcBef>
                <a:spcPts val="400"/>
              </a:spcBef>
              <a:spcAft>
                <a:spcPts val="600"/>
              </a:spcAft>
              <a:buClr>
                <a:schemeClr val="accent1"/>
              </a:buClr>
            </a:pPr>
            <a:r>
              <a:rPr lang="zh-CN" altLang="en-US" sz="2000" b="1" dirty="0" smtClean="0">
                <a:latin typeface="+mj-lt"/>
                <a:ea typeface="黑体" panose="02010609060101010101" pitchFamily="49" charset="-122"/>
              </a:rPr>
              <a:t>平台秤</a:t>
            </a:r>
            <a:r>
              <a:rPr lang="en-US" altLang="zh-CN" sz="2000" b="1" dirty="0" smtClean="0">
                <a:latin typeface="+mj-lt"/>
                <a:ea typeface="黑体" panose="02010609060101010101" pitchFamily="49" charset="-122"/>
              </a:rPr>
              <a:t/>
            </a:r>
            <a:br>
              <a:rPr lang="en-US" altLang="zh-CN" sz="2000" b="1" dirty="0" smtClean="0">
                <a:latin typeface="+mj-lt"/>
                <a:ea typeface="黑体" panose="02010609060101010101" pitchFamily="49" charset="-122"/>
              </a:rPr>
            </a:br>
            <a:r>
              <a:rPr lang="en-US" altLang="zh-CN" sz="2000" b="1" dirty="0" smtClean="0">
                <a:latin typeface="+mj-lt"/>
                <a:ea typeface="黑体" panose="02010609060101010101" pitchFamily="49" charset="-122"/>
              </a:rPr>
              <a:t>Floor</a:t>
            </a:r>
            <a:endParaRPr lang="zh-CN" altLang="en-US" sz="2000" b="1" dirty="0" smtClean="0">
              <a:latin typeface="+mj-lt"/>
              <a:ea typeface="黑体" panose="02010609060101010101" pitchFamily="49" charset="-122"/>
            </a:endParaRPr>
          </a:p>
        </p:txBody>
      </p:sp>
      <p:sp>
        <p:nvSpPr>
          <p:cNvPr id="11" name="TextBox 10"/>
          <p:cNvSpPr txBox="1"/>
          <p:nvPr/>
        </p:nvSpPr>
        <p:spPr>
          <a:xfrm>
            <a:off x="2483904" y="3848648"/>
            <a:ext cx="1132765" cy="615553"/>
          </a:xfrm>
          <a:prstGeom prst="rect">
            <a:avLst/>
          </a:prstGeom>
          <a:noFill/>
        </p:spPr>
        <p:txBody>
          <a:bodyPr wrap="square" lIns="0" tIns="0" rIns="0" bIns="0" rtlCol="0">
            <a:spAutoFit/>
          </a:bodyPr>
          <a:lstStyle/>
          <a:p>
            <a:pPr algn="ctr">
              <a:spcBef>
                <a:spcPts val="400"/>
              </a:spcBef>
              <a:spcAft>
                <a:spcPts val="600"/>
              </a:spcAft>
              <a:buClr>
                <a:schemeClr val="accent1"/>
              </a:buClr>
            </a:pPr>
            <a:r>
              <a:rPr lang="zh-CN" altLang="en-US" sz="2000" b="1" dirty="0" smtClean="0">
                <a:latin typeface="+mj-lt"/>
                <a:ea typeface="黑体" panose="02010609060101010101" pitchFamily="49" charset="-122"/>
              </a:rPr>
              <a:t>天平</a:t>
            </a:r>
            <a:r>
              <a:rPr lang="en-US" altLang="zh-CN" sz="2000" b="1" dirty="0" smtClean="0">
                <a:latin typeface="+mj-lt"/>
                <a:ea typeface="黑体" panose="02010609060101010101" pitchFamily="49" charset="-122"/>
              </a:rPr>
              <a:t/>
            </a:r>
            <a:br>
              <a:rPr lang="en-US" altLang="zh-CN" sz="2000" b="1" dirty="0" smtClean="0">
                <a:latin typeface="+mj-lt"/>
                <a:ea typeface="黑体" panose="02010609060101010101" pitchFamily="49" charset="-122"/>
              </a:rPr>
            </a:br>
            <a:r>
              <a:rPr lang="en-US" altLang="zh-CN" sz="2000" b="1" dirty="0" smtClean="0">
                <a:latin typeface="+mj-lt"/>
                <a:ea typeface="黑体" panose="02010609060101010101" pitchFamily="49" charset="-122"/>
              </a:rPr>
              <a:t>Balance</a:t>
            </a:r>
            <a:endParaRPr lang="zh-CN" altLang="en-US" sz="2000" b="1" dirty="0" smtClean="0">
              <a:latin typeface="+mj-lt"/>
              <a:ea typeface="黑体" panose="02010609060101010101" pitchFamily="49" charset="-122"/>
            </a:endParaRPr>
          </a:p>
        </p:txBody>
      </p:sp>
      <p:sp>
        <p:nvSpPr>
          <p:cNvPr id="13" name="TextBox 12"/>
          <p:cNvSpPr txBox="1"/>
          <p:nvPr/>
        </p:nvSpPr>
        <p:spPr>
          <a:xfrm>
            <a:off x="6537277" y="1138879"/>
            <a:ext cx="1132765" cy="615553"/>
          </a:xfrm>
          <a:prstGeom prst="rect">
            <a:avLst/>
          </a:prstGeom>
          <a:noFill/>
        </p:spPr>
        <p:txBody>
          <a:bodyPr wrap="square" lIns="0" tIns="0" rIns="0" bIns="0" rtlCol="0">
            <a:spAutoFit/>
          </a:bodyPr>
          <a:lstStyle/>
          <a:p>
            <a:pPr algn="ctr">
              <a:spcBef>
                <a:spcPts val="400"/>
              </a:spcBef>
              <a:spcAft>
                <a:spcPts val="600"/>
              </a:spcAft>
              <a:buClr>
                <a:schemeClr val="accent1"/>
              </a:buClr>
            </a:pPr>
            <a:r>
              <a:rPr lang="zh-CN" altLang="en-US" sz="2000" b="1" dirty="0">
                <a:latin typeface="+mj-lt"/>
                <a:ea typeface="黑体" panose="02010609060101010101" pitchFamily="49" charset="-122"/>
              </a:rPr>
              <a:t>车辆</a:t>
            </a:r>
            <a:r>
              <a:rPr lang="zh-CN" altLang="en-US" sz="2000" b="1" dirty="0" smtClean="0">
                <a:latin typeface="+mj-lt"/>
                <a:ea typeface="黑体" panose="02010609060101010101" pitchFamily="49" charset="-122"/>
              </a:rPr>
              <a:t>衡</a:t>
            </a:r>
            <a:r>
              <a:rPr lang="en-US" altLang="zh-CN" sz="2000" b="1" dirty="0" smtClean="0">
                <a:latin typeface="+mj-lt"/>
                <a:ea typeface="黑体" panose="02010609060101010101" pitchFamily="49" charset="-122"/>
              </a:rPr>
              <a:t/>
            </a:r>
            <a:br>
              <a:rPr lang="en-US" altLang="zh-CN" sz="2000" b="1" dirty="0" smtClean="0">
                <a:latin typeface="+mj-lt"/>
                <a:ea typeface="黑体" panose="02010609060101010101" pitchFamily="49" charset="-122"/>
              </a:rPr>
            </a:br>
            <a:r>
              <a:rPr lang="en-US" altLang="zh-CN" sz="2000" b="1" dirty="0" smtClean="0">
                <a:latin typeface="+mj-lt"/>
                <a:ea typeface="黑体" panose="02010609060101010101" pitchFamily="49" charset="-122"/>
              </a:rPr>
              <a:t>Vehicle</a:t>
            </a:r>
            <a:endParaRPr lang="zh-CN" altLang="en-US" sz="2000" b="1" dirty="0" smtClean="0">
              <a:latin typeface="+mj-lt"/>
              <a:ea typeface="黑体" panose="02010609060101010101" pitchFamily="49" charset="-122"/>
            </a:endParaRPr>
          </a:p>
        </p:txBody>
      </p:sp>
      <p:pic>
        <p:nvPicPr>
          <p:cNvPr id="14" name="内容占位符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429659" y="1948575"/>
            <a:ext cx="3348000" cy="4061657"/>
          </a:xfrm>
          <a:prstGeom prst="rect">
            <a:avLst/>
          </a:prstGeom>
        </p:spPr>
      </p:pic>
    </p:spTree>
    <p:extLst>
      <p:ext uri="{BB962C8B-B14F-4D97-AF65-F5344CB8AC3E}">
        <p14:creationId xmlns:p14="http://schemas.microsoft.com/office/powerpoint/2010/main" val="42671560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2482204"/>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黑体" panose="02010609060101010101" pitchFamily="49" charset="-122"/>
                <a:ea typeface="黑体" panose="02010609060101010101" pitchFamily="49" charset="-122"/>
              </a:endParaRPr>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latin typeface="黑体" panose="02010609060101010101" pitchFamily="49" charset="-122"/>
                <a:ea typeface="黑体" panose="02010609060101010101" pitchFamily="49" charset="-122"/>
              </a:endParaRPr>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latin typeface="黑体" panose="02010609060101010101" pitchFamily="49" charset="-122"/>
                  <a:ea typeface="黑体" panose="02010609060101010101" pitchFamily="49" charset="-122"/>
                </a:rPr>
                <a:t>To shift Highlight</a:t>
              </a:r>
            </a:p>
            <a:p>
              <a:r>
                <a:rPr lang="en-US" sz="800" dirty="0">
                  <a:solidFill>
                    <a:schemeClr val="tx1"/>
                  </a:solidFill>
                  <a:latin typeface="黑体" panose="02010609060101010101" pitchFamily="49" charset="-122"/>
                  <a:ea typeface="黑体" panose="02010609060101010101" pitchFamily="49" charset="-122"/>
                </a:rPr>
                <a:t>C</a:t>
              </a:r>
              <a:r>
                <a:rPr lang="en-US" sz="800" dirty="0" smtClean="0">
                  <a:solidFill>
                    <a:schemeClr val="tx1"/>
                  </a:solidFill>
                  <a:latin typeface="黑体" panose="02010609060101010101" pitchFamily="49" charset="-122"/>
                  <a:ea typeface="黑体" panose="02010609060101010101" pitchFamily="49" charset="-122"/>
                </a:rPr>
                <a:t>lick the arrow, press shift key and move top or bottom</a:t>
              </a:r>
            </a:p>
          </p:txBody>
        </p:sp>
      </p:grpSp>
      <p:sp>
        <p:nvSpPr>
          <p:cNvPr id="2" name="Titel 1"/>
          <p:cNvSpPr>
            <a:spLocks noGrp="1"/>
          </p:cNvSpPr>
          <p:nvPr>
            <p:ph type="title"/>
          </p:nvPr>
        </p:nvSpPr>
        <p:spPr/>
        <p:txBody>
          <a:bodyPr/>
          <a:lstStyle/>
          <a:p>
            <a:r>
              <a:rPr lang="en-US" dirty="0" smtClean="0">
                <a:latin typeface="黑体" panose="02010609060101010101" pitchFamily="49" charset="-122"/>
                <a:ea typeface="黑体" panose="02010609060101010101" pitchFamily="49" charset="-122"/>
              </a:rPr>
              <a:t>Agenda</a:t>
            </a:r>
            <a:endParaRPr lang="en-US" dirty="0">
              <a:latin typeface="黑体" panose="02010609060101010101" pitchFamily="49" charset="-122"/>
              <a:ea typeface="黑体" panose="02010609060101010101" pitchFamily="49" charset="-122"/>
            </a:endParaRPr>
          </a:p>
        </p:txBody>
      </p:sp>
      <p:sp>
        <p:nvSpPr>
          <p:cNvPr id="14" name="Slide Number Placeholder 13"/>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9</a:t>
            </a:fld>
            <a:endParaRPr lang="en-US" dirty="0">
              <a:latin typeface="黑体" panose="02010609060101010101" pitchFamily="49" charset="-122"/>
              <a:ea typeface="黑体" panose="02010609060101010101" pitchFamily="49" charset="-122"/>
            </a:endParaRPr>
          </a:p>
        </p:txBody>
      </p:sp>
      <p:sp>
        <p:nvSpPr>
          <p:cNvPr id="13" name="Footer Placeholder 12"/>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641717910"/>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零点要求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t>皮重要求</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法制管理要求</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5806792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通用</a:t>
            </a:r>
            <a:r>
              <a:rPr lang="zh-CN" altLang="en-US" dirty="0" smtClean="0">
                <a:latin typeface="黑体" panose="02010609060101010101" pitchFamily="49" charset="-122"/>
                <a:ea typeface="黑体" panose="02010609060101010101" pitchFamily="49" charset="-122"/>
              </a:rPr>
              <a:t>要求</a:t>
            </a:r>
            <a:endParaRPr lang="zh-CN" altLang="en-US" sz="1800"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10</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19" name="内容占位符 18"/>
          <p:cNvGraphicFramePr>
            <a:graphicFrameLocks noGrp="1"/>
          </p:cNvGraphicFramePr>
          <p:nvPr>
            <p:ph idx="1"/>
            <p:extLst>
              <p:ext uri="{D42A27DB-BD31-4B8C-83A1-F6EECF244321}">
                <p14:modId xmlns:p14="http://schemas.microsoft.com/office/powerpoint/2010/main" val="23520171"/>
              </p:ext>
            </p:extLst>
          </p:nvPr>
        </p:nvGraphicFramePr>
        <p:xfrm>
          <a:off x="900752" y="1473950"/>
          <a:ext cx="7560859" cy="2975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TextBox 20"/>
          <p:cNvSpPr txBox="1"/>
          <p:nvPr/>
        </p:nvSpPr>
        <p:spPr>
          <a:xfrm>
            <a:off x="1146412" y="4667546"/>
            <a:ext cx="6728345" cy="1359346"/>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1600" dirty="0">
                <a:latin typeface="黑体" panose="02010609060101010101" pitchFamily="49" charset="-122"/>
                <a:ea typeface="黑体" panose="02010609060101010101" pitchFamily="49" charset="-122"/>
              </a:rPr>
              <a:t>技术要求主要内容包括除计量性能外对衡器的结构要求，功能要求，计量管理</a:t>
            </a:r>
            <a:r>
              <a:rPr lang="zh-CN" altLang="en-US" sz="1600" dirty="0" smtClean="0">
                <a:latin typeface="黑体" panose="02010609060101010101" pitchFamily="49" charset="-122"/>
                <a:ea typeface="黑体" panose="02010609060101010101" pitchFamily="49" charset="-122"/>
              </a:rPr>
              <a:t>要求。这些要求的提出是法制管理计量特有的，满足这些要求表示称量结果不会易于被</a:t>
            </a:r>
            <a:r>
              <a:rPr lang="zh-CN" altLang="en-US" sz="1600" dirty="0">
                <a:latin typeface="黑体" panose="02010609060101010101" pitchFamily="49" charset="-122"/>
                <a:ea typeface="黑体" panose="02010609060101010101" pitchFamily="49" charset="-122"/>
              </a:rPr>
              <a:t>篡改</a:t>
            </a:r>
            <a:r>
              <a:rPr lang="zh-CN" altLang="en-US" sz="1600" dirty="0" smtClean="0">
                <a:latin typeface="黑体" panose="02010609060101010101" pitchFamily="49" charset="-122"/>
                <a:ea typeface="黑体" panose="02010609060101010101" pitchFamily="49" charset="-122"/>
              </a:rPr>
              <a:t>（被玷污），计量性能是受到保护的，衡器提供测量结果的法定地位明确的或可追溯。</a:t>
            </a:r>
            <a:endParaRPr lang="en-US" altLang="zh-CN" sz="1600" dirty="0" smtClean="0">
              <a:latin typeface="黑体" panose="02010609060101010101" pitchFamily="49" charset="-122"/>
              <a:ea typeface="黑体" panose="02010609060101010101" pitchFamily="49" charset="-122"/>
            </a:endParaRPr>
          </a:p>
          <a:p>
            <a:pPr>
              <a:spcBef>
                <a:spcPts val="400"/>
              </a:spcBef>
              <a:spcAft>
                <a:spcPts val="600"/>
              </a:spcAft>
              <a:buClr>
                <a:schemeClr val="accent1"/>
              </a:buClr>
            </a:pPr>
            <a:r>
              <a:rPr lang="zh-CN" altLang="en-US" sz="1600" dirty="0" smtClean="0">
                <a:latin typeface="黑体" panose="02010609060101010101" pitchFamily="49" charset="-122"/>
                <a:ea typeface="黑体" panose="02010609060101010101" pitchFamily="49" charset="-122"/>
              </a:rPr>
              <a:t>为满足这些要求所采用的技术方案不受限定。</a:t>
            </a:r>
          </a:p>
        </p:txBody>
      </p:sp>
    </p:spTree>
    <p:extLst>
      <p:ext uri="{BB962C8B-B14F-4D97-AF65-F5344CB8AC3E}">
        <p14:creationId xmlns:p14="http://schemas.microsoft.com/office/powerpoint/2010/main" val="40946347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通用要求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结构要求 </a:t>
            </a:r>
            <a:endParaRPr lang="zh-CN" altLang="en-US" sz="1400"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11</a:t>
            </a:fld>
            <a:endParaRPr lang="en-US" dirty="0">
              <a:latin typeface="黑体" panose="02010609060101010101" pitchFamily="49" charset="-122"/>
              <a:ea typeface="黑体" panose="02010609060101010101" pitchFamily="49" charset="-122"/>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1709700405"/>
              </p:ext>
            </p:extLst>
          </p:nvPr>
        </p:nvGraphicFramePr>
        <p:xfrm>
          <a:off x="395536" y="1443526"/>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3768539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hteck 34"/>
          <p:cNvSpPr/>
          <p:nvPr/>
        </p:nvSpPr>
        <p:spPr bwMode="gray">
          <a:xfrm>
            <a:off x="393928" y="1997711"/>
            <a:ext cx="2590800" cy="46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a:lstStyle/>
          <a:p>
            <a:pPr lvl="0" indent="457200"/>
            <a:r>
              <a:rPr lang="zh-CN" altLang="en-US" sz="1600" dirty="0" smtClean="0">
                <a:solidFill>
                  <a:schemeClr val="tx1"/>
                </a:solidFill>
                <a:latin typeface="黑体" panose="02010609060101010101" pitchFamily="49" charset="-122"/>
                <a:ea typeface="黑体" panose="02010609060101010101" pitchFamily="49" charset="-122"/>
              </a:rPr>
              <a:t>这是</a:t>
            </a:r>
            <a:r>
              <a:rPr lang="zh-CN" altLang="en-US" sz="1600" dirty="0">
                <a:solidFill>
                  <a:schemeClr val="tx1"/>
                </a:solidFill>
                <a:latin typeface="黑体" panose="02010609060101010101" pitchFamily="49" charset="-122"/>
                <a:ea typeface="黑体" panose="02010609060101010101" pitchFamily="49" charset="-122"/>
              </a:rPr>
              <a:t>判断采用的技术、提供的功能是否正确，以满足不具欺诈性使用</a:t>
            </a:r>
            <a:r>
              <a:rPr lang="zh-CN" altLang="en-US" sz="1600" dirty="0" smtClean="0">
                <a:solidFill>
                  <a:schemeClr val="tx1"/>
                </a:solidFill>
                <a:latin typeface="黑体" panose="02010609060101010101" pitchFamily="49" charset="-122"/>
                <a:ea typeface="黑体" panose="02010609060101010101" pitchFamily="49" charset="-122"/>
              </a:rPr>
              <a:t>要求的判据。对于</a:t>
            </a:r>
            <a:r>
              <a:rPr lang="zh-CN" altLang="en-US" sz="1600" dirty="0">
                <a:solidFill>
                  <a:schemeClr val="tx1"/>
                </a:solidFill>
                <a:latin typeface="黑体" panose="02010609060101010101" pitchFamily="49" charset="-122"/>
                <a:ea typeface="黑体" panose="02010609060101010101" pitchFamily="49" charset="-122"/>
              </a:rPr>
              <a:t>采用</a:t>
            </a:r>
            <a:r>
              <a:rPr lang="en-US" altLang="zh-CN" sz="1600" dirty="0">
                <a:solidFill>
                  <a:schemeClr val="tx1"/>
                </a:solidFill>
                <a:latin typeface="黑体" panose="02010609060101010101" pitchFamily="49" charset="-122"/>
                <a:ea typeface="黑体" panose="02010609060101010101" pitchFamily="49" charset="-122"/>
              </a:rPr>
              <a:t>R76</a:t>
            </a:r>
            <a:r>
              <a:rPr lang="zh-CN" altLang="en-US" sz="1600" dirty="0">
                <a:solidFill>
                  <a:schemeClr val="tx1"/>
                </a:solidFill>
                <a:latin typeface="黑体" panose="02010609060101010101" pitchFamily="49" charset="-122"/>
                <a:ea typeface="黑体" panose="02010609060101010101" pitchFamily="49" charset="-122"/>
              </a:rPr>
              <a:t>举例的方法，认为</a:t>
            </a:r>
            <a:r>
              <a:rPr lang="zh-CN" altLang="en-US" sz="1600" dirty="0" smtClean="0">
                <a:solidFill>
                  <a:schemeClr val="tx1"/>
                </a:solidFill>
                <a:latin typeface="黑体" panose="02010609060101010101" pitchFamily="49" charset="-122"/>
                <a:ea typeface="黑体" panose="02010609060101010101" pitchFamily="49" charset="-122"/>
              </a:rPr>
              <a:t>是满足该</a:t>
            </a:r>
            <a:r>
              <a:rPr lang="zh-CN" altLang="en-US" sz="1600" dirty="0" smtClean="0">
                <a:solidFill>
                  <a:schemeClr val="tx1"/>
                </a:solidFill>
                <a:latin typeface="黑体" panose="02010609060101010101" pitchFamily="49" charset="-122"/>
                <a:ea typeface="黑体" panose="02010609060101010101" pitchFamily="49" charset="-122"/>
              </a:rPr>
              <a:t>要求</a:t>
            </a:r>
            <a:r>
              <a:rPr lang="zh-CN" altLang="en-US" sz="1600" dirty="0">
                <a:solidFill>
                  <a:schemeClr val="tx1"/>
                </a:solidFill>
                <a:latin typeface="黑体" panose="02010609060101010101" pitchFamily="49" charset="-122"/>
                <a:ea typeface="黑体" panose="02010609060101010101" pitchFamily="49" charset="-122"/>
              </a:rPr>
              <a:t>的，但并不代表仅允许使用</a:t>
            </a:r>
            <a:r>
              <a:rPr lang="en-US" altLang="zh-CN" sz="1600" dirty="0">
                <a:solidFill>
                  <a:schemeClr val="tx1"/>
                </a:solidFill>
                <a:latin typeface="黑体" panose="02010609060101010101" pitchFamily="49" charset="-122"/>
                <a:ea typeface="黑体" panose="02010609060101010101" pitchFamily="49" charset="-122"/>
              </a:rPr>
              <a:t>R76</a:t>
            </a:r>
            <a:r>
              <a:rPr lang="zh-CN" altLang="en-US" sz="1600" dirty="0">
                <a:solidFill>
                  <a:schemeClr val="tx1"/>
                </a:solidFill>
                <a:latin typeface="黑体" panose="02010609060101010101" pitchFamily="49" charset="-122"/>
                <a:ea typeface="黑体" panose="02010609060101010101" pitchFamily="49" charset="-122"/>
              </a:rPr>
              <a:t>规定的举例，如果能证明所采用的技术获得的安全特性不低于</a:t>
            </a:r>
            <a:r>
              <a:rPr lang="en-US" altLang="zh-CN" sz="1600" dirty="0">
                <a:solidFill>
                  <a:schemeClr val="tx1"/>
                </a:solidFill>
                <a:latin typeface="黑体" panose="02010609060101010101" pitchFamily="49" charset="-122"/>
                <a:ea typeface="黑体" panose="02010609060101010101" pitchFamily="49" charset="-122"/>
              </a:rPr>
              <a:t>R76</a:t>
            </a:r>
            <a:r>
              <a:rPr lang="zh-CN" altLang="en-US" sz="1600" dirty="0">
                <a:solidFill>
                  <a:schemeClr val="tx1"/>
                </a:solidFill>
                <a:latin typeface="黑体" panose="02010609060101010101" pitchFamily="49" charset="-122"/>
                <a:ea typeface="黑体" panose="02010609060101010101" pitchFamily="49" charset="-122"/>
              </a:rPr>
              <a:t>的</a:t>
            </a:r>
            <a:r>
              <a:rPr lang="zh-CN" altLang="en-US" sz="1600" dirty="0" smtClean="0">
                <a:solidFill>
                  <a:schemeClr val="tx1"/>
                </a:solidFill>
                <a:latin typeface="黑体" panose="02010609060101010101" pitchFamily="49" charset="-122"/>
                <a:ea typeface="黑体" panose="02010609060101010101" pitchFamily="49" charset="-122"/>
              </a:rPr>
              <a:t>举例的程度是</a:t>
            </a:r>
            <a:r>
              <a:rPr lang="zh-CN" altLang="en-US" sz="1600" dirty="0">
                <a:solidFill>
                  <a:schemeClr val="tx1"/>
                </a:solidFill>
                <a:latin typeface="黑体" panose="02010609060101010101" pitchFamily="49" charset="-122"/>
                <a:ea typeface="黑体" panose="02010609060101010101" pitchFamily="49" charset="-122"/>
              </a:rPr>
              <a:t>可接受的。</a:t>
            </a:r>
            <a:endParaRPr lang="en-US" altLang="zh-CN" sz="1600" dirty="0">
              <a:solidFill>
                <a:schemeClr val="tx1"/>
              </a:solidFill>
              <a:latin typeface="黑体" panose="02010609060101010101" pitchFamily="49" charset="-122"/>
              <a:ea typeface="黑体" panose="02010609060101010101" pitchFamily="49" charset="-122"/>
            </a:endParaRPr>
          </a:p>
          <a:p>
            <a:pPr lvl="0" indent="-457200"/>
            <a:r>
              <a:rPr lang="zh-CN" altLang="en-US" sz="1600" dirty="0">
                <a:solidFill>
                  <a:schemeClr val="tx1"/>
                </a:solidFill>
                <a:latin typeface="黑体" panose="02010609060101010101" pitchFamily="49" charset="-122"/>
                <a:ea typeface="黑体" panose="02010609060101010101" pitchFamily="49" charset="-122"/>
              </a:rPr>
              <a:t>因此，不具有欺诈性使用特性可以理解为</a:t>
            </a:r>
            <a:r>
              <a:rPr lang="zh-CN" altLang="en-US" sz="1600" dirty="0" smtClean="0">
                <a:solidFill>
                  <a:schemeClr val="tx1"/>
                </a:solidFill>
                <a:latin typeface="黑体" panose="02010609060101010101" pitchFamily="49" charset="-122"/>
                <a:ea typeface="黑体" panose="02010609060101010101" pitchFamily="49" charset="-122"/>
              </a:rPr>
              <a:t>：</a:t>
            </a:r>
            <a:endParaRPr lang="en-US" altLang="zh-CN" sz="1600" dirty="0" smtClean="0">
              <a:solidFill>
                <a:schemeClr val="tx1"/>
              </a:solidFill>
              <a:latin typeface="黑体" panose="02010609060101010101" pitchFamily="49" charset="-122"/>
              <a:ea typeface="黑体" panose="02010609060101010101" pitchFamily="49" charset="-122"/>
            </a:endParaRPr>
          </a:p>
          <a:p>
            <a:pPr marL="355600" lvl="0" indent="-355600" defTabSz="612000">
              <a:buAutoNum type="alphaLcParenR"/>
            </a:pPr>
            <a:r>
              <a:rPr lang="zh-CN" altLang="en-US" sz="1600" dirty="0" smtClean="0">
                <a:solidFill>
                  <a:schemeClr val="tx1"/>
                </a:solidFill>
                <a:latin typeface="黑体" panose="02010609060101010101" pitchFamily="49" charset="-122"/>
                <a:ea typeface="黑体" panose="02010609060101010101" pitchFamily="49" charset="-122"/>
              </a:rPr>
              <a:t>正常</a:t>
            </a:r>
            <a:r>
              <a:rPr lang="zh-CN" altLang="en-US" sz="1600" dirty="0">
                <a:solidFill>
                  <a:schemeClr val="tx1"/>
                </a:solidFill>
                <a:latin typeface="黑体" panose="02010609060101010101" pitchFamily="49" charset="-122"/>
                <a:ea typeface="黑体" panose="02010609060101010101" pitchFamily="49" charset="-122"/>
              </a:rPr>
              <a:t>称量使用中性能稳定，计量特性不会被影响或改变</a:t>
            </a:r>
            <a:r>
              <a:rPr lang="zh-CN" altLang="en-US" sz="1600" dirty="0" smtClean="0">
                <a:solidFill>
                  <a:schemeClr val="tx1"/>
                </a:solidFill>
                <a:latin typeface="黑体" panose="02010609060101010101" pitchFamily="49" charset="-122"/>
                <a:ea typeface="黑体" panose="02010609060101010101" pitchFamily="49" charset="-122"/>
              </a:rPr>
              <a:t>，</a:t>
            </a:r>
            <a:endParaRPr lang="en-US" altLang="zh-CN" sz="1600" dirty="0" smtClean="0">
              <a:solidFill>
                <a:schemeClr val="tx1"/>
              </a:solidFill>
              <a:latin typeface="黑体" panose="02010609060101010101" pitchFamily="49" charset="-122"/>
              <a:ea typeface="黑体" panose="02010609060101010101" pitchFamily="49" charset="-122"/>
            </a:endParaRPr>
          </a:p>
          <a:p>
            <a:pPr marL="355600" lvl="0" indent="-355600" defTabSz="612000">
              <a:buAutoNum type="alphaLcParenR"/>
            </a:pPr>
            <a:r>
              <a:rPr lang="zh-CN" altLang="en-US" sz="1600" dirty="0" smtClean="0">
                <a:solidFill>
                  <a:schemeClr val="tx1"/>
                </a:solidFill>
                <a:latin typeface="黑体" panose="02010609060101010101" pitchFamily="49" charset="-122"/>
                <a:ea typeface="黑体" panose="02010609060101010101" pitchFamily="49" charset="-122"/>
              </a:rPr>
              <a:t>对衡器</a:t>
            </a:r>
            <a:r>
              <a:rPr lang="zh-CN" altLang="en-US" sz="1600" dirty="0">
                <a:solidFill>
                  <a:schemeClr val="tx1"/>
                </a:solidFill>
                <a:latin typeface="黑体" panose="02010609060101010101" pitchFamily="49" charset="-122"/>
                <a:ea typeface="黑体" panose="02010609060101010101" pitchFamily="49" charset="-122"/>
              </a:rPr>
              <a:t>各</a:t>
            </a:r>
            <a:r>
              <a:rPr lang="zh-CN" altLang="en-US" sz="1600" dirty="0" smtClean="0">
                <a:solidFill>
                  <a:schemeClr val="tx1"/>
                </a:solidFill>
                <a:latin typeface="黑体" panose="02010609060101010101" pitchFamily="49" charset="-122"/>
                <a:ea typeface="黑体" panose="02010609060101010101" pitchFamily="49" charset="-122"/>
              </a:rPr>
              <a:t>功能的操作</a:t>
            </a:r>
            <a:r>
              <a:rPr lang="zh-CN" altLang="en-US" sz="1600" dirty="0">
                <a:solidFill>
                  <a:schemeClr val="tx1"/>
                </a:solidFill>
                <a:latin typeface="黑体" panose="02010609060101010101" pitchFamily="49" charset="-122"/>
                <a:ea typeface="黑体" panose="02010609060101010101" pitchFamily="49" charset="-122"/>
              </a:rPr>
              <a:t>不会对结果的真实性产生</a:t>
            </a:r>
            <a:r>
              <a:rPr lang="zh-CN" altLang="en-US" sz="1600" dirty="0" smtClean="0">
                <a:solidFill>
                  <a:schemeClr val="tx1"/>
                </a:solidFill>
                <a:latin typeface="黑体" panose="02010609060101010101" pitchFamily="49" charset="-122"/>
                <a:ea typeface="黑体" panose="02010609060101010101" pitchFamily="49" charset="-122"/>
              </a:rPr>
              <a:t>影响。</a:t>
            </a: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9" name="Title 8"/>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通用要求</a:t>
            </a:r>
            <a:endParaRPr lang="en-US" dirty="0">
              <a:latin typeface="黑体" panose="02010609060101010101" pitchFamily="49" charset="-122"/>
              <a:ea typeface="黑体" panose="02010609060101010101" pitchFamily="49" charset="-122"/>
            </a:endParaRPr>
          </a:p>
        </p:txBody>
      </p:sp>
      <p:sp>
        <p:nvSpPr>
          <p:cNvPr id="8" name="Title 7"/>
          <p:cNvSpPr>
            <a:spLocks noGrp="1"/>
          </p:cNvSpPr>
          <p:nvPr>
            <p:ph type="title" idx="99"/>
          </p:nvPr>
        </p:nvSpPr>
        <p:spPr>
          <a:xfrm>
            <a:off x="395288" y="934111"/>
            <a:ext cx="8353176" cy="324769"/>
          </a:xfrm>
        </p:spPr>
        <p:txBody>
          <a:bodyPr/>
          <a:lstStyle/>
          <a:p>
            <a:r>
              <a:rPr lang="zh-CN" altLang="en-US" dirty="0">
                <a:latin typeface="黑体" panose="02010609060101010101" pitchFamily="49" charset="-122"/>
                <a:ea typeface="黑体" panose="02010609060101010101" pitchFamily="49" charset="-122"/>
              </a:rPr>
              <a:t>结构</a:t>
            </a:r>
            <a:r>
              <a:rPr lang="zh-CN" altLang="en-US" dirty="0" smtClean="0">
                <a:latin typeface="黑体" panose="02010609060101010101" pitchFamily="49" charset="-122"/>
                <a:ea typeface="黑体" panose="02010609060101010101" pitchFamily="49" charset="-122"/>
              </a:rPr>
              <a:t>要求 </a:t>
            </a:r>
            <a:r>
              <a:rPr lang="en-US" altLang="zh-CN" dirty="0" smtClean="0">
                <a:latin typeface="黑体" panose="02010609060101010101" pitchFamily="49" charset="-122"/>
                <a:ea typeface="黑体" panose="02010609060101010101" pitchFamily="49" charset="-122"/>
              </a:rPr>
              <a:t>- </a:t>
            </a:r>
            <a:r>
              <a:rPr lang="zh-CN" altLang="en-US" sz="1400" dirty="0" smtClean="0">
                <a:latin typeface="黑体" panose="02010609060101010101" pitchFamily="49" charset="-122"/>
                <a:ea typeface="黑体" panose="02010609060101010101" pitchFamily="49" charset="-122"/>
              </a:rPr>
              <a:t>安全</a:t>
            </a:r>
            <a:r>
              <a:rPr lang="zh-CN" altLang="en-US" dirty="0" smtClean="0">
                <a:latin typeface="黑体" panose="02010609060101010101" pitchFamily="49" charset="-122"/>
                <a:ea typeface="黑体" panose="02010609060101010101" pitchFamily="49" charset="-122"/>
              </a:rPr>
              <a:t> </a:t>
            </a:r>
            <a:endParaRPr lang="zh-CN" altLang="en-US" sz="1400" dirty="0">
              <a:latin typeface="黑体" panose="02010609060101010101" pitchFamily="49" charset="-122"/>
              <a:ea typeface="黑体" panose="02010609060101010101" pitchFamily="49" charset="-122"/>
            </a:endParaRPr>
          </a:p>
        </p:txBody>
      </p:sp>
      <p:sp>
        <p:nvSpPr>
          <p:cNvPr id="14" name="Rechteck 13"/>
          <p:cNvSpPr/>
          <p:nvPr/>
        </p:nvSpPr>
        <p:spPr bwMode="gray">
          <a:xfrm>
            <a:off x="393928" y="1276987"/>
            <a:ext cx="2590800" cy="719138"/>
          </a:xfrm>
          <a:prstGeom prst="rect">
            <a:avLst/>
          </a:prstGeom>
          <a:solidFill>
            <a:schemeClr val="tx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r>
              <a:rPr lang="zh-CN" altLang="en-US" sz="1800" dirty="0" smtClean="0">
                <a:latin typeface="黑体" panose="02010609060101010101" pitchFamily="49" charset="-122"/>
                <a:ea typeface="黑体" panose="02010609060101010101" pitchFamily="49" charset="-122"/>
              </a:rPr>
              <a:t>不具有</a:t>
            </a:r>
            <a:r>
              <a:rPr lang="zh-CN" altLang="en-US" sz="1800" dirty="0">
                <a:latin typeface="黑体" panose="02010609060101010101" pitchFamily="49" charset="-122"/>
                <a:ea typeface="黑体" panose="02010609060101010101" pitchFamily="49" charset="-122"/>
              </a:rPr>
              <a:t>易于欺诈</a:t>
            </a:r>
            <a:r>
              <a:rPr lang="zh-CN" altLang="en-US" sz="1800" dirty="0" smtClean="0">
                <a:latin typeface="黑体" panose="02010609060101010101" pitchFamily="49" charset="-122"/>
                <a:ea typeface="黑体" panose="02010609060101010101" pitchFamily="49" charset="-122"/>
              </a:rPr>
              <a:t>性</a:t>
            </a:r>
            <a:r>
              <a:rPr lang="en-US" altLang="zh-CN" sz="1800" dirty="0" smtClean="0">
                <a:latin typeface="黑体" panose="02010609060101010101" pitchFamily="49" charset="-122"/>
                <a:ea typeface="黑体" panose="02010609060101010101" pitchFamily="49" charset="-122"/>
              </a:rPr>
              <a:t/>
            </a:r>
            <a:br>
              <a:rPr lang="en-US" altLang="zh-CN" sz="1800" dirty="0" smtClean="0">
                <a:latin typeface="黑体" panose="02010609060101010101" pitchFamily="49" charset="-122"/>
                <a:ea typeface="黑体" panose="02010609060101010101" pitchFamily="49" charset="-122"/>
              </a:rPr>
            </a:br>
            <a:r>
              <a:rPr lang="zh-CN" altLang="en-US" sz="1800" dirty="0" smtClean="0">
                <a:latin typeface="黑体" panose="02010609060101010101" pitchFamily="49" charset="-122"/>
                <a:ea typeface="黑体" panose="02010609060101010101" pitchFamily="49" charset="-122"/>
              </a:rPr>
              <a:t>使用特性</a:t>
            </a:r>
            <a:endParaRPr lang="zh-CN" altLang="en-US" sz="1800" dirty="0">
              <a:latin typeface="黑体" panose="02010609060101010101" pitchFamily="49" charset="-122"/>
              <a:ea typeface="黑体" panose="02010609060101010101" pitchFamily="49" charset="-122"/>
            </a:endParaRPr>
          </a:p>
        </p:txBody>
      </p:sp>
      <p:sp>
        <p:nvSpPr>
          <p:cNvPr id="17" name="Rechteck 16"/>
          <p:cNvSpPr/>
          <p:nvPr/>
        </p:nvSpPr>
        <p:spPr bwMode="gray">
          <a:xfrm>
            <a:off x="3268890" y="1276987"/>
            <a:ext cx="2590800" cy="719138"/>
          </a:xfrm>
          <a:prstGeom prst="rect">
            <a:avLst/>
          </a:prstGeom>
          <a:solidFill>
            <a:schemeClr val="bg2"/>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lvl="0" algn="ctr"/>
            <a:r>
              <a:rPr lang="zh-CN" altLang="en-US" sz="1800" dirty="0" smtClean="0">
                <a:latin typeface="黑体" panose="02010609060101010101" pitchFamily="49" charset="-122"/>
                <a:ea typeface="黑体" panose="02010609060101010101" pitchFamily="49" charset="-122"/>
              </a:rPr>
              <a:t>控制单元失效</a:t>
            </a:r>
            <a:r>
              <a:rPr lang="zh-CN" altLang="en-US" sz="1800" dirty="0">
                <a:latin typeface="黑体" panose="02010609060101010101" pitchFamily="49" charset="-122"/>
                <a:ea typeface="黑体" panose="02010609060101010101" pitchFamily="49" charset="-122"/>
              </a:rPr>
              <a:t>和失调</a:t>
            </a:r>
          </a:p>
        </p:txBody>
      </p:sp>
      <p:sp>
        <p:nvSpPr>
          <p:cNvPr id="22" name="Rechteck 34"/>
          <p:cNvSpPr/>
          <p:nvPr/>
        </p:nvSpPr>
        <p:spPr bwMode="gray">
          <a:xfrm>
            <a:off x="3268890" y="1997712"/>
            <a:ext cx="2590800" cy="4680000"/>
          </a:xfrm>
          <a:prstGeom prst="rect">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a:lstStyle/>
          <a:p>
            <a:pPr lvl="0" indent="457200">
              <a:spcAft>
                <a:spcPts val="600"/>
              </a:spcAft>
            </a:pPr>
            <a:r>
              <a:rPr lang="zh-CN" altLang="en-US" sz="1600" dirty="0">
                <a:solidFill>
                  <a:schemeClr val="tx1"/>
                </a:solidFill>
                <a:latin typeface="黑体" panose="02010609060101010101" pitchFamily="49" charset="-122"/>
                <a:ea typeface="黑体" panose="02010609060101010101" pitchFamily="49" charset="-122"/>
              </a:rPr>
              <a:t>衡器的</a:t>
            </a:r>
            <a:r>
              <a:rPr lang="zh-CN" altLang="en-US" sz="1600" dirty="0" smtClean="0">
                <a:solidFill>
                  <a:schemeClr val="tx1"/>
                </a:solidFill>
                <a:latin typeface="黑体" panose="02010609060101010101" pitchFamily="49" charset="-122"/>
                <a:ea typeface="黑体" panose="02010609060101010101" pitchFamily="49" charset="-122"/>
              </a:rPr>
              <a:t>控制单元失效或偶然失调</a:t>
            </a:r>
            <a:r>
              <a:rPr lang="zh-CN" altLang="en-US" sz="1600" dirty="0">
                <a:solidFill>
                  <a:schemeClr val="tx1"/>
                </a:solidFill>
                <a:latin typeface="黑体" panose="02010609060101010101" pitchFamily="49" charset="-122"/>
                <a:ea typeface="黑体" panose="02010609060101010101" pitchFamily="49" charset="-122"/>
              </a:rPr>
              <a:t>，不允许对正常的功能产生干扰。或者是失效和失调很明显，易于被</a:t>
            </a:r>
            <a:r>
              <a:rPr lang="zh-CN" altLang="en-US" sz="1600" dirty="0" smtClean="0">
                <a:solidFill>
                  <a:schemeClr val="tx1"/>
                </a:solidFill>
                <a:latin typeface="黑体" panose="02010609060101010101" pitchFamily="49" charset="-122"/>
                <a:ea typeface="黑体" panose="02010609060101010101" pitchFamily="49" charset="-122"/>
              </a:rPr>
              <a:t>发现。</a:t>
            </a:r>
            <a:endParaRPr lang="en-US" altLang="zh-CN" sz="1600" dirty="0" smtClean="0">
              <a:solidFill>
                <a:schemeClr val="tx1"/>
              </a:solidFill>
              <a:latin typeface="黑体" panose="02010609060101010101" pitchFamily="49" charset="-122"/>
              <a:ea typeface="黑体" panose="02010609060101010101" pitchFamily="49" charset="-122"/>
            </a:endParaRPr>
          </a:p>
          <a:p>
            <a:pPr marL="0" lvl="2" indent="457200">
              <a:spcAft>
                <a:spcPts val="600"/>
              </a:spcAft>
              <a:buNone/>
            </a:pPr>
            <a:r>
              <a:rPr lang="zh-CN" altLang="en-US" sz="1600" dirty="0">
                <a:solidFill>
                  <a:schemeClr val="tx1"/>
                </a:solidFill>
                <a:latin typeface="黑体" panose="02010609060101010101" pitchFamily="49" charset="-122"/>
                <a:ea typeface="黑体" panose="02010609060101010101" pitchFamily="49" charset="-122"/>
              </a:rPr>
              <a:t>这一要求也是法制计量器具的基本要求，即出现一些非正常现象时，</a:t>
            </a:r>
            <a:r>
              <a:rPr lang="zh-CN" altLang="en-US" sz="1600" dirty="0" smtClean="0">
                <a:solidFill>
                  <a:schemeClr val="tx1"/>
                </a:solidFill>
                <a:latin typeface="黑体" panose="02010609060101010101" pitchFamily="49" charset="-122"/>
                <a:ea typeface="黑体" panose="02010609060101010101" pitchFamily="49" charset="-122"/>
              </a:rPr>
              <a:t>要么继续正常</a:t>
            </a:r>
            <a:r>
              <a:rPr lang="zh-CN" altLang="en-US" sz="1600" dirty="0">
                <a:solidFill>
                  <a:schemeClr val="tx1"/>
                </a:solidFill>
                <a:latin typeface="黑体" panose="02010609060101010101" pitchFamily="49" charset="-122"/>
                <a:ea typeface="黑体" panose="02010609060101010101" pitchFamily="49" charset="-122"/>
              </a:rPr>
              <a:t>工作，要么提供明确的出错信息，以便识别。（例如铅封被破坏</a:t>
            </a:r>
            <a:r>
              <a:rPr lang="zh-CN" altLang="en-US" sz="1600" dirty="0" smtClean="0">
                <a:solidFill>
                  <a:schemeClr val="tx1"/>
                </a:solidFill>
                <a:latin typeface="黑体" panose="02010609060101010101" pitchFamily="49" charset="-122"/>
                <a:ea typeface="黑体" panose="02010609060101010101" pitchFamily="49" charset="-122"/>
              </a:rPr>
              <a:t>，软件修改时</a:t>
            </a:r>
            <a:r>
              <a:rPr lang="zh-CN" altLang="en-US" sz="1600" dirty="0">
                <a:solidFill>
                  <a:schemeClr val="tx1"/>
                </a:solidFill>
                <a:latin typeface="黑体" panose="02010609060101010101" pitchFamily="49" charset="-122"/>
                <a:ea typeface="黑体" panose="02010609060101010101" pitchFamily="49" charset="-122"/>
              </a:rPr>
              <a:t>）</a:t>
            </a:r>
            <a:endParaRPr lang="en-US" altLang="zh-CN" sz="1600" dirty="0">
              <a:solidFill>
                <a:schemeClr val="tx1"/>
              </a:solidFill>
              <a:latin typeface="黑体" panose="02010609060101010101" pitchFamily="49" charset="-122"/>
              <a:ea typeface="黑体" panose="02010609060101010101" pitchFamily="49" charset="-122"/>
            </a:endParaRPr>
          </a:p>
          <a:p>
            <a:pPr indent="457200">
              <a:spcAft>
                <a:spcPts val="600"/>
              </a:spcAft>
            </a:pPr>
            <a:endParaRPr lang="zh-CN" altLang="en-US" dirty="0">
              <a:latin typeface="黑体" panose="02010609060101010101" pitchFamily="49" charset="-122"/>
              <a:ea typeface="黑体" panose="02010609060101010101" pitchFamily="49" charset="-122"/>
            </a:endParaRPr>
          </a:p>
          <a:p>
            <a:pPr lvl="0" indent="457200">
              <a:spcAft>
                <a:spcPts val="600"/>
              </a:spcAft>
            </a:pPr>
            <a:endParaRPr lang="en-US" altLang="zh-CN" sz="1600" dirty="0">
              <a:solidFill>
                <a:schemeClr val="tx1"/>
              </a:solidFill>
              <a:latin typeface="黑体" panose="02010609060101010101" pitchFamily="49" charset="-122"/>
              <a:ea typeface="黑体" panose="02010609060101010101" pitchFamily="49" charset="-122"/>
            </a:endParaRPr>
          </a:p>
        </p:txBody>
      </p:sp>
      <p:sp>
        <p:nvSpPr>
          <p:cNvPr id="23" name="Rechteck 16"/>
          <p:cNvSpPr/>
          <p:nvPr/>
        </p:nvSpPr>
        <p:spPr bwMode="gray">
          <a:xfrm>
            <a:off x="6153378" y="1276987"/>
            <a:ext cx="2590800" cy="719138"/>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79387" lvl="1" algn="ctr"/>
            <a:r>
              <a:rPr lang="zh-CN" altLang="en-US" sz="1800" dirty="0" smtClean="0">
                <a:latin typeface="黑体" panose="02010609060101010101" pitchFamily="49" charset="-122"/>
                <a:ea typeface="黑体" panose="02010609060101010101" pitchFamily="49" charset="-122"/>
              </a:rPr>
              <a:t>控制的有效性</a:t>
            </a:r>
            <a:endParaRPr lang="en-US" altLang="zh-CN" sz="1800" dirty="0">
              <a:latin typeface="黑体" panose="02010609060101010101" pitchFamily="49" charset="-122"/>
              <a:ea typeface="黑体" panose="02010609060101010101" pitchFamily="49" charset="-122"/>
            </a:endParaRPr>
          </a:p>
        </p:txBody>
      </p:sp>
      <p:sp>
        <p:nvSpPr>
          <p:cNvPr id="24" name="Rechteck 34"/>
          <p:cNvSpPr/>
          <p:nvPr/>
        </p:nvSpPr>
        <p:spPr bwMode="gray">
          <a:xfrm>
            <a:off x="6153378" y="1997711"/>
            <a:ext cx="2590800" cy="4680000"/>
          </a:xfrm>
          <a:prstGeom prst="rect">
            <a:avLst/>
          </a:prstGeom>
          <a:solidFill>
            <a:schemeClr val="accent5">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tIns="72000"/>
          <a:lstStyle/>
          <a:p>
            <a:pPr indent="457200" fontAlgn="auto">
              <a:spcBef>
                <a:spcPts val="0"/>
              </a:spcBef>
              <a:spcAft>
                <a:spcPts val="600"/>
              </a:spcAft>
              <a:buClr>
                <a:schemeClr val="accent1"/>
              </a:buClr>
              <a:defRPr/>
            </a:pPr>
            <a:r>
              <a:rPr lang="zh-CN" altLang="en-US" sz="1600" dirty="0">
                <a:solidFill>
                  <a:schemeClr val="tx1"/>
                </a:solidFill>
                <a:latin typeface="黑体" panose="02010609060101010101" pitchFamily="49" charset="-122"/>
                <a:ea typeface="黑体" panose="02010609060101010101" pitchFamily="49" charset="-122"/>
              </a:rPr>
              <a:t>这里的控制是法定受控状态的控制（对</a:t>
            </a:r>
            <a:r>
              <a:rPr lang="en-US" altLang="zh-CN" sz="1600" dirty="0">
                <a:solidFill>
                  <a:schemeClr val="tx1"/>
                </a:solidFill>
                <a:latin typeface="黑体" panose="02010609060101010101" pitchFamily="49" charset="-122"/>
                <a:ea typeface="黑体" panose="02010609060101010101" pitchFamily="49" charset="-122"/>
              </a:rPr>
              <a:t>LFT</a:t>
            </a:r>
            <a:r>
              <a:rPr lang="zh-CN" altLang="en-US" sz="1600" dirty="0">
                <a:solidFill>
                  <a:schemeClr val="tx1"/>
                </a:solidFill>
                <a:latin typeface="黑体" panose="02010609060101010101" pitchFamily="49" charset="-122"/>
                <a:ea typeface="黑体" panose="02010609060101010101" pitchFamily="49" charset="-122"/>
              </a:rPr>
              <a:t>状态的控制），一旦</a:t>
            </a:r>
            <a:r>
              <a:rPr lang="zh-CN" altLang="en-US" sz="1600" dirty="0" smtClean="0">
                <a:solidFill>
                  <a:schemeClr val="tx1"/>
                </a:solidFill>
                <a:latin typeface="黑体" panose="02010609060101010101" pitchFamily="49" charset="-122"/>
                <a:ea typeface="黑体" panose="02010609060101010101" pitchFamily="49" charset="-122"/>
              </a:rPr>
              <a:t>进入法定受控状态</a:t>
            </a:r>
            <a:r>
              <a:rPr lang="zh-CN" altLang="en-US" sz="1600" dirty="0">
                <a:solidFill>
                  <a:schemeClr val="tx1"/>
                </a:solidFill>
                <a:latin typeface="黑体" panose="02010609060101010101" pitchFamily="49" charset="-122"/>
                <a:ea typeface="黑体" panose="02010609060101010101" pitchFamily="49" charset="-122"/>
              </a:rPr>
              <a:t>不可能在一般使用条件下使得该状态被修改</a:t>
            </a:r>
            <a:r>
              <a:rPr lang="zh-CN" altLang="en-US" sz="1600" dirty="0" smtClean="0">
                <a:solidFill>
                  <a:schemeClr val="tx1"/>
                </a:solidFill>
                <a:latin typeface="黑体" panose="02010609060101010101" pitchFamily="49" charset="-122"/>
                <a:ea typeface="黑体" panose="02010609060101010101" pitchFamily="49" charset="-122"/>
              </a:rPr>
              <a:t>或使得控制</a:t>
            </a:r>
            <a:r>
              <a:rPr lang="zh-CN" altLang="en-US" sz="1600" dirty="0">
                <a:solidFill>
                  <a:schemeClr val="tx1"/>
                </a:solidFill>
                <a:latin typeface="黑体" panose="02010609060101010101" pitchFamily="49" charset="-122"/>
                <a:ea typeface="黑体" panose="02010609060101010101" pitchFamily="49" charset="-122"/>
              </a:rPr>
              <a:t>无效。对特定的操作仅允许在特定的模式</a:t>
            </a:r>
            <a:r>
              <a:rPr lang="zh-CN" altLang="en-US" sz="1600" dirty="0" smtClean="0">
                <a:solidFill>
                  <a:schemeClr val="tx1"/>
                </a:solidFill>
                <a:latin typeface="黑体" panose="02010609060101010101" pitchFamily="49" charset="-122"/>
                <a:ea typeface="黑体" panose="02010609060101010101" pitchFamily="49" charset="-122"/>
              </a:rPr>
              <a:t>下（例如打开铅封后的校准模式）才</a:t>
            </a:r>
            <a:r>
              <a:rPr lang="zh-CN" altLang="en-US" sz="1600" dirty="0">
                <a:solidFill>
                  <a:schemeClr val="tx1"/>
                </a:solidFill>
                <a:latin typeface="黑体" panose="02010609060101010101" pitchFamily="49" charset="-122"/>
                <a:ea typeface="黑体" panose="02010609060101010101" pitchFamily="49" charset="-122"/>
              </a:rPr>
              <a:t>被</a:t>
            </a:r>
            <a:r>
              <a:rPr lang="zh-CN" altLang="en-US" sz="1600" dirty="0" smtClean="0">
                <a:solidFill>
                  <a:schemeClr val="tx1"/>
                </a:solidFill>
                <a:latin typeface="黑体" panose="02010609060101010101" pitchFamily="49" charset="-122"/>
                <a:ea typeface="黑体" panose="02010609060101010101" pitchFamily="49" charset="-122"/>
              </a:rPr>
              <a:t>允许。</a:t>
            </a:r>
            <a:endParaRPr lang="en-US" sz="1600" dirty="0">
              <a:solidFill>
                <a:schemeClr val="tx1"/>
              </a:solidFill>
              <a:latin typeface="黑体" panose="02010609060101010101" pitchFamily="49" charset="-122"/>
              <a:ea typeface="黑体" panose="02010609060101010101" pitchFamily="49" charset="-122"/>
            </a:endParaRPr>
          </a:p>
        </p:txBody>
      </p:sp>
      <p:sp>
        <p:nvSpPr>
          <p:cNvPr id="2" name="Footer Placeholder 1"/>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3" name="Slide Number Placeholder 2"/>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12</a:t>
            </a:fld>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9539009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通用要求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结构要求 </a:t>
            </a:r>
            <a:r>
              <a:rPr lang="en-US" altLang="zh-CN" dirty="0" smtClean="0">
                <a:latin typeface="黑体" panose="02010609060101010101" pitchFamily="49" charset="-122"/>
                <a:ea typeface="黑体" panose="02010609060101010101" pitchFamily="49" charset="-122"/>
              </a:rPr>
              <a:t>- </a:t>
            </a:r>
            <a:r>
              <a:rPr lang="zh-CN" altLang="en-US" sz="1400" dirty="0" smtClean="0">
                <a:latin typeface="黑体" panose="02010609060101010101" pitchFamily="49" charset="-122"/>
                <a:ea typeface="黑体" panose="02010609060101010101" pitchFamily="49" charset="-122"/>
              </a:rPr>
              <a:t>安全</a:t>
            </a:r>
            <a:endParaRPr lang="zh-CN" altLang="en-US" sz="1400" dirty="0">
              <a:latin typeface="黑体" panose="02010609060101010101" pitchFamily="49" charset="-122"/>
              <a:ea typeface="黑体" panose="02010609060101010101" pitchFamily="49" charset="-122"/>
            </a:endParaRPr>
          </a:p>
        </p:txBody>
      </p:sp>
      <p:graphicFrame>
        <p:nvGraphicFramePr>
          <p:cNvPr id="8" name="内容占位符 7"/>
          <p:cNvGraphicFramePr>
            <a:graphicFrameLocks noGrp="1"/>
          </p:cNvGraphicFramePr>
          <p:nvPr>
            <p:ph idx="1"/>
            <p:extLst>
              <p:ext uri="{D42A27DB-BD31-4B8C-83A1-F6EECF244321}">
                <p14:modId xmlns:p14="http://schemas.microsoft.com/office/powerpoint/2010/main" val="1479932635"/>
              </p:ext>
            </p:extLst>
          </p:nvPr>
        </p:nvGraphicFramePr>
        <p:xfrm>
          <a:off x="395288" y="1308476"/>
          <a:ext cx="8353426" cy="53371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13</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4" name="等腰三角形 3"/>
          <p:cNvSpPr/>
          <p:nvPr/>
        </p:nvSpPr>
        <p:spPr>
          <a:xfrm flipV="1">
            <a:off x="2879676" y="5043558"/>
            <a:ext cx="3411940" cy="327546"/>
          </a:xfrm>
          <a:prstGeom prst="triangle">
            <a:avLst/>
          </a:prstGeom>
          <a:solidFill>
            <a:srgbClr val="00B050"/>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endParaRPr>
          </a:p>
        </p:txBody>
      </p:sp>
    </p:spTree>
    <p:extLst>
      <p:ext uri="{BB962C8B-B14F-4D97-AF65-F5344CB8AC3E}">
        <p14:creationId xmlns:p14="http://schemas.microsoft.com/office/powerpoint/2010/main" val="259905366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通用要求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结构要求 </a:t>
            </a:r>
            <a:r>
              <a:rPr lang="en-US" altLang="zh-CN" dirty="0" smtClean="0">
                <a:latin typeface="黑体" panose="02010609060101010101" pitchFamily="49" charset="-122"/>
                <a:ea typeface="黑体" panose="02010609060101010101" pitchFamily="49" charset="-122"/>
              </a:rPr>
              <a:t>– </a:t>
            </a:r>
            <a:r>
              <a:rPr lang="zh-CN" altLang="en-US" sz="1400" dirty="0" smtClean="0">
                <a:latin typeface="黑体" panose="02010609060101010101" pitchFamily="49" charset="-122"/>
                <a:ea typeface="黑体" panose="02010609060101010101" pitchFamily="49" charset="-122"/>
              </a:rPr>
              <a:t>功能安全</a:t>
            </a:r>
            <a:endParaRPr lang="zh-CN" altLang="en-US" sz="1400" dirty="0">
              <a:latin typeface="黑体" panose="02010609060101010101" pitchFamily="49" charset="-122"/>
              <a:ea typeface="黑体" panose="02010609060101010101" pitchFamily="49" charset="-122"/>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1817442554"/>
              </p:ext>
            </p:extLst>
          </p:nvPr>
        </p:nvGraphicFramePr>
        <p:xfrm>
          <a:off x="394574" y="2289600"/>
          <a:ext cx="8353426" cy="4356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14</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4" name="TextBox 3"/>
          <p:cNvSpPr txBox="1"/>
          <p:nvPr/>
        </p:nvSpPr>
        <p:spPr>
          <a:xfrm>
            <a:off x="1351128" y="1514901"/>
            <a:ext cx="5322627" cy="246221"/>
          </a:xfrm>
          <a:prstGeom prst="rect">
            <a:avLst/>
          </a:prstGeom>
          <a:noFill/>
        </p:spPr>
        <p:txBody>
          <a:bodyPr wrap="square" lIns="0" tIns="0" rIns="0" bIns="0" rtlCol="0">
            <a:spAutoFit/>
          </a:bodyPr>
          <a:lstStyle/>
          <a:p>
            <a:pPr>
              <a:spcBef>
                <a:spcPts val="400"/>
              </a:spcBef>
              <a:spcAft>
                <a:spcPts val="600"/>
              </a:spcAft>
              <a:buClr>
                <a:schemeClr val="accent1"/>
              </a:buClr>
            </a:pPr>
            <a:r>
              <a:rPr lang="zh-CN" altLang="en-US" sz="1600" dirty="0" smtClean="0">
                <a:latin typeface="黑体" panose="02010609060101010101" pitchFamily="49" charset="-122"/>
                <a:ea typeface="黑体" panose="02010609060101010101" pitchFamily="49" charset="-122"/>
              </a:rPr>
              <a:t>两个直接影响称量结果准确的可调功能安全必须受到保护</a:t>
            </a:r>
          </a:p>
        </p:txBody>
      </p:sp>
    </p:spTree>
    <p:extLst>
      <p:ext uri="{BB962C8B-B14F-4D97-AF65-F5344CB8AC3E}">
        <p14:creationId xmlns:p14="http://schemas.microsoft.com/office/powerpoint/2010/main" val="381564224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通用要求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结构要求 </a:t>
            </a:r>
            <a:r>
              <a:rPr lang="en-US" altLang="zh-CN" dirty="0" smtClean="0">
                <a:latin typeface="黑体" panose="02010609060101010101" pitchFamily="49" charset="-122"/>
                <a:ea typeface="黑体" panose="02010609060101010101" pitchFamily="49" charset="-122"/>
              </a:rPr>
              <a:t>- </a:t>
            </a:r>
            <a:r>
              <a:rPr lang="zh-CN" altLang="en-US" sz="1400" dirty="0" smtClean="0">
                <a:latin typeface="黑体" panose="02010609060101010101" pitchFamily="49" charset="-122"/>
                <a:ea typeface="黑体" panose="02010609060101010101" pitchFamily="49" charset="-122"/>
              </a:rPr>
              <a:t>指示</a:t>
            </a:r>
            <a:endParaRPr lang="zh-CN" altLang="en-US" sz="1400" dirty="0">
              <a:latin typeface="黑体" panose="02010609060101010101" pitchFamily="49" charset="-122"/>
              <a:ea typeface="黑体" panose="02010609060101010101" pitchFamily="49" charset="-122"/>
            </a:endParaRPr>
          </a:p>
        </p:txBody>
      </p:sp>
      <mc:AlternateContent xmlns:mc="http://schemas.openxmlformats.org/markup-compatibility/2006" xmlns:a14="http://schemas.microsoft.com/office/drawing/2010/main">
        <mc:Choice Requires="a14">
          <p:graphicFrame>
            <p:nvGraphicFramePr>
              <p:cNvPr id="7" name="内容占位符 6"/>
              <p:cNvGraphicFramePr>
                <a:graphicFrameLocks noGrp="1"/>
              </p:cNvGraphicFramePr>
              <p:nvPr>
                <p:ph idx="1"/>
                <p:extLst>
                  <p:ext uri="{D42A27DB-BD31-4B8C-83A1-F6EECF244321}">
                    <p14:modId xmlns:p14="http://schemas.microsoft.com/office/powerpoint/2010/main" val="3164980470"/>
                  </p:ext>
                </p:extLst>
              </p:nvPr>
            </p:nvGraphicFramePr>
            <p:xfrm>
              <a:off x="395288" y="2524835"/>
              <a:ext cx="8230097" cy="37439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7" name="内容占位符 6"/>
              <p:cNvGraphicFramePr>
                <a:graphicFrameLocks noGrp="1"/>
              </p:cNvGraphicFramePr>
              <p:nvPr>
                <p:ph idx="1"/>
                <p:extLst>
                  <p:ext uri="{D42A27DB-BD31-4B8C-83A1-F6EECF244321}">
                    <p14:modId xmlns:p14="http://schemas.microsoft.com/office/powerpoint/2010/main" val="3164980470"/>
                  </p:ext>
                </p:extLst>
              </p:nvPr>
            </p:nvGraphicFramePr>
            <p:xfrm>
              <a:off x="395288" y="2524835"/>
              <a:ext cx="8230097" cy="37439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15</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8" name="TextBox 7"/>
          <p:cNvSpPr txBox="1"/>
          <p:nvPr/>
        </p:nvSpPr>
        <p:spPr>
          <a:xfrm>
            <a:off x="395536" y="1340769"/>
            <a:ext cx="7984189" cy="1538883"/>
          </a:xfrm>
          <a:prstGeom prst="rect">
            <a:avLst/>
          </a:prstGeom>
          <a:noFill/>
        </p:spPr>
        <p:txBody>
          <a:bodyPr wrap="square" lIns="0" tIns="0" rIns="0" bIns="0" rtlCol="0">
            <a:spAutoFit/>
          </a:bodyPr>
          <a:lstStyle/>
          <a:p>
            <a:pPr marL="361950" lvl="2" indent="457200">
              <a:spcAft>
                <a:spcPts val="1200"/>
              </a:spcAft>
              <a:buNone/>
            </a:pPr>
            <a:r>
              <a:rPr lang="zh-CN" altLang="en-US" sz="1600" dirty="0">
                <a:latin typeface="黑体" panose="02010609060101010101" pitchFamily="49" charset="-122"/>
                <a:ea typeface="黑体" panose="02010609060101010101" pitchFamily="49" charset="-122"/>
              </a:rPr>
              <a:t>正常使用条件下，衡器的主要指示（称量结果、单位、单价、金额、零点、除皮的值或状态指示，数值、文字、符号）应可靠、易读和清晰。</a:t>
            </a:r>
            <a:endParaRPr lang="en-US" altLang="zh-CN" sz="1600" dirty="0">
              <a:latin typeface="黑体" panose="02010609060101010101" pitchFamily="49" charset="-122"/>
              <a:ea typeface="黑体" panose="02010609060101010101" pitchFamily="49" charset="-122"/>
            </a:endParaRPr>
          </a:p>
          <a:p>
            <a:pPr marL="361950" lvl="2" indent="457200">
              <a:spcAft>
                <a:spcPts val="1200"/>
              </a:spcAft>
              <a:buNone/>
            </a:pPr>
            <a:r>
              <a:rPr lang="zh-CN" altLang="en-US" sz="1600" dirty="0">
                <a:latin typeface="黑体" panose="02010609060101010101" pitchFamily="49" charset="-122"/>
                <a:ea typeface="黑体" panose="02010609060101010101" pitchFamily="49" charset="-122"/>
              </a:rPr>
              <a:t>称量结果的单位只能是一种，即对于已经确定的衡器，重量单位只能是 </a:t>
            </a:r>
            <a:r>
              <a:rPr lang="en-US" altLang="zh-CN" sz="1600" dirty="0">
                <a:latin typeface="黑体" panose="02010609060101010101" pitchFamily="49" charset="-122"/>
                <a:ea typeface="黑体" panose="02010609060101010101" pitchFamily="49" charset="-122"/>
              </a:rPr>
              <a:t>g </a:t>
            </a:r>
            <a:r>
              <a:rPr lang="zh-CN" altLang="en-US" sz="1600" dirty="0">
                <a:latin typeface="黑体" panose="02010609060101010101" pitchFamily="49" charset="-122"/>
                <a:ea typeface="黑体" panose="02010609060101010101" pitchFamily="49" charset="-122"/>
              </a:rPr>
              <a:t>或 </a:t>
            </a:r>
            <a:r>
              <a:rPr lang="en-US" altLang="zh-CN" sz="1600" dirty="0">
                <a:latin typeface="黑体" panose="02010609060101010101" pitchFamily="49" charset="-122"/>
                <a:ea typeface="黑体" panose="02010609060101010101" pitchFamily="49" charset="-122"/>
              </a:rPr>
              <a:t>kg </a:t>
            </a:r>
            <a:r>
              <a:rPr lang="zh-CN" altLang="en-US" sz="1600" dirty="0">
                <a:latin typeface="黑体" panose="02010609060101010101" pitchFamily="49" charset="-122"/>
                <a:ea typeface="黑体" panose="02010609060101010101" pitchFamily="49" charset="-122"/>
              </a:rPr>
              <a:t>或 </a:t>
            </a:r>
            <a:r>
              <a:rPr lang="en-US" altLang="zh-CN" sz="1600" dirty="0">
                <a:latin typeface="黑体" panose="02010609060101010101" pitchFamily="49" charset="-122"/>
                <a:ea typeface="黑体" panose="02010609060101010101" pitchFamily="49" charset="-122"/>
              </a:rPr>
              <a:t>t</a:t>
            </a:r>
            <a:r>
              <a:rPr lang="zh-CN" altLang="en-US" sz="1600" dirty="0">
                <a:latin typeface="黑体" panose="02010609060101010101" pitchFamily="49" charset="-122"/>
                <a:ea typeface="黑体" panose="02010609060101010101" pitchFamily="49" charset="-122"/>
              </a:rPr>
              <a:t>或国家允许的重量单位之一，不允许同时用不同的单位指示不同的指示值。</a:t>
            </a:r>
            <a:endParaRPr lang="en-US" altLang="zh-CN" sz="1600" dirty="0">
              <a:latin typeface="黑体" panose="02010609060101010101" pitchFamily="49" charset="-122"/>
              <a:ea typeface="黑体" panose="02010609060101010101" pitchFamily="49" charset="-122"/>
            </a:endParaRPr>
          </a:p>
          <a:p>
            <a:endParaRPr lang="zh-CN" altLang="en-US" sz="1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918962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wang-53\Downloads\MT图片和剪贴画库\Lab\XPR6U Ultra Microbalance.jpg"/>
          <p:cNvPicPr>
            <a:picLocks noChangeAspect="1" noChangeArrowheads="1"/>
          </p:cNvPicPr>
          <p:nvPr/>
        </p:nvPicPr>
        <p:blipFill rotWithShape="1">
          <a:blip r:embed="rId2">
            <a:extLst>
              <a:ext uri="{28A0092B-C50C-407E-A947-70E740481C1C}">
                <a14:useLocalDpi xmlns:a14="http://schemas.microsoft.com/office/drawing/2010/main" val="0"/>
              </a:ext>
            </a:extLst>
          </a:blip>
          <a:srcRect l="12973" t="13896" r="30644" b="22228"/>
          <a:stretch/>
        </p:blipFill>
        <p:spPr bwMode="auto">
          <a:xfrm>
            <a:off x="4060849" y="1193424"/>
            <a:ext cx="4810447" cy="374400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lstStyle/>
          <a:p>
            <a:r>
              <a:rPr lang="zh-CN" altLang="en-US" dirty="0">
                <a:ea typeface="黑体" panose="02010609060101010101" pitchFamily="49" charset="-122"/>
              </a:rPr>
              <a:t>通用要求</a:t>
            </a:r>
          </a:p>
        </p:txBody>
      </p:sp>
      <p:sp>
        <p:nvSpPr>
          <p:cNvPr id="3" name="标题 2"/>
          <p:cNvSpPr>
            <a:spLocks noGrp="1"/>
          </p:cNvSpPr>
          <p:nvPr>
            <p:ph type="title" idx="99"/>
          </p:nvPr>
        </p:nvSpPr>
        <p:spPr>
          <a:xfrm>
            <a:off x="395288" y="852224"/>
            <a:ext cx="8353176" cy="324768"/>
          </a:xfrm>
        </p:spPr>
        <p:txBody>
          <a:bodyPr/>
          <a:lstStyle/>
          <a:p>
            <a:r>
              <a:rPr lang="zh-CN" altLang="en-US" dirty="0">
                <a:ea typeface="黑体" panose="02010609060101010101" pitchFamily="49" charset="-122"/>
              </a:rPr>
              <a:t>结构要求 </a:t>
            </a:r>
            <a:r>
              <a:rPr lang="en-US" altLang="zh-CN" dirty="0">
                <a:ea typeface="黑体" panose="02010609060101010101" pitchFamily="49" charset="-122"/>
              </a:rPr>
              <a:t>- </a:t>
            </a:r>
            <a:r>
              <a:rPr lang="zh-CN" altLang="en-US" sz="1400" dirty="0">
                <a:ea typeface="黑体" panose="02010609060101010101" pitchFamily="49" charset="-122"/>
              </a:rPr>
              <a:t>指示</a:t>
            </a:r>
            <a:br>
              <a:rPr lang="zh-CN" altLang="en-US" sz="1400" dirty="0">
                <a:ea typeface="黑体" panose="02010609060101010101" pitchFamily="49" charset="-122"/>
              </a:rPr>
            </a:br>
            <a:endParaRPr lang="zh-CN" altLang="en-US" dirty="0">
              <a:ea typeface="黑体" panose="02010609060101010101" pitchFamily="49" charset="-122"/>
            </a:endParaRPr>
          </a:p>
        </p:txBody>
      </p:sp>
      <mc:AlternateContent xmlns:mc="http://schemas.openxmlformats.org/markup-compatibility/2006">
        <mc:Choice xmlns:a14="http://schemas.microsoft.com/office/drawing/2010/main" Requires="a14">
          <p:sp>
            <p:nvSpPr>
              <p:cNvPr id="4" name="内容占位符 3"/>
              <p:cNvSpPr>
                <a:spLocks noGrp="1"/>
              </p:cNvSpPr>
              <p:nvPr>
                <p:ph idx="1"/>
              </p:nvPr>
            </p:nvSpPr>
            <p:spPr>
              <a:xfrm>
                <a:off x="340696" y="1323836"/>
                <a:ext cx="8353176" cy="5262634"/>
              </a:xfrm>
            </p:spPr>
            <p:txBody>
              <a:bodyPr/>
              <a:lstStyle/>
              <a:p>
                <a:r>
                  <a:rPr lang="zh-CN" altLang="en-US" dirty="0" smtClean="0">
                    <a:latin typeface="+mj-lt"/>
                    <a:ea typeface="黑体" panose="02010609060101010101" pitchFamily="49" charset="-122"/>
                  </a:rPr>
                  <a:t>辅助指示</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如果</a:t>
                </a:r>
                <a:r>
                  <a:rPr lang="en-US" altLang="zh-CN" dirty="0" smtClean="0">
                    <a:latin typeface="+mj-lt"/>
                    <a:ea typeface="黑体" panose="02010609060101010101" pitchFamily="49" charset="-122"/>
                  </a:rPr>
                  <a:t>e</a:t>
                </a:r>
                <a:r>
                  <a:rPr lang="zh-CN" altLang="en-US" dirty="0" smtClean="0">
                    <a:latin typeface="+mj-lt"/>
                    <a:ea typeface="黑体" panose="02010609060101010101" pitchFamily="49" charset="-122"/>
                  </a:rPr>
                  <a:t>不等于</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是型式特征，应满足下列规定。</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仅</a:t>
                </a:r>
                <a:r>
                  <a:rPr lang="zh-CN" altLang="en-US" dirty="0" smtClean="0">
                    <a:latin typeface="+mj-lt"/>
                    <a:ea typeface="黑体" panose="02010609060101010101" pitchFamily="49" charset="-122"/>
                  </a:rPr>
                  <a:t>适用于 </a:t>
                </a:r>
                <a:r>
                  <a:rPr lang="en-US" altLang="zh-CN" dirty="0" smtClean="0">
                    <a:latin typeface="+mj-lt"/>
                    <a:ea typeface="黑体" panose="02010609060101010101" pitchFamily="49" charset="-122"/>
                  </a:rPr>
                  <a:t>I</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II</a:t>
                </a:r>
                <a:r>
                  <a:rPr lang="zh-CN" altLang="en-US" dirty="0" smtClean="0">
                    <a:latin typeface="+mj-lt"/>
                    <a:ea typeface="黑体" panose="02010609060101010101" pitchFamily="49" charset="-122"/>
                  </a:rPr>
                  <a:t>级衡器。小于</a:t>
                </a:r>
                <a:r>
                  <a:rPr lang="en-US" altLang="zh-CN" dirty="0" smtClean="0">
                    <a:latin typeface="+mj-lt"/>
                    <a:ea typeface="黑体" panose="02010609060101010101" pitchFamily="49" charset="-122"/>
                  </a:rPr>
                  <a:t>1mg </a:t>
                </a:r>
                <a:r>
                  <a:rPr lang="zh-CN" altLang="en-US" dirty="0" smtClean="0">
                    <a:latin typeface="+mj-lt"/>
                    <a:ea typeface="黑体" panose="02010609060101010101" pitchFamily="49" charset="-122"/>
                  </a:rPr>
                  <a:t>的分度值一定是 </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 </a:t>
                </a:r>
              </a:p>
              <a:p>
                <a:pPr marL="179387" lvl="1" indent="457200">
                  <a:spcAft>
                    <a:spcPts val="600"/>
                  </a:spcAft>
                  <a:buNone/>
                </a:pPr>
                <a:r>
                  <a:rPr lang="zh-CN" altLang="en-US" dirty="0" smtClean="0">
                    <a:latin typeface="+mj-lt"/>
                    <a:ea typeface="黑体" panose="02010609060101010101" pitchFamily="49" charset="-122"/>
                  </a:rPr>
                  <a:t>衡器配备辅助指示表示显示分度值小于检定分度值，即 </a:t>
                </a:r>
                <a:r>
                  <a:rPr lang="en-US" altLang="zh-CN" dirty="0" smtClean="0">
                    <a:latin typeface="+mj-lt"/>
                    <a:ea typeface="黑体" panose="02010609060101010101" pitchFamily="49" charset="-122"/>
                  </a:rPr>
                  <a:t>e ≠ d</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如果 </a:t>
                </a:r>
                <a:r>
                  <a:rPr lang="en-US" altLang="zh-CN" dirty="0">
                    <a:ea typeface="黑体" panose="02010609060101010101" pitchFamily="49" charset="-122"/>
                  </a:rPr>
                  <a:t>e ≠ </a:t>
                </a:r>
                <a:r>
                  <a:rPr lang="en-US" altLang="zh-CN" dirty="0" smtClean="0">
                    <a:ea typeface="黑体" panose="02010609060101010101" pitchFamily="49" charset="-122"/>
                  </a:rPr>
                  <a:t>d</a:t>
                </a:r>
                <a:r>
                  <a:rPr lang="zh-CN" altLang="en-US" dirty="0" smtClean="0">
                    <a:ea typeface="黑体" panose="02010609060101010101" pitchFamily="49" charset="-122"/>
                  </a:rPr>
                  <a:t>，</a:t>
                </a:r>
                <a:r>
                  <a:rPr lang="en-US" altLang="zh-CN" dirty="0" smtClean="0">
                    <a:ea typeface="黑体" panose="02010609060101010101" pitchFamily="49" charset="-122"/>
                  </a:rPr>
                  <a:t>e</a:t>
                </a:r>
                <a:r>
                  <a:rPr lang="zh-CN" altLang="en-US" dirty="0" smtClean="0">
                    <a:ea typeface="黑体" panose="02010609060101010101" pitchFamily="49" charset="-122"/>
                  </a:rPr>
                  <a:t>只能是：</a:t>
                </a:r>
                <a:r>
                  <a:rPr lang="en-US" altLang="zh-CN" dirty="0" smtClean="0">
                    <a:ea typeface="黑体" panose="02010609060101010101" pitchFamily="49" charset="-122"/>
                  </a:rPr>
                  <a:t>10</a:t>
                </a:r>
                <a:r>
                  <a:rPr lang="en-US" altLang="zh-CN" baseline="30000" dirty="0" smtClean="0">
                    <a:ea typeface="黑体" panose="02010609060101010101" pitchFamily="49" charset="-122"/>
                  </a:rPr>
                  <a:t>k</a:t>
                </a:r>
                <a:r>
                  <a:rPr lang="zh-CN" altLang="en-US" dirty="0" smtClean="0">
                    <a:ea typeface="黑体" panose="02010609060101010101" pitchFamily="49" charset="-122"/>
                  </a:rPr>
                  <a:t>，</a:t>
                </a:r>
                <a:r>
                  <a:rPr lang="en-US" altLang="zh-CN" dirty="0" smtClean="0">
                    <a:ea typeface="黑体" panose="02010609060101010101" pitchFamily="49" charset="-122"/>
                  </a:rPr>
                  <a:t>k</a:t>
                </a:r>
                <a:r>
                  <a:rPr lang="zh-CN" altLang="en-US" dirty="0" smtClean="0">
                    <a:ea typeface="黑体" panose="02010609060101010101" pitchFamily="49" charset="-122"/>
                  </a:rPr>
                  <a:t>是正整数、</a:t>
                </a:r>
                <a:r>
                  <a:rPr lang="en-US" altLang="zh-CN" dirty="0" smtClean="0">
                    <a:ea typeface="黑体" panose="02010609060101010101" pitchFamily="49" charset="-122"/>
                  </a:rPr>
                  <a:t/>
                </a:r>
                <a:br>
                  <a:rPr lang="en-US" altLang="zh-CN" dirty="0" smtClean="0">
                    <a:ea typeface="黑体" panose="02010609060101010101" pitchFamily="49" charset="-122"/>
                  </a:rPr>
                </a:br>
                <a:r>
                  <a:rPr lang="zh-CN" altLang="en-US" dirty="0" smtClean="0">
                    <a:ea typeface="黑体" panose="02010609060101010101" pitchFamily="49" charset="-122"/>
                  </a:rPr>
                  <a:t>负整数或零。因为当 </a:t>
                </a:r>
                <a:r>
                  <a:rPr lang="en-US" altLang="zh-CN" dirty="0" smtClean="0">
                    <a:ea typeface="黑体" panose="02010609060101010101" pitchFamily="49" charset="-122"/>
                  </a:rPr>
                  <a:t>e &lt; d </a:t>
                </a:r>
                <a:r>
                  <a:rPr lang="zh-CN" altLang="en-US" dirty="0" smtClean="0">
                    <a:ea typeface="黑体" panose="02010609060101010101" pitchFamily="49" charset="-122"/>
                  </a:rPr>
                  <a:t>时，</a:t>
                </a:r>
                <a:r>
                  <a:rPr lang="en-US" altLang="zh-CN" dirty="0" smtClean="0">
                    <a:ea typeface="黑体" panose="02010609060101010101" pitchFamily="49" charset="-122"/>
                  </a:rPr>
                  <a:t>e</a:t>
                </a:r>
                <a:r>
                  <a:rPr lang="zh-CN" altLang="en-US" dirty="0" smtClean="0">
                    <a:ea typeface="黑体" panose="02010609060101010101" pitchFamily="49" charset="-122"/>
                  </a:rPr>
                  <a:t>的大小</a:t>
                </a:r>
                <a:r>
                  <a:rPr lang="en-US" altLang="zh-CN" dirty="0" smtClean="0">
                    <a:ea typeface="黑体" panose="02010609060101010101" pitchFamily="49" charset="-122"/>
                  </a:rPr>
                  <a:t/>
                </a:r>
                <a:br>
                  <a:rPr lang="en-US" altLang="zh-CN" dirty="0" smtClean="0">
                    <a:ea typeface="黑体" panose="02010609060101010101" pitchFamily="49" charset="-122"/>
                  </a:rPr>
                </a:br>
                <a:r>
                  <a:rPr lang="zh-CN" altLang="en-US" dirty="0" smtClean="0">
                    <a:ea typeface="黑体" panose="02010609060101010101" pitchFamily="49" charset="-122"/>
                  </a:rPr>
                  <a:t>不是末位示值相邻两个值得差，而是</a:t>
                </a:r>
                <a:r>
                  <a:rPr lang="en-US" altLang="zh-CN" dirty="0" smtClean="0">
                    <a:ea typeface="黑体" panose="02010609060101010101" pitchFamily="49" charset="-122"/>
                  </a:rPr>
                  <a:t/>
                </a:r>
                <a:br>
                  <a:rPr lang="en-US" altLang="zh-CN" dirty="0" smtClean="0">
                    <a:ea typeface="黑体" panose="02010609060101010101" pitchFamily="49" charset="-122"/>
                  </a:rPr>
                </a:br>
                <a:r>
                  <a:rPr lang="zh-CN" altLang="en-US" dirty="0" smtClean="0">
                    <a:ea typeface="黑体" panose="02010609060101010101" pitchFamily="49" charset="-122"/>
                  </a:rPr>
                  <a:t>前移某位相邻指示的间隔，因此只</a:t>
                </a:r>
                <a:r>
                  <a:rPr lang="en-US" altLang="zh-CN" dirty="0" smtClean="0">
                    <a:ea typeface="黑体" panose="02010609060101010101" pitchFamily="49" charset="-122"/>
                  </a:rPr>
                  <a:t/>
                </a:r>
                <a:br>
                  <a:rPr lang="en-US" altLang="zh-CN" dirty="0" smtClean="0">
                    <a:ea typeface="黑体" panose="02010609060101010101" pitchFamily="49" charset="-122"/>
                  </a:rPr>
                </a:br>
                <a:r>
                  <a:rPr lang="zh-CN" altLang="en-US" dirty="0" smtClean="0">
                    <a:ea typeface="黑体" panose="02010609060101010101" pitchFamily="49" charset="-122"/>
                  </a:rPr>
                  <a:t>可能是 </a:t>
                </a:r>
                <a14:m>
                  <m:oMath xmlns:m="http://schemas.openxmlformats.org/officeDocument/2006/math">
                    <m:sSup>
                      <m:sSupPr>
                        <m:ctrlPr>
                          <a:rPr lang="en-US" altLang="zh-CN" i="1" smtClean="0">
                            <a:latin typeface="Cambria Math"/>
                            <a:ea typeface="黑体" panose="02010609060101010101" pitchFamily="49" charset="-122"/>
                          </a:rPr>
                        </m:ctrlPr>
                      </m:sSupPr>
                      <m:e>
                        <m:r>
                          <a:rPr lang="en-US" altLang="zh-CN" b="0" i="1" smtClean="0">
                            <a:latin typeface="Cambria Math"/>
                            <a:ea typeface="黑体" panose="02010609060101010101" pitchFamily="49" charset="-122"/>
                          </a:rPr>
                          <m:t>10</m:t>
                        </m:r>
                      </m:e>
                      <m:sup>
                        <m:r>
                          <a:rPr lang="en-US" altLang="zh-CN" b="0" i="1" smtClean="0">
                            <a:latin typeface="Cambria Math"/>
                            <a:ea typeface="黑体" panose="02010609060101010101" pitchFamily="49" charset="-122"/>
                          </a:rPr>
                          <m:t>𝑘</m:t>
                        </m:r>
                      </m:sup>
                    </m:sSup>
                  </m:oMath>
                </a14:m>
                <a:r>
                  <a:rPr lang="en-US" altLang="zh-CN" dirty="0" smtClean="0">
                    <a:ea typeface="黑体" panose="02010609060101010101" pitchFamily="49" charset="-122"/>
                  </a:rPr>
                  <a:t> </a:t>
                </a:r>
                <a:r>
                  <a:rPr lang="zh-CN" altLang="en-US" dirty="0" smtClean="0">
                    <a:ea typeface="黑体" panose="02010609060101010101" pitchFamily="49" charset="-122"/>
                  </a:rPr>
                  <a:t>的形式，不允许是：</a:t>
                </a:r>
                <a:r>
                  <a:rPr lang="en-US" altLang="zh-CN" dirty="0" smtClean="0">
                    <a:ea typeface="黑体" panose="02010609060101010101" pitchFamily="49" charset="-122"/>
                  </a:rPr>
                  <a:t/>
                </a:r>
                <a:br>
                  <a:rPr lang="en-US" altLang="zh-CN" dirty="0" smtClean="0">
                    <a:ea typeface="黑体" panose="02010609060101010101" pitchFamily="49" charset="-122"/>
                  </a:rPr>
                </a:br>
                <a14:m>
                  <m:oMath xmlns:m="http://schemas.openxmlformats.org/officeDocument/2006/math">
                    <m:r>
                      <a:rPr lang="en-US" altLang="zh-CN" dirty="0">
                        <a:latin typeface="Cambria Math"/>
                        <a:ea typeface="黑体" panose="02010609060101010101" pitchFamily="49" charset="-122"/>
                      </a:rPr>
                      <m:t>2</m:t>
                    </m:r>
                    <m:r>
                      <a:rPr lang="en-US" altLang="zh-CN" i="1" dirty="0" smtClean="0">
                        <a:latin typeface="Cambria Math"/>
                        <a:ea typeface="Cambria Math"/>
                      </a:rPr>
                      <m:t>×</m:t>
                    </m:r>
                    <m:sSup>
                      <m:sSupPr>
                        <m:ctrlPr>
                          <a:rPr lang="en-US" altLang="zh-CN" i="1" dirty="0" smtClean="0">
                            <a:latin typeface="Cambria Math"/>
                            <a:ea typeface="Cambria Math"/>
                          </a:rPr>
                        </m:ctrlPr>
                      </m:sSupPr>
                      <m:e>
                        <m:r>
                          <a:rPr lang="en-US" altLang="zh-CN" b="0" i="1" dirty="0" smtClean="0">
                            <a:latin typeface="Cambria Math"/>
                            <a:ea typeface="Cambria Math"/>
                          </a:rPr>
                          <m:t>10</m:t>
                        </m:r>
                      </m:e>
                      <m:sup>
                        <m:r>
                          <a:rPr lang="en-US" altLang="zh-CN" b="0" i="1" dirty="0" smtClean="0">
                            <a:latin typeface="Cambria Math"/>
                            <a:ea typeface="Cambria Math"/>
                          </a:rPr>
                          <m:t>𝑘</m:t>
                        </m:r>
                      </m:sup>
                    </m:sSup>
                  </m:oMath>
                </a14:m>
                <a:r>
                  <a:rPr lang="en-US" altLang="zh-CN" dirty="0" smtClean="0">
                    <a:ea typeface="黑体" panose="02010609060101010101" pitchFamily="49" charset="-122"/>
                  </a:rPr>
                  <a:t> </a:t>
                </a:r>
                <a:r>
                  <a:rPr lang="zh-CN" altLang="en-US" dirty="0" smtClean="0">
                    <a:ea typeface="黑体" panose="02010609060101010101" pitchFamily="49" charset="-122"/>
                  </a:rPr>
                  <a:t>或</a:t>
                </a:r>
                <a14:m>
                  <m:oMath xmlns:m="http://schemas.openxmlformats.org/officeDocument/2006/math">
                    <m:r>
                      <a:rPr lang="en-US" altLang="zh-CN" dirty="0">
                        <a:latin typeface="Cambria Math"/>
                        <a:ea typeface="黑体" panose="02010609060101010101" pitchFamily="49" charset="-122"/>
                      </a:rPr>
                      <m:t>5</m:t>
                    </m:r>
                    <m:r>
                      <a:rPr lang="en-US" altLang="zh-CN" i="1" dirty="0" smtClean="0">
                        <a:latin typeface="Cambria Math"/>
                        <a:ea typeface="Cambria Math"/>
                      </a:rPr>
                      <m:t>×</m:t>
                    </m:r>
                    <m:sSup>
                      <m:sSupPr>
                        <m:ctrlPr>
                          <a:rPr lang="en-US" altLang="zh-CN" i="1" dirty="0" smtClean="0">
                            <a:latin typeface="Cambria Math"/>
                            <a:ea typeface="Cambria Math"/>
                          </a:rPr>
                        </m:ctrlPr>
                      </m:sSupPr>
                      <m:e>
                        <m:r>
                          <a:rPr lang="en-US" altLang="zh-CN" b="0" i="1" dirty="0" smtClean="0">
                            <a:latin typeface="Cambria Math"/>
                            <a:ea typeface="Cambria Math"/>
                          </a:rPr>
                          <m:t>10</m:t>
                        </m:r>
                      </m:e>
                      <m:sup>
                        <m:r>
                          <a:rPr lang="en-US" altLang="zh-CN" b="0" i="1" dirty="0" smtClean="0">
                            <a:latin typeface="Cambria Math"/>
                            <a:ea typeface="Cambria Math"/>
                          </a:rPr>
                          <m:t>𝑘</m:t>
                        </m:r>
                      </m:sup>
                    </m:sSup>
                  </m:oMath>
                </a14:m>
                <a:r>
                  <a:rPr lang="en-US" altLang="zh-CN" dirty="0" smtClean="0">
                    <a:ea typeface="黑体" panose="02010609060101010101" pitchFamily="49" charset="-122"/>
                  </a:rPr>
                  <a:t> </a:t>
                </a:r>
                <a:r>
                  <a:rPr lang="zh-CN" altLang="en-US" dirty="0" smtClean="0">
                    <a:ea typeface="黑体" panose="02010609060101010101" pitchFamily="49" charset="-122"/>
                  </a:rPr>
                  <a:t>的形式。</a:t>
                </a:r>
                <a:endParaRPr lang="en-US" altLang="zh-CN" dirty="0" smtClean="0">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辅助指示只能在小数点的右侧，</a:t>
                </a:r>
                <a:r>
                  <a:rPr lang="en-US" altLang="zh-CN" dirty="0" smtClean="0">
                    <a:latin typeface="+mj-lt"/>
                    <a:ea typeface="黑体" panose="02010609060101010101" pitchFamily="49" charset="-122"/>
                  </a:rPr>
                  <a:t/>
                </a:r>
                <a:br>
                  <a:rPr lang="en-US" altLang="zh-CN" dirty="0" smtClean="0">
                    <a:latin typeface="+mj-lt"/>
                    <a:ea typeface="黑体" panose="02010609060101010101" pitchFamily="49" charset="-122"/>
                  </a:rPr>
                </a:br>
                <a:r>
                  <a:rPr lang="zh-CN" altLang="en-US" dirty="0" smtClean="0">
                    <a:latin typeface="+mj-lt"/>
                    <a:ea typeface="黑体" panose="02010609060101010101" pitchFamily="49" charset="-122"/>
                  </a:rPr>
                  <a:t>因此衡器示值应使用合适的单位保证该要求的满足。</a:t>
                </a:r>
                <a:endParaRPr lang="en-US" altLang="zh-CN" dirty="0" smtClean="0">
                  <a:latin typeface="+mj-lt"/>
                  <a:ea typeface="黑体" panose="02010609060101010101" pitchFamily="49" charset="-122"/>
                </a:endParaRPr>
              </a:p>
              <a:p>
                <a:pPr marL="179387" lvl="1" indent="457200">
                  <a:spcAft>
                    <a:spcPts val="600"/>
                  </a:spcAft>
                  <a:buNone/>
                </a:pPr>
                <a:r>
                  <a:rPr lang="zh-CN" altLang="en-US" dirty="0" smtClean="0">
                    <a:latin typeface="+mj-lt"/>
                    <a:ea typeface="黑体" panose="02010609060101010101" pitchFamily="49" charset="-122"/>
                  </a:rPr>
                  <a:t>通过命令临时获得的细分指示（扩展指示）不属于辅助指示。</a:t>
                </a:r>
                <a:endParaRPr lang="en-US" altLang="zh-CN" dirty="0" smtClean="0">
                  <a:latin typeface="+mj-lt"/>
                  <a:ea typeface="黑体" panose="02010609060101010101" pitchFamily="49" charset="-122"/>
                </a:endParaRPr>
              </a:p>
              <a:p>
                <a:pPr marL="179387" lvl="1" indent="457200">
                  <a:spcAft>
                    <a:spcPts val="600"/>
                  </a:spcAft>
                  <a:buNone/>
                </a:pPr>
                <a:r>
                  <a:rPr lang="en-US" altLang="zh-CN" dirty="0" smtClean="0">
                    <a:latin typeface="+mj-lt"/>
                    <a:ea typeface="黑体" panose="02010609060101010101" pitchFamily="49" charset="-122"/>
                  </a:rPr>
                  <a:t>d </a:t>
                </a:r>
                <a:r>
                  <a:rPr lang="zh-CN" altLang="en-US" dirty="0" smtClean="0">
                    <a:latin typeface="+mj-lt"/>
                    <a:ea typeface="黑体" panose="02010609060101010101" pitchFamily="49" charset="-122"/>
                  </a:rPr>
                  <a:t>的形式明显区别于前面位其它数字的形式属于带微分刻度的辅助指示，</a:t>
                </a:r>
                <a:r>
                  <a:rPr lang="en-US" altLang="zh-CN" dirty="0" smtClean="0">
                    <a:latin typeface="+mj-lt"/>
                    <a:ea typeface="黑体" panose="02010609060101010101" pitchFamily="49" charset="-122"/>
                  </a:rPr>
                  <a:t>R76</a:t>
                </a:r>
                <a:r>
                  <a:rPr lang="zh-CN" altLang="en-US" dirty="0" smtClean="0">
                    <a:latin typeface="+mj-lt"/>
                    <a:ea typeface="黑体" panose="02010609060101010101" pitchFamily="49" charset="-122"/>
                  </a:rPr>
                  <a:t>描述的</a:t>
                </a:r>
                <a:r>
                  <a:rPr lang="en-US" altLang="zh-CN" dirty="0" smtClean="0">
                    <a:latin typeface="+mj-lt"/>
                    <a:ea typeface="黑体" panose="02010609060101010101" pitchFamily="49" charset="-122"/>
                  </a:rPr>
                  <a:t>4</a:t>
                </a:r>
                <a:r>
                  <a:rPr lang="zh-CN" altLang="en-US" dirty="0" smtClean="0">
                    <a:latin typeface="+mj-lt"/>
                    <a:ea typeface="黑体" panose="02010609060101010101" pitchFamily="49" charset="-122"/>
                  </a:rPr>
                  <a:t>种辅助指示装置，是通过游码、内插、补充和细分方法实现的，</a:t>
                </a:r>
                <a:r>
                  <a:rPr lang="en-US" altLang="zh-CN" dirty="0" smtClean="0">
                    <a:latin typeface="+mj-lt"/>
                    <a:ea typeface="黑体" panose="02010609060101010101" pitchFamily="49" charset="-122"/>
                  </a:rPr>
                  <a:t>4</a:t>
                </a:r>
                <a:r>
                  <a:rPr lang="zh-CN" altLang="en-US" dirty="0" smtClean="0">
                    <a:latin typeface="+mj-lt"/>
                    <a:ea typeface="黑体" panose="02010609060101010101" pitchFamily="49" charset="-122"/>
                  </a:rPr>
                  <a:t>种装置</a:t>
                </a:r>
                <a:r>
                  <a:rPr lang="zh-CN" altLang="en-US" dirty="0" smtClean="0">
                    <a:latin typeface="+mj-lt"/>
                    <a:ea typeface="黑体" panose="02010609060101010101" pitchFamily="49" charset="-122"/>
                  </a:rPr>
                  <a:t>的形式明确</a:t>
                </a:r>
                <a:r>
                  <a:rPr lang="zh-CN" altLang="en-US" dirty="0" smtClean="0">
                    <a:latin typeface="+mj-lt"/>
                    <a:ea typeface="黑体" panose="02010609060101010101" pitchFamily="49" charset="-122"/>
                  </a:rPr>
                  <a:t>表明了衡器的</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不同于</a:t>
                </a:r>
                <a:r>
                  <a:rPr lang="en-US" altLang="zh-CN" dirty="0" smtClean="0">
                    <a:latin typeface="+mj-lt"/>
                    <a:ea typeface="黑体" panose="02010609060101010101" pitchFamily="49" charset="-122"/>
                  </a:rPr>
                  <a:t>e</a:t>
                </a:r>
                <a:r>
                  <a:rPr lang="zh-CN" altLang="en-US" dirty="0" smtClean="0">
                    <a:latin typeface="+mj-lt"/>
                    <a:ea typeface="黑体" panose="02010609060101010101" pitchFamily="49" charset="-122"/>
                  </a:rPr>
                  <a:t>。如果 衡器设计成</a:t>
                </a:r>
                <a:r>
                  <a:rPr lang="en-US" altLang="zh-CN" dirty="0" smtClean="0">
                    <a:latin typeface="+mj-lt"/>
                    <a:ea typeface="黑体" panose="02010609060101010101" pitchFamily="49" charset="-122"/>
                  </a:rPr>
                  <a:t>e </a:t>
                </a:r>
                <a:r>
                  <a:rPr lang="en-US" altLang="zh-CN" dirty="0" smtClean="0">
                    <a:latin typeface="+mj-lt"/>
                    <a:ea typeface="黑体" panose="02010609060101010101" pitchFamily="49" charset="-122"/>
                  </a:rPr>
                  <a:t>≠ d</a:t>
                </a:r>
                <a:r>
                  <a:rPr lang="zh-CN" altLang="en-US" dirty="0">
                    <a:latin typeface="+mj-lt"/>
                    <a:ea typeface="黑体" panose="02010609060101010101" pitchFamily="49" charset="-122"/>
                  </a:rPr>
                  <a:t>，说明性标志中</a:t>
                </a:r>
                <a:r>
                  <a:rPr lang="zh-CN" altLang="en-US" dirty="0" smtClean="0">
                    <a:latin typeface="+mj-lt"/>
                    <a:ea typeface="黑体" panose="02010609060101010101" pitchFamily="49" charset="-122"/>
                  </a:rPr>
                  <a:t>要求</a:t>
                </a:r>
                <a:r>
                  <a:rPr lang="zh-CN" altLang="en-US" dirty="0" smtClean="0">
                    <a:latin typeface="+mj-lt"/>
                    <a:ea typeface="黑体" panose="02010609060101010101" pitchFamily="49" charset="-122"/>
                  </a:rPr>
                  <a:t>分别</a:t>
                </a:r>
                <a:r>
                  <a:rPr lang="zh-CN" altLang="en-US" dirty="0" smtClean="0">
                    <a:latin typeface="+mj-lt"/>
                    <a:ea typeface="黑体" panose="02010609060101010101" pitchFamily="49" charset="-122"/>
                  </a:rPr>
                  <a:t>标注 </a:t>
                </a:r>
                <a:r>
                  <a:rPr lang="en-US" altLang="zh-CN" dirty="0" smtClean="0">
                    <a:latin typeface="+mj-lt"/>
                    <a:ea typeface="黑体" panose="02010609060101010101" pitchFamily="49" charset="-122"/>
                  </a:rPr>
                  <a:t>e </a:t>
                </a:r>
                <a:r>
                  <a:rPr lang="zh-CN" altLang="en-US" dirty="0" smtClean="0">
                    <a:latin typeface="+mj-lt"/>
                    <a:ea typeface="黑体" panose="02010609060101010101" pitchFamily="49" charset="-122"/>
                  </a:rPr>
                  <a:t>和 </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，同样</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也需要在显示器或附近标注。数字指示中使用的不等于</a:t>
                </a:r>
                <a:r>
                  <a:rPr lang="en-US" altLang="zh-CN" dirty="0" smtClean="0">
                    <a:latin typeface="+mj-lt"/>
                    <a:ea typeface="黑体" panose="02010609060101010101" pitchFamily="49" charset="-122"/>
                  </a:rPr>
                  <a:t>e</a:t>
                </a:r>
                <a:r>
                  <a:rPr lang="zh-CN" altLang="en-US" dirty="0" smtClean="0">
                    <a:latin typeface="+mj-lt"/>
                    <a:ea typeface="黑体" panose="02010609060101010101" pitchFamily="49" charset="-122"/>
                  </a:rPr>
                  <a:t>的</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是属于细分，无论</a:t>
                </a:r>
                <a:r>
                  <a:rPr lang="en-US" altLang="zh-CN" dirty="0" smtClean="0">
                    <a:latin typeface="+mj-lt"/>
                    <a:ea typeface="黑体" panose="02010609060101010101" pitchFamily="49" charset="-122"/>
                  </a:rPr>
                  <a:t>d</a:t>
                </a:r>
                <a:r>
                  <a:rPr lang="zh-CN" altLang="en-US" dirty="0" smtClean="0">
                    <a:latin typeface="+mj-lt"/>
                    <a:ea typeface="黑体" panose="02010609060101010101" pitchFamily="49" charset="-122"/>
                  </a:rPr>
                  <a:t>与</a:t>
                </a:r>
                <a:r>
                  <a:rPr lang="en-US" altLang="zh-CN" dirty="0" smtClean="0">
                    <a:latin typeface="+mj-lt"/>
                    <a:ea typeface="黑体" panose="02010609060101010101" pitchFamily="49" charset="-122"/>
                  </a:rPr>
                  <a:t>e</a:t>
                </a:r>
                <a:r>
                  <a:rPr lang="zh-CN" altLang="en-US" dirty="0" smtClean="0">
                    <a:latin typeface="+mj-lt"/>
                    <a:ea typeface="黑体" panose="02010609060101010101" pitchFamily="49" charset="-122"/>
                  </a:rPr>
                  <a:t>的关系如何，应区别于其它未数字。</a:t>
                </a:r>
                <a:endParaRPr lang="zh-CN" altLang="en-US" dirty="0">
                  <a:latin typeface="+mj-lt"/>
                  <a:ea typeface="黑体" panose="02010609060101010101" pitchFamily="49" charset="-122"/>
                </a:endParaRPr>
              </a:p>
            </p:txBody>
          </p:sp>
        </mc:Choice>
        <mc:Fallback>
          <p:sp>
            <p:nvSpPr>
              <p:cNvPr id="4" name="内容占位符 3"/>
              <p:cNvSpPr>
                <a:spLocks noGrp="1" noRot="1" noChangeAspect="1" noMove="1" noResize="1" noEditPoints="1" noAdjustHandles="1" noChangeArrowheads="1" noChangeShapeType="1" noTextEdit="1"/>
              </p:cNvSpPr>
              <p:nvPr>
                <p:ph idx="1"/>
              </p:nvPr>
            </p:nvSpPr>
            <p:spPr>
              <a:xfrm>
                <a:off x="340696" y="1323836"/>
                <a:ext cx="8353176" cy="5262634"/>
              </a:xfrm>
              <a:blipFill rotWithShape="1">
                <a:blip r:embed="rId3"/>
                <a:stretch>
                  <a:fillRect l="-1387" t="-1275" r="-1460"/>
                </a:stretch>
              </a:blipFill>
            </p:spPr>
            <p:txBody>
              <a:bodyPr/>
              <a:lstStyle/>
              <a:p>
                <a:r>
                  <a:rPr lang="zh-CN" altLang="en-US">
                    <a:noFill/>
                  </a:rPr>
                  <a:t> </a:t>
                </a:r>
              </a:p>
            </p:txBody>
          </p:sp>
        </mc:Fallback>
      </mc:AlternateContent>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16</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19748854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通用要求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结构要求 </a:t>
            </a:r>
            <a:r>
              <a:rPr lang="en-US" altLang="zh-CN" dirty="0" smtClean="0">
                <a:latin typeface="黑体" panose="02010609060101010101" pitchFamily="49" charset="-122"/>
                <a:ea typeface="黑体" panose="02010609060101010101" pitchFamily="49" charset="-122"/>
              </a:rPr>
              <a:t>- </a:t>
            </a:r>
            <a:r>
              <a:rPr lang="zh-CN" altLang="en-US" sz="1400" dirty="0" smtClean="0">
                <a:latin typeface="黑体" panose="02010609060101010101" pitchFamily="49" charset="-122"/>
                <a:ea typeface="黑体" panose="02010609060101010101" pitchFamily="49" charset="-122"/>
              </a:rPr>
              <a:t>指示</a:t>
            </a:r>
            <a:endParaRPr lang="zh-CN" altLang="en-US" sz="1400"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308476"/>
            <a:ext cx="8353426" cy="4895850"/>
          </a:xfrm>
        </p:spPr>
        <p:txBody>
          <a:bodyPr/>
          <a:lstStyle/>
          <a:p>
            <a:pPr marL="361950" lvl="2" indent="457200">
              <a:buNone/>
            </a:pPr>
            <a:endParaRPr lang="en-US" altLang="zh-CN" dirty="0" smtClean="0">
              <a:latin typeface="黑体" panose="02010609060101010101" pitchFamily="49" charset="-122"/>
              <a:ea typeface="黑体" panose="02010609060101010101" pitchFamily="49" charset="-122"/>
            </a:endParaRPr>
          </a:p>
          <a:p>
            <a:pPr marL="361950" lvl="2" indent="457200">
              <a:buNone/>
            </a:pPr>
            <a:r>
              <a:rPr lang="zh-CN" altLang="en-US" dirty="0" smtClean="0">
                <a:latin typeface="黑体" panose="02010609060101010101" pitchFamily="49" charset="-122"/>
                <a:ea typeface="黑体" panose="02010609060101010101" pitchFamily="49" charset="-122"/>
              </a:rPr>
              <a:t>对于多分度值和多范围衡器，无论示值任何，小数点位置不允许变化，上述无效零要求仅适用于第一称量范围。</a:t>
            </a:r>
            <a:endParaRPr lang="en-US" altLang="zh-CN" dirty="0" smtClean="0">
              <a:latin typeface="黑体" panose="02010609060101010101" pitchFamily="49" charset="-122"/>
              <a:ea typeface="黑体" panose="02010609060101010101" pitchFamily="49" charset="-122"/>
            </a:endParaRPr>
          </a:p>
          <a:p>
            <a:pPr marL="361950" lvl="2" indent="457200">
              <a:buNone/>
            </a:pPr>
            <a:endParaRPr lang="en-US" altLang="zh-CN" dirty="0" smtClean="0">
              <a:latin typeface="黑体" panose="02010609060101010101" pitchFamily="49" charset="-122"/>
              <a:ea typeface="黑体" panose="02010609060101010101" pitchFamily="49" charset="-122"/>
            </a:endParaRPr>
          </a:p>
          <a:p>
            <a:pPr marL="361950" lvl="2" indent="457200">
              <a:buNone/>
            </a:pPr>
            <a:endParaRPr lang="en-US" altLang="zh-CN" dirty="0">
              <a:latin typeface="黑体" panose="02010609060101010101" pitchFamily="49" charset="-122"/>
              <a:ea typeface="黑体" panose="02010609060101010101" pitchFamily="49" charset="-122"/>
            </a:endParaRPr>
          </a:p>
          <a:p>
            <a:pPr marL="361950" lvl="2" indent="457200">
              <a:buNone/>
            </a:pPr>
            <a:endParaRPr lang="en-US" altLang="zh-CN" dirty="0" smtClean="0">
              <a:latin typeface="黑体" panose="02010609060101010101" pitchFamily="49" charset="-122"/>
              <a:ea typeface="黑体" panose="02010609060101010101" pitchFamily="49" charset="-122"/>
            </a:endParaRPr>
          </a:p>
          <a:p>
            <a:pPr marL="361950" lvl="2" indent="457200">
              <a:buNone/>
            </a:pPr>
            <a:endParaRPr lang="en-US" altLang="zh-CN" dirty="0">
              <a:latin typeface="黑体" panose="02010609060101010101" pitchFamily="49" charset="-122"/>
              <a:ea typeface="黑体" panose="02010609060101010101" pitchFamily="49" charset="-122"/>
            </a:endParaRPr>
          </a:p>
          <a:p>
            <a:pPr marL="361950" lvl="2" indent="457200">
              <a:buNone/>
            </a:pPr>
            <a:endParaRPr lang="en-US" altLang="zh-CN" dirty="0" smtClean="0">
              <a:latin typeface="黑体" panose="02010609060101010101" pitchFamily="49" charset="-122"/>
              <a:ea typeface="黑体" panose="02010609060101010101" pitchFamily="49" charset="-122"/>
            </a:endParaRPr>
          </a:p>
          <a:p>
            <a:pPr marL="361950" lvl="2" indent="457200">
              <a:buNone/>
            </a:pPr>
            <a:endParaRPr lang="en-US" altLang="zh-CN" dirty="0">
              <a:latin typeface="黑体" panose="02010609060101010101" pitchFamily="49" charset="-122"/>
              <a:ea typeface="黑体" panose="02010609060101010101" pitchFamily="49" charset="-122"/>
            </a:endParaRPr>
          </a:p>
          <a:p>
            <a:pPr marL="361950" lvl="2" indent="0">
              <a:buNone/>
            </a:pPr>
            <a:endParaRPr lang="en-US" altLang="zh-CN" baseline="30000" dirty="0" smtClean="0">
              <a:latin typeface="黑体" panose="02010609060101010101" pitchFamily="49" charset="-122"/>
              <a:ea typeface="黑体" panose="02010609060101010101" pitchFamily="49" charset="-122"/>
            </a:endParaRPr>
          </a:p>
          <a:p>
            <a:pPr marL="361950" lvl="2" indent="0">
              <a:buNone/>
            </a:pPr>
            <a:r>
              <a:rPr lang="en-US" altLang="zh-CN" baseline="30000" dirty="0" smtClean="0">
                <a:latin typeface="黑体" panose="02010609060101010101" pitchFamily="49" charset="-122"/>
                <a:ea typeface="黑体" panose="02010609060101010101" pitchFamily="49" charset="-122"/>
              </a:rPr>
              <a:t>1</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第一称量范围，允许有一个在小数点后第</a:t>
            </a:r>
            <a:r>
              <a:rPr lang="en-US" altLang="zh-CN" dirty="0" smtClean="0">
                <a:latin typeface="黑体" panose="02010609060101010101" pitchFamily="49" charset="-122"/>
                <a:ea typeface="黑体" panose="02010609060101010101" pitchFamily="49" charset="-122"/>
              </a:rPr>
              <a:t>3</a:t>
            </a:r>
            <a:r>
              <a:rPr lang="zh-CN" altLang="en-US" dirty="0" smtClean="0">
                <a:latin typeface="黑体" panose="02010609060101010101" pitchFamily="49" charset="-122"/>
                <a:ea typeface="黑体" panose="02010609060101010101" pitchFamily="49" charset="-122"/>
              </a:rPr>
              <a:t>位的无效零；</a:t>
            </a:r>
            <a:endParaRPr lang="en-US" altLang="zh-CN" dirty="0" smtClean="0">
              <a:latin typeface="黑体" panose="02010609060101010101" pitchFamily="49" charset="-122"/>
              <a:ea typeface="黑体" panose="02010609060101010101" pitchFamily="49" charset="-122"/>
            </a:endParaRPr>
          </a:p>
          <a:p>
            <a:pPr marL="361950" lvl="2" indent="0">
              <a:buNone/>
            </a:pPr>
            <a:r>
              <a:rPr lang="en-US" altLang="zh-CN" baseline="30000" dirty="0" smtClean="0">
                <a:latin typeface="黑体" panose="02010609060101010101" pitchFamily="49" charset="-122"/>
                <a:ea typeface="黑体" panose="02010609060101010101" pitchFamily="49" charset="-122"/>
              </a:rPr>
              <a:t>2 </a:t>
            </a:r>
            <a:r>
              <a:rPr lang="zh-CN" altLang="en-US" dirty="0" smtClean="0">
                <a:latin typeface="黑体" panose="02010609060101010101" pitchFamily="49" charset="-122"/>
                <a:ea typeface="黑体" panose="02010609060101010101" pitchFamily="49" charset="-122"/>
              </a:rPr>
              <a:t>与</a:t>
            </a:r>
            <a:r>
              <a:rPr lang="zh-CN" altLang="en-US" dirty="0">
                <a:latin typeface="黑体" panose="02010609060101010101" pitchFamily="49" charset="-122"/>
                <a:ea typeface="黑体" panose="02010609060101010101" pitchFamily="49" charset="-122"/>
              </a:rPr>
              <a:t>第一称量范围有相同的小数位，尽管有两个无效</a:t>
            </a:r>
            <a:r>
              <a:rPr lang="zh-CN" altLang="en-US" dirty="0" smtClean="0">
                <a:latin typeface="黑体" panose="02010609060101010101" pitchFamily="49" charset="-122"/>
                <a:ea typeface="黑体" panose="02010609060101010101" pitchFamily="49" charset="-122"/>
              </a:rPr>
              <a:t>零，或有无效零不在第</a:t>
            </a:r>
            <a:r>
              <a:rPr lang="en-US" altLang="zh-CN" dirty="0" smtClean="0">
                <a:latin typeface="黑体" panose="02010609060101010101" pitchFamily="49" charset="-122"/>
                <a:ea typeface="黑体" panose="02010609060101010101" pitchFamily="49" charset="-122"/>
              </a:rPr>
              <a:t>3</a:t>
            </a:r>
            <a:r>
              <a:rPr lang="zh-CN" altLang="en-US" dirty="0" smtClean="0">
                <a:latin typeface="黑体" panose="02010609060101010101" pitchFamily="49" charset="-122"/>
                <a:ea typeface="黑体" panose="02010609060101010101" pitchFamily="49" charset="-122"/>
              </a:rPr>
              <a:t>位；</a:t>
            </a:r>
            <a:endParaRPr lang="en-US" altLang="zh-CN" dirty="0" smtClean="0">
              <a:latin typeface="黑体" panose="02010609060101010101" pitchFamily="49" charset="-122"/>
              <a:ea typeface="黑体" panose="02010609060101010101" pitchFamily="49" charset="-122"/>
            </a:endParaRPr>
          </a:p>
          <a:p>
            <a:pPr marL="361950" lvl="2" indent="0">
              <a:buNone/>
            </a:pPr>
            <a:r>
              <a:rPr lang="en-US" altLang="zh-CN" baseline="30000" dirty="0" smtClean="0">
                <a:latin typeface="黑体" panose="02010609060101010101" pitchFamily="49" charset="-122"/>
                <a:ea typeface="黑体" panose="02010609060101010101" pitchFamily="49" charset="-122"/>
              </a:rPr>
              <a:t>3</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没有无效零，但小数点位置不变；</a:t>
            </a:r>
            <a:endParaRPr lang="en-US" altLang="zh-CN" dirty="0" smtClean="0">
              <a:latin typeface="黑体" panose="02010609060101010101" pitchFamily="49" charset="-122"/>
              <a:ea typeface="黑体" panose="02010609060101010101" pitchFamily="49" charset="-122"/>
            </a:endParaRPr>
          </a:p>
          <a:p>
            <a:pPr marL="361950" lvl="2" indent="0">
              <a:buNone/>
            </a:pPr>
            <a:endParaRPr lang="en-US" altLang="zh-CN" baseline="30000" dirty="0">
              <a:latin typeface="黑体" panose="02010609060101010101" pitchFamily="49" charset="-122"/>
              <a:ea typeface="黑体" panose="02010609060101010101" pitchFamily="49" charset="-122"/>
            </a:endParaRPr>
          </a:p>
          <a:p>
            <a:pPr marL="361950" lvl="2" indent="0">
              <a:buNone/>
            </a:pPr>
            <a:r>
              <a:rPr lang="zh-CN" altLang="en-US" b="1" dirty="0" smtClean="0">
                <a:latin typeface="黑体" panose="02010609060101010101" pitchFamily="49" charset="-122"/>
                <a:ea typeface="黑体" panose="02010609060101010101" pitchFamily="49" charset="-122"/>
              </a:rPr>
              <a:t>无效零要求仅适用于单一称量范围、第一局部称量范围和第一称量范围，因此通常采用其它称量范围格式不变（如格式</a:t>
            </a:r>
            <a:r>
              <a:rPr lang="en-US" altLang="zh-CN" b="1" dirty="0" smtClean="0">
                <a:latin typeface="黑体" panose="02010609060101010101" pitchFamily="49" charset="-122"/>
                <a:ea typeface="黑体" panose="02010609060101010101" pitchFamily="49" charset="-122"/>
              </a:rPr>
              <a:t>2</a:t>
            </a:r>
            <a:r>
              <a:rPr lang="zh-CN" altLang="en-US" b="1" dirty="0" smtClean="0">
                <a:latin typeface="黑体" panose="02010609060101010101" pitchFamily="49" charset="-122"/>
                <a:ea typeface="黑体" panose="02010609060101010101" pitchFamily="49" charset="-122"/>
              </a:rPr>
              <a:t>）</a:t>
            </a:r>
            <a:endParaRPr lang="en-US" altLang="zh-CN" b="1" dirty="0" smtClean="0">
              <a:latin typeface="黑体" panose="02010609060101010101" pitchFamily="49" charset="-122"/>
              <a:ea typeface="黑体" panose="02010609060101010101" pitchFamily="49" charset="-122"/>
            </a:endParaRPr>
          </a:p>
          <a:p>
            <a:pPr marL="361950" lvl="2" indent="457200">
              <a:buNone/>
            </a:pPr>
            <a:endParaRPr lang="en-US" altLang="zh-CN" dirty="0" smtClean="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17</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902370930"/>
              </p:ext>
            </p:extLst>
          </p:nvPr>
        </p:nvGraphicFramePr>
        <p:xfrm>
          <a:off x="764274" y="2422942"/>
          <a:ext cx="7765576" cy="1384782"/>
        </p:xfrm>
        <a:graphic>
          <a:graphicData uri="http://schemas.openxmlformats.org/drawingml/2006/table">
            <a:tbl>
              <a:tblPr firstRow="1" bandRow="1">
                <a:tableStyleId>{5C22544A-7EE6-4342-B048-85BDC9FD1C3A}</a:tableStyleId>
              </a:tblPr>
              <a:tblGrid>
                <a:gridCol w="1463889"/>
                <a:gridCol w="1031692"/>
                <a:gridCol w="1192023"/>
                <a:gridCol w="1359324"/>
                <a:gridCol w="1359324"/>
                <a:gridCol w="1359324"/>
              </a:tblGrid>
              <a:tr h="461594">
                <a:tc>
                  <a:txBody>
                    <a:bodyPr/>
                    <a:lstStyle/>
                    <a:p>
                      <a:r>
                        <a:rPr lang="en-US" altLang="zh-CN" sz="1400" dirty="0" smtClean="0"/>
                        <a:t>Maxi</a:t>
                      </a:r>
                      <a:endParaRPr lang="zh-CN" altLang="en-US" sz="1400" dirty="0"/>
                    </a:p>
                  </a:txBody>
                  <a:tcPr/>
                </a:tc>
                <a:tc>
                  <a:txBody>
                    <a:bodyPr/>
                    <a:lstStyle/>
                    <a:p>
                      <a:r>
                        <a:rPr lang="en-US" altLang="zh-CN" sz="1400" dirty="0" err="1" smtClean="0"/>
                        <a:t>e</a:t>
                      </a:r>
                      <a:r>
                        <a:rPr lang="en-US" altLang="zh-CN" sz="1400" baseline="-25000" dirty="0" err="1" smtClean="0"/>
                        <a:t>i</a:t>
                      </a:r>
                      <a:endParaRPr lang="zh-CN" altLang="en-US" sz="1400" baseline="-25000" dirty="0"/>
                    </a:p>
                  </a:txBody>
                  <a:tcPr/>
                </a:tc>
                <a:tc gridSpan="4">
                  <a:txBody>
                    <a:bodyPr/>
                    <a:lstStyle/>
                    <a:p>
                      <a:pPr algn="ctr"/>
                      <a:r>
                        <a:rPr lang="zh-CN" altLang="en-US" sz="1600" dirty="0" smtClean="0"/>
                        <a:t>允许的示值格式</a:t>
                      </a:r>
                      <a:endParaRPr lang="zh-CN" altLang="en-US" sz="1600" dirty="0"/>
                    </a:p>
                  </a:txBody>
                  <a:tcPr anchor="ctr"/>
                </a:tc>
                <a:tc hMerge="1">
                  <a:txBody>
                    <a:bodyPr/>
                    <a:lstStyle/>
                    <a:p>
                      <a:endParaRPr lang="zh-CN" altLang="en-US" sz="1400" dirty="0"/>
                    </a:p>
                  </a:txBody>
                  <a:tcPr/>
                </a:tc>
                <a:tc hMerge="1">
                  <a:txBody>
                    <a:bodyPr/>
                    <a:lstStyle/>
                    <a:p>
                      <a:endParaRPr lang="zh-CN" altLang="en-US" sz="1400" dirty="0"/>
                    </a:p>
                  </a:txBody>
                  <a:tcPr/>
                </a:tc>
                <a:tc hMerge="1">
                  <a:txBody>
                    <a:bodyPr/>
                    <a:lstStyle/>
                    <a:p>
                      <a:endParaRPr lang="zh-CN" altLang="en-US" sz="1400" dirty="0"/>
                    </a:p>
                  </a:txBody>
                  <a:tcPr/>
                </a:tc>
              </a:tr>
              <a:tr h="461594">
                <a:tc>
                  <a:txBody>
                    <a:bodyPr/>
                    <a:lstStyle/>
                    <a:p>
                      <a:r>
                        <a:rPr lang="en-US" altLang="zh-CN" sz="1400" dirty="0" smtClean="0"/>
                        <a:t>Max1 = 150kg</a:t>
                      </a:r>
                      <a:endParaRPr lang="zh-CN" altLang="en-US" sz="1400" dirty="0"/>
                    </a:p>
                  </a:txBody>
                  <a:tcPr/>
                </a:tc>
                <a:tc>
                  <a:txBody>
                    <a:bodyPr/>
                    <a:lstStyle/>
                    <a:p>
                      <a:r>
                        <a:rPr lang="en-US" altLang="zh-CN" sz="1400" dirty="0" smtClean="0"/>
                        <a:t>e</a:t>
                      </a:r>
                      <a:r>
                        <a:rPr lang="en-US" altLang="zh-CN" sz="1400" baseline="-25000" dirty="0" smtClean="0"/>
                        <a:t>1</a:t>
                      </a:r>
                      <a:r>
                        <a:rPr lang="en-US" altLang="zh-CN" sz="1400" dirty="0" smtClean="0"/>
                        <a:t> = 50g</a:t>
                      </a:r>
                      <a:endParaRPr lang="zh-CN" altLang="en-US" sz="1400" dirty="0"/>
                    </a:p>
                  </a:txBody>
                  <a:tcPr/>
                </a:tc>
                <a:tc>
                  <a:txBody>
                    <a:bodyPr/>
                    <a:lstStyle/>
                    <a:p>
                      <a:r>
                        <a:rPr lang="en-US" altLang="zh-CN" sz="1400" dirty="0" smtClean="0"/>
                        <a:t>xxx.050kg </a:t>
                      </a:r>
                      <a:r>
                        <a:rPr lang="en-US" altLang="zh-CN" sz="1400" baseline="30000" dirty="0" smtClean="0"/>
                        <a:t>1</a:t>
                      </a:r>
                      <a:endParaRPr lang="zh-CN" altLang="en-US" sz="1400" dirty="0"/>
                    </a:p>
                  </a:txBody>
                  <a:tcPr anchor="ctr"/>
                </a:tc>
                <a:tc>
                  <a:txBody>
                    <a:bodyPr/>
                    <a:lstStyle/>
                    <a:p>
                      <a:r>
                        <a:rPr lang="en-US" altLang="zh-CN" sz="1400" dirty="0" smtClean="0"/>
                        <a:t>xxx.050kg</a:t>
                      </a:r>
                      <a:endParaRPr lang="zh-CN" altLang="en-US" sz="1400" dirty="0"/>
                    </a:p>
                  </a:txBody>
                  <a:tcPr anchor="ctr"/>
                </a:tc>
                <a:tc>
                  <a:txBody>
                    <a:bodyPr/>
                    <a:lstStyle/>
                    <a:p>
                      <a:r>
                        <a:rPr lang="en-US" altLang="zh-CN" sz="1400" dirty="0" smtClean="0"/>
                        <a:t>xxx.05kg</a:t>
                      </a:r>
                      <a:endParaRPr lang="zh-CN" altLang="en-US" sz="1400" dirty="0"/>
                    </a:p>
                  </a:txBody>
                  <a:tcPr anchor="ctr"/>
                </a:tc>
                <a:tc>
                  <a:txBody>
                    <a:bodyPr/>
                    <a:lstStyle/>
                    <a:p>
                      <a:r>
                        <a:rPr lang="en-US" altLang="zh-CN" sz="1400" dirty="0" smtClean="0"/>
                        <a:t>xxx.05kg</a:t>
                      </a:r>
                    </a:p>
                  </a:txBody>
                  <a:tcPr anchor="ctr"/>
                </a:tc>
              </a:tr>
              <a:tr h="461594">
                <a:tc>
                  <a:txBody>
                    <a:bodyPr/>
                    <a:lstStyle/>
                    <a:p>
                      <a:r>
                        <a:rPr lang="en-US" altLang="zh-CN" sz="1400" dirty="0" smtClean="0"/>
                        <a:t>Max2 = 300kg</a:t>
                      </a:r>
                      <a:endParaRPr lang="zh-CN" altLang="en-US" sz="1400" dirty="0"/>
                    </a:p>
                  </a:txBody>
                  <a:tcPr/>
                </a:tc>
                <a:tc>
                  <a:txBody>
                    <a:bodyPr/>
                    <a:lstStyle/>
                    <a:p>
                      <a:r>
                        <a:rPr lang="en-US" altLang="zh-CN" sz="1400" dirty="0" smtClean="0"/>
                        <a:t>e</a:t>
                      </a:r>
                      <a:r>
                        <a:rPr lang="en-US" altLang="zh-CN" sz="1400" baseline="-25000" dirty="0" smtClean="0"/>
                        <a:t>2</a:t>
                      </a:r>
                      <a:r>
                        <a:rPr lang="en-US" altLang="zh-CN" sz="1400" dirty="0" smtClean="0"/>
                        <a:t>=100g</a:t>
                      </a:r>
                      <a:endParaRPr lang="zh-CN" altLang="en-US" sz="1400" dirty="0"/>
                    </a:p>
                  </a:txBody>
                  <a:tcPr/>
                </a:tc>
                <a:tc>
                  <a:txBody>
                    <a:bodyPr/>
                    <a:lstStyle/>
                    <a:p>
                      <a:r>
                        <a:rPr lang="en-US" altLang="zh-CN" sz="1400" dirty="0" smtClean="0"/>
                        <a:t>xxx.100kg </a:t>
                      </a:r>
                      <a:r>
                        <a:rPr lang="en-US" altLang="zh-CN" sz="1400" baseline="30000" dirty="0" smtClean="0"/>
                        <a:t>2</a:t>
                      </a:r>
                      <a:endParaRPr lang="zh-CN" altLang="en-US" sz="1400" baseline="30000" dirty="0"/>
                    </a:p>
                  </a:txBody>
                  <a:tcPr anchor="ctr"/>
                </a:tc>
                <a:tc>
                  <a:txBody>
                    <a:bodyPr/>
                    <a:lstStyle/>
                    <a:p>
                      <a:r>
                        <a:rPr lang="en-US" altLang="zh-CN" sz="1400" dirty="0" smtClean="0"/>
                        <a:t>xxx.1    kg </a:t>
                      </a:r>
                      <a:r>
                        <a:rPr lang="en-US" altLang="zh-CN" sz="1400" baseline="30000" dirty="0" smtClean="0"/>
                        <a:t>3</a:t>
                      </a:r>
                      <a:endParaRPr lang="zh-CN" altLang="en-US" sz="1400" baseline="30000" dirty="0"/>
                    </a:p>
                  </a:txBody>
                  <a:tcPr anchor="ctr"/>
                </a:tc>
                <a:tc>
                  <a:txBody>
                    <a:bodyPr/>
                    <a:lstStyle/>
                    <a:p>
                      <a:r>
                        <a:rPr lang="en-US" altLang="zh-CN" sz="1400" dirty="0" smtClean="0"/>
                        <a:t>xxx.10kg </a:t>
                      </a:r>
                      <a:r>
                        <a:rPr lang="en-US" altLang="zh-CN" sz="1400" baseline="30000" dirty="0" smtClean="0"/>
                        <a:t>2</a:t>
                      </a:r>
                      <a:endParaRPr lang="zh-CN" altLang="en-US" sz="1400" baseline="30000" dirty="0"/>
                    </a:p>
                  </a:txBody>
                  <a:tcPr anchor="ctr"/>
                </a:tc>
                <a:tc>
                  <a:txBody>
                    <a:bodyPr/>
                    <a:lstStyle/>
                    <a:p>
                      <a:r>
                        <a:rPr lang="en-US" altLang="zh-CN" sz="1400" dirty="0" smtClean="0"/>
                        <a:t>xxx.1  kg </a:t>
                      </a:r>
                      <a:r>
                        <a:rPr lang="en-US" altLang="zh-CN" sz="1400" baseline="30000" dirty="0" smtClean="0"/>
                        <a:t>3</a:t>
                      </a:r>
                    </a:p>
                  </a:txBody>
                  <a:tcPr anchor="ctr"/>
                </a:tc>
              </a:tr>
            </a:tbl>
          </a:graphicData>
        </a:graphic>
      </p:graphicFrame>
    </p:spTree>
    <p:extLst>
      <p:ext uri="{BB962C8B-B14F-4D97-AF65-F5344CB8AC3E}">
        <p14:creationId xmlns:p14="http://schemas.microsoft.com/office/powerpoint/2010/main" val="4215112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3" end="13"/>
                                            </p:txEl>
                                          </p:spTgt>
                                        </p:tgtEl>
                                        <p:attrNameLst>
                                          <p:attrName>style.visibility</p:attrName>
                                        </p:attrNameLst>
                                      </p:cBhvr>
                                      <p:to>
                                        <p:strVal val="visible"/>
                                      </p:to>
                                    </p:set>
                                    <p:animEffect transition="in" filter="fade">
                                      <p:cBhvr>
                                        <p:cTn id="7" dur="1000"/>
                                        <p:tgtEl>
                                          <p:spTgt spid="4">
                                            <p:txEl>
                                              <p:pRg st="13" end="13"/>
                                            </p:txEl>
                                          </p:spTgt>
                                        </p:tgtEl>
                                      </p:cBhvr>
                                    </p:animEffect>
                                    <p:anim calcmode="lin" valueType="num">
                                      <p:cBhvr>
                                        <p:cTn id="8"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通用要求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结构要求 </a:t>
            </a:r>
            <a:r>
              <a:rPr lang="en-US" altLang="zh-CN" dirty="0" smtClean="0">
                <a:ea typeface="黑体" panose="02010609060101010101" pitchFamily="49" charset="-122"/>
              </a:rPr>
              <a:t>- </a:t>
            </a:r>
            <a:r>
              <a:rPr lang="zh-CN" altLang="en-US" sz="1400" dirty="0" smtClean="0">
                <a:ea typeface="黑体" panose="02010609060101010101" pitchFamily="49" charset="-122"/>
              </a:rPr>
              <a:t>指示</a:t>
            </a:r>
            <a:endParaRPr lang="zh-CN" altLang="en-US" sz="1400"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18</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graphicFrame>
        <p:nvGraphicFramePr>
          <p:cNvPr id="10" name="内容占位符 9"/>
          <p:cNvGraphicFramePr>
            <a:graphicFrameLocks noGrp="1"/>
          </p:cNvGraphicFramePr>
          <p:nvPr>
            <p:ph idx="1"/>
            <p:extLst>
              <p:ext uri="{D42A27DB-BD31-4B8C-83A1-F6EECF244321}">
                <p14:modId xmlns:p14="http://schemas.microsoft.com/office/powerpoint/2010/main" val="2507000395"/>
              </p:ext>
            </p:extLst>
          </p:nvPr>
        </p:nvGraphicFramePr>
        <p:xfrm>
          <a:off x="395288" y="1485900"/>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p:cNvSpPr txBox="1"/>
          <p:nvPr/>
        </p:nvSpPr>
        <p:spPr>
          <a:xfrm>
            <a:off x="3330053" y="4858592"/>
            <a:ext cx="5404299" cy="1359346"/>
          </a:xfrm>
          <a:prstGeom prst="rect">
            <a:avLst/>
          </a:prstGeom>
          <a:solidFill>
            <a:schemeClr val="tx1"/>
          </a:solidFill>
        </p:spPr>
        <p:style>
          <a:lnRef idx="2">
            <a:schemeClr val="dk1"/>
          </a:lnRef>
          <a:fillRef idx="1">
            <a:schemeClr val="lt1"/>
          </a:fillRef>
          <a:effectRef idx="0">
            <a:schemeClr val="dk1"/>
          </a:effectRef>
          <a:fontRef idx="minor">
            <a:schemeClr val="dk1"/>
          </a:fontRef>
        </p:style>
        <p:txBody>
          <a:bodyPr wrap="square" lIns="0" tIns="0" rIns="0" bIns="0" rtlCol="0">
            <a:spAutoFit/>
          </a:bodyPr>
          <a:lstStyle/>
          <a:p>
            <a:pPr>
              <a:spcBef>
                <a:spcPts val="400"/>
              </a:spcBef>
              <a:spcAft>
                <a:spcPts val="600"/>
              </a:spcAft>
              <a:buClr>
                <a:schemeClr val="accent1"/>
              </a:buClr>
            </a:pPr>
            <a:r>
              <a:rPr lang="zh-CN" altLang="en-US" sz="1600" dirty="0" smtClean="0">
                <a:solidFill>
                  <a:schemeClr val="bg1"/>
                </a:solidFill>
                <a:latin typeface="黑体" panose="02010609060101010101" pitchFamily="49" charset="-122"/>
                <a:ea typeface="黑体" panose="02010609060101010101" pitchFamily="49" charset="-122"/>
              </a:rPr>
              <a:t>示值极限不是最大称量范围</a:t>
            </a:r>
            <a:r>
              <a:rPr lang="en-US" altLang="zh-CN" sz="1600" dirty="0" smtClean="0">
                <a:solidFill>
                  <a:schemeClr val="bg1"/>
                </a:solidFill>
                <a:latin typeface="黑体" panose="02010609060101010101" pitchFamily="49" charset="-122"/>
                <a:ea typeface="黑体" panose="02010609060101010101" pitchFamily="49" charset="-122"/>
              </a:rPr>
              <a:t>Max</a:t>
            </a:r>
            <a:r>
              <a:rPr lang="zh-CN" altLang="en-US" sz="1600" dirty="0" smtClean="0">
                <a:solidFill>
                  <a:schemeClr val="bg1"/>
                </a:solidFill>
                <a:latin typeface="黑体" panose="02010609060101010101" pitchFamily="49" charset="-122"/>
                <a:ea typeface="黑体" panose="02010609060101010101" pitchFamily="49" charset="-122"/>
              </a:rPr>
              <a:t>，给出最大指示范围是考虑在允许误差范围内的示值能被正常指示。因此在很多规定相对最大称量的描述应以</a:t>
            </a:r>
            <a:r>
              <a:rPr lang="en-US" altLang="zh-CN" sz="1600" dirty="0" smtClean="0">
                <a:solidFill>
                  <a:schemeClr val="bg1"/>
                </a:solidFill>
                <a:latin typeface="黑体" panose="02010609060101010101" pitchFamily="49" charset="-122"/>
                <a:ea typeface="黑体" panose="02010609060101010101" pitchFamily="49" charset="-122"/>
              </a:rPr>
              <a:t>Max</a:t>
            </a:r>
            <a:r>
              <a:rPr lang="zh-CN" altLang="en-US" sz="1600" dirty="0" smtClean="0">
                <a:solidFill>
                  <a:schemeClr val="bg1"/>
                </a:solidFill>
                <a:latin typeface="黑体" panose="02010609060101010101" pitchFamily="49" charset="-122"/>
                <a:ea typeface="黑体" panose="02010609060101010101" pitchFamily="49" charset="-122"/>
              </a:rPr>
              <a:t>为准而不是</a:t>
            </a:r>
            <a:r>
              <a:rPr lang="en-US" altLang="zh-CN" sz="1600" dirty="0" smtClean="0">
                <a:solidFill>
                  <a:schemeClr val="bg1"/>
                </a:solidFill>
                <a:latin typeface="黑体" panose="02010609060101010101" pitchFamily="49" charset="-122"/>
                <a:ea typeface="黑体" panose="02010609060101010101" pitchFamily="49" charset="-122"/>
              </a:rPr>
              <a:t>Max + </a:t>
            </a:r>
            <a:r>
              <a:rPr lang="zh-CN" altLang="en-US" sz="1600" dirty="0" smtClean="0">
                <a:solidFill>
                  <a:schemeClr val="bg1"/>
                </a:solidFill>
                <a:latin typeface="黑体" panose="02010609060101010101" pitchFamily="49" charset="-122"/>
                <a:ea typeface="黑体" panose="02010609060101010101" pitchFamily="49" charset="-122"/>
              </a:rPr>
              <a:t>？</a:t>
            </a:r>
            <a:r>
              <a:rPr lang="en-US" altLang="zh-CN" sz="1600" dirty="0" smtClean="0">
                <a:solidFill>
                  <a:schemeClr val="bg1"/>
                </a:solidFill>
                <a:latin typeface="黑体" panose="02010609060101010101" pitchFamily="49" charset="-122"/>
                <a:ea typeface="黑体" panose="02010609060101010101" pitchFamily="49" charset="-122"/>
              </a:rPr>
              <a:t>e</a:t>
            </a:r>
            <a:r>
              <a:rPr lang="zh-CN" altLang="en-US" sz="1600" dirty="0" smtClean="0">
                <a:solidFill>
                  <a:schemeClr val="bg1"/>
                </a:solidFill>
                <a:latin typeface="黑体" panose="02010609060101010101" pitchFamily="49" charset="-122"/>
                <a:ea typeface="黑体" panose="02010609060101010101" pitchFamily="49" charset="-122"/>
              </a:rPr>
              <a:t>。例如除皮范围最大值不大于最大称量范围（</a:t>
            </a:r>
            <a:r>
              <a:rPr lang="en-US" altLang="zh-CN" sz="1600" dirty="0" smtClean="0">
                <a:solidFill>
                  <a:schemeClr val="bg1"/>
                </a:solidFill>
                <a:latin typeface="黑体" panose="02010609060101010101" pitchFamily="49" charset="-122"/>
                <a:ea typeface="黑体" panose="02010609060101010101" pitchFamily="49" charset="-122"/>
              </a:rPr>
              <a:t>Max</a:t>
            </a:r>
            <a:r>
              <a:rPr lang="zh-CN" altLang="en-US" sz="1600" dirty="0" smtClean="0">
                <a:solidFill>
                  <a:schemeClr val="bg1"/>
                </a:solidFill>
                <a:latin typeface="黑体" panose="02010609060101010101" pitchFamily="49" charset="-122"/>
                <a:ea typeface="黑体" panose="02010609060101010101" pitchFamily="49" charset="-122"/>
              </a:rPr>
              <a:t>）。</a:t>
            </a:r>
            <a:endParaRPr lang="en-US" altLang="zh-CN" sz="1600" dirty="0" smtClean="0">
              <a:solidFill>
                <a:schemeClr val="bg1"/>
              </a:solidFill>
              <a:latin typeface="黑体" panose="02010609060101010101" pitchFamily="49" charset="-122"/>
              <a:ea typeface="黑体" panose="02010609060101010101" pitchFamily="49" charset="-122"/>
            </a:endParaRPr>
          </a:p>
          <a:p>
            <a:pPr>
              <a:spcBef>
                <a:spcPts val="400"/>
              </a:spcBef>
              <a:spcAft>
                <a:spcPts val="600"/>
              </a:spcAft>
              <a:buClr>
                <a:schemeClr val="accent1"/>
              </a:buClr>
            </a:pPr>
            <a:endParaRPr lang="zh-CN" altLang="en-US" sz="1600" dirty="0" smtClean="0">
              <a:solidFill>
                <a:schemeClr val="bg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1309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通用要求</a:t>
            </a:r>
            <a:endParaRPr lang="zh-CN" altLang="en-US" dirty="0"/>
          </a:p>
        </p:txBody>
      </p:sp>
      <p:sp>
        <p:nvSpPr>
          <p:cNvPr id="3" name="标题 2"/>
          <p:cNvSpPr>
            <a:spLocks noGrp="1"/>
          </p:cNvSpPr>
          <p:nvPr>
            <p:ph type="title" idx="99"/>
          </p:nvPr>
        </p:nvSpPr>
        <p:spPr/>
        <p:txBody>
          <a:bodyPr/>
          <a:lstStyle/>
          <a:p>
            <a:r>
              <a:rPr lang="zh-CN" altLang="en-US" dirty="0" smtClean="0"/>
              <a:t>结构要求 </a:t>
            </a:r>
            <a:r>
              <a:rPr lang="en-US" altLang="zh-CN" dirty="0" smtClean="0"/>
              <a:t>- </a:t>
            </a:r>
            <a:r>
              <a:rPr lang="zh-CN" altLang="en-US" sz="1400" dirty="0" smtClean="0"/>
              <a:t>指示</a:t>
            </a:r>
            <a:endParaRPr lang="zh-CN" altLang="en-US" sz="1400" dirty="0"/>
          </a:p>
        </p:txBody>
      </p:sp>
      <p:sp>
        <p:nvSpPr>
          <p:cNvPr id="5" name="灯片编号占位符 4"/>
          <p:cNvSpPr>
            <a:spLocks noGrp="1"/>
          </p:cNvSpPr>
          <p:nvPr>
            <p:ph type="sldNum" sz="quarter" idx="100"/>
          </p:nvPr>
        </p:nvSpPr>
        <p:spPr/>
        <p:txBody>
          <a:bodyPr/>
          <a:lstStyle/>
          <a:p>
            <a:fld id="{2B2B68EE-DD1E-4368-AFCE-24A50EC7BF18}" type="slidenum">
              <a:rPr lang="en-US" smtClean="0"/>
              <a:pPr/>
              <a:t>19</a:t>
            </a:fld>
            <a:endParaRPr lang="en-US" dirty="0"/>
          </a:p>
        </p:txBody>
      </p:sp>
      <p:sp>
        <p:nvSpPr>
          <p:cNvPr id="6" name="页脚占位符 5"/>
          <p:cNvSpPr>
            <a:spLocks noGrp="1"/>
          </p:cNvSpPr>
          <p:nvPr>
            <p:ph type="ftr" sz="quarter" idx="101"/>
          </p:nvPr>
        </p:nvSpPr>
        <p:spPr/>
        <p:txBody>
          <a:bodyPr/>
          <a:lstStyle/>
          <a:p>
            <a:r>
              <a:rPr lang="en-US" smtClean="0"/>
              <a:t>For internal use - Confidential</a:t>
            </a:r>
            <a:endParaRPr lang="en-US" dirty="0"/>
          </a:p>
        </p:txBody>
      </p:sp>
      <p:graphicFrame>
        <p:nvGraphicFramePr>
          <p:cNvPr id="9" name="内容占位符 8"/>
          <p:cNvGraphicFramePr>
            <a:graphicFrameLocks noGrp="1"/>
          </p:cNvGraphicFramePr>
          <p:nvPr>
            <p:ph idx="1"/>
            <p:extLst>
              <p:ext uri="{D42A27DB-BD31-4B8C-83A1-F6EECF244321}">
                <p14:modId xmlns:p14="http://schemas.microsoft.com/office/powerpoint/2010/main" val="4216478571"/>
              </p:ext>
            </p:extLst>
          </p:nvPr>
        </p:nvGraphicFramePr>
        <p:xfrm>
          <a:off x="395288" y="1485900"/>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3099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通用要求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其它</a:t>
            </a:r>
            <a:endParaRPr lang="zh-CN" altLang="en-US" dirty="0">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dirty="0" smtClean="0">
                <a:latin typeface="+mj-lt"/>
                <a:ea typeface="黑体" panose="02010609060101010101" pitchFamily="49" charset="-122"/>
              </a:rPr>
              <a:t>打印必须在平衡稳定时有效。</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计价衡器的付款金额误差不大于检定分度值与单价的积。</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计价衡器的累计必须提供全部被累计的交易信息。</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价格标签衡器不允许打印最小称量以下的标签。这里的价格标签不是一般标签，而是指符合国家预包装产品上标签信息的要求</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尽管我们要求载荷变化后示值必须在</a:t>
            </a:r>
            <a:r>
              <a:rPr lang="en-US" altLang="zh-CN" dirty="0" smtClean="0">
                <a:latin typeface="+mj-lt"/>
                <a:ea typeface="黑体" panose="02010609060101010101" pitchFamily="49" charset="-122"/>
              </a:rPr>
              <a:t>1s</a:t>
            </a:r>
            <a:r>
              <a:rPr lang="zh-CN" altLang="en-US" dirty="0" smtClean="0">
                <a:latin typeface="+mj-lt"/>
                <a:ea typeface="黑体" panose="02010609060101010101" pitchFamily="49" charset="-122"/>
              </a:rPr>
              <a:t>内发生变化，但零售商用衡器当重量稳定，单价输入后</a:t>
            </a:r>
            <a:r>
              <a:rPr lang="zh-CN" altLang="en-US" dirty="0">
                <a:latin typeface="+mj-lt"/>
                <a:ea typeface="黑体" panose="02010609060101010101" pitchFamily="49" charset="-122"/>
              </a:rPr>
              <a:t>无论对衡器做何种</a:t>
            </a:r>
            <a:r>
              <a:rPr lang="zh-CN" altLang="en-US" dirty="0" smtClean="0">
                <a:latin typeface="+mj-lt"/>
                <a:ea typeface="黑体" panose="02010609060101010101" pitchFamily="49" charset="-122"/>
              </a:rPr>
              <a:t>操作，其计算结果至少能显示</a:t>
            </a:r>
            <a:r>
              <a:rPr lang="en-US" altLang="zh-CN" dirty="0" smtClean="0">
                <a:latin typeface="+mj-lt"/>
                <a:ea typeface="黑体" panose="02010609060101010101" pitchFamily="49" charset="-122"/>
              </a:rPr>
              <a:t>1s</a:t>
            </a:r>
            <a:r>
              <a:rPr lang="zh-CN" altLang="en-US" dirty="0" smtClean="0">
                <a:latin typeface="+mj-lt"/>
                <a:ea typeface="黑体" panose="02010609060101010101" pitchFamily="49" charset="-122"/>
              </a:rPr>
              <a:t>。尽管如此，当卸去载荷示值为零后，计算金额的显示时间应不大于</a:t>
            </a:r>
            <a:r>
              <a:rPr lang="en-US" altLang="zh-CN" dirty="0" smtClean="0">
                <a:latin typeface="+mj-lt"/>
                <a:ea typeface="黑体" panose="02010609060101010101" pitchFamily="49" charset="-122"/>
              </a:rPr>
              <a:t>3s</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179387" lvl="1" indent="457200">
              <a:spcAft>
                <a:spcPts val="1200"/>
              </a:spcAft>
              <a:buNone/>
            </a:pPr>
            <a:endParaRPr lang="en-US" altLang="zh-CN" dirty="0" smtClean="0">
              <a:latin typeface="+mj-lt"/>
              <a:ea typeface="黑体" panose="02010609060101010101" pitchFamily="49" charset="-122"/>
            </a:endParaRPr>
          </a:p>
          <a:p>
            <a:pPr marL="179387" lvl="1" indent="457200">
              <a:spcAft>
                <a:spcPts val="1200"/>
              </a:spcAft>
              <a:buNone/>
            </a:pPr>
            <a:r>
              <a:rPr lang="en-US" altLang="zh-CN" dirty="0" smtClean="0">
                <a:latin typeface="+mj-lt"/>
                <a:ea typeface="黑体" panose="02010609060101010101" pitchFamily="49" charset="-122"/>
              </a:rPr>
              <a:t>                                           </a:t>
            </a:r>
            <a:endParaRPr lang="en-US" altLang="zh-CN" dirty="0">
              <a:latin typeface="+mj-lt"/>
              <a:ea typeface="黑体" panose="02010609060101010101" pitchFamily="49" charset="-122"/>
            </a:endParaRPr>
          </a:p>
          <a:p>
            <a:pPr marL="179387" lvl="1" indent="457200">
              <a:spcAft>
                <a:spcPts val="1200"/>
              </a:spcAft>
              <a:buNone/>
            </a:pP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如适用，计数计价应明显区别于计重计价。两种模式必须互锁。</a:t>
            </a:r>
            <a:endParaRPr lang="en-US" altLang="zh-CN" dirty="0" smtClean="0">
              <a:latin typeface="+mj-lt"/>
              <a:ea typeface="黑体" panose="02010609060101010101" pitchFamily="49" charset="-122"/>
            </a:endParaRPr>
          </a:p>
          <a:p>
            <a:pPr marL="179387" lvl="1" indent="457200">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20</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pic>
        <p:nvPicPr>
          <p:cNvPr id="1026" name="Picture 2" descr="C:\Users\wang-53\Downloads\MT图片和剪贴画库\RET\FreshBase C NWK DIAGONAL_Internet_44034.jpg">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21118" y="4255718"/>
            <a:ext cx="1476000" cy="100679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C:\Users\wang-53\Downloads\MT图片和剪贴画库\RET\FreshBase C NWK DIAGONAL_Internet_44034.jpg">
            <a:hlinkClick r:id="rId4"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12516" y="4266684"/>
            <a:ext cx="1476000" cy="1006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2784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黑体" panose="02010609060101010101" pitchFamily="49" charset="-122"/>
              </a:rPr>
              <a:t>Key Point</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endParaRPr lang="zh-CN" altLang="en-US">
              <a:ea typeface="黑体" panose="02010609060101010101" pitchFamily="49" charset="-122"/>
            </a:endParaRPr>
          </a:p>
        </p:txBody>
      </p:sp>
      <p:sp>
        <p:nvSpPr>
          <p:cNvPr id="4" name="内容占位符 3"/>
          <p:cNvSpPr>
            <a:spLocks noGrp="1"/>
          </p:cNvSpPr>
          <p:nvPr>
            <p:ph idx="1"/>
          </p:nvPr>
        </p:nvSpPr>
        <p:spPr/>
        <p:txBody>
          <a:bodyPr/>
          <a:lstStyle/>
          <a:p>
            <a:r>
              <a:rPr lang="en-US" altLang="zh-CN" dirty="0" smtClean="0">
                <a:latin typeface="+mj-lt"/>
                <a:ea typeface="黑体" panose="02010609060101010101" pitchFamily="49" charset="-122"/>
              </a:rPr>
              <a:t>R76</a:t>
            </a:r>
            <a:r>
              <a:rPr lang="zh-CN" altLang="en-US" dirty="0" smtClean="0">
                <a:latin typeface="+mj-lt"/>
                <a:ea typeface="黑体" panose="02010609060101010101" pitchFamily="49" charset="-122"/>
              </a:rPr>
              <a:t>中衡器的安全是指：</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计量性能安全</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法制功能安全</a:t>
            </a:r>
            <a:endParaRPr lang="en-US" altLang="zh-CN" dirty="0" smtClean="0">
              <a:latin typeface="+mj-lt"/>
              <a:ea typeface="黑体" panose="02010609060101010101" pitchFamily="49" charset="-122"/>
            </a:endParaRPr>
          </a:p>
          <a:p>
            <a:pPr marL="357188" lvl="2" indent="0">
              <a:buNone/>
            </a:pPr>
            <a:r>
              <a:rPr lang="zh-CN" altLang="en-US" dirty="0" smtClean="0">
                <a:latin typeface="+mj-lt"/>
                <a:ea typeface="黑体" panose="02010609060101010101" pitchFamily="49" charset="-122"/>
              </a:rPr>
              <a:t>即：能防止偶然和有意的修改</a:t>
            </a:r>
            <a:endParaRPr lang="en-US" altLang="zh-CN" dirty="0" smtClean="0">
              <a:latin typeface="+mj-lt"/>
              <a:ea typeface="黑体" panose="02010609060101010101" pitchFamily="49" charset="-122"/>
            </a:endParaRPr>
          </a:p>
          <a:p>
            <a:pPr lvl="2"/>
            <a:endParaRPr lang="en-US" altLang="zh-CN" dirty="0">
              <a:latin typeface="+mj-lt"/>
              <a:ea typeface="黑体" panose="02010609060101010101" pitchFamily="49" charset="-122"/>
            </a:endParaRPr>
          </a:p>
          <a:p>
            <a:r>
              <a:rPr lang="zh-CN" altLang="en-US" dirty="0" smtClean="0">
                <a:latin typeface="+mj-lt"/>
                <a:ea typeface="黑体" panose="02010609060101010101" pitchFamily="49" charset="-122"/>
              </a:rPr>
              <a:t>为实现性能和功能安全采取的措施是统称为铅封，作为铅封装置的两个特点是：</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铅封在没有被破坏前，衡器的性能和功能是安全的，不可能被修改；</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铅封被破坏后的状态时明显的，易于被发现。</a:t>
            </a:r>
            <a:r>
              <a:rPr lang="en-US" altLang="zh-CN" dirty="0" smtClean="0">
                <a:latin typeface="+mj-lt"/>
                <a:ea typeface="黑体" panose="02010609060101010101" pitchFamily="49" charset="-122"/>
              </a:rPr>
              <a:t/>
            </a:r>
            <a:br>
              <a:rPr lang="en-US" altLang="zh-CN" dirty="0" smtClean="0">
                <a:latin typeface="+mj-lt"/>
                <a:ea typeface="黑体" panose="02010609060101010101" pitchFamily="49" charset="-122"/>
              </a:rPr>
            </a:br>
            <a:r>
              <a:rPr lang="zh-CN" altLang="en-US" dirty="0" smtClean="0">
                <a:latin typeface="+mj-lt"/>
                <a:ea typeface="黑体" panose="02010609060101010101" pitchFamily="49" charset="-122"/>
              </a:rPr>
              <a:t>打开铅封后其称量结果不具有法定地位，即称量结果不能作为</a:t>
            </a:r>
            <a:r>
              <a:rPr lang="en-US" altLang="zh-CN" dirty="0" smtClean="0">
                <a:latin typeface="+mj-lt"/>
                <a:ea typeface="黑体" panose="02010609060101010101" pitchFamily="49" charset="-122"/>
              </a:rPr>
              <a:t>LFT</a:t>
            </a:r>
            <a:r>
              <a:rPr lang="zh-CN" altLang="en-US" dirty="0" smtClean="0">
                <a:latin typeface="+mj-lt"/>
                <a:ea typeface="黑体" panose="02010609060101010101" pitchFamily="49" charset="-122"/>
              </a:rPr>
              <a:t>应用。</a:t>
            </a:r>
            <a:endParaRPr lang="en-US" altLang="zh-CN" dirty="0" smtClean="0">
              <a:latin typeface="+mj-lt"/>
              <a:ea typeface="黑体" panose="02010609060101010101" pitchFamily="49" charset="-122"/>
            </a:endParaRPr>
          </a:p>
          <a:p>
            <a:pPr lvl="2"/>
            <a:endParaRPr lang="en-US" altLang="zh-CN" dirty="0">
              <a:latin typeface="+mj-lt"/>
              <a:ea typeface="黑体" panose="02010609060101010101" pitchFamily="49" charset="-122"/>
            </a:endParaRPr>
          </a:p>
          <a:p>
            <a:r>
              <a:rPr lang="zh-CN" altLang="en-US" dirty="0" smtClean="0">
                <a:latin typeface="+mj-lt"/>
                <a:ea typeface="黑体" panose="02010609060101010101" pitchFamily="49" charset="-122"/>
              </a:rPr>
              <a:t>不具有欺诈性使用含意，铅封后：</a:t>
            </a:r>
            <a:endParaRPr lang="en-US" altLang="zh-CN" dirty="0" smtClean="0">
              <a:latin typeface="+mj-lt"/>
              <a:ea typeface="黑体" panose="02010609060101010101" pitchFamily="49" charset="-122"/>
            </a:endParaRPr>
          </a:p>
          <a:p>
            <a:pPr lvl="2"/>
            <a:r>
              <a:rPr lang="zh-CN" altLang="en-US" dirty="0" smtClean="0">
                <a:latin typeface="黑体" panose="02010609060101010101" pitchFamily="49" charset="-122"/>
                <a:ea typeface="黑体" panose="02010609060101010101" pitchFamily="49" charset="-122"/>
              </a:rPr>
              <a:t>正常使用</a:t>
            </a:r>
            <a:r>
              <a:rPr lang="zh-CN" altLang="en-US" dirty="0">
                <a:latin typeface="黑体" panose="02010609060101010101" pitchFamily="49" charset="-122"/>
                <a:ea typeface="黑体" panose="02010609060101010101" pitchFamily="49" charset="-122"/>
              </a:rPr>
              <a:t>中</a:t>
            </a:r>
            <a:r>
              <a:rPr lang="zh-CN" altLang="en-US" dirty="0" smtClean="0">
                <a:latin typeface="黑体" panose="02010609060101010101" pitchFamily="49" charset="-122"/>
                <a:ea typeface="黑体" panose="02010609060101010101" pitchFamily="49" charset="-122"/>
              </a:rPr>
              <a:t>性能合格</a:t>
            </a:r>
            <a:endParaRPr lang="en-US" altLang="zh-CN" dirty="0" smtClean="0">
              <a:latin typeface="黑体" panose="02010609060101010101" pitchFamily="49" charset="-122"/>
              <a:ea typeface="黑体" panose="02010609060101010101" pitchFamily="49" charset="-122"/>
            </a:endParaRPr>
          </a:p>
          <a:p>
            <a:pPr lvl="2"/>
            <a:r>
              <a:rPr lang="zh-CN" altLang="en-US" dirty="0" smtClean="0">
                <a:latin typeface="黑体" panose="02010609060101010101" pitchFamily="49" charset="-122"/>
                <a:ea typeface="黑体" panose="02010609060101010101" pitchFamily="49" charset="-122"/>
              </a:rPr>
              <a:t>各法定应用功能正确，结果真实。</a:t>
            </a:r>
            <a:endParaRPr lang="zh-CN" altLang="en-US" dirty="0">
              <a:latin typeface="黑体" panose="02010609060101010101" pitchFamily="49" charset="-122"/>
              <a:ea typeface="黑体" panose="02010609060101010101" pitchFamily="49" charset="-122"/>
            </a:endParaRPr>
          </a:p>
          <a:p>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21</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Tree>
    <p:extLst>
      <p:ext uri="{BB962C8B-B14F-4D97-AF65-F5344CB8AC3E}">
        <p14:creationId xmlns:p14="http://schemas.microsoft.com/office/powerpoint/2010/main" val="3107684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1000"/>
                                        <p:tgtEl>
                                          <p:spTgt spid="4">
                                            <p:txEl>
                                              <p:pRg st="5" end="5"/>
                                            </p:txEl>
                                          </p:spTgt>
                                        </p:tgtEl>
                                      </p:cBhvr>
                                    </p:animEffect>
                                    <p:anim calcmode="lin" valueType="num">
                                      <p:cBhvr>
                                        <p:cTn id="2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1000"/>
                                        <p:tgtEl>
                                          <p:spTgt spid="4">
                                            <p:txEl>
                                              <p:pRg st="6" end="6"/>
                                            </p:txEl>
                                          </p:spTgt>
                                        </p:tgtEl>
                                      </p:cBhvr>
                                    </p:animEffect>
                                    <p:anim calcmode="lin" valueType="num">
                                      <p:cBhvr>
                                        <p:cTn id="3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fade">
                                      <p:cBhvr>
                                        <p:cTn id="36" dur="1000"/>
                                        <p:tgtEl>
                                          <p:spTgt spid="4">
                                            <p:txEl>
                                              <p:pRg st="7" end="7"/>
                                            </p:txEl>
                                          </p:spTgt>
                                        </p:tgtEl>
                                      </p:cBhvr>
                                    </p:animEffect>
                                    <p:anim calcmode="lin" valueType="num">
                                      <p:cBhvr>
                                        <p:cTn id="3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animEffect transition="in" filter="fade">
                                      <p:cBhvr>
                                        <p:cTn id="43" dur="1000"/>
                                        <p:tgtEl>
                                          <p:spTgt spid="4">
                                            <p:txEl>
                                              <p:pRg st="9" end="9"/>
                                            </p:txEl>
                                          </p:spTgt>
                                        </p:tgtEl>
                                      </p:cBhvr>
                                    </p:animEffect>
                                    <p:anim calcmode="lin" valueType="num">
                                      <p:cBhvr>
                                        <p:cTn id="44"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4">
                                            <p:txEl>
                                              <p:pRg st="10" end="10"/>
                                            </p:txEl>
                                          </p:spTgt>
                                        </p:tgtEl>
                                        <p:attrNameLst>
                                          <p:attrName>style.visibility</p:attrName>
                                        </p:attrNameLst>
                                      </p:cBhvr>
                                      <p:to>
                                        <p:strVal val="visible"/>
                                      </p:to>
                                    </p:set>
                                    <p:animEffect transition="in" filter="fade">
                                      <p:cBhvr>
                                        <p:cTn id="50" dur="1000"/>
                                        <p:tgtEl>
                                          <p:spTgt spid="4">
                                            <p:txEl>
                                              <p:pRg st="10" end="10"/>
                                            </p:txEl>
                                          </p:spTgt>
                                        </p:tgtEl>
                                      </p:cBhvr>
                                    </p:animEffect>
                                    <p:anim calcmode="lin" valueType="num">
                                      <p:cBhvr>
                                        <p:cTn id="51"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53" presetID="42" presetClass="entr" presetSubtype="0" fill="hold" nodeType="with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animEffect transition="in" filter="fade">
                                      <p:cBhvr>
                                        <p:cTn id="55" dur="1000"/>
                                        <p:tgtEl>
                                          <p:spTgt spid="4">
                                            <p:txEl>
                                              <p:pRg st="11" end="11"/>
                                            </p:txEl>
                                          </p:spTgt>
                                        </p:tgtEl>
                                      </p:cBhvr>
                                    </p:animEffect>
                                    <p:anim calcmode="lin" valueType="num">
                                      <p:cBhvr>
                                        <p:cTn id="56"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3028124"/>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22</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2807096414"/>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零点要求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t>皮重要求</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法制管理要求</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10842986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黑体" panose="02010609060101010101" pitchFamily="49" charset="-122"/>
              </a:rPr>
              <a:t>零点</a:t>
            </a:r>
            <a:r>
              <a:rPr lang="zh-CN" altLang="en-US" dirty="0" smtClean="0">
                <a:ea typeface="黑体" panose="02010609060101010101" pitchFamily="49" charset="-122"/>
              </a:rPr>
              <a:t>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置零装置</a:t>
            </a:r>
            <a:endParaRPr lang="zh-CN" altLang="en-US"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23</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7" name="内容占位符 2"/>
          <p:cNvSpPr>
            <a:spLocks noGrp="1"/>
          </p:cNvSpPr>
          <p:nvPr>
            <p:ph idx="1"/>
          </p:nvPr>
        </p:nvSpPr>
        <p:spPr>
          <a:xfrm>
            <a:off x="395287" y="1676972"/>
            <a:ext cx="8035652" cy="4628294"/>
          </a:xfrm>
        </p:spPr>
        <p:txBody>
          <a:bodyPr/>
          <a:lstStyle/>
          <a:p>
            <a:pPr marL="174625" lvl="1" indent="457200">
              <a:spcAft>
                <a:spcPts val="1200"/>
              </a:spcAft>
              <a:buNone/>
            </a:pPr>
            <a:r>
              <a:rPr lang="zh-CN" altLang="en-US" b="1" dirty="0" smtClean="0">
                <a:latin typeface="+mj-lt"/>
                <a:ea typeface="黑体" panose="02010609060101010101" pitchFamily="49" charset="-122"/>
              </a:rPr>
              <a:t>允许衡器设置各种功能，但不能影响衡器的称量结果和法制功能的应用。</a:t>
            </a:r>
            <a:endParaRPr lang="en-US" altLang="zh-CN" b="1" dirty="0">
              <a:latin typeface="+mj-lt"/>
              <a:ea typeface="黑体" panose="02010609060101010101" pitchFamily="49" charset="-122"/>
            </a:endParaRPr>
          </a:p>
          <a:p>
            <a:pPr marL="174625" lvl="1" indent="457200">
              <a:spcAft>
                <a:spcPts val="1200"/>
              </a:spcAft>
              <a:buNone/>
            </a:pPr>
            <a:r>
              <a:rPr lang="zh-CN" altLang="en-US" b="1" dirty="0" smtClean="0">
                <a:latin typeface="+mj-lt"/>
                <a:ea typeface="黑体" panose="02010609060101010101" pitchFamily="49" charset="-122"/>
              </a:rPr>
              <a:t>置零装置：</a:t>
            </a:r>
            <a:endParaRPr lang="en-US" altLang="zh-CN" b="1" dirty="0" smtClean="0">
              <a:latin typeface="+mj-lt"/>
              <a:ea typeface="黑体" panose="02010609060101010101" pitchFamily="49" charset="-122"/>
            </a:endParaRPr>
          </a:p>
          <a:p>
            <a:pPr marL="174625" lvl="1" indent="457200">
              <a:spcAft>
                <a:spcPts val="1200"/>
              </a:spcAft>
              <a:buNone/>
            </a:pPr>
            <a:r>
              <a:rPr lang="zh-CN" altLang="en-US" dirty="0" smtClean="0">
                <a:latin typeface="+mj-lt"/>
                <a:ea typeface="黑体" panose="02010609060101010101" pitchFamily="49" charset="-122"/>
              </a:rPr>
              <a:t>置零是衡器上没有载荷时将示值设置为零。</a:t>
            </a:r>
            <a:endParaRPr lang="en-US" altLang="zh-CN" dirty="0" smtClean="0">
              <a:latin typeface="+mj-lt"/>
              <a:ea typeface="黑体" panose="02010609060101010101" pitchFamily="49" charset="-122"/>
            </a:endParaRPr>
          </a:p>
          <a:p>
            <a:pPr marL="174625" lvl="1" indent="457200">
              <a:spcAft>
                <a:spcPts val="1200"/>
              </a:spcAft>
              <a:buNone/>
            </a:pPr>
            <a:r>
              <a:rPr lang="zh-CN" altLang="en-US" dirty="0" smtClean="0">
                <a:latin typeface="+mj-lt"/>
                <a:ea typeface="黑体" panose="02010609060101010101" pitchFamily="49" charset="-122"/>
              </a:rPr>
              <a:t>置零装置是衡器中非常有用和重要的装置之一，</a:t>
            </a:r>
            <a:r>
              <a:rPr lang="en-US" altLang="zh-CN" dirty="0" smtClean="0">
                <a:latin typeface="+mj-lt"/>
                <a:ea typeface="黑体" panose="02010609060101010101" pitchFamily="49" charset="-122"/>
              </a:rPr>
              <a:t/>
            </a:r>
            <a:br>
              <a:rPr lang="en-US" altLang="zh-CN" dirty="0" smtClean="0">
                <a:latin typeface="+mj-lt"/>
                <a:ea typeface="黑体" panose="02010609060101010101" pitchFamily="49" charset="-122"/>
              </a:rPr>
            </a:br>
            <a:r>
              <a:rPr lang="zh-CN" altLang="en-US" dirty="0" smtClean="0">
                <a:latin typeface="+mj-lt"/>
                <a:ea typeface="黑体" panose="02010609060101010101" pitchFamily="49" charset="-122"/>
              </a:rPr>
              <a:t>对该装置的性能要求是为保证零点误差不对称量结果产生</a:t>
            </a:r>
            <a:r>
              <a:rPr lang="en-US" altLang="zh-CN" dirty="0" smtClean="0">
                <a:latin typeface="+mj-lt"/>
                <a:ea typeface="黑体" panose="02010609060101010101" pitchFamily="49" charset="-122"/>
              </a:rPr>
              <a:t/>
            </a:r>
            <a:br>
              <a:rPr lang="en-US" altLang="zh-CN" dirty="0" smtClean="0">
                <a:latin typeface="+mj-lt"/>
                <a:ea typeface="黑体" panose="02010609060101010101" pitchFamily="49" charset="-122"/>
              </a:rPr>
            </a:br>
            <a:r>
              <a:rPr lang="zh-CN" altLang="en-US" dirty="0" smtClean="0">
                <a:latin typeface="+mj-lt"/>
                <a:ea typeface="黑体" panose="02010609060101010101" pitchFamily="49" charset="-122"/>
              </a:rPr>
              <a:t>明显影响，对其运行的控制和管理要求是保证装置不会被误用而</a:t>
            </a:r>
            <a:r>
              <a:rPr lang="en-US" altLang="zh-CN" dirty="0" smtClean="0">
                <a:latin typeface="+mj-lt"/>
                <a:ea typeface="黑体" panose="02010609060101010101" pitchFamily="49" charset="-122"/>
              </a:rPr>
              <a:t/>
            </a:r>
            <a:br>
              <a:rPr lang="en-US" altLang="zh-CN" dirty="0" smtClean="0">
                <a:latin typeface="+mj-lt"/>
                <a:ea typeface="黑体" panose="02010609060101010101" pitchFamily="49" charset="-122"/>
              </a:rPr>
            </a:br>
            <a:r>
              <a:rPr lang="zh-CN" altLang="en-US" dirty="0" smtClean="0">
                <a:latin typeface="+mj-lt"/>
                <a:ea typeface="黑体" panose="02010609060101010101" pitchFamily="49" charset="-122"/>
              </a:rPr>
              <a:t>引起欺诈性使用。</a:t>
            </a:r>
            <a:endParaRPr lang="en-US" altLang="zh-CN" dirty="0" smtClean="0">
              <a:latin typeface="+mj-lt"/>
              <a:ea typeface="黑体" panose="02010609060101010101" pitchFamily="49" charset="-122"/>
            </a:endParaRPr>
          </a:p>
          <a:p>
            <a:pPr marL="174625" lvl="1" indent="457200">
              <a:spcAft>
                <a:spcPts val="1200"/>
              </a:spcAft>
              <a:buNone/>
            </a:pPr>
            <a:r>
              <a:rPr lang="zh-CN" altLang="en-US" dirty="0" smtClean="0">
                <a:latin typeface="+mj-lt"/>
                <a:ea typeface="黑体" panose="02010609060101010101" pitchFamily="49" charset="-122"/>
              </a:rPr>
              <a:t>电子衡器描述的置零装置通常是自动和半自动置零装置，当衡器示值不为零时，该装置的运行使衡器的示值为零，且满足零点误差的要求。</a:t>
            </a:r>
            <a:endParaRPr lang="en-US" altLang="zh-CN" dirty="0" smtClean="0">
              <a:latin typeface="+mj-lt"/>
              <a:ea typeface="黑体" panose="02010609060101010101" pitchFamily="49" charset="-122"/>
            </a:endParaRPr>
          </a:p>
          <a:p>
            <a:pPr marL="174625" lvl="1" indent="457200">
              <a:spcAft>
                <a:spcPts val="1200"/>
              </a:spcAft>
              <a:buNone/>
            </a:pPr>
            <a:r>
              <a:rPr lang="zh-CN" altLang="en-US" dirty="0" smtClean="0">
                <a:latin typeface="+mj-lt"/>
                <a:ea typeface="黑体" panose="02010609060101010101" pitchFamily="49" charset="-122"/>
              </a:rPr>
              <a:t>衡器可以有一个或多个置零装置，例如手动命令置零装置（半自动置零装置）、开机通电时的初始自动置零装置，满足特定条件时的自动置零装置等。</a:t>
            </a:r>
            <a:endParaRPr lang="en-US" altLang="zh-CN" dirty="0" smtClean="0">
              <a:latin typeface="+mj-lt"/>
              <a:ea typeface="黑体" panose="02010609060101010101" pitchFamily="49" charset="-122"/>
            </a:endParaRPr>
          </a:p>
        </p:txBody>
      </p:sp>
      <p:grpSp>
        <p:nvGrpSpPr>
          <p:cNvPr id="10" name="组合 9"/>
          <p:cNvGrpSpPr/>
          <p:nvPr/>
        </p:nvGrpSpPr>
        <p:grpSpPr>
          <a:xfrm>
            <a:off x="6287625" y="1962742"/>
            <a:ext cx="2143313" cy="1477328"/>
            <a:chOff x="5814786" y="3016155"/>
            <a:chExt cx="2143313" cy="1477328"/>
          </a:xfrm>
        </p:grpSpPr>
        <p:sp>
          <p:nvSpPr>
            <p:cNvPr id="4" name="TextBox 3"/>
            <p:cNvSpPr txBox="1"/>
            <p:nvPr/>
          </p:nvSpPr>
          <p:spPr>
            <a:xfrm>
              <a:off x="6428096" y="3016155"/>
              <a:ext cx="982638" cy="1477328"/>
            </a:xfrm>
            <a:prstGeom prst="rect">
              <a:avLst/>
            </a:prstGeom>
            <a:noFill/>
          </p:spPr>
          <p:txBody>
            <a:bodyPr wrap="square" lIns="0" tIns="0" rIns="0" bIns="0" rtlCol="0">
              <a:spAutoFit/>
            </a:bodyPr>
            <a:lstStyle/>
            <a:p>
              <a:pPr algn="ctr">
                <a:spcBef>
                  <a:spcPts val="400"/>
                </a:spcBef>
                <a:spcAft>
                  <a:spcPts val="600"/>
                </a:spcAft>
                <a:buClr>
                  <a:schemeClr val="accent1"/>
                </a:buClr>
              </a:pPr>
              <a:r>
                <a:rPr lang="en-US" altLang="zh-CN" sz="9600" b="1" dirty="0" smtClean="0">
                  <a:latin typeface="Times New Roman" panose="02020603050405020304" pitchFamily="18" charset="0"/>
                  <a:cs typeface="Times New Roman" panose="02020603050405020304" pitchFamily="18" charset="0"/>
                </a:rPr>
                <a:t>0</a:t>
              </a:r>
              <a:endParaRPr lang="zh-CN" altLang="en-US" sz="9600" b="1" dirty="0" err="1" smtClean="0">
                <a:latin typeface="Times New Roman" panose="02020603050405020304" pitchFamily="18" charset="0"/>
                <a:cs typeface="Times New Roman" panose="02020603050405020304" pitchFamily="18" charset="0"/>
              </a:endParaRPr>
            </a:p>
          </p:txBody>
        </p:sp>
        <p:sp>
          <p:nvSpPr>
            <p:cNvPr id="8" name="等腰三角形 7"/>
            <p:cNvSpPr/>
            <p:nvPr/>
          </p:nvSpPr>
          <p:spPr>
            <a:xfrm rot="5400000">
              <a:off x="5936774" y="3522803"/>
              <a:ext cx="354842" cy="598817"/>
            </a:xfrm>
            <a:prstGeom prst="triangle">
              <a:avLst/>
            </a:prstGeom>
            <a:solidFill>
              <a:schemeClr val="tx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endParaRPr>
            </a:p>
          </p:txBody>
        </p:sp>
        <p:sp>
          <p:nvSpPr>
            <p:cNvPr id="9" name="等腰三角形 8"/>
            <p:cNvSpPr/>
            <p:nvPr/>
          </p:nvSpPr>
          <p:spPr>
            <a:xfrm rot="5400000" flipH="1" flipV="1">
              <a:off x="7481270" y="3525075"/>
              <a:ext cx="354842" cy="598817"/>
            </a:xfrm>
            <a:prstGeom prst="triangle">
              <a:avLst/>
            </a:prstGeom>
            <a:solidFill>
              <a:schemeClr val="tx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endParaRPr>
            </a:p>
          </p:txBody>
        </p:sp>
      </p:grpSp>
    </p:spTree>
    <p:extLst>
      <p:ext uri="{BB962C8B-B14F-4D97-AF65-F5344CB8AC3E}">
        <p14:creationId xmlns:p14="http://schemas.microsoft.com/office/powerpoint/2010/main" val="467206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ea typeface="黑体" panose="02010609060101010101" pitchFamily="49" charset="-122"/>
              </a:rPr>
              <a:t>零点</a:t>
            </a:r>
            <a:r>
              <a:rPr lang="zh-CN" altLang="en-US" dirty="0" smtClean="0">
                <a:ea typeface="黑体" panose="02010609060101010101" pitchFamily="49" charset="-122"/>
              </a:rPr>
              <a:t>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置零装置</a:t>
            </a:r>
            <a:endParaRPr lang="zh-CN" altLang="en-US"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24</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7" name="内容占位符 2"/>
          <p:cNvSpPr>
            <a:spLocks noGrp="1"/>
          </p:cNvSpPr>
          <p:nvPr>
            <p:ph idx="1"/>
          </p:nvPr>
        </p:nvSpPr>
        <p:spPr>
          <a:xfrm>
            <a:off x="395288" y="1363067"/>
            <a:ext cx="8353176" cy="4996789"/>
          </a:xfrm>
        </p:spPr>
        <p:txBody>
          <a:bodyPr/>
          <a:lstStyle/>
          <a:p>
            <a:pPr marL="357188" lvl="2" indent="457200">
              <a:spcAft>
                <a:spcPts val="600"/>
              </a:spcAft>
              <a:buNone/>
            </a:pPr>
            <a:r>
              <a:rPr lang="zh-CN" altLang="en-US" b="1" dirty="0">
                <a:latin typeface="+mj-lt"/>
                <a:ea typeface="黑体" panose="02010609060101010101" pitchFamily="49" charset="-122"/>
              </a:rPr>
              <a:t>置零装置的置零范围以及最大效果：</a:t>
            </a:r>
            <a:endParaRPr lang="en-US" altLang="zh-CN" b="1" dirty="0">
              <a:latin typeface="+mj-lt"/>
              <a:ea typeface="黑体" panose="02010609060101010101" pitchFamily="49" charset="-122"/>
            </a:endParaRPr>
          </a:p>
          <a:p>
            <a:pPr marL="357188" lvl="2" indent="457200">
              <a:spcAft>
                <a:spcPts val="600"/>
              </a:spcAft>
              <a:buNone/>
            </a:pPr>
            <a:r>
              <a:rPr lang="zh-CN" altLang="en-US" dirty="0" smtClean="0">
                <a:latin typeface="+mj-lt"/>
                <a:ea typeface="黑体" panose="02010609060101010101" pitchFamily="49" charset="-122"/>
              </a:rPr>
              <a:t>任何置零装置运行的效果都不得改变衡器的最大称量范围，即置零后最大称量载荷值不变。</a:t>
            </a:r>
            <a:endParaRPr lang="en-US" altLang="zh-CN" dirty="0" smtClean="0">
              <a:latin typeface="+mj-lt"/>
              <a:ea typeface="黑体" panose="02010609060101010101" pitchFamily="49" charset="-122"/>
            </a:endParaRPr>
          </a:p>
          <a:p>
            <a:pPr marL="357188" lvl="2" indent="457200">
              <a:spcAft>
                <a:spcPts val="600"/>
              </a:spcAft>
              <a:buNone/>
            </a:pPr>
            <a:r>
              <a:rPr lang="zh-CN" altLang="en-US" dirty="0" smtClean="0">
                <a:latin typeface="+mj-lt"/>
                <a:ea typeface="黑体" panose="02010609060101010101" pitchFamily="49" charset="-122"/>
              </a:rPr>
              <a:t>半自动置零装置和零点跟踪的最大范围为</a:t>
            </a:r>
            <a:r>
              <a:rPr lang="en-US" altLang="zh-CN" dirty="0" smtClean="0">
                <a:latin typeface="+mj-lt"/>
                <a:ea typeface="黑体" panose="02010609060101010101" pitchFamily="49" charset="-122"/>
              </a:rPr>
              <a:t>4%Max</a:t>
            </a:r>
            <a:r>
              <a:rPr lang="zh-CN" altLang="en-US" dirty="0" smtClean="0">
                <a:latin typeface="+mj-lt"/>
                <a:ea typeface="黑体" panose="02010609060101010101" pitchFamily="49" charset="-122"/>
              </a:rPr>
              <a:t>，初始置零范围不大于最大称量的</a:t>
            </a:r>
            <a:r>
              <a:rPr lang="en-US" altLang="zh-CN" dirty="0" smtClean="0">
                <a:latin typeface="+mj-lt"/>
                <a:ea typeface="黑体" panose="02010609060101010101" pitchFamily="49" charset="-122"/>
              </a:rPr>
              <a:t>20%</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357188" lvl="2" indent="457200">
              <a:spcAft>
                <a:spcPts val="600"/>
              </a:spcAft>
              <a:buNone/>
            </a:pPr>
            <a:r>
              <a:rPr lang="en-US" altLang="zh-CN" dirty="0" smtClean="0">
                <a:latin typeface="+mj-lt"/>
                <a:ea typeface="黑体" panose="02010609060101010101" pitchFamily="49" charset="-122"/>
              </a:rPr>
              <a:t>20%Max</a:t>
            </a:r>
            <a:r>
              <a:rPr lang="zh-CN" altLang="en-US" dirty="0" smtClean="0">
                <a:latin typeface="+mj-lt"/>
                <a:ea typeface="黑体" panose="02010609060101010101" pitchFamily="49" charset="-122"/>
              </a:rPr>
              <a:t>初始置零范围是相对于开机</a:t>
            </a:r>
            <a:r>
              <a:rPr lang="zh-CN" altLang="en-US" dirty="0">
                <a:latin typeface="+mj-lt"/>
                <a:ea typeface="黑体" panose="02010609060101010101" pitchFamily="49" charset="-122"/>
              </a:rPr>
              <a:t>零点的附近</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4%</a:t>
            </a:r>
            <a:r>
              <a:rPr lang="zh-CN" altLang="en-US" dirty="0" smtClean="0">
                <a:latin typeface="+mj-lt"/>
                <a:ea typeface="黑体" panose="02010609060101010101" pitchFamily="49" charset="-122"/>
              </a:rPr>
              <a:t>置零范围是相对于校准</a:t>
            </a:r>
            <a:r>
              <a:rPr lang="zh-CN" altLang="en-US" dirty="0">
                <a:latin typeface="+mj-lt"/>
                <a:ea typeface="黑体" panose="02010609060101010101" pitchFamily="49" charset="-122"/>
              </a:rPr>
              <a:t>零点的附近</a:t>
            </a:r>
            <a:r>
              <a:rPr lang="zh-CN" altLang="en-US" dirty="0" smtClean="0">
                <a:latin typeface="+mj-lt"/>
                <a:ea typeface="黑体" panose="02010609060101010101" pitchFamily="49" charset="-122"/>
              </a:rPr>
              <a:t>。</a:t>
            </a:r>
            <a:r>
              <a:rPr lang="zh-CN" altLang="en-US" dirty="0">
                <a:latin typeface="+mj-lt"/>
                <a:ea typeface="黑体" panose="02010609060101010101" pitchFamily="49" charset="-122"/>
              </a:rPr>
              <a:t>这里的</a:t>
            </a:r>
            <a:r>
              <a:rPr lang="en-US" altLang="zh-CN" dirty="0">
                <a:latin typeface="+mj-lt"/>
                <a:ea typeface="黑体" panose="02010609060101010101" pitchFamily="49" charset="-122"/>
              </a:rPr>
              <a:t>4%</a:t>
            </a:r>
            <a:r>
              <a:rPr lang="zh-CN" altLang="en-US" dirty="0">
                <a:latin typeface="+mj-lt"/>
                <a:ea typeface="黑体" panose="02010609060101010101" pitchFamily="49" charset="-122"/>
              </a:rPr>
              <a:t>和</a:t>
            </a:r>
            <a:r>
              <a:rPr lang="en-US" altLang="zh-CN" dirty="0">
                <a:latin typeface="+mj-lt"/>
                <a:ea typeface="黑体" panose="02010609060101010101" pitchFamily="49" charset="-122"/>
              </a:rPr>
              <a:t>20%</a:t>
            </a:r>
            <a:r>
              <a:rPr lang="zh-CN" altLang="en-US" dirty="0">
                <a:latin typeface="+mj-lt"/>
                <a:ea typeface="黑体" panose="02010609060101010101" pitchFamily="49" charset="-122"/>
              </a:rPr>
              <a:t>是一个窗口</a:t>
            </a:r>
            <a:r>
              <a:rPr lang="zh-CN" altLang="en-US" dirty="0" smtClean="0">
                <a:latin typeface="+mj-lt"/>
                <a:ea typeface="黑体" panose="02010609060101010101" pitchFamily="49" charset="-122"/>
              </a:rPr>
              <a:t>值，相对</a:t>
            </a:r>
            <a:r>
              <a:rPr lang="zh-CN" altLang="en-US" dirty="0">
                <a:latin typeface="+mj-lt"/>
                <a:ea typeface="黑体" panose="02010609060101010101" pitchFamily="49" charset="-122"/>
              </a:rPr>
              <a:t>于开机零点和校准零点，其范围的分布可以是对称的，也可以是不对称的。例如</a:t>
            </a:r>
            <a:r>
              <a:rPr lang="en-US" altLang="zh-CN" dirty="0">
                <a:latin typeface="+mj-lt"/>
                <a:ea typeface="黑体" panose="02010609060101010101" pitchFamily="49" charset="-122"/>
              </a:rPr>
              <a:t>±2%Max</a:t>
            </a:r>
            <a:r>
              <a:rPr lang="zh-CN" altLang="en-US" dirty="0">
                <a:latin typeface="+mj-lt"/>
                <a:ea typeface="黑体" panose="02010609060101010101" pitchFamily="49" charset="-122"/>
              </a:rPr>
              <a:t>的置零范围设计（对称）和（</a:t>
            </a:r>
            <a:r>
              <a:rPr lang="en-US" altLang="zh-CN" dirty="0">
                <a:latin typeface="+mj-lt"/>
                <a:ea typeface="黑体" panose="02010609060101010101" pitchFamily="49" charset="-122"/>
              </a:rPr>
              <a:t>-2%~ 18%</a:t>
            </a:r>
            <a:r>
              <a:rPr lang="zh-CN" altLang="en-US" dirty="0">
                <a:latin typeface="+mj-lt"/>
                <a:ea typeface="黑体" panose="02010609060101010101" pitchFamily="49" charset="-122"/>
              </a:rPr>
              <a:t>）</a:t>
            </a:r>
            <a:r>
              <a:rPr lang="en-US" altLang="zh-CN" dirty="0">
                <a:latin typeface="+mj-lt"/>
                <a:ea typeface="黑体" panose="02010609060101010101" pitchFamily="49" charset="-122"/>
              </a:rPr>
              <a:t>Max</a:t>
            </a:r>
            <a:r>
              <a:rPr lang="zh-CN" altLang="en-US" dirty="0">
                <a:latin typeface="+mj-lt"/>
                <a:ea typeface="黑体" panose="02010609060101010101" pitchFamily="49" charset="-122"/>
              </a:rPr>
              <a:t>的初始置零范围（不对称）设计</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357188" lvl="2" indent="457200">
              <a:spcAft>
                <a:spcPts val="600"/>
              </a:spcAft>
              <a:buNone/>
            </a:pPr>
            <a:r>
              <a:rPr lang="zh-CN" altLang="en-US" b="1" dirty="0">
                <a:ea typeface="黑体" panose="02010609060101010101" pitchFamily="49" charset="-122"/>
              </a:rPr>
              <a:t>对于大于</a:t>
            </a:r>
            <a:r>
              <a:rPr lang="en-US" altLang="zh-CN" b="1" dirty="0">
                <a:ea typeface="黑体" panose="02010609060101010101" pitchFamily="49" charset="-122"/>
              </a:rPr>
              <a:t>20%Max</a:t>
            </a:r>
            <a:r>
              <a:rPr lang="zh-CN" altLang="en-US" b="1" dirty="0">
                <a:ea typeface="黑体" panose="02010609060101010101" pitchFamily="49" charset="-122"/>
              </a:rPr>
              <a:t>的初始置</a:t>
            </a:r>
            <a:r>
              <a:rPr lang="zh-CN" altLang="en-US" b="1" dirty="0" smtClean="0">
                <a:ea typeface="黑体" panose="02010609060101010101" pitchFamily="49" charset="-122"/>
              </a:rPr>
              <a:t>零</a:t>
            </a:r>
            <a:endParaRPr lang="en-US" altLang="zh-CN" dirty="0" smtClean="0">
              <a:latin typeface="+mj-lt"/>
              <a:ea typeface="黑体" panose="02010609060101010101" pitchFamily="49" charset="-122"/>
            </a:endParaRPr>
          </a:p>
          <a:p>
            <a:pPr marL="357188" lvl="2" indent="457200">
              <a:spcAft>
                <a:spcPts val="600"/>
              </a:spcAft>
              <a:buNone/>
            </a:pPr>
            <a:r>
              <a:rPr lang="zh-CN" altLang="en-US" dirty="0" smtClean="0">
                <a:latin typeface="+mj-lt"/>
                <a:ea typeface="黑体" panose="02010609060101010101" pitchFamily="49" charset="-122"/>
              </a:rPr>
              <a:t>初始</a:t>
            </a:r>
            <a:r>
              <a:rPr lang="zh-CN" altLang="en-US" dirty="0">
                <a:latin typeface="+mj-lt"/>
                <a:ea typeface="黑体" panose="02010609060101010101" pitchFamily="49" charset="-122"/>
              </a:rPr>
              <a:t>置零</a:t>
            </a:r>
            <a:r>
              <a:rPr lang="zh-CN" altLang="en-US" dirty="0" smtClean="0">
                <a:latin typeface="+mj-lt"/>
                <a:ea typeface="黑体" panose="02010609060101010101" pitchFamily="49" charset="-122"/>
              </a:rPr>
              <a:t>范围不大于</a:t>
            </a:r>
            <a:r>
              <a:rPr lang="en-US" altLang="zh-CN" dirty="0" smtClean="0">
                <a:latin typeface="+mj-lt"/>
                <a:ea typeface="黑体" panose="02010609060101010101" pitchFamily="49" charset="-122"/>
              </a:rPr>
              <a:t>20%Max</a:t>
            </a:r>
            <a:r>
              <a:rPr lang="zh-CN" altLang="en-US" dirty="0" smtClean="0">
                <a:latin typeface="+mj-lt"/>
                <a:ea typeface="黑体" panose="02010609060101010101" pitchFamily="49" charset="-122"/>
              </a:rPr>
              <a:t>的要求是</a:t>
            </a:r>
            <a:r>
              <a:rPr lang="zh-CN" altLang="en-US" dirty="0">
                <a:latin typeface="+mj-lt"/>
                <a:ea typeface="黑体" panose="02010609060101010101" pitchFamily="49" charset="-122"/>
              </a:rPr>
              <a:t>约定值</a:t>
            </a:r>
            <a:r>
              <a:rPr lang="zh-CN" altLang="en-US" dirty="0" smtClean="0">
                <a:latin typeface="+mj-lt"/>
                <a:ea typeface="黑体" panose="02010609060101010101" pitchFamily="49" charset="-122"/>
              </a:rPr>
              <a:t>，设计的初始置零范围不大于</a:t>
            </a:r>
            <a:r>
              <a:rPr lang="en-US" altLang="zh-CN" dirty="0" smtClean="0">
                <a:latin typeface="+mj-lt"/>
                <a:ea typeface="黑体" panose="02010609060101010101" pitchFamily="49" charset="-122"/>
              </a:rPr>
              <a:t>20Max</a:t>
            </a:r>
            <a:r>
              <a:rPr lang="zh-CN" altLang="en-US" dirty="0" smtClean="0">
                <a:latin typeface="+mj-lt"/>
                <a:ea typeface="黑体" panose="02010609060101010101" pitchFamily="49" charset="-122"/>
              </a:rPr>
              <a:t>，所有计量性能的评价无需附加</a:t>
            </a:r>
            <a:r>
              <a:rPr lang="zh-CN" altLang="en-US" dirty="0">
                <a:latin typeface="+mj-lt"/>
                <a:ea typeface="黑体" panose="02010609060101010101" pitchFamily="49" charset="-122"/>
              </a:rPr>
              <a:t>最小</a:t>
            </a:r>
            <a:r>
              <a:rPr lang="zh-CN" altLang="en-US" dirty="0" smtClean="0">
                <a:latin typeface="+mj-lt"/>
                <a:ea typeface="黑体" panose="02010609060101010101" pitchFamily="49" charset="-122"/>
              </a:rPr>
              <a:t>静载荷，验证</a:t>
            </a:r>
            <a:r>
              <a:rPr lang="zh-CN" altLang="en-US" dirty="0">
                <a:latin typeface="+mj-lt"/>
                <a:ea typeface="黑体" panose="02010609060101010101" pitchFamily="49" charset="-122"/>
              </a:rPr>
              <a:t>测试时不规定特别的条件。</a:t>
            </a:r>
            <a:r>
              <a:rPr lang="zh-CN" altLang="en-US" dirty="0" smtClean="0">
                <a:latin typeface="+mj-lt"/>
                <a:ea typeface="黑体" panose="02010609060101010101" pitchFamily="49" charset="-122"/>
              </a:rPr>
              <a:t>始置零在</a:t>
            </a:r>
            <a:r>
              <a:rPr lang="zh-CN" altLang="en-US" dirty="0">
                <a:latin typeface="+mj-lt"/>
                <a:ea typeface="黑体" panose="02010609060101010101" pitchFamily="49" charset="-122"/>
              </a:rPr>
              <a:t>规定的最大置零操作后满足最大允许误差、重复性和偏载、鉴别力以及影响量的要求，是允许的</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357188" lvl="2" indent="457200">
              <a:spcAft>
                <a:spcPts val="600"/>
              </a:spcAft>
              <a:buNone/>
            </a:pPr>
            <a:r>
              <a:rPr lang="zh-CN" altLang="en-US" dirty="0" smtClean="0">
                <a:latin typeface="+mj-lt"/>
                <a:ea typeface="黑体" panose="02010609060101010101" pitchFamily="49" charset="-122"/>
              </a:rPr>
              <a:t>对于多范围衡器，如果示值不为零时允许选择大的称量范围，衡器</a:t>
            </a:r>
            <a:r>
              <a:rPr lang="zh-CN" altLang="en-US" dirty="0">
                <a:latin typeface="+mj-lt"/>
                <a:ea typeface="黑体" panose="02010609060101010101" pitchFamily="49" charset="-122"/>
              </a:rPr>
              <a:t>允许在不同称量范围置零</a:t>
            </a:r>
            <a:r>
              <a:rPr lang="zh-CN" altLang="en-US" dirty="0" smtClean="0">
                <a:latin typeface="+mj-lt"/>
                <a:ea typeface="黑体" panose="02010609060101010101" pitchFamily="49" charset="-122"/>
              </a:rPr>
              <a:t>操作。</a:t>
            </a:r>
            <a:endParaRPr lang="en-US" altLang="zh-CN" dirty="0" smtClean="0">
              <a:latin typeface="+mj-lt"/>
              <a:ea typeface="黑体" panose="02010609060101010101" pitchFamily="49" charset="-122"/>
            </a:endParaRPr>
          </a:p>
          <a:p>
            <a:pPr marL="357188" lvl="2" indent="457200">
              <a:spcAft>
                <a:spcPts val="600"/>
              </a:spcAft>
              <a:buNone/>
            </a:pPr>
            <a:r>
              <a:rPr lang="zh-CN" altLang="en-US" dirty="0" smtClean="0">
                <a:latin typeface="+mj-lt"/>
                <a:ea typeface="黑体" panose="02010609060101010101" pitchFamily="49" charset="-122"/>
              </a:rPr>
              <a:t>多范围衡器的初始置零范围如果是按</a:t>
            </a:r>
            <a:r>
              <a:rPr lang="en-US" altLang="zh-CN" dirty="0" smtClean="0">
                <a:latin typeface="+mj-lt"/>
                <a:ea typeface="黑体" panose="02010609060101010101" pitchFamily="49" charset="-122"/>
              </a:rPr>
              <a:t>Max1</a:t>
            </a:r>
            <a:r>
              <a:rPr lang="zh-CN" altLang="en-US" dirty="0" smtClean="0">
                <a:latin typeface="+mj-lt"/>
                <a:ea typeface="黑体" panose="02010609060101010101" pitchFamily="49" charset="-122"/>
              </a:rPr>
              <a:t>设计的，无需附加测试，如果是按</a:t>
            </a:r>
            <a:r>
              <a:rPr lang="en-US" altLang="zh-CN" dirty="0" err="1" smtClean="0">
                <a:latin typeface="+mj-lt"/>
                <a:ea typeface="黑体" panose="02010609060101010101" pitchFamily="49" charset="-122"/>
              </a:rPr>
              <a:t>Maxr</a:t>
            </a:r>
            <a:r>
              <a:rPr lang="zh-CN" altLang="en-US" dirty="0" smtClean="0">
                <a:latin typeface="+mj-lt"/>
                <a:ea typeface="黑体" panose="02010609060101010101" pitchFamily="49" charset="-122"/>
              </a:rPr>
              <a:t>设计的应小称量范围应按大于</a:t>
            </a:r>
            <a:r>
              <a:rPr lang="en-US" altLang="zh-CN" dirty="0" smtClean="0">
                <a:latin typeface="+mj-lt"/>
                <a:ea typeface="黑体" panose="02010609060101010101" pitchFamily="49" charset="-122"/>
              </a:rPr>
              <a:t>20%Maxi</a:t>
            </a:r>
            <a:r>
              <a:rPr lang="zh-CN" altLang="en-US" dirty="0" smtClean="0">
                <a:latin typeface="+mj-lt"/>
                <a:ea typeface="黑体" panose="02010609060101010101" pitchFamily="49" charset="-122"/>
              </a:rPr>
              <a:t>进行附加测试。</a:t>
            </a:r>
            <a:endParaRPr lang="en-US" altLang="zh-CN" dirty="0" smtClean="0">
              <a:latin typeface="+mj-lt"/>
              <a:ea typeface="黑体" panose="02010609060101010101" pitchFamily="49" charset="-122"/>
            </a:endParaRPr>
          </a:p>
        </p:txBody>
      </p:sp>
    </p:spTree>
    <p:extLst>
      <p:ext uri="{BB962C8B-B14F-4D97-AF65-F5344CB8AC3E}">
        <p14:creationId xmlns:p14="http://schemas.microsoft.com/office/powerpoint/2010/main" val="4672067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零点要求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a:ea typeface="黑体" panose="02010609060101010101" pitchFamily="49" charset="-122"/>
              </a:rPr>
              <a:t>置零</a:t>
            </a:r>
            <a:r>
              <a:rPr lang="zh-CN" altLang="en-US" dirty="0" smtClean="0">
                <a:ea typeface="黑体" panose="02010609060101010101" pitchFamily="49" charset="-122"/>
              </a:rPr>
              <a:t>装置</a:t>
            </a:r>
            <a:endParaRPr lang="zh-CN" altLang="en-US"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25</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4" name="内容占位符 3"/>
          <p:cNvSpPr>
            <a:spLocks noGrp="1"/>
          </p:cNvSpPr>
          <p:nvPr>
            <p:ph idx="1"/>
          </p:nvPr>
        </p:nvSpPr>
        <p:spPr>
          <a:xfrm>
            <a:off x="395287" y="1485900"/>
            <a:ext cx="8584939" cy="1543903"/>
          </a:xfrm>
        </p:spPr>
        <p:txBody>
          <a:bodyPr/>
          <a:lstStyle/>
          <a:p>
            <a:pPr marL="361950" lvl="2" indent="0">
              <a:spcAft>
                <a:spcPts val="1200"/>
              </a:spcAft>
              <a:buNone/>
            </a:pPr>
            <a:r>
              <a:rPr lang="zh-CN" altLang="en-US" b="1" dirty="0" smtClean="0">
                <a:latin typeface="+mj-lt"/>
                <a:ea typeface="黑体" panose="02010609060101010101" pitchFamily="49" charset="-122"/>
              </a:rPr>
              <a:t>置零准确度：</a:t>
            </a:r>
            <a:endParaRPr lang="en-US" altLang="zh-CN" b="1" dirty="0" smtClean="0">
              <a:latin typeface="+mj-lt"/>
              <a:ea typeface="黑体" panose="02010609060101010101" pitchFamily="49" charset="-122"/>
            </a:endParaRPr>
          </a:p>
          <a:p>
            <a:pPr marL="361950" lvl="2" indent="0">
              <a:spcAft>
                <a:spcPts val="1200"/>
              </a:spcAft>
              <a:buNone/>
            </a:pPr>
            <a:r>
              <a:rPr lang="zh-CN" altLang="en-US" dirty="0">
                <a:latin typeface="+mj-lt"/>
                <a:ea typeface="黑体" panose="02010609060101010101" pitchFamily="49" charset="-122"/>
              </a:rPr>
              <a:t>置</a:t>
            </a:r>
            <a:r>
              <a:rPr lang="zh-CN" altLang="en-US" dirty="0" smtClean="0">
                <a:latin typeface="+mj-lt"/>
                <a:ea typeface="黑体" panose="02010609060101010101" pitchFamily="49" charset="-122"/>
              </a:rPr>
              <a:t>零操作后（自动和半自动的），零点误差应不大于</a:t>
            </a:r>
            <a:r>
              <a:rPr lang="en-US" altLang="zh-CN" dirty="0" smtClean="0">
                <a:latin typeface="+mj-lt"/>
                <a:ea typeface="黑体" panose="02010609060101010101" pitchFamily="49" charset="-122"/>
              </a:rPr>
              <a:t>±0.25e</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361950" lvl="2" indent="457200">
              <a:buNone/>
            </a:pPr>
            <a:r>
              <a:rPr lang="zh-CN" altLang="en-US" dirty="0" smtClean="0">
                <a:latin typeface="+mj-lt"/>
                <a:ea typeface="黑体" panose="02010609060101010101" pitchFamily="49" charset="-122"/>
              </a:rPr>
              <a:t>该要求不同于一般零载荷时称量结果</a:t>
            </a:r>
            <a:r>
              <a:rPr lang="en-US" altLang="zh-CN" dirty="0" smtClean="0">
                <a:latin typeface="+mj-lt"/>
                <a:ea typeface="黑体" panose="02010609060101010101" pitchFamily="49" charset="-122"/>
              </a:rPr>
              <a:t>±0.5e</a:t>
            </a:r>
            <a:r>
              <a:rPr lang="zh-CN" altLang="en-US" dirty="0" smtClean="0">
                <a:latin typeface="+mj-lt"/>
                <a:ea typeface="黑体" panose="02010609060101010101" pitchFamily="49" charset="-122"/>
              </a:rPr>
              <a:t>允许误差要求，是对装置运行效果的要求，表示装置操作后衡器在开始称量前，处于“</a:t>
            </a:r>
            <a:r>
              <a:rPr lang="en-US" altLang="zh-CN" dirty="0" smtClean="0">
                <a:latin typeface="+mj-lt"/>
                <a:ea typeface="黑体" panose="02010609060101010101" pitchFamily="49" charset="-122"/>
              </a:rPr>
              <a:t>0</a:t>
            </a:r>
            <a:r>
              <a:rPr lang="zh-CN" altLang="en-US" dirty="0" smtClean="0">
                <a:latin typeface="+mj-lt"/>
                <a:ea typeface="黑体" panose="02010609060101010101" pitchFamily="49" charset="-122"/>
              </a:rPr>
              <a:t>”载荷时的空载误差不会对有载荷时称量结果的误差产生影响。</a:t>
            </a:r>
            <a:endParaRPr lang="en-US" altLang="zh-CN" dirty="0">
              <a:latin typeface="+mj-lt"/>
              <a:ea typeface="黑体" panose="02010609060101010101" pitchFamily="49" charset="-122"/>
            </a:endParaRPr>
          </a:p>
          <a:p>
            <a:pPr marL="361950" lvl="2" indent="0">
              <a:spcAft>
                <a:spcPts val="1200"/>
              </a:spcAft>
              <a:buNone/>
            </a:pPr>
            <a:endParaRPr lang="en-US" altLang="zh-CN" b="1" dirty="0" smtClean="0">
              <a:latin typeface="+mj-lt"/>
              <a:ea typeface="黑体" panose="02010609060101010101" pitchFamily="49" charset="-122"/>
            </a:endParaRPr>
          </a:p>
          <a:p>
            <a:pPr marL="361950" lvl="2" indent="0">
              <a:spcAft>
                <a:spcPts val="1200"/>
              </a:spcAft>
              <a:buNone/>
            </a:pPr>
            <a:endParaRPr lang="en-US" altLang="zh-CN" b="1" dirty="0">
              <a:latin typeface="+mj-lt"/>
              <a:ea typeface="黑体" panose="02010609060101010101" pitchFamily="49" charset="-122"/>
            </a:endParaRPr>
          </a:p>
          <a:p>
            <a:pPr marL="361950" lvl="2" indent="0">
              <a:spcAft>
                <a:spcPts val="1200"/>
              </a:spcAft>
              <a:buNone/>
            </a:pPr>
            <a:endParaRPr lang="en-US" altLang="zh-CN" b="1" dirty="0" smtClean="0">
              <a:latin typeface="+mj-lt"/>
              <a:ea typeface="黑体" panose="02010609060101010101" pitchFamily="49" charset="-122"/>
            </a:endParaRPr>
          </a:p>
          <a:p>
            <a:pPr marL="361950" lvl="2" indent="0">
              <a:spcAft>
                <a:spcPts val="1200"/>
              </a:spcAft>
              <a:buNone/>
            </a:pPr>
            <a:endParaRPr lang="en-US" altLang="zh-CN" b="1" dirty="0" smtClean="0">
              <a:latin typeface="+mj-lt"/>
              <a:ea typeface="黑体" panose="02010609060101010101" pitchFamily="49" charset="-122"/>
            </a:endParaRPr>
          </a:p>
        </p:txBody>
      </p:sp>
      <p:grpSp>
        <p:nvGrpSpPr>
          <p:cNvPr id="43" name="组合 42"/>
          <p:cNvGrpSpPr/>
          <p:nvPr/>
        </p:nvGrpSpPr>
        <p:grpSpPr>
          <a:xfrm>
            <a:off x="1078172" y="3357353"/>
            <a:ext cx="6905767" cy="2320681"/>
            <a:chOff x="1078172" y="3125337"/>
            <a:chExt cx="6905767" cy="2320681"/>
          </a:xfrm>
        </p:grpSpPr>
        <p:grpSp>
          <p:nvGrpSpPr>
            <p:cNvPr id="40" name="组合 39"/>
            <p:cNvGrpSpPr/>
            <p:nvPr/>
          </p:nvGrpSpPr>
          <p:grpSpPr>
            <a:xfrm>
              <a:off x="1078172" y="3125337"/>
              <a:ext cx="6905767" cy="1872007"/>
              <a:chOff x="1078172" y="3125337"/>
              <a:chExt cx="6905767" cy="1872007"/>
            </a:xfrm>
          </p:grpSpPr>
          <p:grpSp>
            <p:nvGrpSpPr>
              <p:cNvPr id="38" name="组合 37"/>
              <p:cNvGrpSpPr/>
              <p:nvPr/>
            </p:nvGrpSpPr>
            <p:grpSpPr>
              <a:xfrm>
                <a:off x="1078172" y="3125337"/>
                <a:ext cx="6905767" cy="1872007"/>
                <a:chOff x="1078172" y="3125337"/>
                <a:chExt cx="6905767" cy="1872007"/>
              </a:xfrm>
            </p:grpSpPr>
            <p:grpSp>
              <p:nvGrpSpPr>
                <p:cNvPr id="8" name="组合 7"/>
                <p:cNvGrpSpPr/>
                <p:nvPr/>
              </p:nvGrpSpPr>
              <p:grpSpPr>
                <a:xfrm>
                  <a:off x="1269237" y="3489266"/>
                  <a:ext cx="6444000" cy="1508078"/>
                  <a:chOff x="1269237" y="3079826"/>
                  <a:chExt cx="6444000" cy="1508078"/>
                </a:xfrm>
              </p:grpSpPr>
              <p:sp>
                <p:nvSpPr>
                  <p:cNvPr id="9" name="等腰三角形 8"/>
                  <p:cNvSpPr/>
                  <p:nvPr/>
                </p:nvSpPr>
                <p:spPr>
                  <a:xfrm flipV="1">
                    <a:off x="5943683" y="3878220"/>
                    <a:ext cx="252000" cy="709684"/>
                  </a:xfrm>
                  <a:prstGeom prst="triangle">
                    <a:avLst/>
                  </a:prstGeom>
                  <a:solidFill>
                    <a:schemeClr val="tx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latin typeface="+mj-lt"/>
                      <a:ea typeface="黑体" panose="02010609060101010101" pitchFamily="49" charset="-122"/>
                    </a:endParaRPr>
                  </a:p>
                </p:txBody>
              </p:sp>
              <p:grpSp>
                <p:nvGrpSpPr>
                  <p:cNvPr id="10" name="组合 9"/>
                  <p:cNvGrpSpPr/>
                  <p:nvPr/>
                </p:nvGrpSpPr>
                <p:grpSpPr>
                  <a:xfrm>
                    <a:off x="1269237" y="3079826"/>
                    <a:ext cx="6444000" cy="1505806"/>
                    <a:chOff x="1269237" y="3748578"/>
                    <a:chExt cx="6444000" cy="1505806"/>
                  </a:xfrm>
                </p:grpSpPr>
                <p:cxnSp>
                  <p:nvCxnSpPr>
                    <p:cNvPr id="11" name="直接连接符 10"/>
                    <p:cNvCxnSpPr/>
                    <p:nvPr/>
                  </p:nvCxnSpPr>
                  <p:spPr>
                    <a:xfrm>
                      <a:off x="1269237" y="4490113"/>
                      <a:ext cx="644400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直接连接符 11"/>
                    <p:cNvCxnSpPr/>
                    <p:nvPr/>
                  </p:nvCxnSpPr>
                  <p:spPr>
                    <a:xfrm>
                      <a:off x="3248166" y="4121625"/>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13" name="直接连接符 12"/>
                    <p:cNvCxnSpPr/>
                    <p:nvPr/>
                  </p:nvCxnSpPr>
                  <p:spPr>
                    <a:xfrm>
                      <a:off x="2593093" y="4121625"/>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14" name="直接连接符 13"/>
                    <p:cNvCxnSpPr/>
                    <p:nvPr/>
                  </p:nvCxnSpPr>
                  <p:spPr>
                    <a:xfrm>
                      <a:off x="1963010" y="4117074"/>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15" name="直接连接符 14"/>
                    <p:cNvCxnSpPr/>
                    <p:nvPr/>
                  </p:nvCxnSpPr>
                  <p:spPr>
                    <a:xfrm>
                      <a:off x="1289709" y="3762225"/>
                      <a:ext cx="0" cy="720000"/>
                    </a:xfrm>
                    <a:prstGeom prst="line">
                      <a:avLst/>
                    </a:prstGeom>
                    <a:ln w="38100"/>
                  </p:spPr>
                  <p:style>
                    <a:lnRef idx="3">
                      <a:schemeClr val="dk1"/>
                    </a:lnRef>
                    <a:fillRef idx="0">
                      <a:schemeClr val="dk1"/>
                    </a:fillRef>
                    <a:effectRef idx="2">
                      <a:schemeClr val="dk1"/>
                    </a:effectRef>
                    <a:fontRef idx="minor">
                      <a:schemeClr val="tx1"/>
                    </a:fontRef>
                  </p:style>
                </p:cxnSp>
                <p:cxnSp>
                  <p:nvCxnSpPr>
                    <p:cNvPr id="16" name="直接连接符 15"/>
                    <p:cNvCxnSpPr/>
                    <p:nvPr/>
                  </p:nvCxnSpPr>
                  <p:spPr>
                    <a:xfrm>
                      <a:off x="3885062" y="4107976"/>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17" name="直接连接符 16"/>
                    <p:cNvCxnSpPr/>
                    <p:nvPr/>
                  </p:nvCxnSpPr>
                  <p:spPr>
                    <a:xfrm>
                      <a:off x="5718445" y="4119348"/>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18" name="直接连接符 17"/>
                    <p:cNvCxnSpPr/>
                    <p:nvPr/>
                  </p:nvCxnSpPr>
                  <p:spPr>
                    <a:xfrm>
                      <a:off x="5076989" y="4144369"/>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19" name="直接连接符 18"/>
                    <p:cNvCxnSpPr/>
                    <p:nvPr/>
                  </p:nvCxnSpPr>
                  <p:spPr>
                    <a:xfrm>
                      <a:off x="4462829" y="3762226"/>
                      <a:ext cx="0" cy="720000"/>
                    </a:xfrm>
                    <a:prstGeom prst="line">
                      <a:avLst/>
                    </a:prstGeom>
                    <a:ln w="38100"/>
                  </p:spPr>
                  <p:style>
                    <a:lnRef idx="3">
                      <a:schemeClr val="dk1"/>
                    </a:lnRef>
                    <a:fillRef idx="0">
                      <a:schemeClr val="dk1"/>
                    </a:fillRef>
                    <a:effectRef idx="2">
                      <a:schemeClr val="dk1"/>
                    </a:effectRef>
                    <a:fontRef idx="minor">
                      <a:schemeClr val="tx1"/>
                    </a:fontRef>
                  </p:style>
                </p:cxnSp>
                <p:cxnSp>
                  <p:nvCxnSpPr>
                    <p:cNvPr id="20" name="直接连接符 19"/>
                    <p:cNvCxnSpPr/>
                    <p:nvPr/>
                  </p:nvCxnSpPr>
                  <p:spPr>
                    <a:xfrm>
                      <a:off x="6359901" y="4117072"/>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1" name="直接连接符 20"/>
                    <p:cNvCxnSpPr/>
                    <p:nvPr/>
                  </p:nvCxnSpPr>
                  <p:spPr>
                    <a:xfrm>
                      <a:off x="7028653" y="4126173"/>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2" name="直接连接符 21"/>
                    <p:cNvCxnSpPr/>
                    <p:nvPr/>
                  </p:nvCxnSpPr>
                  <p:spPr>
                    <a:xfrm>
                      <a:off x="1630940" y="4113738"/>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3" name="直接连接符 22"/>
                    <p:cNvCxnSpPr/>
                    <p:nvPr/>
                  </p:nvCxnSpPr>
                  <p:spPr>
                    <a:xfrm>
                      <a:off x="2274659" y="4113739"/>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4" name="直接连接符 23"/>
                    <p:cNvCxnSpPr/>
                    <p:nvPr/>
                  </p:nvCxnSpPr>
                  <p:spPr>
                    <a:xfrm>
                      <a:off x="7683757" y="3748578"/>
                      <a:ext cx="0" cy="720000"/>
                    </a:xfrm>
                    <a:prstGeom prst="line">
                      <a:avLst/>
                    </a:prstGeom>
                    <a:ln w="38100"/>
                  </p:spPr>
                  <p:style>
                    <a:lnRef idx="3">
                      <a:schemeClr val="dk1"/>
                    </a:lnRef>
                    <a:fillRef idx="0">
                      <a:schemeClr val="dk1"/>
                    </a:fillRef>
                    <a:effectRef idx="2">
                      <a:schemeClr val="dk1"/>
                    </a:effectRef>
                    <a:fontRef idx="minor">
                      <a:schemeClr val="tx1"/>
                    </a:fontRef>
                  </p:style>
                </p:cxnSp>
                <p:cxnSp>
                  <p:nvCxnSpPr>
                    <p:cNvPr id="25" name="直接连接符 24"/>
                    <p:cNvCxnSpPr/>
                    <p:nvPr/>
                  </p:nvCxnSpPr>
                  <p:spPr>
                    <a:xfrm>
                      <a:off x="2925203" y="3952237"/>
                      <a:ext cx="0" cy="540000"/>
                    </a:xfrm>
                    <a:prstGeom prst="line">
                      <a:avLst/>
                    </a:prstGeom>
                    <a:ln w="38100"/>
                  </p:spPr>
                  <p:style>
                    <a:lnRef idx="3">
                      <a:schemeClr val="dk1"/>
                    </a:lnRef>
                    <a:fillRef idx="0">
                      <a:schemeClr val="dk1"/>
                    </a:fillRef>
                    <a:effectRef idx="2">
                      <a:schemeClr val="dk1"/>
                    </a:effectRef>
                    <a:fontRef idx="minor">
                      <a:schemeClr val="tx1"/>
                    </a:fontRef>
                  </p:style>
                </p:cxnSp>
                <p:cxnSp>
                  <p:nvCxnSpPr>
                    <p:cNvPr id="26" name="直接连接符 25"/>
                    <p:cNvCxnSpPr/>
                    <p:nvPr/>
                  </p:nvCxnSpPr>
                  <p:spPr>
                    <a:xfrm>
                      <a:off x="3578019" y="4118289"/>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7" name="直接连接符 26"/>
                    <p:cNvCxnSpPr/>
                    <p:nvPr/>
                  </p:nvCxnSpPr>
                  <p:spPr>
                    <a:xfrm>
                      <a:off x="4178522" y="4122838"/>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8" name="直接连接符 27"/>
                    <p:cNvCxnSpPr/>
                    <p:nvPr/>
                  </p:nvCxnSpPr>
                  <p:spPr>
                    <a:xfrm>
                      <a:off x="4754003" y="4127387"/>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29" name="直接连接符 28"/>
                    <p:cNvCxnSpPr/>
                    <p:nvPr/>
                  </p:nvCxnSpPr>
                  <p:spPr>
                    <a:xfrm>
                      <a:off x="5397722" y="4127386"/>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30" name="直接连接符 29"/>
                    <p:cNvCxnSpPr/>
                    <p:nvPr/>
                  </p:nvCxnSpPr>
                  <p:spPr>
                    <a:xfrm>
                      <a:off x="6027794" y="3778300"/>
                      <a:ext cx="0" cy="720000"/>
                    </a:xfrm>
                    <a:prstGeom prst="line">
                      <a:avLst/>
                    </a:prstGeom>
                    <a:ln w="38100"/>
                  </p:spPr>
                  <p:style>
                    <a:lnRef idx="3">
                      <a:schemeClr val="dk1"/>
                    </a:lnRef>
                    <a:fillRef idx="0">
                      <a:schemeClr val="dk1"/>
                    </a:fillRef>
                    <a:effectRef idx="2">
                      <a:schemeClr val="dk1"/>
                    </a:effectRef>
                    <a:fontRef idx="minor">
                      <a:schemeClr val="tx1"/>
                    </a:fontRef>
                  </p:style>
                </p:cxnSp>
                <p:cxnSp>
                  <p:nvCxnSpPr>
                    <p:cNvPr id="31" name="直接连接符 30"/>
                    <p:cNvCxnSpPr/>
                    <p:nvPr/>
                  </p:nvCxnSpPr>
                  <p:spPr>
                    <a:xfrm>
                      <a:off x="6712456" y="4117224"/>
                      <a:ext cx="0" cy="360000"/>
                    </a:xfrm>
                    <a:prstGeom prst="line">
                      <a:avLst/>
                    </a:prstGeom>
                    <a:ln w="28575"/>
                  </p:spPr>
                  <p:style>
                    <a:lnRef idx="3">
                      <a:schemeClr val="dk1"/>
                    </a:lnRef>
                    <a:fillRef idx="0">
                      <a:schemeClr val="dk1"/>
                    </a:fillRef>
                    <a:effectRef idx="2">
                      <a:schemeClr val="dk1"/>
                    </a:effectRef>
                    <a:fontRef idx="minor">
                      <a:schemeClr val="tx1"/>
                    </a:fontRef>
                  </p:style>
                </p:cxnSp>
                <p:cxnSp>
                  <p:nvCxnSpPr>
                    <p:cNvPr id="32" name="直接连接符 31"/>
                    <p:cNvCxnSpPr/>
                    <p:nvPr/>
                  </p:nvCxnSpPr>
                  <p:spPr>
                    <a:xfrm>
                      <a:off x="7362624" y="4122837"/>
                      <a:ext cx="0" cy="360000"/>
                    </a:xfrm>
                    <a:prstGeom prst="line">
                      <a:avLst/>
                    </a:prstGeom>
                    <a:ln w="28575"/>
                  </p:spPr>
                  <p:style>
                    <a:lnRef idx="3">
                      <a:schemeClr val="dk1"/>
                    </a:lnRef>
                    <a:fillRef idx="0">
                      <a:schemeClr val="dk1"/>
                    </a:fillRef>
                    <a:effectRef idx="2">
                      <a:schemeClr val="dk1"/>
                    </a:effectRef>
                    <a:fontRef idx="minor">
                      <a:schemeClr val="tx1"/>
                    </a:fontRef>
                  </p:style>
                </p:cxnSp>
                <p:sp>
                  <p:nvSpPr>
                    <p:cNvPr id="33" name="等腰三角形 32"/>
                    <p:cNvSpPr/>
                    <p:nvPr/>
                  </p:nvSpPr>
                  <p:spPr>
                    <a:xfrm flipV="1">
                      <a:off x="2802371" y="4544700"/>
                      <a:ext cx="252000" cy="709684"/>
                    </a:xfrm>
                    <a:prstGeom prst="triangle">
                      <a:avLst/>
                    </a:prstGeom>
                    <a:solidFill>
                      <a:schemeClr val="tx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latin typeface="+mj-lt"/>
                        <a:ea typeface="黑体" panose="02010609060101010101" pitchFamily="49" charset="-122"/>
                      </a:endParaRPr>
                    </a:p>
                  </p:txBody>
                </p:sp>
                <p:cxnSp>
                  <p:nvCxnSpPr>
                    <p:cNvPr id="34" name="直接箭头连接符 33"/>
                    <p:cNvCxnSpPr/>
                    <p:nvPr/>
                  </p:nvCxnSpPr>
                  <p:spPr>
                    <a:xfrm flipV="1">
                      <a:off x="3766782" y="4546972"/>
                      <a:ext cx="0" cy="5027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5270334" y="4535596"/>
                      <a:ext cx="0" cy="5027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37" name="TextBox 36"/>
                <p:cNvSpPr txBox="1"/>
                <p:nvPr/>
              </p:nvSpPr>
              <p:spPr>
                <a:xfrm>
                  <a:off x="1078172" y="3125337"/>
                  <a:ext cx="6905767" cy="246221"/>
                </a:xfrm>
                <a:prstGeom prst="rect">
                  <a:avLst/>
                </a:prstGeom>
                <a:noFill/>
              </p:spPr>
              <p:txBody>
                <a:bodyPr wrap="square" lIns="0" tIns="0" rIns="0" bIns="0" rtlCol="0">
                  <a:spAutoFit/>
                </a:bodyPr>
                <a:lstStyle/>
                <a:p>
                  <a:pPr>
                    <a:spcBef>
                      <a:spcPts val="400"/>
                    </a:spcBef>
                    <a:spcAft>
                      <a:spcPts val="600"/>
                    </a:spcAft>
                    <a:buClr>
                      <a:schemeClr val="accent1"/>
                    </a:buClr>
                  </a:pPr>
                  <a:r>
                    <a:rPr lang="en-US" altLang="zh-CN" sz="1600" dirty="0" smtClean="0"/>
                    <a:t>-1.0                      -0.5       -0.25         0         0.25        0.5                        1.0</a:t>
                  </a:r>
                  <a:endParaRPr lang="zh-CN" altLang="en-US" sz="1600" dirty="0" err="1" smtClean="0"/>
                </a:p>
              </p:txBody>
            </p:sp>
          </p:grpSp>
          <p:sp>
            <p:nvSpPr>
              <p:cNvPr id="39" name="TextBox 38"/>
              <p:cNvSpPr txBox="1"/>
              <p:nvPr/>
            </p:nvSpPr>
            <p:spPr>
              <a:xfrm>
                <a:off x="3885061" y="4642503"/>
                <a:ext cx="1191927" cy="246221"/>
              </a:xfrm>
              <a:prstGeom prst="rect">
                <a:avLst/>
              </a:prstGeom>
              <a:noFill/>
            </p:spPr>
            <p:txBody>
              <a:bodyPr wrap="square" lIns="0" tIns="0" rIns="0" bIns="0" rtlCol="0">
                <a:spAutoFit/>
              </a:bodyPr>
              <a:lstStyle/>
              <a:p>
                <a:pPr algn="ctr">
                  <a:spcBef>
                    <a:spcPts val="400"/>
                  </a:spcBef>
                  <a:spcAft>
                    <a:spcPts val="600"/>
                  </a:spcAft>
                  <a:buClr>
                    <a:schemeClr val="accent1"/>
                  </a:buClr>
                </a:pPr>
                <a:r>
                  <a:rPr lang="zh-CN" altLang="en-US" sz="1600" dirty="0" smtClean="0">
                    <a:latin typeface="黑体" panose="02010609060101010101" pitchFamily="49" charset="-122"/>
                    <a:ea typeface="黑体" panose="02010609060101010101" pitchFamily="49" charset="-122"/>
                  </a:rPr>
                  <a:t>参考零范围</a:t>
                </a:r>
              </a:p>
            </p:txBody>
          </p:sp>
        </p:grpSp>
        <p:sp>
          <p:nvSpPr>
            <p:cNvPr id="42" name="TextBox 41"/>
            <p:cNvSpPr txBox="1"/>
            <p:nvPr/>
          </p:nvSpPr>
          <p:spPr>
            <a:xfrm>
              <a:off x="2442949" y="5199797"/>
              <a:ext cx="3916952" cy="246221"/>
            </a:xfrm>
            <a:prstGeom prst="rect">
              <a:avLst/>
            </a:prstGeom>
            <a:noFill/>
          </p:spPr>
          <p:txBody>
            <a:bodyPr wrap="square" lIns="0" tIns="0" rIns="0" bIns="0" rtlCol="0">
              <a:spAutoFit/>
            </a:bodyPr>
            <a:lstStyle/>
            <a:p>
              <a:pPr algn="ctr">
                <a:spcBef>
                  <a:spcPts val="400"/>
                </a:spcBef>
                <a:spcAft>
                  <a:spcPts val="600"/>
                </a:spcAft>
                <a:buClr>
                  <a:schemeClr val="accent1"/>
                </a:buClr>
              </a:pPr>
              <a:r>
                <a:rPr lang="zh-CN" altLang="en-US" sz="1600" dirty="0" smtClean="0">
                  <a:latin typeface="黑体" panose="02010609060101010101" pitchFamily="49" charset="-122"/>
                  <a:ea typeface="黑体" panose="02010609060101010101" pitchFamily="49" charset="-122"/>
                </a:rPr>
                <a:t>零  点  示  值  不  确  定  范  围</a:t>
              </a:r>
            </a:p>
          </p:txBody>
        </p:sp>
      </p:grpSp>
    </p:spTree>
    <p:extLst>
      <p:ext uri="{BB962C8B-B14F-4D97-AF65-F5344CB8AC3E}">
        <p14:creationId xmlns:p14="http://schemas.microsoft.com/office/powerpoint/2010/main" val="101858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000"/>
                                        <p:tgtEl>
                                          <p:spTgt spid="43"/>
                                        </p:tgtEl>
                                      </p:cBhvr>
                                    </p:animEffect>
                                    <p:anim calcmode="lin" valueType="num">
                                      <p:cBhvr>
                                        <p:cTn id="8" dur="1000" fill="hold"/>
                                        <p:tgtEl>
                                          <p:spTgt spid="43"/>
                                        </p:tgtEl>
                                        <p:attrNameLst>
                                          <p:attrName>ppt_x</p:attrName>
                                        </p:attrNameLst>
                                      </p:cBhvr>
                                      <p:tavLst>
                                        <p:tav tm="0">
                                          <p:val>
                                            <p:strVal val="#ppt_x"/>
                                          </p:val>
                                        </p:tav>
                                        <p:tav tm="100000">
                                          <p:val>
                                            <p:strVal val="#ppt_x"/>
                                          </p:val>
                                        </p:tav>
                                      </p:tavLst>
                                    </p:anim>
                                    <p:anim calcmode="lin" valueType="num">
                                      <p:cBhvr>
                                        <p:cTn id="9"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零点要求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a:ea typeface="黑体" panose="02010609060101010101" pitchFamily="49" charset="-122"/>
              </a:rPr>
              <a:t>置零</a:t>
            </a:r>
            <a:r>
              <a:rPr lang="zh-CN" altLang="en-US" dirty="0" smtClean="0">
                <a:ea typeface="黑体" panose="02010609060101010101" pitchFamily="49" charset="-122"/>
              </a:rPr>
              <a:t>装置</a:t>
            </a:r>
            <a:endParaRPr lang="zh-CN" altLang="en-US"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26</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graphicFrame>
        <p:nvGraphicFramePr>
          <p:cNvPr id="11" name="内容占位符 10"/>
          <p:cNvGraphicFramePr>
            <a:graphicFrameLocks noGrp="1"/>
          </p:cNvGraphicFramePr>
          <p:nvPr>
            <p:ph idx="1"/>
            <p:extLst>
              <p:ext uri="{D42A27DB-BD31-4B8C-83A1-F6EECF244321}">
                <p14:modId xmlns:p14="http://schemas.microsoft.com/office/powerpoint/2010/main" val="3790950945"/>
              </p:ext>
            </p:extLst>
          </p:nvPr>
        </p:nvGraphicFramePr>
        <p:xfrm>
          <a:off x="394574" y="1485900"/>
          <a:ext cx="8353426" cy="4895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185865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hteck 13"/>
          <p:cNvSpPr/>
          <p:nvPr/>
        </p:nvSpPr>
        <p:spPr bwMode="gray">
          <a:xfrm>
            <a:off x="4492173" y="1499281"/>
            <a:ext cx="4267198" cy="792163"/>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zh-CN" altLang="en-US" sz="1600" dirty="0" smtClean="0">
                <a:solidFill>
                  <a:schemeClr val="tx1"/>
                </a:solidFill>
                <a:latin typeface="+mj-lt"/>
                <a:ea typeface="黑体" panose="02010609060101010101" pitchFamily="49" charset="-122"/>
              </a:rPr>
              <a:t>     （</a:t>
            </a:r>
            <a:r>
              <a:rPr lang="zh-CN" altLang="en-US" sz="1600" dirty="0">
                <a:solidFill>
                  <a:schemeClr val="tx1"/>
                </a:solidFill>
                <a:latin typeface="+mj-lt"/>
                <a:ea typeface="黑体" panose="02010609060101010101" pitchFamily="49" charset="-122"/>
              </a:rPr>
              <a:t>例如吊钩秤通常关闭零点跟踪功能，防止称量过程对因钓具载荷的</a:t>
            </a:r>
            <a:r>
              <a:rPr lang="zh-CN" altLang="en-US" sz="1600" dirty="0" smtClean="0">
                <a:solidFill>
                  <a:schemeClr val="tx1"/>
                </a:solidFill>
                <a:latin typeface="+mj-lt"/>
                <a:ea typeface="黑体" panose="02010609060101010101" pitchFamily="49" charset="-122"/>
              </a:rPr>
              <a:t>变化</a:t>
            </a:r>
            <a:r>
              <a:rPr lang="en-US" altLang="zh-CN" sz="1600" dirty="0" smtClean="0">
                <a:solidFill>
                  <a:schemeClr val="tx1"/>
                </a:solidFill>
                <a:latin typeface="+mj-lt"/>
                <a:ea typeface="黑体" panose="02010609060101010101" pitchFamily="49" charset="-122"/>
              </a:rPr>
              <a:t/>
            </a:r>
            <a:br>
              <a:rPr lang="en-US" altLang="zh-CN" sz="1600" dirty="0" smtClean="0">
                <a:solidFill>
                  <a:schemeClr val="tx1"/>
                </a:solidFill>
                <a:latin typeface="+mj-lt"/>
                <a:ea typeface="黑体" panose="02010609060101010101" pitchFamily="49" charset="-122"/>
              </a:rPr>
            </a:br>
            <a:r>
              <a:rPr lang="zh-CN" altLang="en-US" sz="1600" dirty="0" smtClean="0">
                <a:solidFill>
                  <a:schemeClr val="tx1"/>
                </a:solidFill>
                <a:latin typeface="+mj-lt"/>
                <a:ea typeface="黑体" panose="02010609060101010101" pitchFamily="49" charset="-122"/>
              </a:rPr>
              <a:t>产生</a:t>
            </a:r>
            <a:r>
              <a:rPr lang="zh-CN" altLang="en-US" sz="1600" dirty="0">
                <a:solidFill>
                  <a:schemeClr val="tx1"/>
                </a:solidFill>
                <a:latin typeface="+mj-lt"/>
                <a:ea typeface="黑体" panose="02010609060101010101" pitchFamily="49" charset="-122"/>
              </a:rPr>
              <a:t>错误跟踪引起称量结果的不正确），</a:t>
            </a:r>
            <a:endParaRPr lang="en-US" altLang="zh-CN" sz="1600" dirty="0">
              <a:solidFill>
                <a:schemeClr val="tx1"/>
              </a:solidFill>
              <a:latin typeface="+mj-lt"/>
              <a:ea typeface="黑体" panose="02010609060101010101" pitchFamily="49" charset="-122"/>
            </a:endParaRPr>
          </a:p>
        </p:txBody>
      </p:sp>
      <p:sp>
        <p:nvSpPr>
          <p:cNvPr id="15" name="Rechteck 14"/>
          <p:cNvSpPr/>
          <p:nvPr/>
        </p:nvSpPr>
        <p:spPr bwMode="gray">
          <a:xfrm>
            <a:off x="4492173" y="2362881"/>
            <a:ext cx="4267198" cy="61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600" dirty="0">
                <a:solidFill>
                  <a:schemeClr val="tx1"/>
                </a:solidFill>
                <a:latin typeface="+mj-lt"/>
                <a:ea typeface="黑体" panose="02010609060101010101" pitchFamily="49" charset="-122"/>
              </a:rPr>
              <a:t>在不影响称量结果的前提</a:t>
            </a:r>
            <a:r>
              <a:rPr lang="zh-CN" altLang="en-US" sz="1600" dirty="0" smtClean="0">
                <a:solidFill>
                  <a:schemeClr val="tx1"/>
                </a:solidFill>
                <a:latin typeface="+mj-lt"/>
                <a:ea typeface="黑体" panose="02010609060101010101" pitchFamily="49" charset="-122"/>
              </a:rPr>
              <a:t>下</a:t>
            </a:r>
            <a:r>
              <a:rPr lang="en-US" altLang="zh-CN" sz="1600" dirty="0" smtClean="0">
                <a:solidFill>
                  <a:schemeClr val="tx1"/>
                </a:solidFill>
                <a:latin typeface="+mj-lt"/>
                <a:ea typeface="黑体" panose="02010609060101010101" pitchFamily="49" charset="-122"/>
              </a:rPr>
              <a:t/>
            </a:r>
            <a:br>
              <a:rPr lang="en-US" altLang="zh-CN" sz="1600" dirty="0" smtClean="0">
                <a:solidFill>
                  <a:schemeClr val="tx1"/>
                </a:solidFill>
                <a:latin typeface="+mj-lt"/>
                <a:ea typeface="黑体" panose="02010609060101010101" pitchFamily="49" charset="-122"/>
              </a:rPr>
            </a:br>
            <a:r>
              <a:rPr lang="zh-CN" altLang="en-US" sz="1600" dirty="0" smtClean="0">
                <a:solidFill>
                  <a:schemeClr val="tx1"/>
                </a:solidFill>
                <a:latin typeface="+mj-lt"/>
                <a:ea typeface="黑体" panose="02010609060101010101" pitchFamily="49" charset="-122"/>
              </a:rPr>
              <a:t>几乎是电子</a:t>
            </a:r>
            <a:r>
              <a:rPr lang="zh-CN" altLang="en-US" sz="1600" dirty="0">
                <a:solidFill>
                  <a:schemeClr val="tx1"/>
                </a:solidFill>
                <a:latin typeface="+mj-lt"/>
                <a:ea typeface="黑体" panose="02010609060101010101" pitchFamily="49" charset="-122"/>
              </a:rPr>
              <a:t>衡器必定设置的</a:t>
            </a:r>
            <a:endParaRPr lang="en-US" sz="1600" dirty="0">
              <a:solidFill>
                <a:schemeClr val="tx1"/>
              </a:solidFill>
              <a:latin typeface="+mj-lt"/>
              <a:ea typeface="黑体" panose="02010609060101010101" pitchFamily="49" charset="-122"/>
            </a:endParaRPr>
          </a:p>
        </p:txBody>
      </p:sp>
      <p:sp>
        <p:nvSpPr>
          <p:cNvPr id="16" name="Rechteck 15"/>
          <p:cNvSpPr/>
          <p:nvPr/>
        </p:nvSpPr>
        <p:spPr bwMode="gray">
          <a:xfrm>
            <a:off x="4492173" y="3023349"/>
            <a:ext cx="4267198" cy="1044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1689100" lvl="6" indent="-342900">
              <a:buFont typeface="+mj-lt"/>
              <a:buAutoNum type="alphaLcParenR"/>
            </a:pPr>
            <a:r>
              <a:rPr lang="zh-CN" altLang="en-US" sz="1600" dirty="0">
                <a:solidFill>
                  <a:schemeClr val="tx1"/>
                </a:solidFill>
                <a:latin typeface="+mj-lt"/>
                <a:ea typeface="黑体" panose="02010609060101010101" pitchFamily="49" charset="-122"/>
              </a:rPr>
              <a:t>示值为零，或相当于毛重零时负的净重示值</a:t>
            </a:r>
            <a:endParaRPr lang="en-US" altLang="zh-CN" sz="1600" dirty="0">
              <a:solidFill>
                <a:schemeClr val="tx1"/>
              </a:solidFill>
              <a:latin typeface="+mj-lt"/>
              <a:ea typeface="黑体" panose="02010609060101010101" pitchFamily="49" charset="-122"/>
            </a:endParaRPr>
          </a:p>
          <a:p>
            <a:pPr marL="1689100" lvl="6" indent="-342900">
              <a:buFont typeface="+mj-lt"/>
              <a:buAutoNum type="alphaLcParenR"/>
            </a:pPr>
            <a:r>
              <a:rPr lang="zh-CN" altLang="en-US" sz="1600" dirty="0">
                <a:solidFill>
                  <a:schemeClr val="tx1"/>
                </a:solidFill>
                <a:latin typeface="+mj-lt"/>
                <a:ea typeface="黑体" panose="02010609060101010101" pitchFamily="49" charset="-122"/>
              </a:rPr>
              <a:t>衡器处于平衡稳定</a:t>
            </a:r>
            <a:endParaRPr lang="en-US" altLang="zh-CN" sz="1600" dirty="0">
              <a:solidFill>
                <a:schemeClr val="tx1"/>
              </a:solidFill>
              <a:latin typeface="+mj-lt"/>
              <a:ea typeface="黑体" panose="02010609060101010101" pitchFamily="49" charset="-122"/>
            </a:endParaRPr>
          </a:p>
          <a:p>
            <a:pPr marL="1689100" lvl="6" indent="-342900">
              <a:buFont typeface="+mj-lt"/>
              <a:buAutoNum type="alphaLcParenR"/>
            </a:pPr>
            <a:r>
              <a:rPr lang="zh-CN" altLang="en-US" sz="1600" dirty="0">
                <a:solidFill>
                  <a:schemeClr val="tx1"/>
                </a:solidFill>
                <a:latin typeface="+mj-lt"/>
                <a:ea typeface="黑体" panose="02010609060101010101" pitchFamily="49" charset="-122"/>
              </a:rPr>
              <a:t>每秒钟</a:t>
            </a:r>
            <a:r>
              <a:rPr lang="zh-CN" altLang="en-US" dirty="0">
                <a:solidFill>
                  <a:schemeClr val="tx1"/>
                </a:solidFill>
                <a:latin typeface="+mj-lt"/>
                <a:ea typeface="黑体" panose="02010609060101010101" pitchFamily="49" charset="-122"/>
              </a:rPr>
              <a:t>修正值不大于</a:t>
            </a:r>
            <a:r>
              <a:rPr lang="en-US" altLang="zh-CN" dirty="0">
                <a:solidFill>
                  <a:schemeClr val="tx1"/>
                </a:solidFill>
                <a:latin typeface="+mj-lt"/>
                <a:ea typeface="黑体" panose="02010609060101010101" pitchFamily="49" charset="-122"/>
              </a:rPr>
              <a:t>0.5d</a:t>
            </a:r>
          </a:p>
        </p:txBody>
      </p:sp>
      <p:sp>
        <p:nvSpPr>
          <p:cNvPr id="3" name="Title 2"/>
          <p:cNvSpPr>
            <a:spLocks noGrp="1"/>
          </p:cNvSpPr>
          <p:nvPr>
            <p:ph type="title"/>
          </p:nvPr>
        </p:nvSpPr>
        <p:spPr/>
        <p:txBody>
          <a:bodyPr/>
          <a:lstStyle/>
          <a:p>
            <a:r>
              <a:rPr lang="zh-CN" altLang="en-US" dirty="0" smtClean="0">
                <a:ea typeface="黑体" panose="02010609060101010101" pitchFamily="49" charset="-122"/>
              </a:rPr>
              <a:t>零点要求</a:t>
            </a:r>
            <a:endParaRPr lang="en-US" dirty="0">
              <a:ea typeface="黑体" panose="02010609060101010101" pitchFamily="49" charset="-122"/>
            </a:endParaRPr>
          </a:p>
        </p:txBody>
      </p:sp>
      <p:sp>
        <p:nvSpPr>
          <p:cNvPr id="2" name="Title 1"/>
          <p:cNvSpPr>
            <a:spLocks noGrp="1"/>
          </p:cNvSpPr>
          <p:nvPr>
            <p:ph type="title" idx="99"/>
          </p:nvPr>
        </p:nvSpPr>
        <p:spPr/>
        <p:txBody>
          <a:bodyPr/>
          <a:lstStyle/>
          <a:p>
            <a:r>
              <a:rPr lang="zh-CN" altLang="en-US" dirty="0">
                <a:ea typeface="黑体" panose="02010609060101010101" pitchFamily="49" charset="-122"/>
              </a:rPr>
              <a:t>零</a:t>
            </a:r>
            <a:r>
              <a:rPr lang="zh-CN" altLang="en-US" dirty="0" smtClean="0">
                <a:ea typeface="黑体" panose="02010609060101010101" pitchFamily="49" charset="-122"/>
              </a:rPr>
              <a:t>点跟踪</a:t>
            </a:r>
            <a:endParaRPr lang="en-US" dirty="0">
              <a:ea typeface="黑体" panose="02010609060101010101" pitchFamily="49" charset="-122"/>
            </a:endParaRPr>
          </a:p>
        </p:txBody>
      </p:sp>
      <p:sp>
        <p:nvSpPr>
          <p:cNvPr id="9" name="Rechteck 8"/>
          <p:cNvSpPr/>
          <p:nvPr/>
        </p:nvSpPr>
        <p:spPr bwMode="gray">
          <a:xfrm>
            <a:off x="388486" y="1489075"/>
            <a:ext cx="4103687" cy="792163"/>
          </a:xfrm>
          <a:prstGeom prst="rect">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sz="1600" b="1" dirty="0">
                <a:solidFill>
                  <a:schemeClr val="tx1"/>
                </a:solidFill>
                <a:latin typeface="+mj-lt"/>
                <a:ea typeface="黑体" panose="02010609060101010101" pitchFamily="49" charset="-122"/>
              </a:rPr>
              <a:t>零点跟踪装置不是强制设置</a:t>
            </a:r>
            <a:r>
              <a:rPr lang="zh-CN" altLang="en-US" sz="1600" b="1" dirty="0" smtClean="0">
                <a:solidFill>
                  <a:schemeClr val="tx1"/>
                </a:solidFill>
                <a:latin typeface="+mj-lt"/>
                <a:ea typeface="黑体" panose="02010609060101010101" pitchFamily="49" charset="-122"/>
              </a:rPr>
              <a:t>的</a:t>
            </a:r>
            <a:r>
              <a:rPr lang="en-US" altLang="zh-CN" sz="1600" b="1" dirty="0" smtClean="0">
                <a:solidFill>
                  <a:schemeClr val="tx1"/>
                </a:solidFill>
                <a:latin typeface="+mj-lt"/>
                <a:ea typeface="黑体" panose="02010609060101010101" pitchFamily="49" charset="-122"/>
              </a:rPr>
              <a:t/>
            </a:r>
            <a:br>
              <a:rPr lang="en-US" altLang="zh-CN" sz="1600" b="1" dirty="0" smtClean="0">
                <a:solidFill>
                  <a:schemeClr val="tx1"/>
                </a:solidFill>
                <a:latin typeface="+mj-lt"/>
                <a:ea typeface="黑体" panose="02010609060101010101" pitchFamily="49" charset="-122"/>
              </a:rPr>
            </a:br>
            <a:endParaRPr lang="en-US" sz="1600" dirty="0">
              <a:solidFill>
                <a:schemeClr val="tx1"/>
              </a:solidFill>
              <a:latin typeface="+mj-lt"/>
              <a:ea typeface="黑体" panose="02010609060101010101" pitchFamily="49" charset="-122"/>
            </a:endParaRPr>
          </a:p>
        </p:txBody>
      </p:sp>
      <p:sp>
        <p:nvSpPr>
          <p:cNvPr id="11" name="Rechteck 10"/>
          <p:cNvSpPr/>
          <p:nvPr/>
        </p:nvSpPr>
        <p:spPr bwMode="gray">
          <a:xfrm>
            <a:off x="388486" y="2352675"/>
            <a:ext cx="4103687" cy="612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zh-CN" altLang="en-US" sz="1600" b="1" dirty="0">
                <a:solidFill>
                  <a:schemeClr val="tx1"/>
                </a:solidFill>
                <a:latin typeface="+mj-lt"/>
                <a:ea typeface="黑体" panose="02010609060101010101" pitchFamily="49" charset="-122"/>
              </a:rPr>
              <a:t>电子衡器零点漂移是</a:t>
            </a:r>
            <a:r>
              <a:rPr lang="zh-CN" altLang="en-US" sz="1600" b="1" dirty="0" smtClean="0">
                <a:solidFill>
                  <a:schemeClr val="tx1"/>
                </a:solidFill>
                <a:latin typeface="+mj-lt"/>
                <a:ea typeface="黑体" panose="02010609060101010101" pitchFamily="49" charset="-122"/>
              </a:rPr>
              <a:t>不可</a:t>
            </a:r>
            <a:r>
              <a:rPr lang="en-US" altLang="zh-CN" sz="1600" b="1" dirty="0" smtClean="0">
                <a:solidFill>
                  <a:schemeClr val="tx1"/>
                </a:solidFill>
                <a:latin typeface="+mj-lt"/>
                <a:ea typeface="黑体" panose="02010609060101010101" pitchFamily="49" charset="-122"/>
              </a:rPr>
              <a:t/>
            </a:r>
            <a:br>
              <a:rPr lang="en-US" altLang="zh-CN" sz="1600" b="1" dirty="0" smtClean="0">
                <a:solidFill>
                  <a:schemeClr val="tx1"/>
                </a:solidFill>
                <a:latin typeface="+mj-lt"/>
                <a:ea typeface="黑体" panose="02010609060101010101" pitchFamily="49" charset="-122"/>
              </a:rPr>
            </a:br>
            <a:r>
              <a:rPr lang="zh-CN" altLang="en-US" sz="1600" b="1" dirty="0" smtClean="0">
                <a:solidFill>
                  <a:schemeClr val="tx1"/>
                </a:solidFill>
                <a:latin typeface="+mj-lt"/>
                <a:ea typeface="黑体" panose="02010609060101010101" pitchFamily="49" charset="-122"/>
              </a:rPr>
              <a:t>避免</a:t>
            </a:r>
            <a:r>
              <a:rPr lang="zh-CN" altLang="en-US" sz="1600" b="1" dirty="0">
                <a:solidFill>
                  <a:schemeClr val="tx1"/>
                </a:solidFill>
                <a:latin typeface="+mj-lt"/>
                <a:ea typeface="黑体" panose="02010609060101010101" pitchFamily="49" charset="-122"/>
              </a:rPr>
              <a:t>的</a:t>
            </a:r>
            <a:endParaRPr lang="en-US" sz="1600" b="1" dirty="0">
              <a:solidFill>
                <a:schemeClr val="tx1"/>
              </a:solidFill>
              <a:latin typeface="+mj-lt"/>
              <a:ea typeface="黑体" panose="02010609060101010101" pitchFamily="49" charset="-122"/>
            </a:endParaRPr>
          </a:p>
        </p:txBody>
      </p:sp>
      <p:sp>
        <p:nvSpPr>
          <p:cNvPr id="13" name="Rechteck 12"/>
          <p:cNvSpPr/>
          <p:nvPr/>
        </p:nvSpPr>
        <p:spPr bwMode="gray">
          <a:xfrm>
            <a:off x="388486" y="3013143"/>
            <a:ext cx="4103687" cy="104400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r>
              <a:rPr lang="zh-CN" altLang="en-US" sz="1600" b="1" dirty="0">
                <a:solidFill>
                  <a:schemeClr val="tx1"/>
                </a:solidFill>
                <a:latin typeface="+mj-lt"/>
                <a:ea typeface="黑体" panose="02010609060101010101" pitchFamily="49" charset="-122"/>
              </a:rPr>
              <a:t>零点跟踪装置的运行条件</a:t>
            </a:r>
            <a:endParaRPr lang="en-US" sz="1600" b="1" dirty="0">
              <a:solidFill>
                <a:schemeClr val="tx1"/>
              </a:solidFill>
              <a:latin typeface="+mj-lt"/>
              <a:ea typeface="黑体" panose="02010609060101010101" pitchFamily="49" charset="-122"/>
            </a:endParaRPr>
          </a:p>
        </p:txBody>
      </p:sp>
      <p:sp>
        <p:nvSpPr>
          <p:cNvPr id="8" name="Ellipse 7"/>
          <p:cNvSpPr/>
          <p:nvPr/>
        </p:nvSpPr>
        <p:spPr bwMode="gray">
          <a:xfrm>
            <a:off x="3196773" y="1417638"/>
            <a:ext cx="2590800" cy="26638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600" dirty="0">
              <a:latin typeface="+mj-lt"/>
              <a:ea typeface="黑体" panose="02010609060101010101" pitchFamily="49" charset="-122"/>
            </a:endParaRPr>
          </a:p>
        </p:txBody>
      </p:sp>
      <p:sp>
        <p:nvSpPr>
          <p:cNvPr id="4" name="Ellipse 3"/>
          <p:cNvSpPr/>
          <p:nvPr/>
        </p:nvSpPr>
        <p:spPr bwMode="gray">
          <a:xfrm>
            <a:off x="3268211" y="1499281"/>
            <a:ext cx="2447925" cy="250348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indent="-557212" algn="ctr">
              <a:spcAft>
                <a:spcPts val="1200"/>
              </a:spcAft>
            </a:pPr>
            <a:r>
              <a:rPr lang="zh-CN" altLang="en-US" sz="2000" b="1" dirty="0">
                <a:latin typeface="+mj-lt"/>
                <a:ea typeface="黑体" panose="02010609060101010101" pitchFamily="49" charset="-122"/>
              </a:rPr>
              <a:t>零点跟踪</a:t>
            </a:r>
            <a:r>
              <a:rPr lang="zh-CN" altLang="en-US" sz="2000" b="1" dirty="0" smtClean="0">
                <a:latin typeface="+mj-lt"/>
                <a:ea typeface="黑体" panose="02010609060101010101" pitchFamily="49" charset="-122"/>
              </a:rPr>
              <a:t>装置</a:t>
            </a:r>
            <a:endParaRPr lang="en-US" altLang="zh-CN" sz="2000" b="1" dirty="0" smtClean="0">
              <a:latin typeface="+mj-lt"/>
              <a:ea typeface="黑体" panose="02010609060101010101" pitchFamily="49" charset="-122"/>
            </a:endParaRPr>
          </a:p>
          <a:p>
            <a:pPr indent="-557212" algn="ctr">
              <a:spcAft>
                <a:spcPts val="1200"/>
              </a:spcAft>
            </a:pPr>
            <a:endParaRPr lang="en-US" altLang="zh-CN" sz="2000" b="1" dirty="0">
              <a:latin typeface="+mj-lt"/>
              <a:ea typeface="黑体" panose="02010609060101010101" pitchFamily="49" charset="-122"/>
            </a:endParaRPr>
          </a:p>
        </p:txBody>
      </p:sp>
      <p:sp>
        <p:nvSpPr>
          <p:cNvPr id="17" name="Rechteck 16"/>
          <p:cNvSpPr>
            <a:spLocks noChangeArrowheads="1"/>
          </p:cNvSpPr>
          <p:nvPr/>
        </p:nvSpPr>
        <p:spPr bwMode="gray">
          <a:xfrm>
            <a:off x="468313" y="4584699"/>
            <a:ext cx="8291058" cy="1911635"/>
          </a:xfrm>
          <a:prstGeom prst="rect">
            <a:avLst/>
          </a:prstGeom>
          <a:solidFill>
            <a:schemeClr val="bg1"/>
          </a:solidFill>
          <a:ln w="9525" algn="ctr">
            <a:noFill/>
            <a:miter lim="800000"/>
            <a:headEnd/>
            <a:tailEnd/>
          </a:ln>
        </p:spPr>
        <p:txBody>
          <a:bodyPr anchor="ctr"/>
          <a:lstStyle/>
          <a:p>
            <a:pPr marL="357188" lvl="2" indent="457200">
              <a:spcAft>
                <a:spcPts val="600"/>
              </a:spcAft>
              <a:buNone/>
            </a:pPr>
            <a:r>
              <a:rPr lang="zh-CN" altLang="en-US" sz="1600" dirty="0">
                <a:ea typeface="黑体" panose="02010609060101010101" pitchFamily="49" charset="-122"/>
              </a:rPr>
              <a:t>根据</a:t>
            </a:r>
            <a:r>
              <a:rPr lang="en-US" altLang="zh-CN" sz="1600" dirty="0">
                <a:ea typeface="黑体" panose="02010609060101010101" pitchFamily="49" charset="-122"/>
              </a:rPr>
              <a:t>a</a:t>
            </a:r>
            <a:r>
              <a:rPr lang="zh-CN" altLang="en-US" sz="1600" dirty="0">
                <a:ea typeface="黑体" panose="02010609060101010101" pitchFamily="49" charset="-122"/>
              </a:rPr>
              <a:t>）的描述，</a:t>
            </a:r>
            <a:r>
              <a:rPr lang="zh-CN" altLang="en-US" sz="1600" dirty="0" smtClean="0">
                <a:latin typeface="+mj-lt"/>
                <a:ea typeface="黑体" panose="02010609060101010101" pitchFamily="49" charset="-122"/>
              </a:rPr>
              <a:t>零</a:t>
            </a:r>
            <a:r>
              <a:rPr lang="zh-CN" altLang="en-US" sz="1600" dirty="0">
                <a:latin typeface="+mj-lt"/>
                <a:ea typeface="黑体" panose="02010609060101010101" pitchFamily="49" charset="-122"/>
              </a:rPr>
              <a:t>点跟踪装置</a:t>
            </a:r>
            <a:r>
              <a:rPr lang="zh-CN" altLang="en-US" sz="1600" dirty="0" smtClean="0">
                <a:latin typeface="+mj-lt"/>
                <a:ea typeface="黑体" panose="02010609060101010101" pitchFamily="49" charset="-122"/>
              </a:rPr>
              <a:t>是当</a:t>
            </a:r>
            <a:r>
              <a:rPr lang="zh-CN" altLang="en-US" sz="1600" dirty="0">
                <a:latin typeface="+mj-lt"/>
                <a:ea typeface="黑体" panose="02010609060101010101" pitchFamily="49" charset="-122"/>
              </a:rPr>
              <a:t>平衡稳定时，衡器</a:t>
            </a:r>
            <a:r>
              <a:rPr lang="zh-CN" altLang="en-US" sz="1600" dirty="0" smtClean="0">
                <a:latin typeface="+mj-lt"/>
                <a:ea typeface="黑体" panose="02010609060101010101" pitchFamily="49" charset="-122"/>
              </a:rPr>
              <a:t>自动保持零示值的装置。只要示值处于</a:t>
            </a:r>
            <a:r>
              <a:rPr lang="zh-CN" altLang="en-US" sz="1600" dirty="0">
                <a:latin typeface="+mj-lt"/>
                <a:ea typeface="黑体" panose="02010609060101010101" pitchFamily="49" charset="-122"/>
              </a:rPr>
              <a:t>零无论是毛重零还是净重零</a:t>
            </a:r>
            <a:r>
              <a:rPr lang="zh-CN" altLang="en-US" sz="1600" dirty="0" smtClean="0">
                <a:latin typeface="+mj-lt"/>
                <a:ea typeface="黑体" panose="02010609060101010101" pitchFamily="49" charset="-122"/>
              </a:rPr>
              <a:t>，以及以负的净重指示皮重值的空载时，零</a:t>
            </a:r>
            <a:r>
              <a:rPr lang="zh-CN" altLang="en-US" sz="1600" dirty="0">
                <a:latin typeface="+mj-lt"/>
                <a:ea typeface="黑体" panose="02010609060101010101" pitchFamily="49" charset="-122"/>
              </a:rPr>
              <a:t>点跟踪装置即可运行，但</a:t>
            </a:r>
            <a:r>
              <a:rPr lang="zh-CN" altLang="en-US" sz="1600" dirty="0" smtClean="0">
                <a:latin typeface="+mj-lt"/>
                <a:ea typeface="黑体" panose="02010609060101010101" pitchFamily="49" charset="-122"/>
              </a:rPr>
              <a:t>无论是净重零，还是负的净重值状态都不</a:t>
            </a:r>
            <a:r>
              <a:rPr lang="zh-CN" altLang="en-US" sz="1600" dirty="0">
                <a:latin typeface="+mj-lt"/>
                <a:ea typeface="黑体" panose="02010609060101010101" pitchFamily="49" charset="-122"/>
              </a:rPr>
              <a:t>允许改变皮重值，以及跟踪范围在置零总效果的</a:t>
            </a:r>
            <a:r>
              <a:rPr lang="en-US" altLang="zh-CN" sz="1600" dirty="0">
                <a:latin typeface="+mj-lt"/>
                <a:ea typeface="黑体" panose="02010609060101010101" pitchFamily="49" charset="-122"/>
              </a:rPr>
              <a:t>4%Max</a:t>
            </a:r>
            <a:r>
              <a:rPr lang="zh-CN" altLang="en-US" sz="1600" dirty="0">
                <a:latin typeface="+mj-lt"/>
                <a:ea typeface="黑体" panose="02010609060101010101" pitchFamily="49" charset="-122"/>
              </a:rPr>
              <a:t>内</a:t>
            </a:r>
            <a:r>
              <a:rPr lang="zh-CN" altLang="en-US" sz="1600" dirty="0" smtClean="0">
                <a:latin typeface="+mj-lt"/>
                <a:ea typeface="黑体" panose="02010609060101010101" pitchFamily="49" charset="-122"/>
              </a:rPr>
              <a:t>。</a:t>
            </a:r>
            <a:endParaRPr lang="en-US" altLang="zh-CN" sz="1600" dirty="0" smtClean="0">
              <a:latin typeface="+mj-lt"/>
              <a:ea typeface="黑体" panose="02010609060101010101" pitchFamily="49" charset="-122"/>
            </a:endParaRPr>
          </a:p>
          <a:p>
            <a:pPr marL="357188" lvl="2" indent="457200">
              <a:spcAft>
                <a:spcPts val="600"/>
              </a:spcAft>
              <a:buNone/>
            </a:pPr>
            <a:r>
              <a:rPr lang="zh-CN" altLang="en-US" sz="1600" dirty="0" smtClean="0">
                <a:ea typeface="黑体" panose="02010609060101010101" pitchFamily="49" charset="-122"/>
              </a:rPr>
              <a:t>衡器</a:t>
            </a:r>
            <a:r>
              <a:rPr lang="zh-CN" altLang="en-US" sz="1600" dirty="0">
                <a:ea typeface="黑体" panose="02010609060101010101" pitchFamily="49" charset="-122"/>
              </a:rPr>
              <a:t>仅允许设置一个零点跟踪</a:t>
            </a:r>
            <a:r>
              <a:rPr lang="zh-CN" altLang="en-US" sz="1600" dirty="0" smtClean="0">
                <a:ea typeface="黑体" panose="02010609060101010101" pitchFamily="49" charset="-122"/>
              </a:rPr>
              <a:t>装置。</a:t>
            </a:r>
            <a:endParaRPr lang="en-US" altLang="zh-CN" sz="1600" dirty="0">
              <a:latin typeface="+mj-lt"/>
              <a:ea typeface="黑体" panose="02010609060101010101" pitchFamily="49" charset="-122"/>
            </a:endParaRPr>
          </a:p>
          <a:p>
            <a:pPr marL="355600" lvl="3" indent="457200">
              <a:spcAft>
                <a:spcPts val="600"/>
              </a:spcAft>
              <a:buNone/>
            </a:pPr>
            <a:r>
              <a:rPr lang="zh-CN" altLang="en-US" sz="1600" dirty="0">
                <a:latin typeface="+mj-lt"/>
                <a:ea typeface="黑体" panose="02010609060101010101" pitchFamily="49" charset="-122"/>
              </a:rPr>
              <a:t>为保证在载荷变化较小时，因零跟踪产生的附加称量误差可接受，规定跟踪速率不大于</a:t>
            </a:r>
            <a:r>
              <a:rPr lang="en-US" altLang="zh-CN" sz="1600" dirty="0">
                <a:latin typeface="+mj-lt"/>
                <a:ea typeface="黑体" panose="02010609060101010101" pitchFamily="49" charset="-122"/>
              </a:rPr>
              <a:t>0.5d</a:t>
            </a:r>
            <a:r>
              <a:rPr lang="zh-CN" altLang="en-US" sz="1600" dirty="0">
                <a:latin typeface="+mj-lt"/>
                <a:ea typeface="黑体" panose="02010609060101010101" pitchFamily="49" charset="-122"/>
              </a:rPr>
              <a:t>。例如用于非自动</a:t>
            </a:r>
            <a:r>
              <a:rPr lang="zh-CN" altLang="en-US" sz="1600" dirty="0" smtClean="0">
                <a:latin typeface="+mj-lt"/>
                <a:ea typeface="黑体" panose="02010609060101010101" pitchFamily="49" charset="-122"/>
              </a:rPr>
              <a:t>配料。</a:t>
            </a:r>
            <a:endParaRPr lang="en-US" altLang="zh-CN" sz="1600" dirty="0">
              <a:latin typeface="+mj-lt"/>
              <a:ea typeface="黑体" panose="02010609060101010101" pitchFamily="49" charset="-122"/>
            </a:endParaRPr>
          </a:p>
        </p:txBody>
      </p:sp>
      <p:sp>
        <p:nvSpPr>
          <p:cNvPr id="18" name="Gleichschenkliges Dreieck 17"/>
          <p:cNvSpPr/>
          <p:nvPr/>
        </p:nvSpPr>
        <p:spPr bwMode="gray">
          <a:xfrm flipV="1">
            <a:off x="2907997" y="4090789"/>
            <a:ext cx="3204306" cy="287337"/>
          </a:xfrm>
          <a:prstGeom prst="triangl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buClr>
                <a:schemeClr val="accent5"/>
              </a:buClr>
              <a:defRPr/>
            </a:pPr>
            <a:endParaRPr lang="en-US" sz="1600" dirty="0">
              <a:solidFill>
                <a:schemeClr val="bg1"/>
              </a:solidFill>
              <a:latin typeface="+mj-lt"/>
              <a:ea typeface="黑体" panose="02010609060101010101" pitchFamily="49" charset="-122"/>
            </a:endParaRPr>
          </a:p>
        </p:txBody>
      </p:sp>
      <p:sp>
        <p:nvSpPr>
          <p:cNvPr id="5" name="Footer Placeholder 4"/>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6" name="Slide Number Placeholder 5"/>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27</a:t>
            </a:fld>
            <a:endParaRPr lang="en-US" dirty="0">
              <a:latin typeface="+mj-lt"/>
              <a:ea typeface="黑体" panose="02010609060101010101" pitchFamily="49" charset="-122"/>
            </a:endParaRPr>
          </a:p>
        </p:txBody>
      </p:sp>
      <p:grpSp>
        <p:nvGrpSpPr>
          <p:cNvPr id="19" name="组合 18"/>
          <p:cNvGrpSpPr>
            <a:grpSpLocks noChangeAspect="1"/>
          </p:cNvGrpSpPr>
          <p:nvPr/>
        </p:nvGrpSpPr>
        <p:grpSpPr>
          <a:xfrm>
            <a:off x="3743080" y="2822174"/>
            <a:ext cx="1561105" cy="615553"/>
            <a:chOff x="5822673" y="3397522"/>
            <a:chExt cx="2135427" cy="842016"/>
          </a:xfrm>
        </p:grpSpPr>
        <p:sp>
          <p:nvSpPr>
            <p:cNvPr id="20" name="TextBox 19"/>
            <p:cNvSpPr txBox="1"/>
            <p:nvPr/>
          </p:nvSpPr>
          <p:spPr>
            <a:xfrm>
              <a:off x="6428097" y="3397522"/>
              <a:ext cx="837151" cy="842016"/>
            </a:xfrm>
            <a:prstGeom prst="rect">
              <a:avLst/>
            </a:prstGeom>
            <a:noFill/>
          </p:spPr>
          <p:txBody>
            <a:bodyPr wrap="square" lIns="0" tIns="0" rIns="0" bIns="0" rtlCol="0">
              <a:spAutoFit/>
            </a:bodyPr>
            <a:lstStyle/>
            <a:p>
              <a:pPr algn="ctr">
                <a:spcBef>
                  <a:spcPts val="400"/>
                </a:spcBef>
                <a:spcAft>
                  <a:spcPts val="600"/>
                </a:spcAft>
                <a:buClr>
                  <a:schemeClr val="accent1"/>
                </a:buClr>
              </a:pPr>
              <a:r>
                <a:rPr lang="en-US" altLang="zh-CN" sz="4000" b="1" dirty="0" smtClean="0">
                  <a:solidFill>
                    <a:schemeClr val="bg1"/>
                  </a:solidFill>
                  <a:latin typeface="+mj-lt"/>
                  <a:ea typeface="黑体" panose="02010609060101010101" pitchFamily="49" charset="-122"/>
                  <a:cs typeface="Times New Roman" panose="02020603050405020304" pitchFamily="18" charset="0"/>
                </a:rPr>
                <a:t>0</a:t>
              </a:r>
              <a:endParaRPr lang="zh-CN" altLang="en-US" sz="4000" b="1" dirty="0" err="1" smtClean="0">
                <a:solidFill>
                  <a:schemeClr val="bg1"/>
                </a:solidFill>
                <a:latin typeface="+mj-lt"/>
                <a:ea typeface="黑体" panose="02010609060101010101" pitchFamily="49" charset="-122"/>
                <a:cs typeface="Times New Roman" panose="02020603050405020304" pitchFamily="18" charset="0"/>
              </a:endParaRPr>
            </a:p>
          </p:txBody>
        </p:sp>
        <p:sp>
          <p:nvSpPr>
            <p:cNvPr id="21" name="等腰三角形 20"/>
            <p:cNvSpPr/>
            <p:nvPr/>
          </p:nvSpPr>
          <p:spPr>
            <a:xfrm rot="5400000">
              <a:off x="6019649" y="3485886"/>
              <a:ext cx="196978" cy="590930"/>
            </a:xfrm>
            <a:prstGeom prst="triangle">
              <a:avLst/>
            </a:prstGeom>
            <a:solidFill>
              <a:schemeClr val="bg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000" dirty="0" err="1" smtClean="0">
                <a:solidFill>
                  <a:schemeClr val="bg1"/>
                </a:solidFill>
                <a:latin typeface="+mj-lt"/>
                <a:ea typeface="黑体" panose="02010609060101010101" pitchFamily="49" charset="-122"/>
              </a:endParaRPr>
            </a:p>
          </p:txBody>
        </p:sp>
        <p:sp>
          <p:nvSpPr>
            <p:cNvPr id="22" name="等腰三角形 21"/>
            <p:cNvSpPr/>
            <p:nvPr/>
          </p:nvSpPr>
          <p:spPr>
            <a:xfrm rot="5400000" flipH="1" flipV="1">
              <a:off x="7564146" y="3488158"/>
              <a:ext cx="196978" cy="590930"/>
            </a:xfrm>
            <a:prstGeom prst="triangle">
              <a:avLst/>
            </a:prstGeom>
            <a:solidFill>
              <a:schemeClr val="bg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000" dirty="0" err="1" smtClean="0">
                <a:solidFill>
                  <a:schemeClr val="bg1"/>
                </a:solidFill>
                <a:latin typeface="+mj-lt"/>
                <a:ea typeface="黑体" panose="02010609060101010101" pitchFamily="49" charset="-122"/>
              </a:endParaRPr>
            </a:p>
          </p:txBody>
        </p:sp>
      </p:grpSp>
    </p:spTree>
    <p:extLst>
      <p:ext uri="{BB962C8B-B14F-4D97-AF65-F5344CB8AC3E}">
        <p14:creationId xmlns:p14="http://schemas.microsoft.com/office/powerpoint/2010/main" val="214152371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零点要求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a:latin typeface="黑体" panose="02010609060101010101" pitchFamily="49" charset="-122"/>
                <a:ea typeface="黑体" panose="02010609060101010101" pitchFamily="49" charset="-122"/>
              </a:rPr>
              <a:t>置零装置和零点跟踪</a:t>
            </a:r>
            <a:r>
              <a:rPr lang="zh-CN" altLang="en-US" dirty="0" smtClean="0">
                <a:latin typeface="黑体" panose="02010609060101010101" pitchFamily="49" charset="-122"/>
                <a:ea typeface="黑体" panose="02010609060101010101" pitchFamily="49" charset="-122"/>
              </a:rPr>
              <a:t>装置</a:t>
            </a: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28</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7" y="1485900"/>
            <a:ext cx="8489405" cy="5024082"/>
          </a:xfrm>
        </p:spPr>
        <p:txBody>
          <a:bodyPr/>
          <a:lstStyle/>
          <a:p>
            <a:pPr marL="361950" lvl="2" indent="0">
              <a:spcAft>
                <a:spcPts val="1200"/>
              </a:spcAft>
              <a:buNone/>
            </a:pPr>
            <a:r>
              <a:rPr lang="zh-CN" altLang="en-US" b="1" dirty="0" smtClean="0">
                <a:latin typeface="黑体" panose="02010609060101010101" pitchFamily="49" charset="-122"/>
                <a:ea typeface="黑体" panose="02010609060101010101" pitchFamily="49" charset="-122"/>
              </a:rPr>
              <a:t>零点指示装置：</a:t>
            </a:r>
            <a:endParaRPr lang="en-US" altLang="zh-CN" b="1" dirty="0" smtClean="0">
              <a:latin typeface="黑体" panose="02010609060101010101" pitchFamily="49" charset="-122"/>
              <a:ea typeface="黑体" panose="02010609060101010101" pitchFamily="49" charset="-122"/>
            </a:endParaRPr>
          </a:p>
          <a:p>
            <a:pPr marL="361950" lvl="2" indent="457200">
              <a:spcAft>
                <a:spcPts val="1200"/>
              </a:spcAft>
              <a:buNone/>
            </a:pPr>
            <a:r>
              <a:rPr lang="zh-CN" altLang="en-US" dirty="0" smtClean="0">
                <a:latin typeface="黑体" panose="02010609060101010101" pitchFamily="49" charset="-122"/>
                <a:ea typeface="黑体" panose="02010609060101010101" pitchFamily="49" charset="-122"/>
              </a:rPr>
              <a:t>对于数字指示衡器，无论示值是否为零，如果零点误差不大于</a:t>
            </a:r>
            <a:r>
              <a:rPr lang="en-US" altLang="zh-CN" dirty="0" smtClean="0">
                <a:latin typeface="黑体" panose="02010609060101010101" pitchFamily="49" charset="-122"/>
                <a:ea typeface="黑体" panose="02010609060101010101" pitchFamily="49" charset="-122"/>
              </a:rPr>
              <a:t>±0.25e</a:t>
            </a:r>
            <a:r>
              <a:rPr lang="zh-CN" altLang="en-US" dirty="0" smtClean="0">
                <a:latin typeface="黑体" panose="02010609060101010101" pitchFamily="49" charset="-122"/>
                <a:ea typeface="黑体" panose="02010609060101010101" pitchFamily="49" charset="-122"/>
              </a:rPr>
              <a:t>，可以使用一个特定符号指示衡器处于零状态，包括净重示值，只要误差满足上述规定限值。下面两种情形可以不设置零点指示装置：</a:t>
            </a:r>
            <a:endParaRPr lang="en-US" altLang="zh-CN" dirty="0" smtClean="0">
              <a:latin typeface="黑体" panose="02010609060101010101" pitchFamily="49" charset="-122"/>
              <a:ea typeface="黑体" panose="02010609060101010101" pitchFamily="49" charset="-122"/>
            </a:endParaRPr>
          </a:p>
          <a:p>
            <a:pPr marL="714375" lvl="6" indent="-342900">
              <a:spcAft>
                <a:spcPts val="1200"/>
              </a:spcAft>
              <a:buFont typeface="+mj-lt"/>
              <a:buAutoNum type="alphaLcParenR"/>
            </a:pPr>
            <a:r>
              <a:rPr lang="zh-CN" altLang="en-US" b="1" dirty="0" smtClean="0">
                <a:latin typeface="黑体" panose="02010609060101010101" pitchFamily="49" charset="-122"/>
                <a:ea typeface="黑体" panose="02010609060101010101" pitchFamily="49" charset="-122"/>
              </a:rPr>
              <a:t>衡器</a:t>
            </a:r>
            <a:r>
              <a:rPr lang="zh-CN" altLang="en-US" b="1" dirty="0">
                <a:latin typeface="黑体" panose="02010609060101010101" pitchFamily="49" charset="-122"/>
                <a:ea typeface="黑体" panose="02010609060101010101" pitchFamily="49" charset="-122"/>
              </a:rPr>
              <a:t>有辅助指示</a:t>
            </a:r>
            <a:r>
              <a:rPr lang="zh-CN" altLang="en-US" b="1" dirty="0" smtClean="0">
                <a:latin typeface="黑体" panose="02010609060101010101" pitchFamily="49" charset="-122"/>
                <a:ea typeface="黑体" panose="02010609060101010101" pitchFamily="49" charset="-122"/>
              </a:rPr>
              <a:t>装置</a:t>
            </a:r>
            <a:endParaRPr lang="en-US" altLang="zh-CN" dirty="0" smtClean="0">
              <a:latin typeface="黑体" panose="02010609060101010101" pitchFamily="49" charset="-122"/>
              <a:ea typeface="黑体" panose="02010609060101010101" pitchFamily="49" charset="-122"/>
            </a:endParaRPr>
          </a:p>
          <a:p>
            <a:pPr marL="361950" lvl="2" indent="457200">
              <a:spcAft>
                <a:spcPts val="1200"/>
              </a:spcAft>
              <a:buNone/>
            </a:pPr>
            <a:r>
              <a:rPr lang="zh-CN" altLang="en-US" dirty="0" smtClean="0">
                <a:latin typeface="黑体" panose="02010609060101010101" pitchFamily="49" charset="-122"/>
                <a:ea typeface="黑体" panose="02010609060101010101" pitchFamily="49" charset="-122"/>
              </a:rPr>
              <a:t>无论是否有辅助指示，通常如果示值不为零，操作人员会使用置零装置，保证零点误差满足要求，因此对于有辅助指示，只要示值为零，零点的误差不会大于</a:t>
            </a:r>
            <a:r>
              <a:rPr lang="en-US" altLang="zh-CN" dirty="0" smtClean="0">
                <a:latin typeface="黑体" panose="02010609060101010101" pitchFamily="49" charset="-122"/>
                <a:ea typeface="黑体" panose="02010609060101010101" pitchFamily="49" charset="-122"/>
              </a:rPr>
              <a:t>±0.25e</a:t>
            </a:r>
            <a:r>
              <a:rPr lang="zh-CN" altLang="en-US" dirty="0" smtClean="0">
                <a:latin typeface="黑体" panose="02010609060101010101" pitchFamily="49" charset="-122"/>
                <a:ea typeface="黑体" panose="02010609060101010101" pitchFamily="49" charset="-122"/>
              </a:rPr>
              <a:t>，（</a:t>
            </a:r>
            <a:r>
              <a:rPr lang="en-US" altLang="zh-CN" dirty="0" smtClean="0">
                <a:latin typeface="黑体" panose="02010609060101010101" pitchFamily="49" charset="-122"/>
                <a:ea typeface="黑体" panose="02010609060101010101" pitchFamily="49" charset="-122"/>
              </a:rPr>
              <a:t>e = 2d</a:t>
            </a:r>
            <a:r>
              <a:rPr lang="zh-CN" altLang="en-US" dirty="0" smtClean="0">
                <a:latin typeface="黑体" panose="02010609060101010101" pitchFamily="49" charset="-122"/>
                <a:ea typeface="黑体" panose="02010609060101010101" pitchFamily="49" charset="-122"/>
              </a:rPr>
              <a:t>，示值为零的最大误差是</a:t>
            </a:r>
            <a:r>
              <a:rPr lang="en-US" altLang="zh-CN" dirty="0" smtClean="0">
                <a:latin typeface="黑体" panose="02010609060101010101" pitchFamily="49" charset="-122"/>
                <a:ea typeface="黑体" panose="02010609060101010101" pitchFamily="49" charset="-122"/>
              </a:rPr>
              <a:t>0.5d</a:t>
            </a:r>
            <a:r>
              <a:rPr lang="zh-CN" altLang="en-US" dirty="0">
                <a:latin typeface="黑体" panose="02010609060101010101" pitchFamily="49" charset="-122"/>
                <a:ea typeface="黑体" panose="02010609060101010101" pitchFamily="49" charset="-122"/>
              </a:rPr>
              <a:t> </a:t>
            </a:r>
            <a:r>
              <a:rPr lang="en-US" altLang="zh-CN" dirty="0" smtClean="0">
                <a:latin typeface="黑体" panose="02010609060101010101" pitchFamily="49" charset="-122"/>
                <a:ea typeface="黑体" panose="02010609060101010101" pitchFamily="49" charset="-122"/>
              </a:rPr>
              <a:t>= 0.25de</a:t>
            </a:r>
            <a:r>
              <a:rPr lang="zh-CN" altLang="en-US" dirty="0" smtClean="0">
                <a:latin typeface="黑体" panose="02010609060101010101" pitchFamily="49" charset="-122"/>
                <a:ea typeface="黑体" panose="02010609060101010101" pitchFamily="49" charset="-122"/>
              </a:rPr>
              <a:t>），不设置零点指示是可行的；</a:t>
            </a:r>
            <a:endParaRPr lang="en-US" altLang="zh-CN" dirty="0" smtClean="0">
              <a:latin typeface="黑体" panose="02010609060101010101" pitchFamily="49" charset="-122"/>
              <a:ea typeface="黑体" panose="02010609060101010101" pitchFamily="49" charset="-122"/>
            </a:endParaRPr>
          </a:p>
          <a:p>
            <a:pPr marL="714375" lvl="6" indent="-342900">
              <a:spcAft>
                <a:spcPts val="1200"/>
              </a:spcAft>
              <a:buFont typeface="+mj-lt"/>
              <a:buAutoNum type="alphaLcParenR"/>
            </a:pPr>
            <a:r>
              <a:rPr lang="zh-CN" altLang="en-US" b="1" dirty="0" smtClean="0">
                <a:latin typeface="黑体" panose="02010609060101010101" pitchFamily="49" charset="-122"/>
                <a:ea typeface="黑体" panose="02010609060101010101" pitchFamily="49" charset="-122"/>
              </a:rPr>
              <a:t>零</a:t>
            </a:r>
            <a:r>
              <a:rPr lang="zh-CN" altLang="en-US" b="1" dirty="0">
                <a:latin typeface="黑体" panose="02010609060101010101" pitchFamily="49" charset="-122"/>
                <a:ea typeface="黑体" panose="02010609060101010101" pitchFamily="49" charset="-122"/>
              </a:rPr>
              <a:t>点跟踪速率不小于</a:t>
            </a:r>
            <a:r>
              <a:rPr lang="en-US" altLang="zh-CN" b="1" dirty="0">
                <a:latin typeface="黑体" panose="02010609060101010101" pitchFamily="49" charset="-122"/>
                <a:ea typeface="黑体" panose="02010609060101010101" pitchFamily="49" charset="-122"/>
              </a:rPr>
              <a:t>0.25d/s</a:t>
            </a:r>
            <a:r>
              <a:rPr lang="zh-CN" altLang="en-US" b="1" dirty="0">
                <a:latin typeface="黑体" panose="02010609060101010101" pitchFamily="49" charset="-122"/>
                <a:ea typeface="黑体" panose="02010609060101010101" pitchFamily="49" charset="-122"/>
              </a:rPr>
              <a:t>，该指示装置不是强制的</a:t>
            </a:r>
            <a:r>
              <a:rPr lang="zh-CN" altLang="en-US" dirty="0" smtClean="0">
                <a:latin typeface="黑体" panose="02010609060101010101" pitchFamily="49" charset="-122"/>
                <a:ea typeface="黑体" panose="02010609060101010101" pitchFamily="49" charset="-122"/>
              </a:rPr>
              <a:t>要么</a:t>
            </a:r>
            <a:r>
              <a:rPr lang="zh-CN" altLang="en-US" dirty="0">
                <a:latin typeface="黑体" panose="02010609060101010101" pitchFamily="49" charset="-122"/>
                <a:ea typeface="黑体" panose="02010609060101010101" pitchFamily="49" charset="-122"/>
              </a:rPr>
              <a:t>保证衡器示值一旦为零时，在</a:t>
            </a:r>
            <a:r>
              <a:rPr lang="en-US" altLang="zh-CN" dirty="0">
                <a:latin typeface="黑体" panose="02010609060101010101" pitchFamily="49" charset="-122"/>
                <a:ea typeface="黑体" panose="02010609060101010101" pitchFamily="49" charset="-122"/>
              </a:rPr>
              <a:t>1s</a:t>
            </a:r>
            <a:r>
              <a:rPr lang="zh-CN" altLang="en-US" dirty="0">
                <a:latin typeface="黑体" panose="02010609060101010101" pitchFamily="49" charset="-122"/>
                <a:ea typeface="黑体" panose="02010609060101010101" pitchFamily="49" charset="-122"/>
              </a:rPr>
              <a:t>内使零点示值的误差不大于</a:t>
            </a:r>
            <a:r>
              <a:rPr lang="en-US" altLang="zh-CN" dirty="0">
                <a:latin typeface="黑体" panose="02010609060101010101" pitchFamily="49" charset="-122"/>
                <a:ea typeface="黑体" panose="02010609060101010101" pitchFamily="49" charset="-122"/>
              </a:rPr>
              <a:t>±0.25e</a:t>
            </a:r>
            <a:r>
              <a:rPr lang="zh-CN" altLang="en-US" dirty="0">
                <a:latin typeface="黑体" panose="02010609060101010101" pitchFamily="49" charset="-122"/>
                <a:ea typeface="黑体" panose="02010609060101010101" pitchFamily="49" charset="-122"/>
              </a:rPr>
              <a:t>，保证后续称量的</a:t>
            </a:r>
            <a:r>
              <a:rPr lang="zh-CN" altLang="en-US" dirty="0" smtClean="0">
                <a:latin typeface="黑体" panose="02010609060101010101" pitchFamily="49" charset="-122"/>
                <a:ea typeface="黑体" panose="02010609060101010101" pitchFamily="49" charset="-122"/>
              </a:rPr>
              <a:t>准确。</a:t>
            </a:r>
            <a:endParaRPr lang="en-US" altLang="zh-CN" dirty="0">
              <a:latin typeface="黑体" panose="02010609060101010101" pitchFamily="49" charset="-122"/>
              <a:ea typeface="黑体" panose="02010609060101010101" pitchFamily="49" charset="-122"/>
            </a:endParaRPr>
          </a:p>
          <a:p>
            <a:pPr marL="361950" lvl="2" indent="457200">
              <a:spcAft>
                <a:spcPts val="1200"/>
              </a:spcAft>
              <a:buNone/>
            </a:pPr>
            <a:r>
              <a:rPr lang="zh-CN" altLang="en-US" dirty="0" smtClean="0">
                <a:latin typeface="黑体" panose="02010609060101010101" pitchFamily="49" charset="-122"/>
                <a:ea typeface="黑体" panose="02010609060101010101" pitchFamily="49" charset="-122"/>
              </a:rPr>
              <a:t>具有辅助指示装置的衡器可以不设置零点指示，即便在</a:t>
            </a:r>
            <a:r>
              <a:rPr lang="en-US" altLang="zh-CN" dirty="0" smtClean="0">
                <a:latin typeface="黑体" panose="02010609060101010101" pitchFamily="49" charset="-122"/>
                <a:ea typeface="黑体" panose="02010609060101010101" pitchFamily="49" charset="-122"/>
              </a:rPr>
              <a:t>e = 2d </a:t>
            </a:r>
            <a:r>
              <a:rPr lang="zh-CN" altLang="en-US" dirty="0" smtClean="0">
                <a:latin typeface="黑体" panose="02010609060101010101" pitchFamily="49" charset="-122"/>
                <a:ea typeface="黑体" panose="02010609060101010101" pitchFamily="49" charset="-122"/>
              </a:rPr>
              <a:t>时，当示值为零时的内部最大示值为</a:t>
            </a:r>
            <a:r>
              <a:rPr lang="en-US" altLang="zh-CN" dirty="0" smtClean="0">
                <a:latin typeface="黑体" panose="02010609060101010101" pitchFamily="49" charset="-122"/>
                <a:ea typeface="黑体" panose="02010609060101010101" pitchFamily="49" charset="-122"/>
              </a:rPr>
              <a:t>0.5d = 0.25e</a:t>
            </a:r>
            <a:r>
              <a:rPr lang="zh-CN" altLang="en-US" dirty="0" smtClean="0">
                <a:latin typeface="黑体" panose="02010609060101010101" pitchFamily="49" charset="-122"/>
                <a:ea typeface="黑体" panose="02010609060101010101" pitchFamily="49" charset="-122"/>
              </a:rPr>
              <a:t>，基本满足零点误差要求。</a:t>
            </a:r>
            <a:endParaRPr lang="en-US" altLang="zh-CN" dirty="0" smtClean="0">
              <a:latin typeface="黑体" panose="02010609060101010101" pitchFamily="49" charset="-122"/>
              <a:ea typeface="黑体" panose="02010609060101010101" pitchFamily="49" charset="-122"/>
            </a:endParaRPr>
          </a:p>
          <a:p>
            <a:pPr marL="361950" lvl="2" indent="457200">
              <a:spcAft>
                <a:spcPts val="1200"/>
              </a:spcAft>
              <a:buNone/>
            </a:pPr>
            <a:endParaRPr lang="en-US" altLang="zh-CN" dirty="0" smtClean="0">
              <a:latin typeface="黑体" panose="02010609060101010101" pitchFamily="49" charset="-122"/>
              <a:ea typeface="黑体" panose="02010609060101010101" pitchFamily="49" charset="-122"/>
            </a:endParaRPr>
          </a:p>
        </p:txBody>
      </p:sp>
      <p:grpSp>
        <p:nvGrpSpPr>
          <p:cNvPr id="7" name="组合 6"/>
          <p:cNvGrpSpPr>
            <a:grpSpLocks noChangeAspect="1"/>
          </p:cNvGrpSpPr>
          <p:nvPr/>
        </p:nvGrpSpPr>
        <p:grpSpPr>
          <a:xfrm>
            <a:off x="1502093" y="5524727"/>
            <a:ext cx="1566870" cy="830997"/>
            <a:chOff x="5814786" y="3397522"/>
            <a:chExt cx="2143313" cy="1136722"/>
          </a:xfrm>
        </p:grpSpPr>
        <p:sp>
          <p:nvSpPr>
            <p:cNvPr id="8" name="TextBox 7"/>
            <p:cNvSpPr txBox="1"/>
            <p:nvPr/>
          </p:nvSpPr>
          <p:spPr>
            <a:xfrm>
              <a:off x="6428096" y="3397522"/>
              <a:ext cx="837151" cy="1136722"/>
            </a:xfrm>
            <a:prstGeom prst="rect">
              <a:avLst/>
            </a:prstGeom>
            <a:noFill/>
          </p:spPr>
          <p:txBody>
            <a:bodyPr wrap="square" lIns="0" tIns="0" rIns="0" bIns="0" rtlCol="0">
              <a:spAutoFit/>
            </a:bodyPr>
            <a:lstStyle/>
            <a:p>
              <a:pPr algn="ctr">
                <a:spcBef>
                  <a:spcPts val="400"/>
                </a:spcBef>
                <a:spcAft>
                  <a:spcPts val="600"/>
                </a:spcAft>
                <a:buClr>
                  <a:schemeClr val="accent1"/>
                </a:buClr>
              </a:pPr>
              <a:r>
                <a:rPr lang="en-US" altLang="zh-CN" sz="5400" b="1" dirty="0" smtClean="0">
                  <a:latin typeface="Times New Roman" panose="02020603050405020304" pitchFamily="18" charset="0"/>
                  <a:cs typeface="Times New Roman" panose="02020603050405020304" pitchFamily="18" charset="0"/>
                </a:rPr>
                <a:t>0</a:t>
              </a:r>
              <a:endParaRPr lang="zh-CN" altLang="en-US" sz="5400" b="1" dirty="0" err="1" smtClean="0">
                <a:latin typeface="Times New Roman" panose="02020603050405020304" pitchFamily="18" charset="0"/>
                <a:cs typeface="Times New Roman" panose="02020603050405020304" pitchFamily="18" charset="0"/>
              </a:endParaRPr>
            </a:p>
          </p:txBody>
        </p:sp>
        <p:sp>
          <p:nvSpPr>
            <p:cNvPr id="9" name="等腰三角形 8"/>
            <p:cNvSpPr/>
            <p:nvPr/>
          </p:nvSpPr>
          <p:spPr>
            <a:xfrm rot="5400000">
              <a:off x="5936774" y="3690825"/>
              <a:ext cx="354842" cy="598818"/>
            </a:xfrm>
            <a:prstGeom prst="triangle">
              <a:avLst/>
            </a:prstGeom>
            <a:solidFill>
              <a:schemeClr val="tx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endParaRPr>
            </a:p>
          </p:txBody>
        </p:sp>
        <p:sp>
          <p:nvSpPr>
            <p:cNvPr id="10" name="等腰三角形 9"/>
            <p:cNvSpPr/>
            <p:nvPr/>
          </p:nvSpPr>
          <p:spPr>
            <a:xfrm rot="5400000" flipH="1" flipV="1">
              <a:off x="7481269" y="3693097"/>
              <a:ext cx="354842" cy="598818"/>
            </a:xfrm>
            <a:prstGeom prst="triangle">
              <a:avLst/>
            </a:prstGeom>
            <a:solidFill>
              <a:schemeClr val="tx1"/>
            </a:solidFill>
            <a:ln>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sz="1600" dirty="0" err="1" smtClean="0">
                <a:solidFill>
                  <a:schemeClr val="bg1"/>
                </a:solidFill>
              </a:endParaRPr>
            </a:p>
          </p:txBody>
        </p:sp>
      </p:grpSp>
    </p:spTree>
    <p:extLst>
      <p:ext uri="{BB962C8B-B14F-4D97-AF65-F5344CB8AC3E}">
        <p14:creationId xmlns:p14="http://schemas.microsoft.com/office/powerpoint/2010/main" val="101858650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黑体" panose="02010609060101010101" pitchFamily="49" charset="-122"/>
              </a:rPr>
              <a:t>Key Point</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endParaRPr lang="zh-CN" altLang="en-US">
              <a:ea typeface="黑体" panose="02010609060101010101" pitchFamily="49" charset="-122"/>
            </a:endParaRPr>
          </a:p>
        </p:txBody>
      </p:sp>
      <p:sp>
        <p:nvSpPr>
          <p:cNvPr id="4" name="内容占位符 3"/>
          <p:cNvSpPr>
            <a:spLocks noGrp="1"/>
          </p:cNvSpPr>
          <p:nvPr>
            <p:ph idx="1"/>
          </p:nvPr>
        </p:nvSpPr>
        <p:spPr>
          <a:xfrm>
            <a:off x="422584" y="1485900"/>
            <a:ext cx="1980000" cy="4895850"/>
          </a:xfrm>
        </p:spPr>
        <p:style>
          <a:lnRef idx="2">
            <a:schemeClr val="dk1"/>
          </a:lnRef>
          <a:fillRef idx="1">
            <a:schemeClr val="lt1"/>
          </a:fillRef>
          <a:effectRef idx="0">
            <a:schemeClr val="dk1"/>
          </a:effectRef>
          <a:fontRef idx="minor">
            <a:schemeClr val="dk1"/>
          </a:fontRef>
        </p:style>
        <p:txBody>
          <a:bodyPr/>
          <a:lstStyle/>
          <a:p>
            <a:r>
              <a:rPr lang="zh-CN" altLang="en-US" dirty="0" smtClean="0">
                <a:latin typeface="+mj-lt"/>
                <a:ea typeface="黑体" panose="02010609060101010101" pitchFamily="49" charset="-122"/>
              </a:rPr>
              <a:t>置零</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范围</a:t>
            </a:r>
            <a:endParaRPr lang="en-US" altLang="zh-CN" dirty="0" smtClean="0">
              <a:latin typeface="+mj-lt"/>
              <a:ea typeface="黑体" panose="02010609060101010101" pitchFamily="49" charset="-122"/>
            </a:endParaRPr>
          </a:p>
          <a:p>
            <a:pPr marL="531813" lvl="4" indent="0">
              <a:buNone/>
            </a:pPr>
            <a:r>
              <a:rPr lang="en-US" altLang="zh-CN" dirty="0" smtClean="0">
                <a:latin typeface="+mj-lt"/>
                <a:ea typeface="黑体" panose="02010609060101010101" pitchFamily="49" charset="-122"/>
              </a:rPr>
              <a:t>IZSR</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20%Max</a:t>
            </a:r>
          </a:p>
          <a:p>
            <a:pPr marL="531813" lvl="4" indent="0">
              <a:buNone/>
            </a:pPr>
            <a:endParaRPr lang="en-US" altLang="zh-CN" dirty="0" smtClean="0">
              <a:latin typeface="+mj-lt"/>
              <a:ea typeface="黑体" panose="02010609060101010101" pitchFamily="49" charset="-122"/>
            </a:endParaRPr>
          </a:p>
          <a:p>
            <a:pPr marL="531813" lvl="4" indent="0">
              <a:buNone/>
            </a:pPr>
            <a:r>
              <a:rPr lang="en-US" altLang="zh-CN" dirty="0" smtClean="0">
                <a:latin typeface="+mj-lt"/>
                <a:ea typeface="黑体" panose="02010609060101010101" pitchFamily="49" charset="-122"/>
              </a:rPr>
              <a:t>MZSD + AZSD + AZTD</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4%Max</a:t>
            </a:r>
          </a:p>
          <a:p>
            <a:pPr marL="531813" lvl="4" indent="0">
              <a:buNone/>
            </a:pP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条件</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平衡稳定</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在规定的范围内</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毛重称量</a:t>
            </a:r>
            <a:endParaRPr lang="en-US" altLang="zh-CN" dirty="0" smtClean="0">
              <a:latin typeface="+mj-lt"/>
              <a:ea typeface="黑体" panose="02010609060101010101" pitchFamily="49" charset="-122"/>
            </a:endParaRPr>
          </a:p>
          <a:p>
            <a:pPr marL="531813" lvl="3" indent="0">
              <a:buNone/>
            </a:pPr>
            <a:endParaRPr lang="en-US" altLang="zh-CN" dirty="0" smtClean="0">
              <a:latin typeface="+mj-lt"/>
              <a:ea typeface="黑体" panose="02010609060101010101" pitchFamily="49" charset="-122"/>
            </a:endParaRPr>
          </a:p>
          <a:p>
            <a:pPr lvl="1"/>
            <a:endParaRPr lang="en-US" altLang="zh-CN" dirty="0" smtClean="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29</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7" name="内容占位符 3"/>
          <p:cNvSpPr txBox="1">
            <a:spLocks/>
          </p:cNvSpPr>
          <p:nvPr/>
        </p:nvSpPr>
        <p:spPr>
          <a:xfrm>
            <a:off x="2608491" y="1474524"/>
            <a:ext cx="1980000" cy="4895850"/>
          </a:xfrm>
          <a:prstGeom prst="rect">
            <a:avLst/>
          </a:prstGeom>
        </p:spPr>
        <p:style>
          <a:lnRef idx="2">
            <a:schemeClr val="dk1"/>
          </a:lnRef>
          <a:fillRef idx="1">
            <a:schemeClr val="lt1"/>
          </a:fillRef>
          <a:effectRef idx="0">
            <a:schemeClr val="dk1"/>
          </a:effectRef>
          <a:fontRef idx="minor">
            <a:schemeClr val="dk1"/>
          </a:fontRef>
        </p:style>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r>
              <a:rPr lang="zh-CN" altLang="en-US" dirty="0" smtClean="0">
                <a:latin typeface="+mj-lt"/>
                <a:ea typeface="黑体" panose="02010609060101010101" pitchFamily="49" charset="-122"/>
              </a:rPr>
              <a:t>零点指示</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范围</a:t>
            </a:r>
            <a:endParaRPr lang="en-US" altLang="zh-CN" dirty="0" smtClean="0">
              <a:latin typeface="+mj-lt"/>
              <a:ea typeface="黑体" panose="02010609060101010101" pitchFamily="49" charset="-122"/>
            </a:endParaRPr>
          </a:p>
          <a:p>
            <a:pPr marL="531813" lvl="3" indent="0">
              <a:buNone/>
            </a:pPr>
            <a:r>
              <a:rPr lang="zh-CN" altLang="zh-CN" dirty="0" smtClean="0">
                <a:latin typeface="+mj-lt"/>
                <a:ea typeface="黑体" panose="02010609060101010101" pitchFamily="49" charset="-122"/>
              </a:rPr>
              <a:t>±</a:t>
            </a:r>
            <a:r>
              <a:rPr lang="en-US" altLang="zh-CN" dirty="0" smtClean="0">
                <a:latin typeface="+mj-lt"/>
                <a:ea typeface="黑体" panose="02010609060101010101" pitchFamily="49" charset="-122"/>
              </a:rPr>
              <a:t>0.25e</a:t>
            </a:r>
          </a:p>
          <a:p>
            <a:pPr marL="531813" lvl="3" indent="0">
              <a:buNone/>
            </a:pP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条件</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数字指示；</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平衡稳定；</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对无辅助指示，且</a:t>
            </a:r>
            <a:endParaRPr lang="en-US" altLang="zh-CN" dirty="0" smtClean="0">
              <a:latin typeface="+mj-lt"/>
              <a:ea typeface="黑体" panose="02010609060101010101" pitchFamily="49" charset="-122"/>
            </a:endParaRPr>
          </a:p>
          <a:p>
            <a:pPr marL="531813" lvl="3" indent="0">
              <a:buNone/>
            </a:pPr>
            <a:r>
              <a:rPr lang="zh-CN" altLang="en-US" dirty="0">
                <a:latin typeface="+mj-lt"/>
                <a:ea typeface="黑体" panose="02010609060101010101" pitchFamily="49" charset="-122"/>
              </a:rPr>
              <a:t>零</a:t>
            </a:r>
            <a:r>
              <a:rPr lang="zh-CN" altLang="en-US" dirty="0" smtClean="0">
                <a:latin typeface="+mj-lt"/>
                <a:ea typeface="黑体" panose="02010609060101010101" pitchFamily="49" charset="-122"/>
              </a:rPr>
              <a:t>点跟踪速率小于</a:t>
            </a:r>
            <a:r>
              <a:rPr lang="en-US" altLang="zh-CN" dirty="0" smtClean="0">
                <a:latin typeface="+mj-lt"/>
                <a:ea typeface="黑体" panose="02010609060101010101" pitchFamily="49" charset="-122"/>
              </a:rPr>
              <a:t>0.25d/s</a:t>
            </a:r>
            <a:r>
              <a:rPr lang="zh-CN" altLang="en-US" dirty="0" smtClean="0">
                <a:latin typeface="+mj-lt"/>
                <a:ea typeface="黑体" panose="02010609060101010101" pitchFamily="49" charset="-122"/>
              </a:rPr>
              <a:t>是强制的</a:t>
            </a:r>
            <a:endParaRPr lang="en-US" altLang="zh-CN" dirty="0" smtClean="0">
              <a:latin typeface="+mj-lt"/>
              <a:ea typeface="黑体" panose="02010609060101010101" pitchFamily="49" charset="-122"/>
            </a:endParaRPr>
          </a:p>
          <a:p>
            <a:endParaRPr lang="en-US" altLang="zh-CN" dirty="0" smtClean="0">
              <a:latin typeface="+mj-lt"/>
              <a:ea typeface="黑体" panose="02010609060101010101" pitchFamily="49" charset="-122"/>
            </a:endParaRPr>
          </a:p>
        </p:txBody>
      </p:sp>
      <p:sp>
        <p:nvSpPr>
          <p:cNvPr id="8" name="内容占位符 3"/>
          <p:cNvSpPr txBox="1">
            <a:spLocks/>
          </p:cNvSpPr>
          <p:nvPr/>
        </p:nvSpPr>
        <p:spPr>
          <a:xfrm>
            <a:off x="4751182" y="1485900"/>
            <a:ext cx="1980000" cy="4895850"/>
          </a:xfrm>
          <a:prstGeom prst="rect">
            <a:avLst/>
          </a:prstGeom>
        </p:spPr>
        <p:style>
          <a:lnRef idx="2">
            <a:schemeClr val="dk1"/>
          </a:lnRef>
          <a:fillRef idx="1">
            <a:schemeClr val="lt1"/>
          </a:fillRef>
          <a:effectRef idx="0">
            <a:schemeClr val="dk1"/>
          </a:effectRef>
          <a:fontRef idx="minor">
            <a:schemeClr val="dk1"/>
          </a:fontRef>
        </p:style>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r>
              <a:rPr lang="zh-CN" altLang="en-US" dirty="0" smtClean="0">
                <a:latin typeface="+mj-lt"/>
                <a:ea typeface="黑体" panose="02010609060101010101" pitchFamily="49" charset="-122"/>
              </a:rPr>
              <a:t>零点跟踪</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范围</a:t>
            </a:r>
            <a:endParaRPr lang="en-US" altLang="zh-CN" dirty="0" smtClean="0">
              <a:latin typeface="+mj-lt"/>
              <a:ea typeface="黑体" panose="02010609060101010101" pitchFamily="49" charset="-122"/>
            </a:endParaRPr>
          </a:p>
          <a:p>
            <a:pPr marL="531813" lvl="3" indent="0">
              <a:buNone/>
            </a:pPr>
            <a:r>
              <a:rPr lang="en-US" altLang="zh-CN" dirty="0" smtClean="0">
                <a:latin typeface="+mj-lt"/>
                <a:ea typeface="黑体" panose="02010609060101010101" pitchFamily="49" charset="-122"/>
              </a:rPr>
              <a:t>4%Max</a:t>
            </a:r>
          </a:p>
          <a:p>
            <a:pPr marL="531813" lvl="3" indent="0">
              <a:buNone/>
            </a:pP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条件</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示值为零</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平衡稳定</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速率不大于</a:t>
            </a:r>
            <a:r>
              <a:rPr lang="en-US" altLang="zh-CN" dirty="0" smtClean="0">
                <a:latin typeface="+mj-lt"/>
                <a:ea typeface="黑体" panose="02010609060101010101" pitchFamily="49" charset="-122"/>
              </a:rPr>
              <a:t>0.5d/s</a:t>
            </a:r>
            <a:endParaRPr lang="zh-CN" altLang="en-US" dirty="0">
              <a:latin typeface="+mj-lt"/>
              <a:ea typeface="黑体" panose="02010609060101010101" pitchFamily="49" charset="-122"/>
            </a:endParaRPr>
          </a:p>
        </p:txBody>
      </p:sp>
      <p:sp>
        <p:nvSpPr>
          <p:cNvPr id="9" name="内容占位符 3"/>
          <p:cNvSpPr txBox="1">
            <a:spLocks/>
          </p:cNvSpPr>
          <p:nvPr/>
        </p:nvSpPr>
        <p:spPr>
          <a:xfrm>
            <a:off x="6882542" y="1501820"/>
            <a:ext cx="1980000" cy="4895850"/>
          </a:xfrm>
          <a:prstGeom prst="rect">
            <a:avLst/>
          </a:prstGeom>
        </p:spPr>
        <p:style>
          <a:lnRef idx="2">
            <a:schemeClr val="dk1"/>
          </a:lnRef>
          <a:fillRef idx="1">
            <a:schemeClr val="lt1"/>
          </a:fillRef>
          <a:effectRef idx="0">
            <a:schemeClr val="dk1"/>
          </a:effectRef>
          <a:fontRef idx="minor">
            <a:schemeClr val="dk1"/>
          </a:fontRef>
        </p:style>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r>
              <a:rPr lang="zh-CN" altLang="en-US" dirty="0" smtClean="0">
                <a:latin typeface="+mj-lt"/>
                <a:ea typeface="黑体" panose="02010609060101010101" pitchFamily="49" charset="-122"/>
              </a:rPr>
              <a:t>自动置零</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范围</a:t>
            </a:r>
            <a:endParaRPr lang="en-US" altLang="zh-CN" dirty="0" smtClean="0">
              <a:latin typeface="+mj-lt"/>
              <a:ea typeface="黑体" panose="02010609060101010101" pitchFamily="49" charset="-122"/>
            </a:endParaRPr>
          </a:p>
          <a:p>
            <a:pPr marL="531813" lvl="3" indent="0">
              <a:buNone/>
            </a:pPr>
            <a:r>
              <a:rPr lang="en-US" altLang="zh-CN" dirty="0" smtClean="0">
                <a:latin typeface="+mj-lt"/>
                <a:ea typeface="黑体" panose="02010609060101010101" pitchFamily="49" charset="-122"/>
              </a:rPr>
              <a:t>4%Max</a:t>
            </a:r>
          </a:p>
          <a:p>
            <a:pPr marL="531813" lvl="3" indent="0">
              <a:buNone/>
            </a:pP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条件</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毛重状态；</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示值为负；</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平衡稳定，且持续</a:t>
            </a:r>
            <a:r>
              <a:rPr lang="en-US" altLang="zh-CN" dirty="0" smtClean="0">
                <a:latin typeface="+mj-lt"/>
                <a:ea typeface="黑体" panose="02010609060101010101" pitchFamily="49" charset="-122"/>
              </a:rPr>
              <a:t>5s</a:t>
            </a:r>
            <a:r>
              <a:rPr lang="zh-CN" altLang="en-US" dirty="0" smtClean="0">
                <a:latin typeface="+mj-lt"/>
                <a:ea typeface="黑体" panose="02010609060101010101" pitchFamily="49" charset="-122"/>
              </a:rPr>
              <a:t>以上</a:t>
            </a:r>
            <a:endParaRPr lang="zh-CN" altLang="en-US" dirty="0">
              <a:latin typeface="+mj-lt"/>
              <a:ea typeface="黑体" panose="02010609060101010101" pitchFamily="49" charset="-122"/>
            </a:endParaRPr>
          </a:p>
        </p:txBody>
      </p:sp>
    </p:spTree>
    <p:extLst>
      <p:ext uri="{BB962C8B-B14F-4D97-AF65-F5344CB8AC3E}">
        <p14:creationId xmlns:p14="http://schemas.microsoft.com/office/powerpoint/2010/main" val="701270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4" end="4"/>
                                            </p:txEl>
                                          </p:spTgt>
                                        </p:tgtEl>
                                        <p:attrNameLst>
                                          <p:attrName>style.visibility</p:attrName>
                                        </p:attrNameLst>
                                      </p:cBhvr>
                                      <p:to>
                                        <p:strVal val="visible"/>
                                      </p:to>
                                    </p:set>
                                    <p:animEffect transition="in" filter="fade">
                                      <p:cBhvr>
                                        <p:cTn id="14" dur="1000"/>
                                        <p:tgtEl>
                                          <p:spTgt spid="4">
                                            <p:txEl>
                                              <p:pRg st="4" end="4"/>
                                            </p:txEl>
                                          </p:spTgt>
                                        </p:tgtEl>
                                      </p:cBhvr>
                                    </p:animEffect>
                                    <p:anim calcmode="lin" valueType="num">
                                      <p:cBhvr>
                                        <p:cTn id="15"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animEffect transition="in" filter="fade">
                                      <p:cBhvr>
                                        <p:cTn id="21" dur="1000"/>
                                        <p:tgtEl>
                                          <p:spTgt spid="4">
                                            <p:txEl>
                                              <p:pRg st="7" end="7"/>
                                            </p:txEl>
                                          </p:spTgt>
                                        </p:tgtEl>
                                      </p:cBhvr>
                                    </p:animEffect>
                                    <p:anim calcmode="lin" valueType="num">
                                      <p:cBhvr>
                                        <p:cTn id="22"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fade">
                                      <p:cBhvr>
                                        <p:cTn id="28" dur="1000"/>
                                        <p:tgtEl>
                                          <p:spTgt spid="4">
                                            <p:txEl>
                                              <p:pRg st="8" end="8"/>
                                            </p:txEl>
                                          </p:spTgt>
                                        </p:tgtEl>
                                      </p:cBhvr>
                                    </p:animEffect>
                                    <p:anim calcmode="lin" valueType="num">
                                      <p:cBhvr>
                                        <p:cTn id="29"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Effect transition="in" filter="fade">
                                      <p:cBhvr>
                                        <p:cTn id="35" dur="1000"/>
                                        <p:tgtEl>
                                          <p:spTgt spid="4">
                                            <p:txEl>
                                              <p:pRg st="9" end="9"/>
                                            </p:txEl>
                                          </p:spTgt>
                                        </p:tgtEl>
                                      </p:cBhvr>
                                    </p:animEffect>
                                    <p:anim calcmode="lin" valueType="num">
                                      <p:cBhvr>
                                        <p:cTn id="36"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xEl>
                                              <p:pRg st="2" end="2"/>
                                            </p:txEl>
                                          </p:spTgt>
                                        </p:tgtEl>
                                        <p:attrNameLst>
                                          <p:attrName>style.visibility</p:attrName>
                                        </p:attrNameLst>
                                      </p:cBhvr>
                                      <p:to>
                                        <p:strVal val="visible"/>
                                      </p:to>
                                    </p:set>
                                    <p:animEffect transition="in" filter="fade">
                                      <p:cBhvr>
                                        <p:cTn id="42" dur="1000"/>
                                        <p:tgtEl>
                                          <p:spTgt spid="7">
                                            <p:txEl>
                                              <p:pRg st="2" end="2"/>
                                            </p:txEl>
                                          </p:spTgt>
                                        </p:tgtEl>
                                      </p:cBhvr>
                                    </p:animEffect>
                                    <p:anim calcmode="lin" valueType="num">
                                      <p:cBhvr>
                                        <p:cTn id="43"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8">
                                            <p:txEl>
                                              <p:pRg st="2" end="2"/>
                                            </p:txEl>
                                          </p:spTgt>
                                        </p:tgtEl>
                                        <p:attrNameLst>
                                          <p:attrName>style.visibility</p:attrName>
                                        </p:attrNameLst>
                                      </p:cBhvr>
                                      <p:to>
                                        <p:strVal val="visible"/>
                                      </p:to>
                                    </p:set>
                                    <p:animEffect transition="in" filter="fade">
                                      <p:cBhvr>
                                        <p:cTn id="77" dur="1000"/>
                                        <p:tgtEl>
                                          <p:spTgt spid="8">
                                            <p:txEl>
                                              <p:pRg st="2" end="2"/>
                                            </p:txEl>
                                          </p:spTgt>
                                        </p:tgtEl>
                                      </p:cBhvr>
                                    </p:animEffect>
                                    <p:anim calcmode="lin" valueType="num">
                                      <p:cBhvr>
                                        <p:cTn id="78"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8">
                                            <p:txEl>
                                              <p:pRg st="5" end="5"/>
                                            </p:txEl>
                                          </p:spTgt>
                                        </p:tgtEl>
                                        <p:attrNameLst>
                                          <p:attrName>style.visibility</p:attrName>
                                        </p:attrNameLst>
                                      </p:cBhvr>
                                      <p:to>
                                        <p:strVal val="visible"/>
                                      </p:to>
                                    </p:set>
                                    <p:animEffect transition="in" filter="fade">
                                      <p:cBhvr>
                                        <p:cTn id="84" dur="1000"/>
                                        <p:tgtEl>
                                          <p:spTgt spid="8">
                                            <p:txEl>
                                              <p:pRg st="5" end="5"/>
                                            </p:txEl>
                                          </p:spTgt>
                                        </p:tgtEl>
                                      </p:cBhvr>
                                    </p:animEffect>
                                    <p:anim calcmode="lin" valueType="num">
                                      <p:cBhvr>
                                        <p:cTn id="85"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86"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8">
                                            <p:txEl>
                                              <p:pRg st="6" end="6"/>
                                            </p:txEl>
                                          </p:spTgt>
                                        </p:tgtEl>
                                        <p:attrNameLst>
                                          <p:attrName>style.visibility</p:attrName>
                                        </p:attrNameLst>
                                      </p:cBhvr>
                                      <p:to>
                                        <p:strVal val="visible"/>
                                      </p:to>
                                    </p:set>
                                    <p:animEffect transition="in" filter="fade">
                                      <p:cBhvr>
                                        <p:cTn id="91" dur="1000"/>
                                        <p:tgtEl>
                                          <p:spTgt spid="8">
                                            <p:txEl>
                                              <p:pRg st="6" end="6"/>
                                            </p:txEl>
                                          </p:spTgt>
                                        </p:tgtEl>
                                      </p:cBhvr>
                                    </p:animEffect>
                                    <p:anim calcmode="lin" valueType="num">
                                      <p:cBhvr>
                                        <p:cTn id="92"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93"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8">
                                            <p:txEl>
                                              <p:pRg st="7" end="7"/>
                                            </p:txEl>
                                          </p:spTgt>
                                        </p:tgtEl>
                                        <p:attrNameLst>
                                          <p:attrName>style.visibility</p:attrName>
                                        </p:attrNameLst>
                                      </p:cBhvr>
                                      <p:to>
                                        <p:strVal val="visible"/>
                                      </p:to>
                                    </p:set>
                                    <p:animEffect transition="in" filter="fade">
                                      <p:cBhvr>
                                        <p:cTn id="98" dur="1000"/>
                                        <p:tgtEl>
                                          <p:spTgt spid="8">
                                            <p:txEl>
                                              <p:pRg st="7" end="7"/>
                                            </p:txEl>
                                          </p:spTgt>
                                        </p:tgtEl>
                                      </p:cBhvr>
                                    </p:animEffect>
                                    <p:anim calcmode="lin" valueType="num">
                                      <p:cBhvr>
                                        <p:cTn id="99"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100"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9">
                                            <p:txEl>
                                              <p:pRg st="2" end="2"/>
                                            </p:txEl>
                                          </p:spTgt>
                                        </p:tgtEl>
                                        <p:attrNameLst>
                                          <p:attrName>style.visibility</p:attrName>
                                        </p:attrNameLst>
                                      </p:cBhvr>
                                      <p:to>
                                        <p:strVal val="visible"/>
                                      </p:to>
                                    </p:set>
                                    <p:animEffect transition="in" filter="fade">
                                      <p:cBhvr>
                                        <p:cTn id="105" dur="1000"/>
                                        <p:tgtEl>
                                          <p:spTgt spid="9">
                                            <p:txEl>
                                              <p:pRg st="2" end="2"/>
                                            </p:txEl>
                                          </p:spTgt>
                                        </p:tgtEl>
                                      </p:cBhvr>
                                    </p:animEffect>
                                    <p:anim calcmode="lin" valueType="num">
                                      <p:cBhvr>
                                        <p:cTn id="106"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07"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nodeType="clickEffect">
                                  <p:stCondLst>
                                    <p:cond delay="0"/>
                                  </p:stCondLst>
                                  <p:childTnLst>
                                    <p:set>
                                      <p:cBhvr>
                                        <p:cTn id="111" dur="1" fill="hold">
                                          <p:stCondLst>
                                            <p:cond delay="0"/>
                                          </p:stCondLst>
                                        </p:cTn>
                                        <p:tgtEl>
                                          <p:spTgt spid="9">
                                            <p:txEl>
                                              <p:pRg st="5" end="5"/>
                                            </p:txEl>
                                          </p:spTgt>
                                        </p:tgtEl>
                                        <p:attrNameLst>
                                          <p:attrName>style.visibility</p:attrName>
                                        </p:attrNameLst>
                                      </p:cBhvr>
                                      <p:to>
                                        <p:strVal val="visible"/>
                                      </p:to>
                                    </p:set>
                                    <p:animEffect transition="in" filter="fade">
                                      <p:cBhvr>
                                        <p:cTn id="112" dur="1000"/>
                                        <p:tgtEl>
                                          <p:spTgt spid="9">
                                            <p:txEl>
                                              <p:pRg st="5" end="5"/>
                                            </p:txEl>
                                          </p:spTgt>
                                        </p:tgtEl>
                                      </p:cBhvr>
                                    </p:animEffect>
                                    <p:anim calcmode="lin" valueType="num">
                                      <p:cBhvr>
                                        <p:cTn id="113"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114"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9">
                                            <p:txEl>
                                              <p:pRg st="6" end="6"/>
                                            </p:txEl>
                                          </p:spTgt>
                                        </p:tgtEl>
                                        <p:attrNameLst>
                                          <p:attrName>style.visibility</p:attrName>
                                        </p:attrNameLst>
                                      </p:cBhvr>
                                      <p:to>
                                        <p:strVal val="visible"/>
                                      </p:to>
                                    </p:set>
                                    <p:animEffect transition="in" filter="fade">
                                      <p:cBhvr>
                                        <p:cTn id="119" dur="1000"/>
                                        <p:tgtEl>
                                          <p:spTgt spid="9">
                                            <p:txEl>
                                              <p:pRg st="6" end="6"/>
                                            </p:txEl>
                                          </p:spTgt>
                                        </p:tgtEl>
                                      </p:cBhvr>
                                    </p:animEffect>
                                    <p:anim calcmode="lin" valueType="num">
                                      <p:cBhvr>
                                        <p:cTn id="120"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121" dur="1000" fill="hold"/>
                                        <p:tgtEl>
                                          <p:spTgt spid="9">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nodeType="clickEffect">
                                  <p:stCondLst>
                                    <p:cond delay="0"/>
                                  </p:stCondLst>
                                  <p:childTnLst>
                                    <p:set>
                                      <p:cBhvr>
                                        <p:cTn id="125" dur="1" fill="hold">
                                          <p:stCondLst>
                                            <p:cond delay="0"/>
                                          </p:stCondLst>
                                        </p:cTn>
                                        <p:tgtEl>
                                          <p:spTgt spid="9">
                                            <p:txEl>
                                              <p:pRg st="7" end="7"/>
                                            </p:txEl>
                                          </p:spTgt>
                                        </p:tgtEl>
                                        <p:attrNameLst>
                                          <p:attrName>style.visibility</p:attrName>
                                        </p:attrNameLst>
                                      </p:cBhvr>
                                      <p:to>
                                        <p:strVal val="visible"/>
                                      </p:to>
                                    </p:set>
                                    <p:animEffect transition="in" filter="fade">
                                      <p:cBhvr>
                                        <p:cTn id="126" dur="1000"/>
                                        <p:tgtEl>
                                          <p:spTgt spid="9">
                                            <p:txEl>
                                              <p:pRg st="7" end="7"/>
                                            </p:txEl>
                                          </p:spTgt>
                                        </p:tgtEl>
                                      </p:cBhvr>
                                    </p:animEffect>
                                    <p:anim calcmode="lin" valueType="num">
                                      <p:cBhvr>
                                        <p:cTn id="12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128"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3451212"/>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30</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3380470387"/>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零点要求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t>皮重要求</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法制管理要求</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39665206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ea typeface="黑体" panose="02010609060101010101" pitchFamily="49" charset="-122"/>
              </a:rPr>
              <a:t>皮重要求</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ea typeface="黑体" panose="02010609060101010101" pitchFamily="49" charset="-122"/>
              </a:rPr>
              <a:t>半自动除皮</a:t>
            </a:r>
            <a:endParaRPr lang="zh-CN" altLang="en-US" dirty="0">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31</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4" name="内容占位符 3"/>
          <p:cNvSpPr>
            <a:spLocks noGrp="1"/>
          </p:cNvSpPr>
          <p:nvPr>
            <p:ph idx="1"/>
          </p:nvPr>
        </p:nvSpPr>
        <p:spPr>
          <a:xfrm>
            <a:off x="395288" y="1422656"/>
            <a:ext cx="8011733" cy="4841668"/>
          </a:xfrm>
        </p:spPr>
        <p:txBody>
          <a:bodyPr/>
          <a:lstStyle/>
          <a:p>
            <a:pPr marL="0" indent="457200">
              <a:spcBef>
                <a:spcPts val="0"/>
              </a:spcBef>
              <a:buNone/>
            </a:pPr>
            <a:r>
              <a:rPr lang="zh-CN" altLang="en-US" dirty="0">
                <a:ea typeface="黑体" panose="02010609060101010101" pitchFamily="49" charset="-122"/>
              </a:rPr>
              <a:t>皮重装置是电子衡器中另一个很有用和较复杂的功能，</a:t>
            </a:r>
            <a:r>
              <a:rPr lang="zh-CN" altLang="en-US" dirty="0" smtClean="0">
                <a:ea typeface="黑体" panose="02010609060101010101" pitchFamily="49" charset="-122"/>
              </a:rPr>
              <a:t>但皮重功能</a:t>
            </a:r>
            <a:r>
              <a:rPr lang="en-US" altLang="zh-CN" dirty="0">
                <a:ea typeface="黑体" panose="02010609060101010101" pitchFamily="49" charset="-122"/>
              </a:rPr>
              <a:t/>
            </a:r>
            <a:br>
              <a:rPr lang="en-US" altLang="zh-CN" dirty="0">
                <a:ea typeface="黑体" panose="02010609060101010101" pitchFamily="49" charset="-122"/>
              </a:rPr>
            </a:br>
            <a:r>
              <a:rPr lang="zh-CN" altLang="en-US" dirty="0">
                <a:ea typeface="黑体" panose="02010609060101010101" pitchFamily="49" charset="-122"/>
              </a:rPr>
              <a:t>也</a:t>
            </a:r>
            <a:r>
              <a:rPr lang="zh-CN" altLang="en-US" dirty="0" smtClean="0">
                <a:ea typeface="黑体" panose="02010609060101010101" pitchFamily="49" charset="-122"/>
              </a:rPr>
              <a:t>不是衡器必须</a:t>
            </a:r>
            <a:r>
              <a:rPr lang="zh-CN" altLang="en-US" dirty="0">
                <a:ea typeface="黑体" panose="02010609060101010101" pitchFamily="49" charset="-122"/>
              </a:rPr>
              <a:t>的，如果衡器设置了皮重装置应符合相关规定。</a:t>
            </a:r>
            <a:endParaRPr lang="en-US" altLang="zh-CN" dirty="0">
              <a:ea typeface="黑体" panose="02010609060101010101" pitchFamily="49" charset="-122"/>
            </a:endParaRPr>
          </a:p>
          <a:p>
            <a:pPr marL="0" indent="457200">
              <a:spcBef>
                <a:spcPts val="0"/>
              </a:spcBef>
              <a:buNone/>
            </a:pPr>
            <a:r>
              <a:rPr lang="zh-CN" altLang="en-US" dirty="0">
                <a:ea typeface="黑体" panose="02010609060101010101" pitchFamily="49" charset="-122"/>
              </a:rPr>
              <a:t>皮重装置的类型有键盘除皮，数字除皮（通过数字键盘输入临时</a:t>
            </a:r>
            <a:r>
              <a:rPr lang="en-US" altLang="zh-CN" dirty="0">
                <a:ea typeface="黑体" panose="02010609060101010101" pitchFamily="49" charset="-122"/>
              </a:rPr>
              <a:t/>
            </a:r>
            <a:br>
              <a:rPr lang="en-US" altLang="zh-CN" dirty="0">
                <a:ea typeface="黑体" panose="02010609060101010101" pitchFamily="49" charset="-122"/>
              </a:rPr>
            </a:br>
            <a:r>
              <a:rPr lang="zh-CN" altLang="en-US" dirty="0">
                <a:ea typeface="黑体" panose="02010609060101010101" pitchFamily="49" charset="-122"/>
              </a:rPr>
              <a:t>皮重值），预置皮重等。衡器应保证这些功能设置正确、受控，</a:t>
            </a:r>
            <a:r>
              <a:rPr lang="zh-CN" altLang="en-US" dirty="0" smtClean="0">
                <a:ea typeface="黑体" panose="02010609060101010101" pitchFamily="49" charset="-122"/>
              </a:rPr>
              <a:t>保证</a:t>
            </a:r>
            <a:r>
              <a:rPr lang="en-US" altLang="zh-CN" dirty="0" smtClean="0">
                <a:ea typeface="黑体" panose="02010609060101010101" pitchFamily="49" charset="-122"/>
              </a:rPr>
              <a:t/>
            </a:r>
            <a:br>
              <a:rPr lang="en-US" altLang="zh-CN" dirty="0" smtClean="0">
                <a:ea typeface="黑体" panose="02010609060101010101" pitchFamily="49" charset="-122"/>
              </a:rPr>
            </a:br>
            <a:r>
              <a:rPr lang="zh-CN" altLang="en-US" dirty="0" smtClean="0">
                <a:ea typeface="黑体" panose="02010609060101010101" pitchFamily="49" charset="-122"/>
              </a:rPr>
              <a:t>不会被无意</a:t>
            </a:r>
            <a:r>
              <a:rPr lang="zh-CN" altLang="en-US" dirty="0">
                <a:ea typeface="黑体" panose="02010609060101010101" pitchFamily="49" charset="-122"/>
              </a:rPr>
              <a:t>或有意的欺诈性使用。</a:t>
            </a:r>
            <a:endParaRPr lang="en-US" altLang="zh-CN" dirty="0">
              <a:ea typeface="黑体" panose="02010609060101010101" pitchFamily="49" charset="-122"/>
            </a:endParaRPr>
          </a:p>
          <a:p>
            <a:pPr marL="0" indent="457200">
              <a:spcBef>
                <a:spcPts val="0"/>
              </a:spcBef>
              <a:buNone/>
            </a:pPr>
            <a:r>
              <a:rPr lang="zh-CN" altLang="en-US" dirty="0" smtClean="0">
                <a:latin typeface="+mj-lt"/>
                <a:ea typeface="黑体" panose="02010609060101010101" pitchFamily="49" charset="-122"/>
              </a:rPr>
              <a:t>半自动除皮是当衡器承载器上有载荷时，将示值设为零。也称为按键除皮，</a:t>
            </a:r>
            <a:r>
              <a:rPr lang="en-US" altLang="zh-CN" dirty="0" smtClean="0">
                <a:latin typeface="+mj-lt"/>
                <a:ea typeface="黑体" panose="02010609060101010101" pitchFamily="49" charset="-122"/>
              </a:rPr>
              <a:t/>
            </a:r>
            <a:br>
              <a:rPr lang="en-US" altLang="zh-CN" dirty="0" smtClean="0">
                <a:latin typeface="+mj-lt"/>
                <a:ea typeface="黑体" panose="02010609060101010101" pitchFamily="49" charset="-122"/>
              </a:rPr>
            </a:br>
            <a:r>
              <a:rPr lang="zh-CN" altLang="en-US" dirty="0" smtClean="0">
                <a:latin typeface="+mj-lt"/>
                <a:ea typeface="黑体" panose="02010609060101010101" pitchFamily="49" charset="-122"/>
              </a:rPr>
              <a:t>通过手动命令实施将衡器示值设成零。</a:t>
            </a:r>
            <a:endParaRPr lang="en-US" altLang="zh-CN" dirty="0" smtClean="0">
              <a:latin typeface="+mj-lt"/>
              <a:ea typeface="黑体" panose="02010609060101010101" pitchFamily="49" charset="-122"/>
            </a:endParaRPr>
          </a:p>
          <a:p>
            <a:pPr marL="361950" lvl="2" indent="0">
              <a:spcAft>
                <a:spcPts val="600"/>
              </a:spcAft>
              <a:buNone/>
            </a:pPr>
            <a:r>
              <a:rPr lang="zh-CN" altLang="en-US" b="1" dirty="0" smtClean="0">
                <a:latin typeface="+mj-lt"/>
                <a:ea typeface="黑体" panose="02010609060101010101" pitchFamily="49" charset="-122"/>
              </a:rPr>
              <a:t>皮重值的分度值：</a:t>
            </a:r>
            <a:r>
              <a:rPr lang="zh-CN" altLang="en-US" dirty="0" smtClean="0">
                <a:latin typeface="+mj-lt"/>
                <a:ea typeface="黑体" panose="02010609060101010101" pitchFamily="49" charset="-122"/>
              </a:rPr>
              <a:t>（对</a:t>
            </a:r>
            <a:r>
              <a:rPr lang="zh-CN" altLang="en-US" dirty="0">
                <a:latin typeface="+mj-lt"/>
                <a:ea typeface="黑体" panose="02010609060101010101" pitchFamily="49" charset="-122"/>
              </a:rPr>
              <a:t>不提供皮重称量结果的衡器本要求</a:t>
            </a:r>
            <a:r>
              <a:rPr lang="zh-CN" altLang="en-US" dirty="0" smtClean="0">
                <a:latin typeface="+mj-lt"/>
                <a:ea typeface="黑体" panose="02010609060101010101" pitchFamily="49" charset="-122"/>
              </a:rPr>
              <a:t>不适用）</a:t>
            </a:r>
            <a:endParaRPr lang="en-US" altLang="zh-CN" dirty="0">
              <a:latin typeface="+mj-lt"/>
              <a:ea typeface="黑体" panose="02010609060101010101" pitchFamily="49" charset="-122"/>
            </a:endParaRPr>
          </a:p>
          <a:p>
            <a:pPr marL="0" indent="457200">
              <a:spcBef>
                <a:spcPts val="0"/>
              </a:spcBef>
              <a:buNone/>
            </a:pPr>
            <a:r>
              <a:rPr lang="zh-CN" altLang="en-US" dirty="0">
                <a:latin typeface="+mj-lt"/>
                <a:ea typeface="黑体" panose="02010609060101010101" pitchFamily="49" charset="-122"/>
              </a:rPr>
              <a:t>如果衡器能确定皮重的</a:t>
            </a:r>
            <a:r>
              <a:rPr lang="zh-CN" altLang="en-US" dirty="0" smtClean="0">
                <a:latin typeface="+mj-lt"/>
                <a:ea typeface="黑体" panose="02010609060101010101" pitchFamily="49" charset="-122"/>
              </a:rPr>
              <a:t>重量值，皮重称量</a:t>
            </a:r>
            <a:r>
              <a:rPr lang="zh-CN" altLang="en-US" dirty="0">
                <a:latin typeface="+mj-lt"/>
                <a:ea typeface="黑体" panose="02010609060101010101" pitchFamily="49" charset="-122"/>
              </a:rPr>
              <a:t>装置的分度值与相同载荷下衡器的分度值</a:t>
            </a:r>
            <a:r>
              <a:rPr lang="zh-CN" altLang="en-US" dirty="0" smtClean="0">
                <a:latin typeface="+mj-lt"/>
                <a:ea typeface="黑体" panose="02010609060101010101" pitchFamily="49" charset="-122"/>
              </a:rPr>
              <a:t>一致。</a:t>
            </a:r>
            <a:endParaRPr lang="en-US" altLang="zh-CN" b="1" dirty="0" smtClean="0">
              <a:latin typeface="+mj-lt"/>
              <a:ea typeface="黑体" panose="02010609060101010101" pitchFamily="49" charset="-122"/>
            </a:endParaRPr>
          </a:p>
          <a:p>
            <a:pPr marL="0" indent="457200">
              <a:spcBef>
                <a:spcPts val="0"/>
              </a:spcBef>
              <a:buNone/>
            </a:pPr>
            <a:r>
              <a:rPr lang="zh-CN" altLang="en-US" b="1" dirty="0" smtClean="0">
                <a:latin typeface="+mj-lt"/>
                <a:ea typeface="黑体" panose="02010609060101010101" pitchFamily="49" charset="-122"/>
              </a:rPr>
              <a:t>除皮准确度：</a:t>
            </a:r>
            <a:endParaRPr lang="en-US" altLang="zh-CN" b="1" dirty="0" smtClean="0">
              <a:latin typeface="+mj-lt"/>
              <a:ea typeface="黑体" panose="02010609060101010101" pitchFamily="49" charset="-122"/>
            </a:endParaRPr>
          </a:p>
          <a:p>
            <a:pPr marL="0" indent="457200">
              <a:spcBef>
                <a:spcPts val="0"/>
              </a:spcBef>
              <a:buClrTx/>
              <a:buNone/>
              <a:defRPr/>
            </a:pPr>
            <a:r>
              <a:rPr lang="zh-CN" altLang="en-US" dirty="0">
                <a:latin typeface="+mj-lt"/>
                <a:ea typeface="黑体" panose="02010609060101010101" pitchFamily="49" charset="-122"/>
              </a:rPr>
              <a:t>为保证净重称量结果的准确，与置零一样除皮后的净重零点误差不大于</a:t>
            </a:r>
            <a:r>
              <a:rPr lang="en-US" altLang="zh-CN" dirty="0">
                <a:latin typeface="+mj-lt"/>
                <a:ea typeface="黑体" panose="02010609060101010101" pitchFamily="49" charset="-122"/>
              </a:rPr>
              <a:t>±0.25e</a:t>
            </a:r>
            <a:r>
              <a:rPr lang="zh-CN" altLang="en-US" dirty="0">
                <a:latin typeface="+mj-lt"/>
                <a:ea typeface="黑体" panose="02010609060101010101" pitchFamily="49" charset="-122"/>
              </a:rPr>
              <a:t>。多分度值衡器为</a:t>
            </a:r>
            <a:r>
              <a:rPr lang="en-US" altLang="zh-CN" dirty="0">
                <a:latin typeface="+mj-lt"/>
                <a:ea typeface="黑体" panose="02010609060101010101" pitchFamily="49" charset="-122"/>
              </a:rPr>
              <a:t>±0.25e</a:t>
            </a:r>
            <a:r>
              <a:rPr lang="en-US" altLang="zh-CN" baseline="-25000" dirty="0">
                <a:latin typeface="+mj-lt"/>
                <a:ea typeface="黑体" panose="02010609060101010101" pitchFamily="49" charset="-122"/>
              </a:rPr>
              <a:t>1</a:t>
            </a:r>
            <a:r>
              <a:rPr lang="zh-CN" altLang="en-US" dirty="0">
                <a:latin typeface="+mj-lt"/>
                <a:ea typeface="黑体" panose="02010609060101010101" pitchFamily="49" charset="-122"/>
              </a:rPr>
              <a:t>。</a:t>
            </a:r>
            <a:endParaRPr lang="en-US" altLang="zh-CN" dirty="0">
              <a:latin typeface="+mj-lt"/>
              <a:ea typeface="黑体" panose="02010609060101010101" pitchFamily="49" charset="-122"/>
            </a:endParaRPr>
          </a:p>
          <a:p>
            <a:pPr marL="0" indent="457200">
              <a:spcBef>
                <a:spcPts val="0"/>
              </a:spcBef>
              <a:buNone/>
            </a:pPr>
            <a:r>
              <a:rPr lang="zh-CN" altLang="en-US" b="1" dirty="0" smtClean="0">
                <a:latin typeface="+mj-lt"/>
                <a:ea typeface="黑体" panose="02010609060101010101" pitchFamily="49" charset="-122"/>
              </a:rPr>
              <a:t>除皮范围：</a:t>
            </a:r>
            <a:endParaRPr lang="en-US" altLang="zh-CN" b="1" dirty="0" smtClean="0">
              <a:latin typeface="+mj-lt"/>
              <a:ea typeface="黑体" panose="02010609060101010101" pitchFamily="49" charset="-122"/>
            </a:endParaRPr>
          </a:p>
          <a:p>
            <a:pPr marL="0" indent="457200">
              <a:spcBef>
                <a:spcPts val="0"/>
              </a:spcBef>
              <a:buNone/>
            </a:pPr>
            <a:r>
              <a:rPr lang="zh-CN" altLang="en-US" dirty="0" smtClean="0">
                <a:latin typeface="+mj-lt"/>
                <a:ea typeface="黑体" panose="02010609060101010101" pitchFamily="49" charset="-122"/>
              </a:rPr>
              <a:t>除皮操作不允许在毛重零及以下，以及在规定的最大允许的皮重值以上运行。</a:t>
            </a:r>
            <a:endParaRPr lang="en-US" altLang="zh-CN" dirty="0" smtClean="0">
              <a:latin typeface="+mj-lt"/>
              <a:ea typeface="黑体" panose="02010609060101010101" pitchFamily="49" charset="-122"/>
            </a:endParaRPr>
          </a:p>
          <a:p>
            <a:pPr marL="0" indent="457200">
              <a:spcBef>
                <a:spcPts val="0"/>
              </a:spcBef>
              <a:buNone/>
            </a:pPr>
            <a:r>
              <a:rPr lang="zh-CN" altLang="en-US" dirty="0" smtClean="0">
                <a:latin typeface="+mj-lt"/>
                <a:ea typeface="黑体" panose="02010609060101010101" pitchFamily="49" charset="-122"/>
              </a:rPr>
              <a:t>对没有标注最大除皮值的衡器，最大除皮值为</a:t>
            </a:r>
            <a:r>
              <a:rPr lang="en-US" altLang="zh-CN" dirty="0" smtClean="0">
                <a:latin typeface="+mj-lt"/>
                <a:ea typeface="黑体" panose="02010609060101010101" pitchFamily="49" charset="-122"/>
              </a:rPr>
              <a:t>Max</a:t>
            </a:r>
            <a:r>
              <a:rPr lang="zh-CN" altLang="en-US" dirty="0" smtClean="0">
                <a:latin typeface="+mj-lt"/>
                <a:ea typeface="黑体" panose="02010609060101010101" pitchFamily="49" charset="-122"/>
              </a:rPr>
              <a:t>。对于非自动切换称量范围多范围衡器，为</a:t>
            </a:r>
            <a:r>
              <a:rPr lang="en-US" altLang="zh-CN" dirty="0" smtClean="0">
                <a:latin typeface="+mj-lt"/>
                <a:ea typeface="黑体" panose="02010609060101010101" pitchFamily="49" charset="-122"/>
              </a:rPr>
              <a:t>Max</a:t>
            </a:r>
            <a:r>
              <a:rPr lang="en-US" altLang="zh-CN" baseline="-25000" dirty="0" smtClean="0">
                <a:latin typeface="+mj-lt"/>
                <a:ea typeface="黑体" panose="02010609060101010101" pitchFamily="49" charset="-122"/>
              </a:rPr>
              <a:t>i</a:t>
            </a:r>
            <a:r>
              <a:rPr lang="zh-CN" altLang="en-US" baseline="-25000" dirty="0" smtClean="0">
                <a:latin typeface="+mj-lt"/>
                <a:ea typeface="黑体" panose="02010609060101010101" pitchFamily="49" charset="-122"/>
              </a:rPr>
              <a:t>， </a:t>
            </a:r>
            <a:r>
              <a:rPr lang="zh-CN" altLang="en-US" dirty="0" smtClean="0">
                <a:latin typeface="+mj-lt"/>
                <a:ea typeface="黑体" panose="02010609060101010101" pitchFamily="49" charset="-122"/>
              </a:rPr>
              <a:t>自动切换称量范围的衡器按最大称量范围</a:t>
            </a:r>
            <a:r>
              <a:rPr lang="en-US" altLang="zh-CN" dirty="0" err="1" smtClean="0">
                <a:latin typeface="+mj-lt"/>
                <a:ea typeface="黑体" panose="02010609060101010101" pitchFamily="49" charset="-122"/>
              </a:rPr>
              <a:t>Max</a:t>
            </a:r>
            <a:r>
              <a:rPr lang="en-US" altLang="zh-CN" baseline="-25000" dirty="0" err="1" smtClean="0">
                <a:latin typeface="+mj-lt"/>
                <a:ea typeface="黑体" panose="02010609060101010101" pitchFamily="49" charset="-122"/>
              </a:rPr>
              <a:t>r</a:t>
            </a:r>
            <a:r>
              <a:rPr lang="zh-CN" altLang="en-US" dirty="0" smtClean="0">
                <a:latin typeface="+mj-lt"/>
                <a:ea typeface="黑体" panose="02010609060101010101" pitchFamily="49" charset="-122"/>
              </a:rPr>
              <a:t>限定。</a:t>
            </a:r>
            <a:endParaRPr lang="en-US" altLang="zh-CN" baseline="-25000" dirty="0" smtClean="0">
              <a:latin typeface="+mj-lt"/>
              <a:ea typeface="黑体" panose="02010609060101010101" pitchFamily="49" charset="-122"/>
            </a:endParaRPr>
          </a:p>
          <a:p>
            <a:pPr marL="0" indent="457200">
              <a:spcBef>
                <a:spcPts val="0"/>
              </a:spcBef>
              <a:buNone/>
            </a:pPr>
            <a:endParaRPr lang="en-US" altLang="zh-CN" b="1" dirty="0" smtClean="0">
              <a:latin typeface="+mj-lt"/>
              <a:ea typeface="黑体" panose="02010609060101010101" pitchFamily="49" charset="-122"/>
            </a:endParaRPr>
          </a:p>
          <a:p>
            <a:pPr marL="0" indent="457200">
              <a:spcBef>
                <a:spcPts val="0"/>
              </a:spcBef>
              <a:buNone/>
            </a:pPr>
            <a:endParaRPr lang="zh-CN" altLang="en-US" dirty="0">
              <a:latin typeface="+mj-lt"/>
              <a:ea typeface="黑体" panose="02010609060101010101" pitchFamily="49" charset="-122"/>
            </a:endParaRPr>
          </a:p>
        </p:txBody>
      </p:sp>
      <p:grpSp>
        <p:nvGrpSpPr>
          <p:cNvPr id="9" name="组合 8"/>
          <p:cNvGrpSpPr/>
          <p:nvPr/>
        </p:nvGrpSpPr>
        <p:grpSpPr>
          <a:xfrm>
            <a:off x="6784731" y="1537553"/>
            <a:ext cx="1487597" cy="1152000"/>
            <a:chOff x="7042253" y="1719619"/>
            <a:chExt cx="1487597" cy="1351128"/>
          </a:xfrm>
        </p:grpSpPr>
        <p:sp>
          <p:nvSpPr>
            <p:cNvPr id="7" name="菱形 6"/>
            <p:cNvSpPr/>
            <p:nvPr/>
          </p:nvSpPr>
          <p:spPr>
            <a:xfrm>
              <a:off x="7308000" y="1719619"/>
              <a:ext cx="1221850" cy="1351128"/>
            </a:xfrm>
            <a:prstGeom prst="diamond">
              <a:avLst/>
            </a:prstGeom>
            <a:ln w="101600"/>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4800" dirty="0" smtClean="0">
                  <a:solidFill>
                    <a:schemeClr val="tx1"/>
                  </a:solidFill>
                  <a:latin typeface="+mj-lt"/>
                  <a:ea typeface="黑体" panose="02010609060101010101" pitchFamily="49" charset="-122"/>
                </a:rPr>
                <a:t>T</a:t>
              </a:r>
              <a:endParaRPr lang="zh-CN" altLang="en-US" sz="4800" dirty="0" err="1" smtClean="0">
                <a:solidFill>
                  <a:schemeClr val="tx1"/>
                </a:solidFill>
                <a:latin typeface="+mj-lt"/>
                <a:ea typeface="黑体" panose="02010609060101010101" pitchFamily="49" charset="-122"/>
              </a:endParaRPr>
            </a:p>
          </p:txBody>
        </p:sp>
        <p:sp>
          <p:nvSpPr>
            <p:cNvPr id="8" name="右箭头 7"/>
            <p:cNvSpPr/>
            <p:nvPr/>
          </p:nvSpPr>
          <p:spPr>
            <a:xfrm>
              <a:off x="7042253" y="2279171"/>
              <a:ext cx="612000" cy="216000"/>
            </a:xfrm>
            <a:prstGeom prst="rightArrow">
              <a:avLst/>
            </a:prstGeom>
            <a:ln w="5715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600" dirty="0" err="1" smtClean="0">
                <a:solidFill>
                  <a:schemeClr val="bg1"/>
                </a:solidFill>
                <a:latin typeface="+mj-lt"/>
                <a:ea typeface="黑体" panose="02010609060101010101" pitchFamily="49" charset="-122"/>
              </a:endParaRPr>
            </a:p>
          </p:txBody>
        </p:sp>
      </p:grpSp>
    </p:spTree>
    <p:extLst>
      <p:ext uri="{BB962C8B-B14F-4D97-AF65-F5344CB8AC3E}">
        <p14:creationId xmlns:p14="http://schemas.microsoft.com/office/powerpoint/2010/main" val="265870745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黑体" panose="02010609060101010101" pitchFamily="49" charset="-122"/>
                <a:ea typeface="黑体" panose="02010609060101010101" pitchFamily="49" charset="-122"/>
              </a:rPr>
              <a:t>皮重</a:t>
            </a:r>
            <a:r>
              <a:rPr lang="zh-CN" altLang="en-US" dirty="0" smtClean="0">
                <a:latin typeface="黑体" panose="02010609060101010101" pitchFamily="49" charset="-122"/>
                <a:ea typeface="黑体" panose="02010609060101010101" pitchFamily="49" charset="-122"/>
              </a:rPr>
              <a:t>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a:latin typeface="黑体" panose="02010609060101010101" pitchFamily="49" charset="-122"/>
                <a:ea typeface="黑体" panose="02010609060101010101" pitchFamily="49" charset="-122"/>
              </a:rPr>
              <a:t>半自动除皮</a:t>
            </a:r>
          </a:p>
        </p:txBody>
      </p:sp>
      <p:graphicFrame>
        <p:nvGraphicFramePr>
          <p:cNvPr id="8" name="内容占位符 7"/>
          <p:cNvGraphicFramePr>
            <a:graphicFrameLocks noGrp="1"/>
          </p:cNvGraphicFramePr>
          <p:nvPr>
            <p:ph idx="1"/>
            <p:extLst>
              <p:ext uri="{D42A27DB-BD31-4B8C-83A1-F6EECF244321}">
                <p14:modId xmlns:p14="http://schemas.microsoft.com/office/powerpoint/2010/main" val="2282710933"/>
              </p:ext>
            </p:extLst>
          </p:nvPr>
        </p:nvGraphicFramePr>
        <p:xfrm>
          <a:off x="795647" y="1390364"/>
          <a:ext cx="7635834" cy="51529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32</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3595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皮重要求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a:latin typeface="黑体" panose="02010609060101010101" pitchFamily="49" charset="-122"/>
                <a:ea typeface="黑体" panose="02010609060101010101" pitchFamily="49" charset="-122"/>
              </a:rPr>
              <a:t>半自动除皮</a:t>
            </a:r>
            <a:br>
              <a:rPr lang="zh-CN" altLang="en-US" dirty="0">
                <a:latin typeface="黑体" panose="02010609060101010101" pitchFamily="49" charset="-122"/>
                <a:ea typeface="黑体" panose="02010609060101010101" pitchFamily="49" charset="-122"/>
              </a:rPr>
            </a:br>
            <a:r>
              <a:rPr lang="zh-CN" altLang="en-US" dirty="0">
                <a:latin typeface="黑体" panose="02010609060101010101" pitchFamily="49" charset="-122"/>
                <a:ea typeface="黑体" panose="02010609060101010101" pitchFamily="49" charset="-122"/>
              </a:rPr>
              <a:t/>
            </a:r>
            <a:br>
              <a:rPr lang="zh-CN" altLang="en-US" dirty="0">
                <a:latin typeface="黑体" panose="02010609060101010101" pitchFamily="49" charset="-122"/>
                <a:ea typeface="黑体" panose="02010609060101010101" pitchFamily="49" charset="-122"/>
              </a:rPr>
            </a:b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33</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graphicFrame>
        <p:nvGraphicFramePr>
          <p:cNvPr id="11" name="内容占位符 10"/>
          <p:cNvGraphicFramePr>
            <a:graphicFrameLocks noGrp="1"/>
          </p:cNvGraphicFramePr>
          <p:nvPr>
            <p:ph idx="1"/>
            <p:extLst>
              <p:ext uri="{D42A27DB-BD31-4B8C-83A1-F6EECF244321}">
                <p14:modId xmlns:p14="http://schemas.microsoft.com/office/powerpoint/2010/main" val="1263683973"/>
              </p:ext>
            </p:extLst>
          </p:nvPr>
        </p:nvGraphicFramePr>
        <p:xfrm>
          <a:off x="395288" y="1217936"/>
          <a:ext cx="8353426" cy="5304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0442338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皮重要求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预置皮重</a:t>
            </a:r>
            <a:endParaRPr lang="zh-CN" altLang="en-US" dirty="0">
              <a:latin typeface="黑体" panose="02010609060101010101" pitchFamily="49" charset="-122"/>
              <a:ea typeface="黑体" panose="02010609060101010101" pitchFamily="49" charset="-122"/>
            </a:endParaRPr>
          </a:p>
        </p:txBody>
      </p:sp>
      <p:graphicFrame>
        <p:nvGraphicFramePr>
          <p:cNvPr id="8" name="内容占位符 7"/>
          <p:cNvGraphicFramePr>
            <a:graphicFrameLocks noGrp="1"/>
          </p:cNvGraphicFramePr>
          <p:nvPr>
            <p:ph idx="1"/>
            <p:extLst>
              <p:ext uri="{D42A27DB-BD31-4B8C-83A1-F6EECF244321}">
                <p14:modId xmlns:p14="http://schemas.microsoft.com/office/powerpoint/2010/main" val="647818278"/>
              </p:ext>
            </p:extLst>
          </p:nvPr>
        </p:nvGraphicFramePr>
        <p:xfrm>
          <a:off x="395288" y="1485900"/>
          <a:ext cx="8353426" cy="4895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34</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4453264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皮重要求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a:xfrm>
            <a:off x="395288" y="893168"/>
            <a:ext cx="8353176" cy="324768"/>
          </a:xfrm>
        </p:spPr>
        <p:txBody>
          <a:bodyPr/>
          <a:lstStyle/>
          <a:p>
            <a:r>
              <a:rPr lang="zh-CN" altLang="en-US" dirty="0" smtClean="0">
                <a:latin typeface="黑体" panose="02010609060101010101" pitchFamily="49" charset="-122"/>
                <a:ea typeface="黑体" panose="02010609060101010101" pitchFamily="49" charset="-122"/>
              </a:rPr>
              <a:t>预置皮重</a:t>
            </a:r>
            <a:endParaRPr lang="zh-CN" altLang="en-US" dirty="0">
              <a:latin typeface="黑体" panose="02010609060101010101" pitchFamily="49" charset="-122"/>
              <a:ea typeface="黑体" panose="02010609060101010101" pitchFamily="49" charset="-122"/>
            </a:endParaRPr>
          </a:p>
        </p:txBody>
      </p:sp>
      <p:graphicFrame>
        <p:nvGraphicFramePr>
          <p:cNvPr id="7" name="内容占位符 6"/>
          <p:cNvGraphicFramePr>
            <a:graphicFrameLocks noGrp="1"/>
          </p:cNvGraphicFramePr>
          <p:nvPr>
            <p:ph idx="1"/>
            <p:extLst>
              <p:ext uri="{D42A27DB-BD31-4B8C-83A1-F6EECF244321}">
                <p14:modId xmlns:p14="http://schemas.microsoft.com/office/powerpoint/2010/main" val="3638074133"/>
              </p:ext>
            </p:extLst>
          </p:nvPr>
        </p:nvGraphicFramePr>
        <p:xfrm>
          <a:off x="395287" y="1231584"/>
          <a:ext cx="8462109" cy="54560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35</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047933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皮重要求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预置皮重</a:t>
            </a:r>
            <a:r>
              <a:rPr lang="en-US" altLang="zh-CN" dirty="0" smtClean="0">
                <a:latin typeface="黑体" panose="02010609060101010101" pitchFamily="49" charset="-122"/>
                <a:ea typeface="黑体" panose="02010609060101010101" pitchFamily="49" charset="-122"/>
              </a:rPr>
              <a:t>——</a:t>
            </a:r>
            <a:r>
              <a:rPr lang="zh-CN" altLang="en-US" sz="1400" dirty="0" smtClean="0">
                <a:latin typeface="黑体" panose="02010609060101010101" pitchFamily="49" charset="-122"/>
                <a:ea typeface="黑体" panose="02010609060101010101" pitchFamily="49" charset="-122"/>
              </a:rPr>
              <a:t>在零售商用衡器中的特别要求</a:t>
            </a:r>
            <a:endParaRPr lang="zh-CN" altLang="en-US" sz="1400" dirty="0">
              <a:latin typeface="黑体" panose="02010609060101010101" pitchFamily="49" charset="-122"/>
              <a:ea typeface="黑体" panose="02010609060101010101" pitchFamily="49" charset="-122"/>
            </a:endParaRPr>
          </a:p>
        </p:txBody>
      </p:sp>
      <p:graphicFrame>
        <p:nvGraphicFramePr>
          <p:cNvPr id="10" name="内容占位符 9"/>
          <p:cNvGraphicFramePr>
            <a:graphicFrameLocks noGrp="1"/>
          </p:cNvGraphicFramePr>
          <p:nvPr>
            <p:ph idx="1"/>
            <p:extLst>
              <p:ext uri="{D42A27DB-BD31-4B8C-83A1-F6EECF244321}">
                <p14:modId xmlns:p14="http://schemas.microsoft.com/office/powerpoint/2010/main" val="1840447695"/>
              </p:ext>
            </p:extLst>
          </p:nvPr>
        </p:nvGraphicFramePr>
        <p:xfrm>
          <a:off x="886616" y="1485901"/>
          <a:ext cx="7560000" cy="295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36</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7" name="TextBox 6"/>
          <p:cNvSpPr txBox="1"/>
          <p:nvPr/>
        </p:nvSpPr>
        <p:spPr>
          <a:xfrm>
            <a:off x="723331" y="4612943"/>
            <a:ext cx="7902054" cy="984885"/>
          </a:xfrm>
          <a:prstGeom prst="rect">
            <a:avLst/>
          </a:prstGeom>
          <a:noFill/>
        </p:spPr>
        <p:txBody>
          <a:bodyPr wrap="square" lIns="0" tIns="0" rIns="0" bIns="0" rtlCol="0">
            <a:spAutoFit/>
          </a:bodyPr>
          <a:lstStyle/>
          <a:p>
            <a:pPr marL="179387" lvl="1" indent="457200">
              <a:spcAft>
                <a:spcPts val="1200"/>
              </a:spcAft>
              <a:buNone/>
            </a:pPr>
            <a:r>
              <a:rPr lang="zh-CN" altLang="en-US" sz="1600" dirty="0">
                <a:latin typeface="黑体" panose="02010609060101010101" pitchFamily="49" charset="-122"/>
                <a:ea typeface="黑体" panose="02010609060101010101" pitchFamily="49" charset="-122"/>
              </a:rPr>
              <a:t>在显示、清零、除皮要求中，零售商用衡器都有一些特别要求。这是因为零售商用衡器用于商户与消费者之间的面对面交易的使用特性，交易完成后交易信息基本不可追溯。因此，为避免欺诈性使用的可能性，所以功能的操作和修改要求基于毛重零状态，即空秤。因为空秤状态消费者是看得见的。</a:t>
            </a:r>
            <a:endParaRPr lang="en-US" altLang="zh-CN" sz="1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24290543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皮重装置</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皮重装置运行后的示值</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p:txBody>
          <a:bodyPr/>
          <a:lstStyle/>
          <a:p>
            <a:pPr>
              <a:spcAft>
                <a:spcPts val="1200"/>
              </a:spcAft>
            </a:pPr>
            <a:r>
              <a:rPr lang="zh-CN" altLang="en-US" dirty="0" smtClean="0">
                <a:latin typeface="+mj-lt"/>
                <a:ea typeface="黑体" panose="02010609060101010101" pitchFamily="49" charset="-122"/>
              </a:rPr>
              <a:t>原则：</a:t>
            </a:r>
            <a:endParaRPr lang="en-US" altLang="zh-CN" dirty="0" smtClean="0">
              <a:latin typeface="+mj-lt"/>
              <a:ea typeface="黑体" panose="02010609060101010101" pitchFamily="49" charset="-122"/>
            </a:endParaRPr>
          </a:p>
          <a:p>
            <a:pPr lvl="1">
              <a:spcAft>
                <a:spcPts val="1200"/>
              </a:spcAft>
            </a:pPr>
            <a:r>
              <a:rPr lang="en-US" altLang="zh-CN" dirty="0" smtClean="0">
                <a:latin typeface="+mj-lt"/>
                <a:ea typeface="黑体" panose="02010609060101010101" pitchFamily="49" charset="-122"/>
              </a:rPr>
              <a:t>OIML </a:t>
            </a:r>
            <a:r>
              <a:rPr lang="zh-CN" altLang="en-US" dirty="0" smtClean="0">
                <a:latin typeface="+mj-lt"/>
                <a:ea typeface="黑体" panose="02010609060101010101" pitchFamily="49" charset="-122"/>
              </a:rPr>
              <a:t>体系优先考虑净重值，其次是毛重值，最后是皮重值，不强调</a:t>
            </a:r>
            <a:r>
              <a:rPr lang="en-US" altLang="zh-CN" dirty="0" smtClean="0">
                <a:latin typeface="+mj-lt"/>
                <a:ea typeface="黑体" panose="02010609060101010101" pitchFamily="49" charset="-122"/>
              </a:rPr>
              <a:t>G = N + T</a:t>
            </a:r>
            <a:r>
              <a:rPr lang="zh-CN" altLang="en-US" dirty="0" smtClean="0">
                <a:latin typeface="+mj-lt"/>
                <a:ea typeface="黑体" panose="02010609060101010101" pitchFamily="49" charset="-122"/>
              </a:rPr>
              <a:t>的等式；</a:t>
            </a:r>
            <a:endParaRPr lang="en-US" altLang="zh-CN" dirty="0" smtClean="0">
              <a:latin typeface="+mj-lt"/>
              <a:ea typeface="黑体" panose="02010609060101010101" pitchFamily="49" charset="-122"/>
            </a:endParaRPr>
          </a:p>
          <a:p>
            <a:pPr lvl="1">
              <a:spcAft>
                <a:spcPts val="1200"/>
              </a:spcAft>
            </a:pPr>
            <a:r>
              <a:rPr lang="zh-CN" altLang="en-US" dirty="0" smtClean="0">
                <a:latin typeface="+mj-lt"/>
                <a:ea typeface="黑体" panose="02010609060101010101" pitchFamily="49" charset="-122"/>
              </a:rPr>
              <a:t>优先考虑称量值，然后才是计算值。</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根据上述原则，对于运行的是（半自动）除皮装置，</a:t>
            </a:r>
            <a:r>
              <a:rPr lang="en-US" altLang="zh-CN" dirty="0" smtClean="0">
                <a:latin typeface="+mj-lt"/>
                <a:ea typeface="黑体" panose="02010609060101010101" pitchFamily="49" charset="-122"/>
              </a:rPr>
              <a:t>3</a:t>
            </a:r>
            <a:r>
              <a:rPr lang="zh-CN" altLang="en-US" dirty="0" smtClean="0">
                <a:latin typeface="+mj-lt"/>
                <a:ea typeface="黑体" panose="02010609060101010101" pitchFamily="49" charset="-122"/>
              </a:rPr>
              <a:t>个值都是称量值，实际处理中是对</a:t>
            </a:r>
            <a:r>
              <a:rPr lang="en-US" altLang="zh-CN" dirty="0" smtClean="0">
                <a:latin typeface="+mj-lt"/>
                <a:ea typeface="黑体" panose="02010609060101010101" pitchFamily="49" charset="-122"/>
              </a:rPr>
              <a:t>3</a:t>
            </a:r>
            <a:r>
              <a:rPr lang="zh-CN" altLang="en-US" dirty="0" smtClean="0">
                <a:latin typeface="+mj-lt"/>
                <a:ea typeface="黑体" panose="02010609060101010101" pitchFamily="49" charset="-122"/>
              </a:rPr>
              <a:t>个内部示值进行独立化整，因此：</a:t>
            </a:r>
            <a:endParaRPr lang="en-US" altLang="zh-CN" dirty="0" smtClean="0">
              <a:latin typeface="+mj-lt"/>
              <a:ea typeface="黑体" panose="02010609060101010101" pitchFamily="49" charset="-122"/>
            </a:endParaRPr>
          </a:p>
          <a:p>
            <a:pPr marL="522287" lvl="1" indent="-342900">
              <a:spcAft>
                <a:spcPts val="1200"/>
              </a:spcAft>
              <a:buFont typeface="+mj-lt"/>
              <a:buAutoNum type="alphaLcParenR"/>
            </a:pPr>
            <a:r>
              <a:rPr lang="zh-CN" altLang="en-US" dirty="0" smtClean="0">
                <a:latin typeface="+mj-lt"/>
                <a:ea typeface="黑体" panose="02010609060101010101" pitchFamily="49" charset="-122"/>
              </a:rPr>
              <a:t>对于单分度值衡器</a:t>
            </a:r>
            <a:r>
              <a:rPr lang="en-US" altLang="zh-CN" dirty="0" smtClean="0">
                <a:latin typeface="+mj-lt"/>
                <a:ea typeface="黑体" panose="02010609060101010101" pitchFamily="49" charset="-122"/>
              </a:rPr>
              <a:t>G</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T</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 3</a:t>
            </a:r>
            <a:r>
              <a:rPr lang="zh-CN" altLang="en-US" dirty="0" smtClean="0">
                <a:latin typeface="+mj-lt"/>
                <a:ea typeface="黑体" panose="02010609060101010101" pitchFamily="49" charset="-122"/>
              </a:rPr>
              <a:t>者之间代数和可出现相差一个分度值。</a:t>
            </a:r>
            <a:endParaRPr lang="en-US" altLang="zh-CN" dirty="0" smtClean="0">
              <a:latin typeface="+mj-lt"/>
              <a:ea typeface="黑体" panose="02010609060101010101" pitchFamily="49" charset="-122"/>
            </a:endParaRPr>
          </a:p>
          <a:p>
            <a:pPr marL="522287" lvl="1" indent="-342900">
              <a:spcAft>
                <a:spcPts val="1200"/>
              </a:spcAft>
              <a:buFont typeface="+mj-lt"/>
              <a:buAutoNum type="alphaLcParenR"/>
            </a:pPr>
            <a:r>
              <a:rPr lang="zh-CN" altLang="en-US" dirty="0" smtClean="0">
                <a:latin typeface="+mj-lt"/>
                <a:ea typeface="黑体" panose="02010609060101010101" pitchFamily="49" charset="-122"/>
              </a:rPr>
              <a:t>多范围衡器对除皮后皮重值的处理与单分度值衡器相同，</a:t>
            </a:r>
            <a:r>
              <a:rPr lang="en-US" altLang="zh-CN" dirty="0" smtClean="0">
                <a:latin typeface="+mj-lt"/>
                <a:ea typeface="黑体" panose="02010609060101010101" pitchFamily="49" charset="-122"/>
              </a:rPr>
              <a:t>3</a:t>
            </a:r>
            <a:r>
              <a:rPr lang="zh-CN" altLang="en-US" dirty="0" smtClean="0">
                <a:latin typeface="+mj-lt"/>
                <a:ea typeface="黑体" panose="02010609060101010101" pitchFamily="49" charset="-122"/>
              </a:rPr>
              <a:t>个值都是称量值，最后也都按相同分度值化整，</a:t>
            </a:r>
            <a:r>
              <a:rPr lang="en-US" altLang="zh-CN" dirty="0" smtClean="0">
                <a:latin typeface="+mj-lt"/>
                <a:ea typeface="黑体" panose="02010609060101010101" pitchFamily="49" charset="-122"/>
              </a:rPr>
              <a:t>G</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T</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 3</a:t>
            </a:r>
            <a:r>
              <a:rPr lang="zh-CN" altLang="en-US" dirty="0" smtClean="0">
                <a:latin typeface="+mj-lt"/>
                <a:ea typeface="黑体" panose="02010609060101010101" pitchFamily="49" charset="-122"/>
              </a:rPr>
              <a:t>者的代数和也可能出现相差一个分度值，由于称量范围的确定是有毛重值确定的，因此该分度值也就由毛重所在称量范围确定。</a:t>
            </a:r>
            <a:endParaRPr lang="en-US" altLang="zh-CN" dirty="0" smtClean="0">
              <a:latin typeface="+mj-lt"/>
              <a:ea typeface="黑体" panose="02010609060101010101" pitchFamily="49" charset="-122"/>
            </a:endParaRPr>
          </a:p>
          <a:p>
            <a:pPr marL="522287" lvl="1" indent="-342900">
              <a:spcAft>
                <a:spcPts val="1200"/>
              </a:spcAft>
              <a:buFont typeface="+mj-lt"/>
              <a:buAutoNum type="alphaLcParenR"/>
            </a:pPr>
            <a:r>
              <a:rPr lang="zh-CN" altLang="en-US" dirty="0" smtClean="0">
                <a:latin typeface="+mj-lt"/>
                <a:ea typeface="黑体" panose="02010609060101010101" pitchFamily="49" charset="-122"/>
              </a:rPr>
              <a:t>多分度值衡器，</a:t>
            </a:r>
            <a:r>
              <a:rPr lang="en-US" altLang="zh-CN" dirty="0" smtClean="0">
                <a:latin typeface="+mj-lt"/>
                <a:ea typeface="黑体" panose="02010609060101010101" pitchFamily="49" charset="-122"/>
              </a:rPr>
              <a:t>G</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T</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 </a:t>
            </a:r>
            <a:r>
              <a:rPr lang="zh-CN" altLang="en-US" dirty="0" smtClean="0">
                <a:ea typeface="黑体" panose="02010609060101010101" pitchFamily="49" charset="-122"/>
              </a:rPr>
              <a:t>的值由称量时当前载荷所在局部称量范围分度值确定。多分度值衡器</a:t>
            </a:r>
            <a:r>
              <a:rPr lang="en-US" altLang="zh-CN" dirty="0" smtClean="0">
                <a:ea typeface="黑体" panose="02010609060101010101" pitchFamily="49" charset="-122"/>
              </a:rPr>
              <a:t>G</a:t>
            </a:r>
            <a:r>
              <a:rPr lang="zh-CN" altLang="en-US" dirty="0" smtClean="0">
                <a:ea typeface="黑体" panose="02010609060101010101" pitchFamily="49" charset="-122"/>
              </a:rPr>
              <a:t>、</a:t>
            </a:r>
            <a:r>
              <a:rPr lang="en-US" altLang="zh-CN" dirty="0" smtClean="0">
                <a:ea typeface="黑体" panose="02010609060101010101" pitchFamily="49" charset="-122"/>
              </a:rPr>
              <a:t>T</a:t>
            </a:r>
            <a:r>
              <a:rPr lang="zh-CN" altLang="en-US" dirty="0" smtClean="0">
                <a:ea typeface="黑体" panose="02010609060101010101" pitchFamily="49" charset="-122"/>
              </a:rPr>
              <a:t>、</a:t>
            </a:r>
            <a:r>
              <a:rPr lang="en-US" altLang="zh-CN" dirty="0" smtClean="0">
                <a:ea typeface="黑体" panose="02010609060101010101" pitchFamily="49" charset="-122"/>
              </a:rPr>
              <a:t>N</a:t>
            </a:r>
            <a:r>
              <a:rPr lang="zh-CN" altLang="en-US" dirty="0" smtClean="0">
                <a:ea typeface="黑体" panose="02010609060101010101" pitchFamily="49" charset="-122"/>
              </a:rPr>
              <a:t>值之间可能</a:t>
            </a:r>
            <a:r>
              <a:rPr lang="zh-CN" altLang="en-US" dirty="0">
                <a:ea typeface="黑体" panose="02010609060101010101" pitchFamily="49" charset="-122"/>
              </a:rPr>
              <a:t>出现相差一</a:t>
            </a:r>
            <a:r>
              <a:rPr lang="zh-CN" altLang="en-US" dirty="0" smtClean="0">
                <a:ea typeface="黑体" panose="02010609060101010101" pitchFamily="49" charset="-122"/>
              </a:rPr>
              <a:t>个不是分</a:t>
            </a:r>
            <a:r>
              <a:rPr lang="zh-CN" altLang="en-US" dirty="0">
                <a:ea typeface="黑体" panose="02010609060101010101" pitchFamily="49" charset="-122"/>
              </a:rPr>
              <a:t>度</a:t>
            </a:r>
            <a:r>
              <a:rPr lang="zh-CN" altLang="en-US" dirty="0" smtClean="0">
                <a:ea typeface="黑体" panose="02010609060101010101" pitchFamily="49" charset="-122"/>
              </a:rPr>
              <a:t>值的值，例如</a:t>
            </a:r>
            <a:r>
              <a:rPr lang="en-US" altLang="zh-CN" dirty="0" smtClean="0">
                <a:ea typeface="黑体" panose="02010609060101010101" pitchFamily="49" charset="-122"/>
              </a:rPr>
              <a:t>Max = 3/6/15kg</a:t>
            </a:r>
            <a:r>
              <a:rPr lang="zh-CN" altLang="en-US" dirty="0" smtClean="0">
                <a:ea typeface="黑体" panose="02010609060101010101" pitchFamily="49" charset="-122"/>
              </a:rPr>
              <a:t>，</a:t>
            </a:r>
            <a:r>
              <a:rPr lang="en-US" altLang="zh-CN" dirty="0" smtClean="0">
                <a:ea typeface="黑体" panose="02010609060101010101" pitchFamily="49" charset="-122"/>
              </a:rPr>
              <a:t>e = 1/2/5g T = 2.551(2.5514)kg</a:t>
            </a:r>
            <a:r>
              <a:rPr lang="zh-CN" altLang="en-US" dirty="0" smtClean="0">
                <a:ea typeface="黑体" panose="02010609060101010101" pitchFamily="49" charset="-122"/>
              </a:rPr>
              <a:t>，</a:t>
            </a:r>
            <a:r>
              <a:rPr lang="en-US" altLang="zh-CN" dirty="0" smtClean="0">
                <a:ea typeface="黑体" panose="02010609060101010101" pitchFamily="49" charset="-122"/>
              </a:rPr>
              <a:t>N = 5.666(5.6668</a:t>
            </a:r>
            <a:r>
              <a:rPr lang="en-US" altLang="zh-CN" dirty="0">
                <a:ea typeface="黑体" panose="02010609060101010101" pitchFamily="49" charset="-122"/>
              </a:rPr>
              <a:t>)</a:t>
            </a:r>
            <a:r>
              <a:rPr lang="en-US" altLang="zh-CN" dirty="0" smtClean="0">
                <a:ea typeface="黑体" panose="02010609060101010101" pitchFamily="49" charset="-122"/>
              </a:rPr>
              <a:t>kg G = 8.220</a:t>
            </a:r>
            <a:r>
              <a:rPr lang="en-US" altLang="zh-CN" dirty="0">
                <a:ea typeface="黑体" panose="02010609060101010101" pitchFamily="49" charset="-122"/>
              </a:rPr>
              <a:t>(</a:t>
            </a:r>
            <a:r>
              <a:rPr lang="en-US" altLang="zh-CN" dirty="0" smtClean="0">
                <a:ea typeface="黑体" panose="02010609060101010101" pitchFamily="49" charset="-122"/>
              </a:rPr>
              <a:t>2.5514+5.6668 =8.2182)kg</a:t>
            </a:r>
            <a:r>
              <a:rPr lang="zh-CN" altLang="en-US" dirty="0" smtClean="0">
                <a:ea typeface="黑体" panose="02010609060101010101" pitchFamily="49" charset="-122"/>
              </a:rPr>
              <a:t>。</a:t>
            </a:r>
            <a:r>
              <a:rPr lang="zh-CN" altLang="en-US" dirty="0">
                <a:ea typeface="黑体" panose="02010609060101010101" pitchFamily="49" charset="-122"/>
              </a:rPr>
              <a:t>因此</a:t>
            </a:r>
            <a:r>
              <a:rPr lang="zh-CN" altLang="en-US" dirty="0" smtClean="0">
                <a:ea typeface="黑体" panose="02010609060101010101" pitchFamily="49" charset="-122"/>
              </a:rPr>
              <a:t>也可以输出计算毛重值，</a:t>
            </a:r>
            <a:r>
              <a:rPr lang="en-US" altLang="zh-CN" dirty="0" smtClean="0">
                <a:ea typeface="黑体" panose="02010609060101010101" pitchFamily="49" charset="-122"/>
              </a:rPr>
              <a:t>G = 2.551 + 5.666 = 8.217 kg </a:t>
            </a:r>
            <a:r>
              <a:rPr lang="en-US" altLang="zh-CN" b="1" dirty="0" smtClean="0">
                <a:solidFill>
                  <a:srgbClr val="FF0000"/>
                </a:solidFill>
                <a:ea typeface="黑体" panose="02010609060101010101" pitchFamily="49" charset="-122"/>
              </a:rPr>
              <a:t>C</a:t>
            </a:r>
            <a:endParaRPr lang="en-US" altLang="zh-CN" b="1" dirty="0" smtClean="0">
              <a:solidFill>
                <a:srgbClr val="FF0000"/>
              </a:solidFill>
              <a:latin typeface="+mj-lt"/>
              <a:ea typeface="黑体" panose="02010609060101010101" pitchFamily="49" charset="-122"/>
            </a:endParaRPr>
          </a:p>
          <a:p>
            <a:pPr marL="179387" lvl="1" indent="457200">
              <a:spcAft>
                <a:spcPts val="1200"/>
              </a:spcAft>
              <a:buNone/>
            </a:pPr>
            <a:endParaRPr lang="en-US" altLang="zh-CN" dirty="0" smtClean="0">
              <a:latin typeface="+mj-lt"/>
              <a:ea typeface="黑体" panose="02010609060101010101" pitchFamily="49" charset="-122"/>
            </a:endParaRPr>
          </a:p>
          <a:p>
            <a:pPr marL="179387" lvl="1" indent="457200">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37</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4479132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皮重装置</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皮重装置运行后的示值</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dirty="0" smtClean="0">
                <a:latin typeface="+mj-lt"/>
                <a:ea typeface="黑体" panose="02010609060101010101" pitchFamily="49" charset="-122"/>
              </a:rPr>
              <a:t>对于运行的是预置皮重装置，衡器只有一个称量值（毛重），其余是输入重量值和计算值：</a:t>
            </a:r>
            <a:endParaRPr lang="en-US" altLang="zh-CN" dirty="0" smtClean="0">
              <a:latin typeface="+mj-lt"/>
              <a:ea typeface="黑体" panose="02010609060101010101" pitchFamily="49" charset="-122"/>
            </a:endParaRPr>
          </a:p>
          <a:p>
            <a:pPr marL="522287" lvl="1" indent="-342900">
              <a:spcAft>
                <a:spcPts val="1200"/>
              </a:spcAft>
              <a:buFont typeface="+mj-lt"/>
              <a:buAutoNum type="alphaLcParenR"/>
            </a:pPr>
            <a:r>
              <a:rPr lang="zh-CN" altLang="en-US" dirty="0" smtClean="0">
                <a:latin typeface="+mj-lt"/>
                <a:ea typeface="黑体" panose="02010609060101010101" pitchFamily="49" charset="-122"/>
              </a:rPr>
              <a:t>单分度值衡器，满足</a:t>
            </a:r>
            <a:r>
              <a:rPr lang="en-US" altLang="zh-CN" dirty="0" smtClean="0">
                <a:latin typeface="+mj-lt"/>
                <a:ea typeface="黑体" panose="02010609060101010101" pitchFamily="49" charset="-122"/>
              </a:rPr>
              <a:t>N = G - T</a:t>
            </a:r>
            <a:r>
              <a:rPr lang="zh-CN" altLang="en-US" dirty="0" smtClean="0">
                <a:latin typeface="+mj-lt"/>
                <a:ea typeface="黑体" panose="02010609060101010101" pitchFamily="49" charset="-122"/>
              </a:rPr>
              <a:t>关系</a:t>
            </a:r>
            <a:endParaRPr lang="en-US" altLang="zh-CN" dirty="0" smtClean="0">
              <a:latin typeface="+mj-lt"/>
              <a:ea typeface="黑体" panose="02010609060101010101" pitchFamily="49" charset="-122"/>
            </a:endParaRPr>
          </a:p>
          <a:p>
            <a:pPr marL="522287" lvl="1" indent="-342900">
              <a:spcAft>
                <a:spcPts val="1200"/>
              </a:spcAft>
              <a:buFont typeface="+mj-lt"/>
              <a:buAutoNum type="alphaLcParenR"/>
            </a:pPr>
            <a:r>
              <a:rPr lang="zh-CN" altLang="en-US" dirty="0" smtClean="0">
                <a:latin typeface="+mj-lt"/>
                <a:ea typeface="黑体" panose="02010609060101010101" pitchFamily="49" charset="-122"/>
              </a:rPr>
              <a:t>多分度值衡器，皮重分度值只能是</a:t>
            </a:r>
            <a:r>
              <a:rPr lang="en-US" altLang="zh-CN" dirty="0" smtClean="0">
                <a:latin typeface="+mj-lt"/>
                <a:ea typeface="黑体" panose="02010609060101010101" pitchFamily="49" charset="-122"/>
              </a:rPr>
              <a:t>e</a:t>
            </a:r>
            <a:r>
              <a:rPr lang="en-US" altLang="zh-CN" baseline="-25000" dirty="0" smtClean="0">
                <a:latin typeface="+mj-lt"/>
                <a:ea typeface="黑体" panose="02010609060101010101" pitchFamily="49" charset="-122"/>
              </a:rPr>
              <a:t>1</a:t>
            </a:r>
            <a:r>
              <a:rPr lang="zh-CN" altLang="en-US" dirty="0" smtClean="0">
                <a:latin typeface="+mj-lt"/>
                <a:ea typeface="黑体" panose="02010609060101010101" pitchFamily="49" charset="-122"/>
              </a:rPr>
              <a:t>，因此毛重的分度值由毛重载荷所在局部称量范围的分度值确定，而净重载荷的分度值是由化整后的毛重值减去以</a:t>
            </a:r>
            <a:r>
              <a:rPr lang="en-US" altLang="zh-CN" dirty="0" smtClean="0">
                <a:latin typeface="+mj-lt"/>
                <a:ea typeface="黑体" panose="02010609060101010101" pitchFamily="49" charset="-122"/>
              </a:rPr>
              <a:t>e</a:t>
            </a:r>
            <a:r>
              <a:rPr lang="en-US" altLang="zh-CN" baseline="-25000" dirty="0" smtClean="0">
                <a:latin typeface="+mj-lt"/>
                <a:ea typeface="黑体" panose="02010609060101010101" pitchFamily="49" charset="-122"/>
              </a:rPr>
              <a:t>1</a:t>
            </a:r>
            <a:r>
              <a:rPr lang="zh-CN" altLang="en-US" dirty="0" smtClean="0">
                <a:latin typeface="+mj-lt"/>
                <a:ea typeface="黑体" panose="02010609060101010101" pitchFamily="49" charset="-122"/>
              </a:rPr>
              <a:t>表示的输入皮重值结果所在局部称量范围确定的；</a:t>
            </a:r>
            <a:endParaRPr lang="en-US" altLang="zh-CN" dirty="0" smtClean="0">
              <a:latin typeface="+mj-lt"/>
              <a:ea typeface="黑体" panose="02010609060101010101" pitchFamily="49" charset="-122"/>
            </a:endParaRPr>
          </a:p>
          <a:p>
            <a:pPr marL="522287" lvl="1" indent="-342900">
              <a:spcAft>
                <a:spcPts val="1200"/>
              </a:spcAft>
              <a:buFont typeface="+mj-lt"/>
              <a:buAutoNum type="alphaLcParenR"/>
            </a:pPr>
            <a:r>
              <a:rPr lang="zh-CN" altLang="en-US" dirty="0" smtClean="0">
                <a:latin typeface="+mj-lt"/>
                <a:ea typeface="黑体" panose="02010609060101010101" pitchFamily="49" charset="-122"/>
              </a:rPr>
              <a:t>多范围衡器，由于多范围可以作为多个单范围衡器来处理，所以无论预置皮重如何，总是按毛重分度值进行化整，并满足</a:t>
            </a:r>
            <a:r>
              <a:rPr lang="en-US" altLang="zh-CN" dirty="0" smtClean="0">
                <a:latin typeface="+mj-lt"/>
                <a:ea typeface="黑体" panose="02010609060101010101" pitchFamily="49" charset="-122"/>
              </a:rPr>
              <a:t>N = G - T</a:t>
            </a:r>
            <a:r>
              <a:rPr lang="zh-CN" altLang="en-US" dirty="0" smtClean="0">
                <a:latin typeface="+mj-lt"/>
                <a:ea typeface="黑体" panose="02010609060101010101" pitchFamily="49" charset="-122"/>
              </a:rPr>
              <a:t>的规定。</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不同国家对指示和记录</a:t>
            </a:r>
            <a:r>
              <a:rPr lang="en-US" altLang="zh-CN" dirty="0" smtClean="0">
                <a:latin typeface="+mj-lt"/>
                <a:ea typeface="黑体" panose="02010609060101010101" pitchFamily="49" charset="-122"/>
              </a:rPr>
              <a:t>G</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T</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a:t>
            </a:r>
            <a:r>
              <a:rPr lang="zh-CN" altLang="en-US" dirty="0" smtClean="0">
                <a:latin typeface="+mj-lt"/>
                <a:ea typeface="黑体" panose="02010609060101010101" pitchFamily="49" charset="-122"/>
              </a:rPr>
              <a:t>的要求有不同，</a:t>
            </a:r>
            <a:r>
              <a:rPr lang="en-US" altLang="zh-CN" dirty="0" smtClean="0">
                <a:latin typeface="+mj-lt"/>
                <a:ea typeface="黑体" panose="02010609060101010101" pitchFamily="49" charset="-122"/>
              </a:rPr>
              <a:t>NTEP</a:t>
            </a:r>
            <a:r>
              <a:rPr lang="zh-CN" altLang="en-US" dirty="0" smtClean="0">
                <a:latin typeface="+mj-lt"/>
                <a:ea typeface="黑体" panose="02010609060101010101" pitchFamily="49" charset="-122"/>
              </a:rPr>
              <a:t>要求如果同时显示和（或）记录</a:t>
            </a:r>
            <a:r>
              <a:rPr lang="en-US" altLang="zh-CN" dirty="0" smtClean="0">
                <a:latin typeface="+mj-lt"/>
                <a:ea typeface="黑体" panose="02010609060101010101" pitchFamily="49" charset="-122"/>
              </a:rPr>
              <a:t>3</a:t>
            </a:r>
            <a:r>
              <a:rPr lang="zh-CN" altLang="en-US" dirty="0" smtClean="0">
                <a:latin typeface="+mj-lt"/>
                <a:ea typeface="黑体" panose="02010609060101010101" pitchFamily="49" charset="-122"/>
              </a:rPr>
              <a:t>个值，它们之间必须满足算术代数和关系，对于使用除皮称量装置，毛重是计算值，净重和皮重是称量值（</a:t>
            </a:r>
            <a:r>
              <a:rPr lang="en-US" altLang="zh-CN" dirty="0" smtClean="0">
                <a:latin typeface="+mj-lt"/>
                <a:ea typeface="黑体" panose="02010609060101010101" pitchFamily="49" charset="-122"/>
              </a:rPr>
              <a:t>G =  N + T</a:t>
            </a:r>
            <a:r>
              <a:rPr lang="zh-CN" altLang="en-US" dirty="0" smtClean="0">
                <a:latin typeface="+mj-lt"/>
                <a:ea typeface="黑体" panose="02010609060101010101" pitchFamily="49" charset="-122"/>
              </a:rPr>
              <a:t>）。使用输入皮重值，毛重是称量值，净重是计算值（</a:t>
            </a:r>
            <a:r>
              <a:rPr lang="en-US" altLang="zh-CN" dirty="0" smtClean="0">
                <a:latin typeface="+mj-lt"/>
                <a:ea typeface="黑体" panose="02010609060101010101" pitchFamily="49" charset="-122"/>
              </a:rPr>
              <a:t>N = G –T</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179387" lvl="1" indent="457200">
              <a:spcAft>
                <a:spcPts val="1200"/>
              </a:spcAft>
              <a:buNone/>
            </a:pPr>
            <a:r>
              <a:rPr lang="zh-CN" altLang="en-US" dirty="0" smtClean="0">
                <a:latin typeface="+mj-lt"/>
                <a:ea typeface="黑体" panose="02010609060101010101" pitchFamily="49" charset="-122"/>
              </a:rPr>
              <a:t>分度值要求：多范围衡器只有一个分度值（由毛重确定），多分度值衡器，称量值符合局部称量范围分度值要求，计算值不要求按分度值化整。</a:t>
            </a:r>
            <a:endParaRPr lang="en-US" altLang="zh-CN" dirty="0" smtClean="0">
              <a:latin typeface="+mj-lt"/>
              <a:ea typeface="黑体" panose="02010609060101010101" pitchFamily="49" charset="-122"/>
            </a:endParaRPr>
          </a:p>
          <a:p>
            <a:pPr marL="179387" lvl="1" indent="457200">
              <a:spcAft>
                <a:spcPts val="1200"/>
              </a:spcAft>
              <a:buNone/>
            </a:pPr>
            <a:endParaRPr lang="en-US" altLang="zh-CN" dirty="0">
              <a:latin typeface="+mj-lt"/>
              <a:ea typeface="黑体" panose="02010609060101010101" pitchFamily="49" charset="-122"/>
            </a:endParaRPr>
          </a:p>
          <a:p>
            <a:pPr marL="522287" lvl="1" indent="-342900">
              <a:spcAft>
                <a:spcPts val="1200"/>
              </a:spcAft>
              <a:buFont typeface="+mj-lt"/>
              <a:buAutoNum type="alphaLcParenR"/>
            </a:pPr>
            <a:endParaRPr lang="en-US" altLang="zh-CN" dirty="0" smtClean="0">
              <a:latin typeface="+mj-lt"/>
              <a:ea typeface="黑体" panose="02010609060101010101" pitchFamily="49" charset="-122"/>
            </a:endParaRPr>
          </a:p>
          <a:p>
            <a:pPr marL="179387" lvl="1" indent="457200">
              <a:spcAft>
                <a:spcPts val="1200"/>
              </a:spcAft>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38</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81501395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ea typeface="黑体" panose="02010609060101010101" pitchFamily="49" charset="-122"/>
              </a:rPr>
              <a:t>Key Point</a:t>
            </a:r>
            <a:endParaRPr lang="zh-CN" altLang="en-US" dirty="0">
              <a:ea typeface="黑体" panose="02010609060101010101" pitchFamily="49" charset="-122"/>
            </a:endParaRPr>
          </a:p>
        </p:txBody>
      </p:sp>
      <p:sp>
        <p:nvSpPr>
          <p:cNvPr id="3" name="标题 2"/>
          <p:cNvSpPr>
            <a:spLocks noGrp="1"/>
          </p:cNvSpPr>
          <p:nvPr>
            <p:ph type="title" idx="99"/>
          </p:nvPr>
        </p:nvSpPr>
        <p:spPr/>
        <p:txBody>
          <a:bodyPr/>
          <a:lstStyle/>
          <a:p>
            <a:endParaRPr lang="zh-CN" altLang="en-US">
              <a:ea typeface="黑体" panose="02010609060101010101" pitchFamily="49" charset="-122"/>
            </a:endParaRPr>
          </a:p>
        </p:txBody>
      </p:sp>
      <p:sp>
        <p:nvSpPr>
          <p:cNvPr id="4" name="内容占位符 3"/>
          <p:cNvSpPr>
            <a:spLocks noGrp="1"/>
          </p:cNvSpPr>
          <p:nvPr>
            <p:ph idx="1"/>
          </p:nvPr>
        </p:nvSpPr>
        <p:spPr>
          <a:xfrm>
            <a:off x="395288" y="1485900"/>
            <a:ext cx="3521619" cy="4895850"/>
          </a:xfrm>
        </p:spPr>
        <p:style>
          <a:lnRef idx="2">
            <a:schemeClr val="dk1"/>
          </a:lnRef>
          <a:fillRef idx="1">
            <a:schemeClr val="lt1"/>
          </a:fillRef>
          <a:effectRef idx="0">
            <a:schemeClr val="dk1"/>
          </a:effectRef>
          <a:fontRef idx="minor">
            <a:schemeClr val="dk1"/>
          </a:fontRef>
        </p:style>
        <p:txBody>
          <a:bodyPr/>
          <a:lstStyle/>
          <a:p>
            <a:r>
              <a:rPr lang="zh-CN" altLang="en-US" dirty="0" smtClean="0">
                <a:latin typeface="+mj-lt"/>
                <a:ea typeface="黑体" panose="02010609060101010101" pitchFamily="49" charset="-122"/>
              </a:rPr>
              <a:t>半自动除皮</a:t>
            </a:r>
            <a:endParaRPr lang="en-US" altLang="zh-CN" dirty="0" smtClean="0">
              <a:latin typeface="+mj-lt"/>
              <a:ea typeface="黑体" panose="02010609060101010101" pitchFamily="49" charset="-122"/>
            </a:endParaRPr>
          </a:p>
          <a:p>
            <a:pPr marL="531813" lvl="2" indent="-174625"/>
            <a:r>
              <a:rPr lang="zh-CN" altLang="en-US" dirty="0" smtClean="0">
                <a:latin typeface="+mj-lt"/>
                <a:ea typeface="黑体" panose="02010609060101010101" pitchFamily="49" charset="-122"/>
              </a:rPr>
              <a:t>范围</a:t>
            </a:r>
            <a:endParaRPr lang="en-US" altLang="zh-CN" dirty="0">
              <a:latin typeface="+mj-lt"/>
              <a:ea typeface="黑体" panose="02010609060101010101" pitchFamily="49" charset="-122"/>
            </a:endParaRPr>
          </a:p>
          <a:p>
            <a:pPr marL="541338" lvl="4" indent="0">
              <a:buNone/>
            </a:pPr>
            <a:r>
              <a:rPr lang="zh-CN" altLang="en-US" dirty="0" smtClean="0">
                <a:latin typeface="+mj-lt"/>
                <a:ea typeface="黑体" panose="02010609060101010101" pitchFamily="49" charset="-122"/>
              </a:rPr>
              <a:t>大于零的毛重 </a:t>
            </a:r>
            <a:r>
              <a:rPr lang="en-US" altLang="zh-CN" dirty="0" smtClean="0">
                <a:latin typeface="+mj-lt"/>
                <a:ea typeface="黑体" panose="02010609060101010101" pitchFamily="49" charset="-122"/>
              </a:rPr>
              <a:t>~ </a:t>
            </a:r>
            <a:r>
              <a:rPr lang="zh-CN" altLang="en-US" dirty="0" smtClean="0">
                <a:latin typeface="+mj-lt"/>
                <a:ea typeface="黑体" panose="02010609060101010101" pitchFamily="49" charset="-122"/>
              </a:rPr>
              <a:t>规定的最大除皮值（或</a:t>
            </a:r>
            <a:r>
              <a:rPr lang="en-US" altLang="zh-CN" dirty="0" smtClean="0">
                <a:latin typeface="+mj-lt"/>
                <a:ea typeface="黑体" panose="02010609060101010101" pitchFamily="49" charset="-122"/>
              </a:rPr>
              <a:t>Max</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531813" lvl="2" indent="-174625"/>
            <a:r>
              <a:rPr lang="zh-CN" altLang="en-US" dirty="0" smtClean="0">
                <a:latin typeface="+mj-lt"/>
                <a:ea typeface="黑体" panose="02010609060101010101" pitchFamily="49" charset="-122"/>
              </a:rPr>
              <a:t>运行条件</a:t>
            </a:r>
            <a:endParaRPr lang="en-US" altLang="zh-CN" dirty="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平衡稳定</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不允许在预置皮重后运行</a:t>
            </a:r>
            <a:endParaRPr lang="en-US" altLang="zh-CN" dirty="0" smtClean="0">
              <a:latin typeface="+mj-lt"/>
              <a:ea typeface="黑体" panose="02010609060101010101" pitchFamily="49" charset="-122"/>
            </a:endParaRPr>
          </a:p>
          <a:p>
            <a:pPr marL="531813" lvl="2" indent="-174625"/>
            <a:r>
              <a:rPr lang="zh-CN" altLang="en-US" dirty="0">
                <a:latin typeface="+mj-lt"/>
                <a:ea typeface="黑体" panose="02010609060101010101" pitchFamily="49" charset="-122"/>
              </a:rPr>
              <a:t>分</a:t>
            </a:r>
            <a:r>
              <a:rPr lang="zh-CN" altLang="en-US" dirty="0" smtClean="0">
                <a:latin typeface="+mj-lt"/>
                <a:ea typeface="黑体" panose="02010609060101010101" pitchFamily="49" charset="-122"/>
              </a:rPr>
              <a:t>度值</a:t>
            </a:r>
            <a:endParaRPr lang="en-US" altLang="zh-CN" dirty="0">
              <a:latin typeface="+mj-lt"/>
              <a:ea typeface="黑体" panose="02010609060101010101" pitchFamily="49" charset="-122"/>
            </a:endParaRPr>
          </a:p>
          <a:p>
            <a:pPr marL="531813" lvl="4" indent="0">
              <a:buNone/>
            </a:pPr>
            <a:r>
              <a:rPr lang="zh-CN" altLang="en-US" dirty="0" smtClean="0">
                <a:latin typeface="+mj-lt"/>
                <a:ea typeface="黑体" panose="02010609060101010101" pitchFamily="49" charset="-122"/>
              </a:rPr>
              <a:t>与衡器相同载荷下分度值相同</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运行指示</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a:t>
            </a:r>
            <a:r>
              <a:rPr lang="zh-CN" altLang="en-US" dirty="0">
                <a:latin typeface="+mj-lt"/>
                <a:ea typeface="黑体" panose="02010609060101010101" pitchFamily="49" charset="-122"/>
              </a:rPr>
              <a:t>”</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NET</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Net</a:t>
            </a:r>
            <a:r>
              <a:rPr lang="zh-CN" altLang="en-US" dirty="0" smtClean="0">
                <a:latin typeface="+mj-lt"/>
                <a:ea typeface="黑体" panose="02010609060101010101" pitchFamily="49" charset="-122"/>
              </a:rPr>
              <a:t>”，“净重”</a:t>
            </a:r>
            <a:endParaRPr lang="en-US" altLang="zh-CN" dirty="0" smtClean="0">
              <a:latin typeface="+mj-lt"/>
              <a:ea typeface="黑体" panose="02010609060101010101" pitchFamily="49" charset="-122"/>
            </a:endParaRPr>
          </a:p>
          <a:p>
            <a:pPr lvl="2"/>
            <a:r>
              <a:rPr lang="zh-CN" altLang="en-US" dirty="0" smtClean="0">
                <a:latin typeface="+mj-lt"/>
                <a:ea typeface="黑体" panose="02010609060101010101" pitchFamily="49" charset="-122"/>
              </a:rPr>
              <a:t>连续除皮</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仅一个由皮重称量装置确定皮重值</a:t>
            </a:r>
            <a:endParaRPr lang="en-US" altLang="zh-CN" dirty="0" smtClean="0">
              <a:latin typeface="+mj-lt"/>
              <a:ea typeface="黑体" panose="02010609060101010101" pitchFamily="49" charset="-122"/>
            </a:endParaRPr>
          </a:p>
          <a:p>
            <a:pPr marL="531813" lvl="3" indent="0">
              <a:buNone/>
            </a:pPr>
            <a:r>
              <a:rPr lang="en-US" altLang="zh-CN" dirty="0" smtClean="0">
                <a:latin typeface="+mj-lt"/>
                <a:ea typeface="黑体" panose="02010609060101010101" pitchFamily="49" charset="-122"/>
              </a:rPr>
              <a:t>RT</a:t>
            </a:r>
            <a:r>
              <a:rPr lang="zh-CN" altLang="en-US" dirty="0" smtClean="0">
                <a:latin typeface="+mj-lt"/>
                <a:ea typeface="黑体" panose="02010609060101010101" pitchFamily="49" charset="-122"/>
              </a:rPr>
              <a:t>衡器的连续除皮不允许减小皮重值</a:t>
            </a:r>
            <a:endParaRPr lang="en-US" altLang="zh-CN" dirty="0" smtClean="0">
              <a:latin typeface="+mj-lt"/>
              <a:ea typeface="黑体" panose="02010609060101010101" pitchFamily="49" charset="-122"/>
            </a:endParaRPr>
          </a:p>
          <a:p>
            <a:pPr marL="531813" lvl="3" indent="0">
              <a:buNone/>
            </a:pPr>
            <a:endParaRPr lang="zh-CN" altLang="en-US" dirty="0">
              <a:latin typeface="+mj-lt"/>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mj-lt"/>
                <a:ea typeface="黑体" panose="02010609060101010101" pitchFamily="49" charset="-122"/>
              </a:rPr>
              <a:pPr/>
              <a:t>39</a:t>
            </a:fld>
            <a:endParaRPr lang="en-US" dirty="0">
              <a:latin typeface="+mj-lt"/>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mj-lt"/>
                <a:ea typeface="黑体" panose="02010609060101010101" pitchFamily="49" charset="-122"/>
              </a:rPr>
              <a:t>For internal use - Confidential</a:t>
            </a:r>
            <a:endParaRPr lang="en-US" dirty="0">
              <a:latin typeface="+mj-lt"/>
              <a:ea typeface="黑体" panose="02010609060101010101" pitchFamily="49" charset="-122"/>
            </a:endParaRPr>
          </a:p>
        </p:txBody>
      </p:sp>
      <p:sp>
        <p:nvSpPr>
          <p:cNvPr id="7" name="内容占位符 3"/>
          <p:cNvSpPr txBox="1">
            <a:spLocks/>
          </p:cNvSpPr>
          <p:nvPr/>
        </p:nvSpPr>
        <p:spPr>
          <a:xfrm>
            <a:off x="5051458" y="1513764"/>
            <a:ext cx="3521619" cy="4895850"/>
          </a:xfrm>
          <a:prstGeom prst="rect">
            <a:avLst/>
          </a:prstGeom>
        </p:spPr>
        <p:style>
          <a:lnRef idx="2">
            <a:schemeClr val="dk1"/>
          </a:lnRef>
          <a:fillRef idx="1">
            <a:schemeClr val="lt1"/>
          </a:fillRef>
          <a:effectRef idx="0">
            <a:schemeClr val="dk1"/>
          </a:effectRef>
          <a:fontRef idx="minor">
            <a:schemeClr val="dk1"/>
          </a:fontRef>
        </p:style>
        <p:txBody>
          <a:bodyPr vert="horz" lIns="0" tIns="0" rIns="0" bIns="0" rtlCol="0" anchor="t" anchorCtr="0">
            <a:noAutofit/>
          </a:bodyPr>
          <a:lstStyle>
            <a:lvl1pPr marL="179388" indent="-179388" algn="l" defTabSz="914400" rtl="0" eaLnBrk="1" latinLnBrk="0" hangingPunct="1">
              <a:spcBef>
                <a:spcPts val="400"/>
              </a:spcBef>
              <a:spcAft>
                <a:spcPts val="600"/>
              </a:spcAft>
              <a:buClr>
                <a:schemeClr val="accent1"/>
              </a:buClr>
              <a:buFont typeface="Wingdings" pitchFamily="2" charset="2"/>
              <a:buChar char="§"/>
              <a:defRPr sz="1600" kern="1200" baseline="0">
                <a:solidFill>
                  <a:schemeClr val="tx1"/>
                </a:solidFill>
                <a:latin typeface="+mn-lt"/>
                <a:ea typeface="+mn-ea"/>
                <a:cs typeface="+mn-cs"/>
              </a:defRPr>
            </a:lvl1pPr>
            <a:lvl2pPr marL="358775" indent="-179388"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2pPr>
            <a:lvl3pPr marL="541338" indent="-184150" algn="l" defTabSz="914400" rtl="0" eaLnBrk="1" latinLnBrk="0" hangingPunct="1">
              <a:spcBef>
                <a:spcPts val="0"/>
              </a:spcBef>
              <a:spcAft>
                <a:spcPts val="400"/>
              </a:spcAft>
              <a:buClr>
                <a:schemeClr val="accent1"/>
              </a:buClr>
              <a:buFont typeface="Arial" pitchFamily="34" charset="0"/>
              <a:buChar char="-"/>
              <a:tabLst/>
              <a:defRPr sz="1600" kern="1200">
                <a:solidFill>
                  <a:schemeClr val="tx1"/>
                </a:solidFill>
                <a:latin typeface="+mn-lt"/>
                <a:ea typeface="+mn-ea"/>
                <a:cs typeface="+mn-cs"/>
              </a:defRPr>
            </a:lvl3pPr>
            <a:lvl4pPr marL="715963"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4pPr>
            <a:lvl5pPr marL="715963" indent="182563" algn="l" defTabSz="914400" rtl="0" eaLnBrk="1" latinLnBrk="0" hangingPunct="1">
              <a:spcBef>
                <a:spcPts val="0"/>
              </a:spcBef>
              <a:spcAft>
                <a:spcPts val="400"/>
              </a:spcAft>
              <a:buClr>
                <a:schemeClr val="accent1"/>
              </a:buClr>
              <a:buFont typeface="Arial" panose="020B0604020202020204" pitchFamily="34" charset="0"/>
              <a:buChar char="-"/>
              <a:tabLst/>
              <a:defRPr sz="1600" kern="1200">
                <a:solidFill>
                  <a:schemeClr val="tx1"/>
                </a:solidFill>
                <a:latin typeface="+mn-lt"/>
                <a:ea typeface="+mn-ea"/>
                <a:cs typeface="+mn-cs"/>
              </a:defRPr>
            </a:lvl5pPr>
            <a:lvl6pPr marL="1073150" indent="-174625" algn="l" defTabSz="914400" rtl="0" eaLnBrk="1" latinLnBrk="0" hangingPunct="1">
              <a:spcBef>
                <a:spcPts val="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6pPr>
            <a:lvl7pPr marL="1255713"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7pPr>
            <a:lvl8pPr marL="1431925" indent="-17621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8pPr>
            <a:lvl9pPr marL="1614488" indent="-182563" algn="l" defTabSz="914400" rtl="0" eaLnBrk="1" latinLnBrk="0" hangingPunct="1">
              <a:spcBef>
                <a:spcPts val="0"/>
              </a:spcBef>
              <a:spcAft>
                <a:spcPts val="400"/>
              </a:spcAft>
              <a:buClr>
                <a:schemeClr val="accent1"/>
              </a:buClr>
              <a:buFont typeface="Arial" pitchFamily="34" charset="0"/>
              <a:buChar char="-"/>
              <a:defRPr sz="1600" kern="1200">
                <a:solidFill>
                  <a:schemeClr val="tx1"/>
                </a:solidFill>
                <a:latin typeface="+mn-lt"/>
                <a:ea typeface="+mn-ea"/>
                <a:cs typeface="+mn-cs"/>
              </a:defRPr>
            </a:lvl9pPr>
          </a:lstStyle>
          <a:p>
            <a:pPr marL="169863" indent="-174625"/>
            <a:r>
              <a:rPr lang="zh-CN" altLang="en-US" dirty="0" smtClean="0">
                <a:latin typeface="+mj-lt"/>
                <a:ea typeface="黑体" panose="02010609060101010101" pitchFamily="49" charset="-122"/>
              </a:rPr>
              <a:t>预置皮重</a:t>
            </a:r>
            <a:endParaRPr lang="en-US" altLang="zh-CN" dirty="0" smtClean="0">
              <a:latin typeface="+mj-lt"/>
              <a:ea typeface="黑体" panose="02010609060101010101" pitchFamily="49" charset="-122"/>
            </a:endParaRPr>
          </a:p>
          <a:p>
            <a:pPr marL="531813" lvl="2" indent="-174625"/>
            <a:r>
              <a:rPr lang="zh-CN" altLang="en-US" dirty="0" smtClean="0">
                <a:latin typeface="+mj-lt"/>
                <a:ea typeface="黑体" panose="02010609060101010101" pitchFamily="49" charset="-122"/>
              </a:rPr>
              <a:t>范围</a:t>
            </a:r>
            <a:endParaRPr lang="en-US" altLang="zh-CN" dirty="0" smtClean="0">
              <a:latin typeface="+mj-lt"/>
              <a:ea typeface="黑体" panose="02010609060101010101" pitchFamily="49" charset="-122"/>
            </a:endParaRPr>
          </a:p>
          <a:p>
            <a:pPr marL="531813" lvl="3" indent="0">
              <a:buNone/>
            </a:pPr>
            <a:r>
              <a:rPr lang="en-US" altLang="zh-CN" dirty="0" smtClean="0">
                <a:latin typeface="+mj-lt"/>
                <a:ea typeface="黑体" panose="02010609060101010101" pitchFamily="49" charset="-122"/>
              </a:rPr>
              <a:t>MI</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Max</a:t>
            </a:r>
            <a:r>
              <a:rPr lang="en-US" altLang="zh-CN" baseline="-25000" dirty="0" smtClean="0">
                <a:latin typeface="+mj-lt"/>
                <a:ea typeface="黑体" panose="02010609060101010101" pitchFamily="49" charset="-122"/>
              </a:rPr>
              <a:t>1</a:t>
            </a:r>
          </a:p>
          <a:p>
            <a:pPr marL="531813" lvl="3" indent="0">
              <a:buNone/>
            </a:pPr>
            <a:r>
              <a:rPr lang="en-US" altLang="zh-CN" dirty="0" smtClean="0">
                <a:latin typeface="+mj-lt"/>
                <a:ea typeface="黑体" panose="02010609060101010101" pitchFamily="49" charset="-122"/>
              </a:rPr>
              <a:t>MR</a:t>
            </a:r>
            <a:r>
              <a:rPr lang="zh-CN" altLang="en-US" dirty="0" smtClean="0">
                <a:latin typeface="+mj-lt"/>
                <a:ea typeface="黑体" panose="02010609060101010101" pitchFamily="49" charset="-122"/>
              </a:rPr>
              <a:t>：</a:t>
            </a:r>
            <a:r>
              <a:rPr lang="en-US" altLang="zh-CN" dirty="0" err="1" smtClean="0">
                <a:latin typeface="+mj-lt"/>
                <a:ea typeface="黑体" panose="02010609060101010101" pitchFamily="49" charset="-122"/>
              </a:rPr>
              <a:t>Max</a:t>
            </a:r>
            <a:r>
              <a:rPr lang="en-US" altLang="zh-CN" baseline="-25000" dirty="0" err="1" smtClean="0">
                <a:latin typeface="+mj-lt"/>
                <a:ea typeface="黑体" panose="02010609060101010101" pitchFamily="49" charset="-122"/>
              </a:rPr>
              <a:t>r</a:t>
            </a:r>
            <a:endParaRPr lang="en-US" altLang="zh-CN" baseline="-25000" dirty="0" smtClean="0">
              <a:latin typeface="+mj-lt"/>
              <a:ea typeface="黑体" panose="02010609060101010101" pitchFamily="49" charset="-122"/>
            </a:endParaRPr>
          </a:p>
          <a:p>
            <a:pPr marL="531813" lvl="2" indent="-174625"/>
            <a:r>
              <a:rPr lang="zh-CN" altLang="en-US" dirty="0" smtClean="0">
                <a:latin typeface="+mj-lt"/>
                <a:ea typeface="黑体" panose="02010609060101010101" pitchFamily="49" charset="-122"/>
              </a:rPr>
              <a:t>分度值</a:t>
            </a:r>
            <a:endParaRPr lang="en-US" altLang="zh-CN" dirty="0" smtClean="0">
              <a:latin typeface="+mj-lt"/>
              <a:ea typeface="黑体" panose="02010609060101010101" pitchFamily="49" charset="-122"/>
            </a:endParaRPr>
          </a:p>
          <a:p>
            <a:pPr marL="531813" lvl="3" indent="0">
              <a:buFont typeface="Arial" panose="020B0604020202020204" pitchFamily="34" charset="0"/>
              <a:buNone/>
            </a:pPr>
            <a:r>
              <a:rPr lang="en-US" altLang="zh-CN" dirty="0" smtClean="0">
                <a:latin typeface="+mj-lt"/>
                <a:ea typeface="黑体" panose="02010609060101010101" pitchFamily="49" charset="-122"/>
              </a:rPr>
              <a:t>MI</a:t>
            </a:r>
            <a:r>
              <a:rPr lang="zh-CN" altLang="en-US" dirty="0" smtClean="0">
                <a:latin typeface="+mj-lt"/>
                <a:ea typeface="黑体" panose="02010609060101010101" pitchFamily="49" charset="-122"/>
              </a:rPr>
              <a:t>：</a:t>
            </a:r>
            <a:r>
              <a:rPr lang="en-US" altLang="zh-CN" dirty="0" smtClean="0">
                <a:latin typeface="+mj-lt"/>
                <a:ea typeface="黑体" panose="02010609060101010101" pitchFamily="49" charset="-122"/>
              </a:rPr>
              <a:t>e</a:t>
            </a:r>
            <a:r>
              <a:rPr lang="en-US" altLang="zh-CN" baseline="-25000" dirty="0" smtClean="0">
                <a:latin typeface="+mj-lt"/>
                <a:ea typeface="黑体" panose="02010609060101010101" pitchFamily="49" charset="-122"/>
              </a:rPr>
              <a:t>1</a:t>
            </a:r>
          </a:p>
          <a:p>
            <a:pPr marL="531813" lvl="3" indent="0">
              <a:buNone/>
            </a:pPr>
            <a:r>
              <a:rPr lang="en-US" altLang="zh-CN" dirty="0" smtClean="0">
                <a:latin typeface="+mj-lt"/>
                <a:ea typeface="黑体" panose="02010609060101010101" pitchFamily="49" charset="-122"/>
              </a:rPr>
              <a:t>MR</a:t>
            </a:r>
            <a:r>
              <a:rPr lang="zh-CN" altLang="en-US" dirty="0" smtClean="0">
                <a:latin typeface="+mj-lt"/>
                <a:ea typeface="黑体" panose="02010609060101010101" pitchFamily="49" charset="-122"/>
              </a:rPr>
              <a:t>：相同载荷下衡器的分度值</a:t>
            </a:r>
            <a:endParaRPr lang="en-US" altLang="zh-CN" dirty="0" smtClean="0">
              <a:latin typeface="+mj-lt"/>
              <a:ea typeface="黑体" panose="02010609060101010101" pitchFamily="49" charset="-122"/>
            </a:endParaRPr>
          </a:p>
          <a:p>
            <a:pPr marL="531813" lvl="2" indent="-174625"/>
            <a:r>
              <a:rPr lang="zh-CN" altLang="en-US" dirty="0" smtClean="0">
                <a:latin typeface="+mj-lt"/>
                <a:ea typeface="黑体" panose="02010609060101010101" pitchFamily="49" charset="-122"/>
              </a:rPr>
              <a:t>运行条件</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毛重或净重（净重不适用于</a:t>
            </a:r>
            <a:r>
              <a:rPr lang="en-US" altLang="zh-CN" dirty="0" smtClean="0">
                <a:latin typeface="+mj-lt"/>
                <a:ea typeface="黑体" panose="02010609060101010101" pitchFamily="49" charset="-122"/>
              </a:rPr>
              <a:t>RT</a:t>
            </a:r>
            <a:r>
              <a:rPr lang="zh-CN" altLang="en-US" dirty="0" smtClean="0">
                <a:latin typeface="+mj-lt"/>
                <a:ea typeface="黑体" panose="02010609060101010101" pitchFamily="49" charset="-122"/>
              </a:rPr>
              <a:t>）</a:t>
            </a:r>
            <a:endParaRPr lang="en-US" altLang="zh-CN" dirty="0" smtClean="0">
              <a:latin typeface="+mj-lt"/>
              <a:ea typeface="黑体" panose="02010609060101010101" pitchFamily="49" charset="-122"/>
            </a:endParaRPr>
          </a:p>
          <a:p>
            <a:pPr marL="531813" lvl="3" indent="0">
              <a:buNone/>
            </a:pPr>
            <a:r>
              <a:rPr lang="zh-CN" altLang="en-US" dirty="0" smtClean="0">
                <a:latin typeface="+mj-lt"/>
                <a:ea typeface="黑体" panose="02010609060101010101" pitchFamily="49" charset="-122"/>
              </a:rPr>
              <a:t>仅允许在毛重状态下修改和取消预置皮重</a:t>
            </a:r>
            <a:endParaRPr lang="en-US" altLang="zh-CN" dirty="0" smtClean="0">
              <a:latin typeface="+mj-lt"/>
              <a:ea typeface="黑体" panose="02010609060101010101" pitchFamily="49" charset="-122"/>
            </a:endParaRPr>
          </a:p>
          <a:p>
            <a:pPr marL="531813" lvl="3" indent="0">
              <a:buNone/>
            </a:pPr>
            <a:r>
              <a:rPr lang="en-US" altLang="zh-CN" dirty="0" smtClean="0">
                <a:latin typeface="+mj-lt"/>
                <a:ea typeface="黑体" panose="02010609060101010101" pitchFamily="49" charset="-122"/>
              </a:rPr>
              <a:t>RT</a:t>
            </a:r>
            <a:r>
              <a:rPr lang="zh-CN" altLang="en-US" dirty="0" smtClean="0">
                <a:latin typeface="+mj-lt"/>
                <a:ea typeface="黑体" panose="02010609060101010101" pitchFamily="49" charset="-122"/>
              </a:rPr>
              <a:t>输出预置皮重必须用“</a:t>
            </a:r>
            <a:r>
              <a:rPr lang="en-US" altLang="zh-CN" dirty="0" smtClean="0">
                <a:latin typeface="+mj-lt"/>
                <a:ea typeface="黑体" panose="02010609060101010101" pitchFamily="49" charset="-122"/>
              </a:rPr>
              <a:t>PT</a:t>
            </a:r>
            <a:r>
              <a:rPr lang="zh-CN" altLang="en-US" dirty="0" smtClean="0">
                <a:latin typeface="+mj-lt"/>
                <a:ea typeface="黑体" panose="02010609060101010101" pitchFamily="49" charset="-122"/>
              </a:rPr>
              <a:t>”或“预置皮重”加以标识。</a:t>
            </a:r>
            <a:endParaRPr lang="en-US" altLang="zh-CN" dirty="0" smtClean="0">
              <a:latin typeface="+mj-lt"/>
              <a:ea typeface="黑体" panose="02010609060101010101" pitchFamily="49" charset="-122"/>
            </a:endParaRPr>
          </a:p>
          <a:p>
            <a:pPr marL="531813" lvl="3" indent="0">
              <a:buNone/>
            </a:pPr>
            <a:endParaRPr lang="en-US" altLang="zh-CN" dirty="0">
              <a:latin typeface="+mj-lt"/>
              <a:ea typeface="黑体" panose="02010609060101010101" pitchFamily="49" charset="-122"/>
            </a:endParaRPr>
          </a:p>
        </p:txBody>
      </p:sp>
    </p:spTree>
    <p:extLst>
      <p:ext uri="{BB962C8B-B14F-4D97-AF65-F5344CB8AC3E}">
        <p14:creationId xmlns:p14="http://schemas.microsoft.com/office/powerpoint/2010/main" val="251152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Effect transition="in" filter="fade">
                                      <p:cBhvr>
                                        <p:cTn id="7" dur="1000"/>
                                        <p:tgtEl>
                                          <p:spTgt spid="4">
                                            <p:txEl>
                                              <p:pRg st="2" end="2"/>
                                            </p:txEl>
                                          </p:spTgt>
                                        </p:tgtEl>
                                      </p:cBhvr>
                                    </p:animEffect>
                                    <p:anim calcmode="lin" valueType="num">
                                      <p:cBhvr>
                                        <p:cTn id="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3" end="3"/>
                                            </p:txEl>
                                          </p:spTgt>
                                        </p:tgtEl>
                                        <p:attrNameLst>
                                          <p:attrName>style.visibility</p:attrName>
                                        </p:attrNameLst>
                                      </p:cBhvr>
                                      <p:to>
                                        <p:strVal val="visible"/>
                                      </p:to>
                                    </p:set>
                                    <p:animEffect transition="in" filter="fade">
                                      <p:cBhvr>
                                        <p:cTn id="14" dur="1000"/>
                                        <p:tgtEl>
                                          <p:spTgt spid="4">
                                            <p:txEl>
                                              <p:pRg st="3" end="3"/>
                                            </p:txEl>
                                          </p:spTgt>
                                        </p:tgtEl>
                                      </p:cBhvr>
                                    </p:animEffect>
                                    <p:anim calcmode="lin" valueType="num">
                                      <p:cBhvr>
                                        <p:cTn id="15"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Effect transition="in" filter="fade">
                                      <p:cBhvr>
                                        <p:cTn id="19" dur="1000"/>
                                        <p:tgtEl>
                                          <p:spTgt spid="4">
                                            <p:txEl>
                                              <p:pRg st="4" end="4"/>
                                            </p:txEl>
                                          </p:spTgt>
                                        </p:tgtEl>
                                      </p:cBhvr>
                                    </p:animEffect>
                                    <p:anim calcmode="lin" valueType="num">
                                      <p:cBhvr>
                                        <p:cTn id="2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4" end="4"/>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1000"/>
                                        <p:tgtEl>
                                          <p:spTgt spid="4">
                                            <p:txEl>
                                              <p:pRg st="5" end="5"/>
                                            </p:txEl>
                                          </p:spTgt>
                                        </p:tgtEl>
                                      </p:cBhvr>
                                    </p:animEffect>
                                    <p:anim calcmode="lin" valueType="num">
                                      <p:cBhvr>
                                        <p:cTn id="2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2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1000"/>
                                        <p:tgtEl>
                                          <p:spTgt spid="4">
                                            <p:txEl>
                                              <p:pRg st="6" end="6"/>
                                            </p:txEl>
                                          </p:spTgt>
                                        </p:tgtEl>
                                      </p:cBhvr>
                                    </p:animEffect>
                                    <p:anim calcmode="lin" valueType="num">
                                      <p:cBhvr>
                                        <p:cTn id="3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
                                            <p:txEl>
                                              <p:pRg st="7" end="7"/>
                                            </p:txEl>
                                          </p:spTgt>
                                        </p:tgtEl>
                                        <p:attrNameLst>
                                          <p:attrName>style.visibility</p:attrName>
                                        </p:attrNameLst>
                                      </p:cBhvr>
                                      <p:to>
                                        <p:strVal val="visible"/>
                                      </p:to>
                                    </p:set>
                                    <p:animEffect transition="in" filter="fade">
                                      <p:cBhvr>
                                        <p:cTn id="36" dur="1000"/>
                                        <p:tgtEl>
                                          <p:spTgt spid="4">
                                            <p:txEl>
                                              <p:pRg st="7" end="7"/>
                                            </p:txEl>
                                          </p:spTgt>
                                        </p:tgtEl>
                                      </p:cBhvr>
                                    </p:animEffect>
                                    <p:anim calcmode="lin" valueType="num">
                                      <p:cBhvr>
                                        <p:cTn id="3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Effect transition="in" filter="fade">
                                      <p:cBhvr>
                                        <p:cTn id="43" dur="1000"/>
                                        <p:tgtEl>
                                          <p:spTgt spid="4">
                                            <p:txEl>
                                              <p:pRg st="8" end="8"/>
                                            </p:txEl>
                                          </p:spTgt>
                                        </p:tgtEl>
                                      </p:cBhvr>
                                    </p:animEffect>
                                    <p:anim calcmode="lin" valueType="num">
                                      <p:cBhvr>
                                        <p:cTn id="4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8" end="8"/>
                                            </p:txEl>
                                          </p:spTgt>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animEffect transition="in" filter="fade">
                                      <p:cBhvr>
                                        <p:cTn id="48" dur="1000"/>
                                        <p:tgtEl>
                                          <p:spTgt spid="4">
                                            <p:txEl>
                                              <p:pRg st="9" end="9"/>
                                            </p:txEl>
                                          </p:spTgt>
                                        </p:tgtEl>
                                      </p:cBhvr>
                                    </p:animEffect>
                                    <p:anim calcmode="lin" valueType="num">
                                      <p:cBhvr>
                                        <p:cTn id="49"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0"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4">
                                            <p:txEl>
                                              <p:pRg st="10" end="10"/>
                                            </p:txEl>
                                          </p:spTgt>
                                        </p:tgtEl>
                                        <p:attrNameLst>
                                          <p:attrName>style.visibility</p:attrName>
                                        </p:attrNameLst>
                                      </p:cBhvr>
                                      <p:to>
                                        <p:strVal val="visible"/>
                                      </p:to>
                                    </p:set>
                                    <p:animEffect transition="in" filter="fade">
                                      <p:cBhvr>
                                        <p:cTn id="55" dur="1000"/>
                                        <p:tgtEl>
                                          <p:spTgt spid="4">
                                            <p:txEl>
                                              <p:pRg st="10" end="10"/>
                                            </p:txEl>
                                          </p:spTgt>
                                        </p:tgtEl>
                                      </p:cBhvr>
                                    </p:animEffect>
                                    <p:anim calcmode="lin" valueType="num">
                                      <p:cBhvr>
                                        <p:cTn id="56"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57"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58" presetID="42" presetClass="entr" presetSubtype="0" fill="hold" nodeType="withEffect">
                                  <p:stCondLst>
                                    <p:cond delay="0"/>
                                  </p:stCondLst>
                                  <p:childTnLst>
                                    <p:set>
                                      <p:cBhvr>
                                        <p:cTn id="59" dur="1" fill="hold">
                                          <p:stCondLst>
                                            <p:cond delay="0"/>
                                          </p:stCondLst>
                                        </p:cTn>
                                        <p:tgtEl>
                                          <p:spTgt spid="4">
                                            <p:txEl>
                                              <p:pRg st="11" end="11"/>
                                            </p:txEl>
                                          </p:spTgt>
                                        </p:tgtEl>
                                        <p:attrNameLst>
                                          <p:attrName>style.visibility</p:attrName>
                                        </p:attrNameLst>
                                      </p:cBhvr>
                                      <p:to>
                                        <p:strVal val="visible"/>
                                      </p:to>
                                    </p:set>
                                    <p:animEffect transition="in" filter="fade">
                                      <p:cBhvr>
                                        <p:cTn id="60" dur="1000"/>
                                        <p:tgtEl>
                                          <p:spTgt spid="4">
                                            <p:txEl>
                                              <p:pRg st="11" end="11"/>
                                            </p:txEl>
                                          </p:spTgt>
                                        </p:tgtEl>
                                      </p:cBhvr>
                                    </p:animEffect>
                                    <p:anim calcmode="lin" valueType="num">
                                      <p:cBhvr>
                                        <p:cTn id="61"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2"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4">
                                            <p:txEl>
                                              <p:pRg st="12" end="12"/>
                                            </p:txEl>
                                          </p:spTgt>
                                        </p:tgtEl>
                                        <p:attrNameLst>
                                          <p:attrName>style.visibility</p:attrName>
                                        </p:attrNameLst>
                                      </p:cBhvr>
                                      <p:to>
                                        <p:strVal val="visible"/>
                                      </p:to>
                                    </p:set>
                                    <p:animEffect transition="in" filter="fade">
                                      <p:cBhvr>
                                        <p:cTn id="65" dur="1000"/>
                                        <p:tgtEl>
                                          <p:spTgt spid="4">
                                            <p:txEl>
                                              <p:pRg st="12" end="12"/>
                                            </p:txEl>
                                          </p:spTgt>
                                        </p:tgtEl>
                                      </p:cBhvr>
                                    </p:animEffect>
                                    <p:anim calcmode="lin" valueType="num">
                                      <p:cBhvr>
                                        <p:cTn id="66"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67"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7">
                                            <p:txEl>
                                              <p:pRg st="1" end="1"/>
                                            </p:txEl>
                                          </p:spTgt>
                                        </p:tgtEl>
                                        <p:attrNameLst>
                                          <p:attrName>style.visibility</p:attrName>
                                        </p:attrNameLst>
                                      </p:cBhvr>
                                      <p:to>
                                        <p:strVal val="visible"/>
                                      </p:to>
                                    </p:set>
                                    <p:animEffect transition="in" filter="fade">
                                      <p:cBhvr>
                                        <p:cTn id="72" dur="1000"/>
                                        <p:tgtEl>
                                          <p:spTgt spid="7">
                                            <p:txEl>
                                              <p:pRg st="1" end="1"/>
                                            </p:txEl>
                                          </p:spTgt>
                                        </p:tgtEl>
                                      </p:cBhvr>
                                    </p:animEffect>
                                    <p:anim calcmode="lin" valueType="num">
                                      <p:cBhvr>
                                        <p:cTn id="7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7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7">
                                            <p:txEl>
                                              <p:pRg st="2" end="2"/>
                                            </p:txEl>
                                          </p:spTgt>
                                        </p:tgtEl>
                                        <p:attrNameLst>
                                          <p:attrName>style.visibility</p:attrName>
                                        </p:attrNameLst>
                                      </p:cBhvr>
                                      <p:to>
                                        <p:strVal val="visible"/>
                                      </p:to>
                                    </p:set>
                                    <p:animEffect transition="in" filter="fade">
                                      <p:cBhvr>
                                        <p:cTn id="77" dur="1000"/>
                                        <p:tgtEl>
                                          <p:spTgt spid="7">
                                            <p:txEl>
                                              <p:pRg st="2" end="2"/>
                                            </p:txEl>
                                          </p:spTgt>
                                        </p:tgtEl>
                                      </p:cBhvr>
                                    </p:animEffect>
                                    <p:anim calcmode="lin" valueType="num">
                                      <p:cBhvr>
                                        <p:cTn id="7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7">
                                            <p:txEl>
                                              <p:pRg st="3" end="3"/>
                                            </p:txEl>
                                          </p:spTgt>
                                        </p:tgtEl>
                                        <p:attrNameLst>
                                          <p:attrName>style.visibility</p:attrName>
                                        </p:attrNameLst>
                                      </p:cBhvr>
                                      <p:to>
                                        <p:strVal val="visible"/>
                                      </p:to>
                                    </p:set>
                                    <p:animEffect transition="in" filter="fade">
                                      <p:cBhvr>
                                        <p:cTn id="82" dur="1000"/>
                                        <p:tgtEl>
                                          <p:spTgt spid="7">
                                            <p:txEl>
                                              <p:pRg st="3" end="3"/>
                                            </p:txEl>
                                          </p:spTgt>
                                        </p:tgtEl>
                                      </p:cBhvr>
                                    </p:animEffect>
                                    <p:anim calcmode="lin" valueType="num">
                                      <p:cBhvr>
                                        <p:cTn id="8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8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7">
                                            <p:txEl>
                                              <p:pRg st="4" end="4"/>
                                            </p:txEl>
                                          </p:spTgt>
                                        </p:tgtEl>
                                        <p:attrNameLst>
                                          <p:attrName>style.visibility</p:attrName>
                                        </p:attrNameLst>
                                      </p:cBhvr>
                                      <p:to>
                                        <p:strVal val="visible"/>
                                      </p:to>
                                    </p:set>
                                    <p:animEffect transition="in" filter="fade">
                                      <p:cBhvr>
                                        <p:cTn id="89" dur="1000"/>
                                        <p:tgtEl>
                                          <p:spTgt spid="7">
                                            <p:txEl>
                                              <p:pRg st="4" end="4"/>
                                            </p:txEl>
                                          </p:spTgt>
                                        </p:tgtEl>
                                      </p:cBhvr>
                                    </p:animEffect>
                                    <p:anim calcmode="lin" valueType="num">
                                      <p:cBhvr>
                                        <p:cTn id="9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9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7">
                                            <p:txEl>
                                              <p:pRg st="5" end="5"/>
                                            </p:txEl>
                                          </p:spTgt>
                                        </p:tgtEl>
                                        <p:attrNameLst>
                                          <p:attrName>style.visibility</p:attrName>
                                        </p:attrNameLst>
                                      </p:cBhvr>
                                      <p:to>
                                        <p:strVal val="visible"/>
                                      </p:to>
                                    </p:set>
                                    <p:animEffect transition="in" filter="fade">
                                      <p:cBhvr>
                                        <p:cTn id="94" dur="1000"/>
                                        <p:tgtEl>
                                          <p:spTgt spid="7">
                                            <p:txEl>
                                              <p:pRg st="5" end="5"/>
                                            </p:txEl>
                                          </p:spTgt>
                                        </p:tgtEl>
                                      </p:cBhvr>
                                    </p:animEffect>
                                    <p:anim calcmode="lin" valueType="num">
                                      <p:cBhvr>
                                        <p:cTn id="9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96" dur="1000" fill="hold"/>
                                        <p:tgtEl>
                                          <p:spTgt spid="7">
                                            <p:txEl>
                                              <p:pRg st="5" end="5"/>
                                            </p:txEl>
                                          </p:spTgt>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7">
                                            <p:txEl>
                                              <p:pRg st="6" end="6"/>
                                            </p:txEl>
                                          </p:spTgt>
                                        </p:tgtEl>
                                        <p:attrNameLst>
                                          <p:attrName>style.visibility</p:attrName>
                                        </p:attrNameLst>
                                      </p:cBhvr>
                                      <p:to>
                                        <p:strVal val="visible"/>
                                      </p:to>
                                    </p:set>
                                    <p:animEffect transition="in" filter="fade">
                                      <p:cBhvr>
                                        <p:cTn id="99" dur="1000"/>
                                        <p:tgtEl>
                                          <p:spTgt spid="7">
                                            <p:txEl>
                                              <p:pRg st="6" end="6"/>
                                            </p:txEl>
                                          </p:spTgt>
                                        </p:tgtEl>
                                      </p:cBhvr>
                                    </p:animEffect>
                                    <p:anim calcmode="lin" valueType="num">
                                      <p:cBhvr>
                                        <p:cTn id="10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nodeType="clickEffect">
                                  <p:stCondLst>
                                    <p:cond delay="0"/>
                                  </p:stCondLst>
                                  <p:childTnLst>
                                    <p:set>
                                      <p:cBhvr>
                                        <p:cTn id="105" dur="1" fill="hold">
                                          <p:stCondLst>
                                            <p:cond delay="0"/>
                                          </p:stCondLst>
                                        </p:cTn>
                                        <p:tgtEl>
                                          <p:spTgt spid="7">
                                            <p:txEl>
                                              <p:pRg st="7" end="7"/>
                                            </p:txEl>
                                          </p:spTgt>
                                        </p:tgtEl>
                                        <p:attrNameLst>
                                          <p:attrName>style.visibility</p:attrName>
                                        </p:attrNameLst>
                                      </p:cBhvr>
                                      <p:to>
                                        <p:strVal val="visible"/>
                                      </p:to>
                                    </p:set>
                                    <p:animEffect transition="in" filter="fade">
                                      <p:cBhvr>
                                        <p:cTn id="106" dur="1000"/>
                                        <p:tgtEl>
                                          <p:spTgt spid="7">
                                            <p:txEl>
                                              <p:pRg st="7" end="7"/>
                                            </p:txEl>
                                          </p:spTgt>
                                        </p:tgtEl>
                                      </p:cBhvr>
                                    </p:animEffect>
                                    <p:anim calcmode="lin" valueType="num">
                                      <p:cBhvr>
                                        <p:cTn id="107"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108" dur="1000" fill="hold"/>
                                        <p:tgtEl>
                                          <p:spTgt spid="7">
                                            <p:txEl>
                                              <p:pRg st="7" end="7"/>
                                            </p:txEl>
                                          </p:spTgt>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7">
                                            <p:txEl>
                                              <p:pRg st="8" end="8"/>
                                            </p:txEl>
                                          </p:spTgt>
                                        </p:tgtEl>
                                        <p:attrNameLst>
                                          <p:attrName>style.visibility</p:attrName>
                                        </p:attrNameLst>
                                      </p:cBhvr>
                                      <p:to>
                                        <p:strVal val="visible"/>
                                      </p:to>
                                    </p:set>
                                    <p:animEffect transition="in" filter="fade">
                                      <p:cBhvr>
                                        <p:cTn id="111" dur="1000"/>
                                        <p:tgtEl>
                                          <p:spTgt spid="7">
                                            <p:txEl>
                                              <p:pRg st="8" end="8"/>
                                            </p:txEl>
                                          </p:spTgt>
                                        </p:tgtEl>
                                      </p:cBhvr>
                                    </p:animEffect>
                                    <p:anim calcmode="lin" valueType="num">
                                      <p:cBhvr>
                                        <p:cTn id="112"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113" dur="1000" fill="hold"/>
                                        <p:tgtEl>
                                          <p:spTgt spid="7">
                                            <p:txEl>
                                              <p:pRg st="8" end="8"/>
                                            </p:txEl>
                                          </p:spTgt>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7">
                                            <p:txEl>
                                              <p:pRg st="9" end="9"/>
                                            </p:txEl>
                                          </p:spTgt>
                                        </p:tgtEl>
                                        <p:attrNameLst>
                                          <p:attrName>style.visibility</p:attrName>
                                        </p:attrNameLst>
                                      </p:cBhvr>
                                      <p:to>
                                        <p:strVal val="visible"/>
                                      </p:to>
                                    </p:set>
                                    <p:animEffect transition="in" filter="fade">
                                      <p:cBhvr>
                                        <p:cTn id="116" dur="1000"/>
                                        <p:tgtEl>
                                          <p:spTgt spid="7">
                                            <p:txEl>
                                              <p:pRg st="9" end="9"/>
                                            </p:txEl>
                                          </p:spTgt>
                                        </p:tgtEl>
                                      </p:cBhvr>
                                    </p:animEffect>
                                    <p:anim calcmode="lin" valueType="num">
                                      <p:cBhvr>
                                        <p:cTn id="117"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118" dur="1000" fill="hold"/>
                                        <p:tgtEl>
                                          <p:spTgt spid="7">
                                            <p:txEl>
                                              <p:pRg st="9" end="9"/>
                                            </p:txEl>
                                          </p:spTgt>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7">
                                            <p:txEl>
                                              <p:pRg st="10" end="10"/>
                                            </p:txEl>
                                          </p:spTgt>
                                        </p:tgtEl>
                                        <p:attrNameLst>
                                          <p:attrName>style.visibility</p:attrName>
                                        </p:attrNameLst>
                                      </p:cBhvr>
                                      <p:to>
                                        <p:strVal val="visible"/>
                                      </p:to>
                                    </p:set>
                                    <p:animEffect transition="in" filter="fade">
                                      <p:cBhvr>
                                        <p:cTn id="121" dur="1000"/>
                                        <p:tgtEl>
                                          <p:spTgt spid="7">
                                            <p:txEl>
                                              <p:pRg st="10" end="10"/>
                                            </p:txEl>
                                          </p:spTgt>
                                        </p:tgtEl>
                                      </p:cBhvr>
                                    </p:animEffect>
                                    <p:anim calcmode="lin" valueType="num">
                                      <p:cBhvr>
                                        <p:cTn id="122"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123"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uppieren 16"/>
          <p:cNvGrpSpPr/>
          <p:nvPr/>
        </p:nvGrpSpPr>
        <p:grpSpPr>
          <a:xfrm>
            <a:off x="395288" y="3969836"/>
            <a:ext cx="10081400" cy="491500"/>
            <a:chOff x="539175" y="3154768"/>
            <a:chExt cx="10081400" cy="531132"/>
          </a:xfrm>
        </p:grpSpPr>
        <p:sp>
          <p:nvSpPr>
            <p:cNvPr id="4" name="Gleichschenkliges Dreieck 3"/>
            <p:cNvSpPr/>
            <p:nvPr/>
          </p:nvSpPr>
          <p:spPr>
            <a:xfrm rot="16200000">
              <a:off x="9371418" y="3273380"/>
              <a:ext cx="311087" cy="216029"/>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p:cNvSpPr/>
            <p:nvPr/>
          </p:nvSpPr>
          <p:spPr>
            <a:xfrm>
              <a:off x="539175" y="3154768"/>
              <a:ext cx="8396287" cy="531132"/>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b="1" dirty="0"/>
            </a:p>
          </p:txBody>
        </p:sp>
        <p:sp>
          <p:nvSpPr>
            <p:cNvPr id="16" name="Rechteck 15"/>
            <p:cNvSpPr/>
            <p:nvPr/>
          </p:nvSpPr>
          <p:spPr>
            <a:xfrm>
              <a:off x="9684445" y="3176891"/>
              <a:ext cx="936130" cy="4320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36000" bIns="0" rtlCol="0" anchor="ctr"/>
            <a:lstStyle/>
            <a:p>
              <a:r>
                <a:rPr lang="en-US" sz="800" dirty="0" smtClean="0">
                  <a:solidFill>
                    <a:schemeClr val="tx1"/>
                  </a:solidFill>
                </a:rPr>
                <a:t>To shift Highlight</a:t>
              </a:r>
            </a:p>
            <a:p>
              <a:r>
                <a:rPr lang="en-US" sz="800" dirty="0">
                  <a:solidFill>
                    <a:schemeClr val="tx1"/>
                  </a:solidFill>
                </a:rPr>
                <a:t>C</a:t>
              </a:r>
              <a:r>
                <a:rPr lang="en-US" sz="800" dirty="0" smtClean="0">
                  <a:solidFill>
                    <a:schemeClr val="tx1"/>
                  </a:solidFill>
                </a:rPr>
                <a:t>lick the arrow, press shift key and move top or bottom</a:t>
              </a:r>
            </a:p>
          </p:txBody>
        </p:sp>
      </p:grpSp>
      <p:sp>
        <p:nvSpPr>
          <p:cNvPr id="2" name="Titel 1"/>
          <p:cNvSpPr>
            <a:spLocks noGrp="1"/>
          </p:cNvSpPr>
          <p:nvPr>
            <p:ph type="title"/>
          </p:nvPr>
        </p:nvSpPr>
        <p:spPr/>
        <p:txBody>
          <a:bodyPr/>
          <a:lstStyle/>
          <a:p>
            <a:r>
              <a:rPr lang="en-US" dirty="0" smtClean="0"/>
              <a:t>Agenda</a:t>
            </a:r>
            <a:endParaRPr lang="en-US" dirty="0"/>
          </a:p>
        </p:txBody>
      </p:sp>
      <p:sp>
        <p:nvSpPr>
          <p:cNvPr id="14" name="Slide Number Placeholder 13"/>
          <p:cNvSpPr>
            <a:spLocks noGrp="1"/>
          </p:cNvSpPr>
          <p:nvPr>
            <p:ph type="sldNum" sz="quarter" idx="100"/>
          </p:nvPr>
        </p:nvSpPr>
        <p:spPr/>
        <p:txBody>
          <a:bodyPr/>
          <a:lstStyle/>
          <a:p>
            <a:fld id="{2B2B68EE-DD1E-4368-AFCE-24A50EC7BF18}" type="slidenum">
              <a:rPr lang="en-US" smtClean="0"/>
              <a:pPr/>
              <a:t>40</a:t>
            </a:fld>
            <a:endParaRPr lang="en-US" dirty="0"/>
          </a:p>
        </p:txBody>
      </p:sp>
      <p:sp>
        <p:nvSpPr>
          <p:cNvPr id="13" name="Footer Placeholder 12"/>
          <p:cNvSpPr>
            <a:spLocks noGrp="1"/>
          </p:cNvSpPr>
          <p:nvPr>
            <p:ph type="ftr" sz="quarter" idx="101"/>
          </p:nvPr>
        </p:nvSpPr>
        <p:spPr/>
        <p:txBody>
          <a:bodyPr/>
          <a:lstStyle/>
          <a:p>
            <a:r>
              <a:rPr lang="en-US" smtClean="0"/>
              <a:t>For internal use - Confidential</a:t>
            </a:r>
            <a:endParaRPr lang="en-US" dirty="0"/>
          </a:p>
        </p:txBody>
      </p:sp>
      <p:graphicFrame>
        <p:nvGraphicFramePr>
          <p:cNvPr id="8" name="Inhaltsplatzhalter 7"/>
          <p:cNvGraphicFramePr>
            <a:graphicFrameLocks noGrp="1"/>
          </p:cNvGraphicFramePr>
          <p:nvPr>
            <p:ph idx="4294967295"/>
            <p:extLst>
              <p:ext uri="{D42A27DB-BD31-4B8C-83A1-F6EECF244321}">
                <p14:modId xmlns:p14="http://schemas.microsoft.com/office/powerpoint/2010/main" val="495676076"/>
              </p:ext>
            </p:extLst>
          </p:nvPr>
        </p:nvGraphicFramePr>
        <p:xfrm>
          <a:off x="357187" y="1477762"/>
          <a:ext cx="8429625" cy="3024000"/>
        </p:xfrm>
        <a:graphic>
          <a:graphicData uri="http://schemas.openxmlformats.org/drawingml/2006/table">
            <a:tbl>
              <a:tblPr firstRow="1" firstCol="1" bandRow="1">
                <a:solidFill>
                  <a:srgbClr val="FFFFFF">
                    <a:alpha val="20000"/>
                  </a:srgbClr>
                </a:solidFill>
              </a:tblPr>
              <a:tblGrid>
                <a:gridCol w="508896"/>
                <a:gridCol w="7920729"/>
              </a:tblGrid>
              <a:tr h="504000">
                <a:tc>
                  <a:txBody>
                    <a:bodyPr/>
                    <a:lstStyle/>
                    <a:p>
                      <a:pPr algn="ctr"/>
                      <a:r>
                        <a:rPr lang="en-US" b="1" noProof="0" dirty="0" smtClean="0">
                          <a:solidFill>
                            <a:schemeClr val="bg1"/>
                          </a:solidFill>
                        </a:rPr>
                        <a:t>1</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前言</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2</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概述</a:t>
                      </a:r>
                      <a:endParaRPr lang="en-US" sz="1600" b="1" kern="1200" noProof="0" dirty="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3</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通用要求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algn="ctr"/>
                      <a:r>
                        <a:rPr lang="en-US" b="1" noProof="0" dirty="0" smtClean="0">
                          <a:solidFill>
                            <a:schemeClr val="bg1"/>
                          </a:solidFill>
                        </a:rPr>
                        <a:t>4</a:t>
                      </a:r>
                      <a:endParaRPr lang="en-US" b="1" noProof="0" dirty="0">
                        <a:solidFill>
                          <a:schemeClr val="bg1"/>
                        </a:solidFill>
                      </a:endParaRP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1" kern="1200" noProof="0" dirty="0" smtClean="0">
                          <a:solidFill>
                            <a:schemeClr val="tx1"/>
                          </a:solidFill>
                          <a:latin typeface="+mn-lt"/>
                          <a:ea typeface="+mn-ea"/>
                          <a:cs typeface="+mn-cs"/>
                        </a:rPr>
                        <a:t>零点要求</a:t>
                      </a:r>
                      <a:endParaRPr lang="en-US" sz="1600" b="1" kern="1200" noProof="0" dirty="0" smtClean="0">
                        <a:solidFill>
                          <a:schemeClr val="tx1"/>
                        </a:solidFill>
                        <a:latin typeface="+mn-lt"/>
                        <a:ea typeface="+mn-ea"/>
                        <a:cs typeface="+mn-cs"/>
                      </a:endParaRPr>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5</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r>
                        <a:rPr lang="zh-CN" altLang="en-US" b="1" noProof="0" dirty="0" smtClean="0"/>
                        <a:t>皮重要求</a:t>
                      </a:r>
                      <a:endParaRPr lang="en-US" b="1" noProof="0" dirty="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r h="50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b="1" noProof="0" dirty="0" smtClean="0">
                          <a:solidFill>
                            <a:schemeClr val="bg1"/>
                          </a:solidFill>
                        </a:rPr>
                        <a:t>6</a:t>
                      </a:r>
                    </a:p>
                  </a:txBody>
                  <a:tcPr marL="35742" marR="714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solidFill>
                      <a:schemeClr val="tx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1" noProof="0" dirty="0" smtClean="0"/>
                        <a:t>法制管理要求</a:t>
                      </a:r>
                      <a:endParaRPr lang="en-US" b="1" noProof="0" dirty="0" smtClean="0"/>
                    </a:p>
                  </a:txBody>
                  <a:tcPr marL="90784" marR="90784" anchor="ctr">
                    <a:lnL w="76200" cap="flat" cmpd="sng" algn="ctr">
                      <a:solidFill>
                        <a:schemeClr val="tx2"/>
                      </a:solidFill>
                      <a:prstDash val="solid"/>
                      <a:round/>
                      <a:headEnd type="none" w="med" len="med"/>
                      <a:tailEnd type="none" w="med" len="med"/>
                    </a:lnL>
                    <a:lnR w="76200" cap="flat" cmpd="sng" algn="ctr">
                      <a:solidFill>
                        <a:schemeClr val="tx2"/>
                      </a:solidFill>
                      <a:prstDash val="solid"/>
                      <a:round/>
                      <a:headEnd type="none" w="med" len="med"/>
                      <a:tailEnd type="none" w="med" len="med"/>
                    </a:lnR>
                    <a:lnT w="76200" cap="flat" cmpd="sng" algn="ctr">
                      <a:solidFill>
                        <a:schemeClr val="tx2"/>
                      </a:solidFill>
                      <a:prstDash val="solid"/>
                      <a:round/>
                      <a:headEnd type="none" w="med" len="med"/>
                      <a:tailEnd type="none" w="med" len="med"/>
                    </a:lnT>
                    <a:lnB w="76200" cap="flat" cmpd="sng" algn="ctr">
                      <a:solidFill>
                        <a:schemeClr val="tx2"/>
                      </a:solidFill>
                      <a:prstDash val="solid"/>
                      <a:round/>
                      <a:headEnd type="none" w="med" len="med"/>
                      <a:tailEnd type="none" w="med" len="med"/>
                    </a:lnB>
                    <a:blipFill dpi="0" rotWithShape="1">
                      <a:blip r:embed="rId3">
                        <a:alphaModFix amt="40000"/>
                      </a:blip>
                      <a:srcRect/>
                      <a:stretch>
                        <a:fillRect/>
                      </a:stretch>
                    </a:blipFill>
                  </a:tcPr>
                </a:tc>
              </a:tr>
            </a:tbl>
          </a:graphicData>
        </a:graphic>
      </p:graphicFrame>
    </p:spTree>
    <p:extLst>
      <p:ext uri="{BB962C8B-B14F-4D97-AF65-F5344CB8AC3E}">
        <p14:creationId xmlns:p14="http://schemas.microsoft.com/office/powerpoint/2010/main" val="228445922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法制管理要求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标识要求</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536" y="1485900"/>
            <a:ext cx="8353426" cy="4895850"/>
          </a:xfrm>
        </p:spPr>
        <p:txBody>
          <a:bodyPr/>
          <a:lstStyle/>
          <a:p>
            <a:pPr marL="179387" lvl="1" indent="457200">
              <a:spcAft>
                <a:spcPts val="1200"/>
              </a:spcAft>
              <a:buNone/>
            </a:pPr>
            <a:r>
              <a:rPr lang="zh-CN" altLang="en-US" dirty="0" smtClean="0">
                <a:latin typeface="黑体" panose="02010609060101010101" pitchFamily="49" charset="-122"/>
                <a:ea typeface="黑体" panose="02010609060101010101" pitchFamily="49" charset="-122"/>
              </a:rPr>
              <a:t>法制计量器具具有测量准确，性能和功能符合贸易、健康、环境保护、安全保护应用的基本要求并受到保护。因此这类产品在产品标识、计量管理有明确的要求。</a:t>
            </a:r>
            <a:endParaRPr lang="en-US" altLang="zh-CN" dirty="0" smtClean="0">
              <a:latin typeface="黑体" panose="02010609060101010101" pitchFamily="49" charset="-122"/>
              <a:ea typeface="黑体" panose="02010609060101010101" pitchFamily="49" charset="-122"/>
            </a:endParaRPr>
          </a:p>
          <a:p>
            <a:pPr marL="179387" lvl="1" indent="0">
              <a:spcAft>
                <a:spcPts val="1200"/>
              </a:spcAft>
              <a:buNone/>
            </a:pPr>
            <a:r>
              <a:rPr lang="zh-CN" altLang="en-US" b="1" dirty="0" smtClean="0">
                <a:latin typeface="黑体" panose="02010609060101010101" pitchFamily="49" charset="-122"/>
                <a:ea typeface="黑体" panose="02010609060101010101" pitchFamily="49" charset="-122"/>
              </a:rPr>
              <a:t>说明性标记：</a:t>
            </a:r>
            <a:endParaRPr lang="en-US" altLang="zh-CN" b="1" dirty="0" smtClean="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41</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dirty="0"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
        <p:nvSpPr>
          <p:cNvPr id="8" name="TextBox 7"/>
          <p:cNvSpPr txBox="1"/>
          <p:nvPr/>
        </p:nvSpPr>
        <p:spPr>
          <a:xfrm>
            <a:off x="545909" y="2406803"/>
            <a:ext cx="2879679" cy="4231928"/>
          </a:xfrm>
          <a:prstGeom prst="rect">
            <a:avLst/>
          </a:prstGeom>
          <a:noFill/>
        </p:spPr>
        <p:txBody>
          <a:bodyPr wrap="square" lIns="0" tIns="0" rIns="0" bIns="0" rtlCol="0">
            <a:spAutoFit/>
          </a:bodyPr>
          <a:lstStyle/>
          <a:p>
            <a:pPr marL="36000" lvl="2" indent="-342900">
              <a:spcAft>
                <a:spcPts val="600"/>
              </a:spcAft>
              <a:buFont typeface="+mj-lt"/>
              <a:buAutoNum type="arabicPeriod"/>
            </a:pPr>
            <a:r>
              <a:rPr lang="zh-CN" altLang="en-US" sz="1600" dirty="0" smtClean="0">
                <a:latin typeface="黑体" panose="02010609060101010101" pitchFamily="49" charset="-122"/>
                <a:ea typeface="黑体" panose="02010609060101010101" pitchFamily="49" charset="-122"/>
              </a:rPr>
              <a:t>强制性</a:t>
            </a:r>
            <a:r>
              <a:rPr lang="zh-CN" altLang="en-US" sz="1600" dirty="0">
                <a:latin typeface="黑体" panose="02010609060101010101" pitchFamily="49" charset="-122"/>
                <a:ea typeface="黑体" panose="02010609060101010101" pitchFamily="49" charset="-122"/>
              </a:rPr>
              <a:t>标记：</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制造商名称</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准确度等级</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最大称量</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最小称量</a:t>
            </a:r>
            <a:endParaRPr lang="en-US" altLang="zh-CN" sz="1600" dirty="0">
              <a:latin typeface="黑体" panose="02010609060101010101" pitchFamily="49" charset="-122"/>
              <a:ea typeface="黑体" panose="02010609060101010101" pitchFamily="49" charset="-122"/>
            </a:endParaRPr>
          </a:p>
          <a:p>
            <a:pPr marL="836100" lvl="6" indent="-342900">
              <a:spcAft>
                <a:spcPts val="1200"/>
              </a:spcAft>
              <a:buFont typeface="+mj-lt"/>
              <a:buAutoNum type="alphaLcParenR"/>
            </a:pPr>
            <a:r>
              <a:rPr lang="zh-CN" altLang="en-US" sz="1600" dirty="0">
                <a:latin typeface="黑体" panose="02010609060101010101" pitchFamily="49" charset="-122"/>
                <a:ea typeface="黑体" panose="02010609060101010101" pitchFamily="49" charset="-122"/>
              </a:rPr>
              <a:t>检定分度值</a:t>
            </a:r>
            <a:endParaRPr lang="en-US" altLang="zh-CN" sz="1600" dirty="0">
              <a:latin typeface="黑体" panose="02010609060101010101" pitchFamily="49" charset="-122"/>
              <a:ea typeface="黑体" panose="02010609060101010101" pitchFamily="49" charset="-122"/>
            </a:endParaRPr>
          </a:p>
          <a:p>
            <a:pPr marL="36000" lvl="2" indent="-342900">
              <a:spcAft>
                <a:spcPts val="600"/>
              </a:spcAft>
              <a:buFont typeface="+mj-lt"/>
              <a:buAutoNum type="arabicPeriod"/>
            </a:pPr>
            <a:r>
              <a:rPr lang="zh-CN" altLang="en-US" sz="1600" dirty="0">
                <a:latin typeface="黑体" panose="02010609060101010101" pitchFamily="49" charset="-122"/>
                <a:ea typeface="黑体" panose="02010609060101010101" pitchFamily="49" charset="-122"/>
              </a:rPr>
              <a:t>如适用的强制性标记</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序列号</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模块的独立标记</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型式批准标记</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软件标识</a:t>
            </a:r>
            <a:endParaRPr lang="en-US" altLang="zh-CN" sz="1600" dirty="0">
              <a:latin typeface="黑体" panose="02010609060101010101" pitchFamily="49" charset="-122"/>
              <a:ea typeface="黑体" panose="02010609060101010101" pitchFamily="49" charset="-122"/>
            </a:endParaRPr>
          </a:p>
          <a:p>
            <a:pPr marL="836100" lvl="6" indent="-342900">
              <a:spcAft>
                <a:spcPts val="600"/>
              </a:spcAft>
              <a:buFont typeface="+mj-lt"/>
              <a:buAutoNum type="alphaLcParenR"/>
            </a:pPr>
            <a:r>
              <a:rPr lang="zh-CN" altLang="en-US" sz="1600" dirty="0">
                <a:latin typeface="黑体" panose="02010609060101010101" pitchFamily="49" charset="-122"/>
                <a:ea typeface="黑体" panose="02010609060101010101" pitchFamily="49" charset="-122"/>
              </a:rPr>
              <a:t>分度值</a:t>
            </a:r>
            <a:r>
              <a:rPr lang="en-US" altLang="zh-CN" sz="1600" dirty="0">
                <a:latin typeface="黑体" panose="02010609060101010101" pitchFamily="49" charset="-122"/>
                <a:ea typeface="黑体" panose="02010609060101010101" pitchFamily="49" charset="-122"/>
              </a:rPr>
              <a:t>d</a:t>
            </a:r>
            <a:r>
              <a:rPr lang="zh-CN" altLang="en-US" sz="1600" dirty="0">
                <a:latin typeface="黑体" panose="02010609060101010101" pitchFamily="49" charset="-122"/>
                <a:ea typeface="黑体" panose="02010609060101010101" pitchFamily="49" charset="-122"/>
              </a:rPr>
              <a:t>，如果</a:t>
            </a:r>
            <a:r>
              <a:rPr lang="en-US" altLang="zh-CN" sz="1600" dirty="0">
                <a:latin typeface="黑体" panose="02010609060101010101" pitchFamily="49" charset="-122"/>
                <a:ea typeface="黑体" panose="02010609060101010101" pitchFamily="49" charset="-122"/>
              </a:rPr>
              <a:t>d &lt; </a:t>
            </a:r>
            <a:r>
              <a:rPr lang="en-US" altLang="zh-CN" sz="1600" dirty="0" smtClean="0">
                <a:latin typeface="黑体" panose="02010609060101010101" pitchFamily="49" charset="-122"/>
                <a:ea typeface="黑体" panose="02010609060101010101" pitchFamily="49" charset="-122"/>
              </a:rPr>
              <a:t>e</a:t>
            </a:r>
          </a:p>
          <a:p>
            <a:pPr marL="836100" lvl="6" indent="-342900">
              <a:spcAft>
                <a:spcPts val="600"/>
              </a:spcAft>
              <a:buFont typeface="+mj-lt"/>
              <a:buAutoNum type="alphaLcParenR"/>
            </a:pPr>
            <a:r>
              <a:rPr lang="zh-CN" altLang="en-US" sz="1600" dirty="0" smtClean="0">
                <a:latin typeface="黑体" panose="02010609060101010101" pitchFamily="49" charset="-122"/>
                <a:ea typeface="黑体" panose="02010609060101010101" pitchFamily="49" charset="-122"/>
              </a:rPr>
              <a:t>最大允许除皮</a:t>
            </a:r>
            <a:endParaRPr lang="zh-CN" altLang="en-US" sz="1800" dirty="0" smtClean="0">
              <a:latin typeface="黑体" panose="02010609060101010101" pitchFamily="49" charset="-122"/>
              <a:ea typeface="黑体" panose="02010609060101010101" pitchFamily="49" charset="-122"/>
            </a:endParaRPr>
          </a:p>
        </p:txBody>
      </p:sp>
      <p:sp>
        <p:nvSpPr>
          <p:cNvPr id="9" name="TextBox 8"/>
          <p:cNvSpPr txBox="1"/>
          <p:nvPr/>
        </p:nvSpPr>
        <p:spPr>
          <a:xfrm>
            <a:off x="3714463" y="2395426"/>
            <a:ext cx="4010169" cy="1892826"/>
          </a:xfrm>
          <a:prstGeom prst="rect">
            <a:avLst/>
          </a:prstGeom>
          <a:noFill/>
        </p:spPr>
        <p:txBody>
          <a:bodyPr wrap="square" lIns="0" tIns="0" rIns="0" bIns="0" rtlCol="0">
            <a:spAutoFit/>
          </a:bodyPr>
          <a:lstStyle/>
          <a:p>
            <a:pPr marL="800100" lvl="3" indent="-342900">
              <a:spcAft>
                <a:spcPts val="600"/>
              </a:spcAft>
              <a:buFont typeface="+mj-lt"/>
              <a:buAutoNum type="alphaLcParenR" startAt="7"/>
            </a:pPr>
            <a:r>
              <a:rPr lang="zh-CN" altLang="en-US" sz="1600" dirty="0" smtClean="0">
                <a:latin typeface="黑体" panose="02010609060101010101" pitchFamily="49" charset="-122"/>
                <a:ea typeface="黑体" panose="02010609060101010101" pitchFamily="49" charset="-122"/>
              </a:rPr>
              <a:t>最大安全载荷</a:t>
            </a:r>
            <a:endParaRPr lang="en-US" altLang="zh-CN" sz="1600" dirty="0" smtClean="0">
              <a:latin typeface="黑体" panose="02010609060101010101" pitchFamily="49" charset="-122"/>
              <a:ea typeface="黑体" panose="02010609060101010101" pitchFamily="49" charset="-122"/>
            </a:endParaRPr>
          </a:p>
          <a:p>
            <a:pPr marL="800100" lvl="3" indent="-342900">
              <a:spcAft>
                <a:spcPts val="600"/>
              </a:spcAft>
              <a:buFont typeface="+mj-lt"/>
              <a:buAutoNum type="alphaLcParenR" startAt="7"/>
            </a:pPr>
            <a:r>
              <a:rPr lang="zh-CN" altLang="en-US" sz="1600" dirty="0" smtClean="0">
                <a:latin typeface="黑体" panose="02010609060101010101" pitchFamily="49" charset="-122"/>
                <a:ea typeface="黑体" panose="02010609060101010101" pitchFamily="49" charset="-122"/>
              </a:rPr>
              <a:t>温度界限（不是</a:t>
            </a:r>
            <a:r>
              <a:rPr lang="en-US" altLang="zh-CN" sz="1600" dirty="0" smtClean="0">
                <a:latin typeface="黑体" panose="02010609060101010101" pitchFamily="49" charset="-122"/>
                <a:ea typeface="黑体" panose="02010609060101010101" pitchFamily="49" charset="-122"/>
              </a:rPr>
              <a:t>-10/40</a:t>
            </a:r>
            <a:r>
              <a:rPr lang="zh-CN" altLang="en-US" sz="1600" dirty="0" smtClean="0">
                <a:latin typeface="黑体" panose="02010609060101010101" pitchFamily="49" charset="-122"/>
                <a:ea typeface="黑体" panose="02010609060101010101" pitchFamily="49" charset="-122"/>
              </a:rPr>
              <a:t>）</a:t>
            </a:r>
            <a:endParaRPr lang="en-US" altLang="zh-CN" sz="1600" dirty="0" smtClean="0">
              <a:latin typeface="黑体" panose="02010609060101010101" pitchFamily="49" charset="-122"/>
              <a:ea typeface="黑体" panose="02010609060101010101" pitchFamily="49" charset="-122"/>
            </a:endParaRPr>
          </a:p>
          <a:p>
            <a:pPr marL="342900" lvl="2" indent="-342900">
              <a:spcAft>
                <a:spcPts val="600"/>
              </a:spcAft>
              <a:buFont typeface="+mj-lt"/>
              <a:buAutoNum type="arabicPeriod" startAt="3"/>
            </a:pPr>
            <a:r>
              <a:rPr lang="zh-CN" altLang="en-US" sz="1600" dirty="0" smtClean="0">
                <a:latin typeface="黑体" panose="02010609060101010101" pitchFamily="49" charset="-122"/>
                <a:ea typeface="黑体" panose="02010609060101010101" pitchFamily="49" charset="-122"/>
              </a:rPr>
              <a:t>附加标记</a:t>
            </a:r>
            <a:endParaRPr lang="en-US" altLang="zh-CN" sz="1600" dirty="0" smtClean="0">
              <a:latin typeface="黑体" panose="02010609060101010101" pitchFamily="49" charset="-122"/>
              <a:ea typeface="黑体" panose="02010609060101010101" pitchFamily="49" charset="-122"/>
            </a:endParaRPr>
          </a:p>
          <a:p>
            <a:pPr marL="800100" lvl="3" indent="-342900">
              <a:spcAft>
                <a:spcPts val="600"/>
              </a:spcAft>
              <a:buFont typeface="+mj-lt"/>
              <a:buAutoNum type="alphaLcParenR"/>
            </a:pPr>
            <a:r>
              <a:rPr lang="zh-CN" altLang="en-US" sz="1600" dirty="0" smtClean="0">
                <a:latin typeface="黑体" panose="02010609060101010101" pitchFamily="49" charset="-122"/>
                <a:ea typeface="黑体" panose="02010609060101010101" pitchFamily="49" charset="-122"/>
              </a:rPr>
              <a:t>不用于</a:t>
            </a:r>
            <a:r>
              <a:rPr lang="en-US" altLang="zh-CN" sz="1600" dirty="0" smtClean="0">
                <a:latin typeface="黑体" panose="02010609060101010101" pitchFamily="49" charset="-122"/>
                <a:ea typeface="黑体" panose="02010609060101010101" pitchFamily="49" charset="-122"/>
              </a:rPr>
              <a:t>…….</a:t>
            </a:r>
          </a:p>
          <a:p>
            <a:pPr marL="800100" lvl="3" indent="-342900">
              <a:spcAft>
                <a:spcPts val="600"/>
              </a:spcAft>
              <a:buFont typeface="+mj-lt"/>
              <a:buAutoNum type="alphaLcParenR"/>
            </a:pPr>
            <a:r>
              <a:rPr lang="zh-CN" altLang="en-US" sz="1600" dirty="0" smtClean="0">
                <a:latin typeface="黑体" panose="02010609060101010101" pitchFamily="49" charset="-122"/>
                <a:ea typeface="黑体" panose="02010609060101010101" pitchFamily="49" charset="-122"/>
              </a:rPr>
              <a:t>专用于</a:t>
            </a:r>
            <a:r>
              <a:rPr lang="en-US" altLang="zh-CN" sz="1600" dirty="0" smtClean="0">
                <a:latin typeface="黑体" panose="02010609060101010101" pitchFamily="49" charset="-122"/>
                <a:ea typeface="黑体" panose="02010609060101010101" pitchFamily="49" charset="-122"/>
              </a:rPr>
              <a:t>…….</a:t>
            </a:r>
          </a:p>
          <a:p>
            <a:pPr marL="493200" lvl="6">
              <a:spcAft>
                <a:spcPts val="600"/>
              </a:spcAft>
            </a:pPr>
            <a:endParaRPr lang="zh-CN" altLang="en-US" sz="1800" dirty="0" smtClean="0">
              <a:latin typeface="黑体" panose="02010609060101010101" pitchFamily="49" charset="-122"/>
              <a:ea typeface="黑体" panose="02010609060101010101" pitchFamily="49" charset="-122"/>
            </a:endParaRPr>
          </a:p>
        </p:txBody>
      </p:sp>
      <p:sp>
        <p:nvSpPr>
          <p:cNvPr id="7" name="TextBox 6"/>
          <p:cNvSpPr txBox="1"/>
          <p:nvPr/>
        </p:nvSpPr>
        <p:spPr>
          <a:xfrm>
            <a:off x="3971499" y="4302153"/>
            <a:ext cx="3753133" cy="2236190"/>
          </a:xfrm>
          <a:prstGeom prst="rect">
            <a:avLst/>
          </a:prstGeom>
          <a:noFill/>
        </p:spPr>
        <p:txBody>
          <a:bodyPr wrap="square" lIns="0" tIns="0" rIns="0" bIns="0" rtlCol="0">
            <a:spAutoFit/>
          </a:bodyPr>
          <a:lstStyle/>
          <a:p>
            <a:pPr marL="171450" lvl="3">
              <a:lnSpc>
                <a:spcPct val="150000"/>
              </a:lnSpc>
              <a:spcAft>
                <a:spcPts val="600"/>
              </a:spcAft>
            </a:pPr>
            <a:r>
              <a:rPr lang="zh-CN" altLang="en-US" sz="2000" b="1" dirty="0">
                <a:latin typeface="黑体" panose="02010609060101010101" pitchFamily="49" charset="-122"/>
                <a:ea typeface="黑体" panose="02010609060101010101" pitchFamily="49" charset="-122"/>
              </a:rPr>
              <a:t>适用强制标记是指国家是否强制要求和衡器的这些信息是否与默认规定不</a:t>
            </a:r>
            <a:r>
              <a:rPr lang="zh-CN" altLang="en-US" sz="2000" b="1" dirty="0" smtClean="0">
                <a:latin typeface="黑体" panose="02010609060101010101" pitchFamily="49" charset="-122"/>
                <a:ea typeface="黑体" panose="02010609060101010101" pitchFamily="49" charset="-122"/>
              </a:rPr>
              <a:t>一致和是否需要，</a:t>
            </a:r>
            <a:r>
              <a:rPr lang="zh-CN" altLang="en-US" sz="2000" b="1" dirty="0">
                <a:latin typeface="黑体" panose="02010609060101010101" pitchFamily="49" charset="-122"/>
                <a:ea typeface="黑体" panose="02010609060101010101" pitchFamily="49" charset="-122"/>
              </a:rPr>
              <a:t>如温度，除皮值</a:t>
            </a:r>
            <a:r>
              <a:rPr lang="zh-CN" altLang="en-US" sz="2000" b="1" dirty="0" smtClean="0">
                <a:latin typeface="黑体" panose="02010609060101010101" pitchFamily="49" charset="-122"/>
                <a:ea typeface="黑体" panose="02010609060101010101" pitchFamily="49" charset="-122"/>
              </a:rPr>
              <a:t>等，电子衡器的软件标识。</a:t>
            </a:r>
            <a:endParaRPr lang="en-US" altLang="zh-CN" sz="1600" b="1"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856370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法制管理要求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检定标记</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r>
              <a:rPr lang="zh-CN" altLang="en-US" b="1" dirty="0" smtClean="0">
                <a:latin typeface="黑体" panose="02010609060101010101" pitchFamily="49" charset="-122"/>
                <a:ea typeface="黑体" panose="02010609060101010101" pitchFamily="49" charset="-122"/>
              </a:rPr>
              <a:t>检定后的铅封方法有各国家自行规定</a:t>
            </a:r>
            <a:r>
              <a:rPr lang="zh-CN" altLang="en-US" dirty="0" smtClean="0">
                <a:latin typeface="黑体" panose="02010609060101010101" pitchFamily="49" charset="-122"/>
                <a:ea typeface="黑体" panose="02010609060101010101" pitchFamily="49" charset="-122"/>
              </a:rPr>
              <a:t>，因此应尽可能设计多钟铅封以适应不同市场要求，但传统的铅封模式是被广泛接受的。</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smtClean="0">
                <a:latin typeface="黑体" panose="02010609060101010101" pitchFamily="49" charset="-122"/>
                <a:ea typeface="黑体" panose="02010609060101010101" pitchFamily="49" charset="-122"/>
              </a:rPr>
              <a:t>法制计量器具在实施检定后都必须施加一个已经检定的标记，因此衡器应提供一个施加检定标记的部位，并符合规定的要求。（不是检定后附加的纸标签）</a:t>
            </a:r>
            <a:endParaRPr lang="en-US" altLang="zh-CN" dirty="0" smtClean="0">
              <a:latin typeface="黑体" panose="02010609060101010101" pitchFamily="49" charset="-122"/>
              <a:ea typeface="黑体" panose="02010609060101010101" pitchFamily="49" charset="-122"/>
            </a:endParaRPr>
          </a:p>
          <a:p>
            <a:pPr marL="704850" lvl="2" indent="-342900">
              <a:spcAft>
                <a:spcPts val="1200"/>
              </a:spcAft>
              <a:buFont typeface="+mj-lt"/>
              <a:buAutoNum type="alphaLcParenR"/>
            </a:pPr>
            <a:r>
              <a:rPr lang="zh-CN" altLang="en-US" dirty="0" smtClean="0">
                <a:latin typeface="黑体" panose="02010609060101010101" pitchFamily="49" charset="-122"/>
                <a:ea typeface="黑体" panose="02010609060101010101" pitchFamily="49" charset="-122"/>
              </a:rPr>
              <a:t>检定标记施加上以后，不破坏标记就不能从衡器上取下；</a:t>
            </a:r>
            <a:endParaRPr lang="en-US" altLang="zh-CN" dirty="0" smtClean="0">
              <a:latin typeface="黑体" panose="02010609060101010101" pitchFamily="49" charset="-122"/>
              <a:ea typeface="黑体" panose="02010609060101010101" pitchFamily="49" charset="-122"/>
            </a:endParaRPr>
          </a:p>
          <a:p>
            <a:pPr marL="704850" lvl="2" indent="-342900">
              <a:spcAft>
                <a:spcPts val="1200"/>
              </a:spcAft>
              <a:buFont typeface="+mj-lt"/>
              <a:buAutoNum type="alphaLcParenR"/>
            </a:pPr>
            <a:r>
              <a:rPr lang="zh-CN" altLang="en-US" dirty="0" smtClean="0">
                <a:latin typeface="黑体" panose="02010609060101010101" pitchFamily="49" charset="-122"/>
                <a:ea typeface="黑体" panose="02010609060101010101" pitchFamily="49" charset="-122"/>
              </a:rPr>
              <a:t>标记的施加应方便且不影响计量性能；</a:t>
            </a:r>
            <a:endParaRPr lang="en-US" altLang="zh-CN" dirty="0" smtClean="0">
              <a:latin typeface="黑体" panose="02010609060101010101" pitchFamily="49" charset="-122"/>
              <a:ea typeface="黑体" panose="02010609060101010101" pitchFamily="49" charset="-122"/>
            </a:endParaRPr>
          </a:p>
          <a:p>
            <a:pPr marL="704850" lvl="2" indent="-342900">
              <a:spcAft>
                <a:spcPts val="1200"/>
              </a:spcAft>
              <a:buFont typeface="+mj-lt"/>
              <a:buAutoNum type="alphaLcParenR"/>
            </a:pPr>
            <a:r>
              <a:rPr lang="zh-CN" altLang="en-US" dirty="0" smtClean="0">
                <a:latin typeface="黑体" panose="02010609060101010101" pitchFamily="49" charset="-122"/>
                <a:ea typeface="黑体" panose="02010609060101010101" pitchFamily="49" charset="-122"/>
              </a:rPr>
              <a:t>使用中不移动衡器即可正常看见。</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smtClean="0">
                <a:latin typeface="黑体" panose="02010609060101010101" pitchFamily="49" charset="-122"/>
                <a:ea typeface="黑体" panose="02010609060101010101" pitchFamily="49" charset="-122"/>
              </a:rPr>
              <a:t>衡器检定后即对衡器进行铅封，并帖附检定机构标识和检定日期或下次检定日期。</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b="1" dirty="0" smtClean="0">
                <a:latin typeface="黑体" panose="02010609060101010101" pitchFamily="49" charset="-122"/>
                <a:ea typeface="黑体" panose="02010609060101010101" pitchFamily="49" charset="-122"/>
              </a:rPr>
              <a:t>铅封是否正常未被破坏应易于检查和看到</a:t>
            </a:r>
            <a:r>
              <a:rPr lang="zh-CN" altLang="en-US" dirty="0" smtClean="0">
                <a:latin typeface="黑体" panose="02010609060101010101" pitchFamily="49" charset="-122"/>
                <a:ea typeface="黑体" panose="02010609060101010101" pitchFamily="49" charset="-122"/>
              </a:rPr>
              <a:t>，通常是目前使用的金属丝线和铅块（或类似材质）通过专业压印钳实施铅封。压印区至少有</a:t>
            </a:r>
            <a:r>
              <a:rPr lang="en-US" altLang="zh-CN" dirty="0" smtClean="0">
                <a:latin typeface="黑体" panose="02010609060101010101" pitchFamily="49" charset="-122"/>
                <a:ea typeface="黑体" panose="02010609060101010101" pitchFamily="49" charset="-122"/>
              </a:rPr>
              <a:t>150mm</a:t>
            </a:r>
            <a:r>
              <a:rPr lang="en-US" altLang="zh-CN" baseline="30000" dirty="0" smtClean="0">
                <a:latin typeface="黑体" panose="02010609060101010101" pitchFamily="49" charset="-122"/>
                <a:ea typeface="黑体" panose="02010609060101010101" pitchFamily="49" charset="-122"/>
              </a:rPr>
              <a:t>2 </a:t>
            </a:r>
            <a:r>
              <a:rPr lang="en-US" altLang="zh-CN"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smtClean="0">
                <a:latin typeface="黑体" panose="02010609060101010101" pitchFamily="49" charset="-122"/>
                <a:ea typeface="黑体" panose="02010609060101010101" pitchFamily="49" charset="-122"/>
              </a:rPr>
              <a:t>对使用易碎纸封自粘帖，结构上应有足够的空间，且直径不小于</a:t>
            </a:r>
            <a:r>
              <a:rPr lang="en-US" altLang="zh-CN" dirty="0" smtClean="0">
                <a:latin typeface="黑体" panose="02010609060101010101" pitchFamily="49" charset="-122"/>
                <a:ea typeface="黑体" panose="02010609060101010101" pitchFamily="49" charset="-122"/>
              </a:rPr>
              <a:t>15mm</a:t>
            </a:r>
            <a:r>
              <a:rPr lang="zh-CN" altLang="en-US" dirty="0" smtClean="0">
                <a:latin typeface="黑体" panose="02010609060101010101" pitchFamily="49" charset="-122"/>
                <a:ea typeface="黑体" panose="02010609060101010101" pitchFamily="49" charset="-122"/>
              </a:rPr>
              <a:t>。</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smtClean="0">
                <a:latin typeface="黑体" panose="02010609060101010101" pitchFamily="49" charset="-122"/>
                <a:ea typeface="黑体" panose="02010609060101010101" pitchFamily="49" charset="-122"/>
              </a:rPr>
              <a:t>无论何种铅封方式，其结构的耐用性至少不低于衡器预期使用，印记的耐久和耐磨不低于一个检定周期。</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b="1" dirty="0" smtClean="0">
                <a:latin typeface="黑体" panose="02010609060101010101" pitchFamily="49" charset="-122"/>
                <a:ea typeface="黑体" panose="02010609060101010101" pitchFamily="49" charset="-122"/>
              </a:rPr>
              <a:t>是否必须采用何种方式由国家法规确定，上海地方规定零售商用铅封不允许在底部。</a:t>
            </a:r>
            <a:endParaRPr lang="en-US" altLang="zh-CN" b="1" dirty="0" smtClean="0">
              <a:latin typeface="黑体" panose="02010609060101010101" pitchFamily="49" charset="-122"/>
              <a:ea typeface="黑体" panose="02010609060101010101" pitchFamily="49" charset="-122"/>
            </a:endParaRPr>
          </a:p>
          <a:p>
            <a:pPr marL="179387" lvl="1" indent="457200">
              <a:spcAft>
                <a:spcPts val="1200"/>
              </a:spcAft>
              <a:buNone/>
            </a:pP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42</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46128326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法制管理要求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型式批准</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p:txBody>
          <a:bodyPr/>
          <a:lstStyle/>
          <a:p>
            <a:pPr marL="179387" lvl="1" indent="457200">
              <a:spcAft>
                <a:spcPts val="1200"/>
              </a:spcAft>
              <a:buNone/>
            </a:pP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a:latin typeface="黑体" panose="02010609060101010101" pitchFamily="49" charset="-122"/>
                <a:ea typeface="黑体" panose="02010609060101010101" pitchFamily="49" charset="-122"/>
              </a:rPr>
              <a:t>型式评价</a:t>
            </a:r>
            <a:r>
              <a:rPr lang="zh-CN" altLang="en-US" dirty="0" smtClean="0">
                <a:latin typeface="黑体" panose="02010609060101010101" pitchFamily="49" charset="-122"/>
                <a:ea typeface="黑体" panose="02010609060101010101" pitchFamily="49" charset="-122"/>
              </a:rPr>
              <a:t>是由授权</a:t>
            </a:r>
            <a:r>
              <a:rPr lang="zh-CN" altLang="en-US" dirty="0">
                <a:latin typeface="黑体" panose="02010609060101010101" pitchFamily="49" charset="-122"/>
                <a:ea typeface="黑体" panose="02010609060101010101" pitchFamily="49" charset="-122"/>
              </a:rPr>
              <a:t>计量技术机构实施的</a:t>
            </a:r>
            <a:r>
              <a:rPr lang="zh-CN" altLang="en-US" dirty="0" smtClean="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smtClean="0">
                <a:latin typeface="黑体" panose="02010609060101010101" pitchFamily="49" charset="-122"/>
                <a:ea typeface="黑体" panose="02010609060101010101" pitchFamily="49" charset="-122"/>
              </a:rPr>
              <a:t>无论市场如何，都要求对法制计量器具进行型式评价，只有通过与型式相关的测试和检查后获得市场国家或地区型式批准证书后才可以进行投放市场。</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b="1" dirty="0" smtClean="0">
                <a:latin typeface="黑体" panose="02010609060101010101" pitchFamily="49" charset="-122"/>
                <a:ea typeface="黑体" panose="02010609060101010101" pitchFamily="49" charset="-122"/>
              </a:rPr>
              <a:t>在我国，获得型式批准证书后还需要通过工厂审核（制造能力和计量管理评审）后获得制造许可证后才可以投放市场。</a:t>
            </a:r>
            <a:endParaRPr lang="en-US" altLang="zh-CN" b="1"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a:latin typeface="黑体" panose="02010609060101010101" pitchFamily="49" charset="-122"/>
                <a:ea typeface="黑体" panose="02010609060101010101" pitchFamily="49" charset="-122"/>
              </a:rPr>
              <a:t>型</a:t>
            </a:r>
            <a:r>
              <a:rPr lang="zh-CN" altLang="en-US" dirty="0" smtClean="0">
                <a:latin typeface="黑体" panose="02010609060101010101" pitchFamily="49" charset="-122"/>
                <a:ea typeface="黑体" panose="02010609060101010101" pitchFamily="49" charset="-122"/>
              </a:rPr>
              <a:t>式评价测试范围是衡器所有计量性能、影响量、影响因子、干扰，各与法制应用相关功能</a:t>
            </a:r>
            <a:r>
              <a:rPr lang="zh-CN" altLang="en-US" dirty="0">
                <a:latin typeface="黑体" panose="02010609060101010101" pitchFamily="49" charset="-122"/>
                <a:ea typeface="黑体" panose="02010609060101010101" pitchFamily="49" charset="-122"/>
              </a:rPr>
              <a:t>的</a:t>
            </a:r>
            <a:r>
              <a:rPr lang="zh-CN" altLang="en-US" dirty="0" smtClean="0">
                <a:latin typeface="黑体" panose="02010609060101010101" pitchFamily="49" charset="-122"/>
                <a:ea typeface="黑体" panose="02010609060101010101" pitchFamily="49" charset="-122"/>
              </a:rPr>
              <a:t>符合性检查，包括标记检查。</a:t>
            </a:r>
            <a:endParaRPr lang="en-US" altLang="zh-CN" dirty="0" smtClean="0">
              <a:latin typeface="黑体" panose="02010609060101010101" pitchFamily="49" charset="-122"/>
              <a:ea typeface="黑体" panose="02010609060101010101" pitchFamily="49" charset="-122"/>
            </a:endParaRPr>
          </a:p>
          <a:p>
            <a:pPr marL="179387" lvl="1" indent="457200">
              <a:spcAft>
                <a:spcPts val="1200"/>
              </a:spcAft>
              <a:buNone/>
            </a:pPr>
            <a:r>
              <a:rPr lang="zh-CN" altLang="en-US" dirty="0">
                <a:latin typeface="黑体" panose="02010609060101010101" pitchFamily="49" charset="-122"/>
                <a:ea typeface="黑体" panose="02010609060101010101" pitchFamily="49" charset="-122"/>
              </a:rPr>
              <a:t>型</a:t>
            </a:r>
            <a:r>
              <a:rPr lang="zh-CN" altLang="en-US" dirty="0" smtClean="0">
                <a:latin typeface="黑体" panose="02010609060101010101" pitchFamily="49" charset="-122"/>
                <a:ea typeface="黑体" panose="02010609060101010101" pitchFamily="49" charset="-122"/>
              </a:rPr>
              <a:t>式评价包括对提交的说明文档进行检查，证明设计符合标准要求。并对文档说明与产品实际的一致性进行抽样检查，以证明文档的真实性。</a:t>
            </a:r>
            <a:endParaRPr lang="en-US" altLang="zh-CN" dirty="0" smtClean="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43</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7972915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黑体" panose="02010609060101010101" pitchFamily="49" charset="-122"/>
                <a:ea typeface="黑体" panose="02010609060101010101" pitchFamily="49" charset="-122"/>
              </a:rPr>
              <a:t>法制管理要求</a:t>
            </a:r>
            <a:endParaRPr lang="zh-CN" altLang="en-US" dirty="0">
              <a:latin typeface="黑体" panose="02010609060101010101" pitchFamily="49" charset="-122"/>
              <a:ea typeface="黑体" panose="02010609060101010101" pitchFamily="49" charset="-122"/>
            </a:endParaRPr>
          </a:p>
        </p:txBody>
      </p:sp>
      <p:sp>
        <p:nvSpPr>
          <p:cNvPr id="3" name="标题 2"/>
          <p:cNvSpPr>
            <a:spLocks noGrp="1"/>
          </p:cNvSpPr>
          <p:nvPr>
            <p:ph type="title" idx="99"/>
          </p:nvPr>
        </p:nvSpPr>
        <p:spPr/>
        <p:txBody>
          <a:bodyPr/>
          <a:lstStyle/>
          <a:p>
            <a:r>
              <a:rPr lang="zh-CN" altLang="en-US" dirty="0" smtClean="0">
                <a:latin typeface="黑体" panose="02010609060101010101" pitchFamily="49" charset="-122"/>
                <a:ea typeface="黑体" panose="02010609060101010101" pitchFamily="49" charset="-122"/>
              </a:rPr>
              <a:t>检定</a:t>
            </a:r>
            <a:endParaRPr lang="zh-CN" altLang="en-US" dirty="0">
              <a:latin typeface="黑体" panose="02010609060101010101" pitchFamily="49" charset="-122"/>
              <a:ea typeface="黑体" panose="02010609060101010101" pitchFamily="49" charset="-122"/>
            </a:endParaRPr>
          </a:p>
        </p:txBody>
      </p:sp>
      <p:sp>
        <p:nvSpPr>
          <p:cNvPr id="4" name="内容占位符 3"/>
          <p:cNvSpPr>
            <a:spLocks noGrp="1"/>
          </p:cNvSpPr>
          <p:nvPr>
            <p:ph idx="1"/>
          </p:nvPr>
        </p:nvSpPr>
        <p:spPr>
          <a:xfrm>
            <a:off x="395288" y="1485900"/>
            <a:ext cx="8353426" cy="4895850"/>
          </a:xfrm>
        </p:spPr>
        <p:txBody>
          <a:bodyPr/>
          <a:lstStyle/>
          <a:p>
            <a:pPr marL="179387" lvl="1" indent="0">
              <a:spcAft>
                <a:spcPts val="600"/>
              </a:spcAft>
              <a:buNone/>
            </a:pPr>
            <a:r>
              <a:rPr lang="zh-CN" altLang="en-US" b="1" dirty="0" smtClean="0">
                <a:latin typeface="黑体" panose="02010609060101010101" pitchFamily="49" charset="-122"/>
                <a:ea typeface="黑体" panose="02010609060101010101" pitchFamily="49" charset="-122"/>
              </a:rPr>
              <a:t>首次检定：</a:t>
            </a:r>
            <a:endParaRPr lang="en-US" altLang="zh-CN" b="1" dirty="0" smtClean="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首次检定是衡器投入使用前的检定。</a:t>
            </a:r>
            <a:endParaRPr lang="en-US" altLang="zh-CN" dirty="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首次检定必须是获得型式批准后产品。</a:t>
            </a:r>
            <a:endParaRPr lang="en-US" altLang="zh-CN" dirty="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首次检定由国家授权计量技术机构实施，也可以由其它被授权人实施。</a:t>
            </a:r>
            <a:endParaRPr lang="en-US" altLang="zh-CN" dirty="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原则上首次检定应在使用地进行，除非衡器对重量加速度不敏感，或设置了重量加速度调整装置</a:t>
            </a:r>
            <a:r>
              <a:rPr lang="zh-CN" altLang="en-US" dirty="0" smtClean="0">
                <a:latin typeface="黑体" panose="02010609060101010101" pitchFamily="49" charset="-122"/>
                <a:ea typeface="黑体" panose="02010609060101010101" pitchFamily="49" charset="-122"/>
              </a:rPr>
              <a:t>。</a:t>
            </a:r>
            <a:endParaRPr lang="en-US" altLang="zh-CN" b="1" dirty="0" smtClean="0">
              <a:latin typeface="黑体" panose="02010609060101010101" pitchFamily="49" charset="-122"/>
              <a:ea typeface="黑体" panose="02010609060101010101" pitchFamily="49" charset="-122"/>
            </a:endParaRPr>
          </a:p>
          <a:p>
            <a:pPr marL="179387" lvl="1" indent="0">
              <a:spcAft>
                <a:spcPts val="600"/>
              </a:spcAft>
              <a:buNone/>
            </a:pPr>
            <a:r>
              <a:rPr lang="zh-CN" altLang="en-US" b="1" dirty="0" smtClean="0">
                <a:latin typeface="黑体" panose="02010609060101010101" pitchFamily="49" charset="-122"/>
                <a:ea typeface="黑体" panose="02010609060101010101" pitchFamily="49" charset="-122"/>
              </a:rPr>
              <a:t>后续检定：</a:t>
            </a:r>
            <a:endParaRPr lang="en-US" altLang="zh-CN" b="1" dirty="0" smtClean="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后续检定是衡器除首次检定后的其它所有要求的检定，包括周期性的检定，维修后的检定。</a:t>
            </a:r>
            <a:endParaRPr lang="en-US" altLang="zh-CN" dirty="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后续检定有国家授权计量技术机构实施。</a:t>
            </a:r>
            <a:endParaRPr lang="en-US" altLang="zh-CN" dirty="0">
              <a:latin typeface="黑体" panose="02010609060101010101" pitchFamily="49" charset="-122"/>
              <a:ea typeface="黑体" panose="02010609060101010101" pitchFamily="49" charset="-122"/>
            </a:endParaRPr>
          </a:p>
          <a:p>
            <a:pPr marL="179387" lvl="1" indent="457200">
              <a:spcAft>
                <a:spcPts val="600"/>
              </a:spcAft>
              <a:buNone/>
            </a:pPr>
            <a:r>
              <a:rPr lang="zh-CN" altLang="en-US" dirty="0">
                <a:latin typeface="黑体" panose="02010609060101010101" pitchFamily="49" charset="-122"/>
                <a:ea typeface="黑体" panose="02010609060101010101" pitchFamily="49" charset="-122"/>
              </a:rPr>
              <a:t>所有检定允许对衡器进行调整，在调整后按首次检定规定的最大允许误差确定是否通过检定</a:t>
            </a:r>
            <a:r>
              <a:rPr lang="zh-CN" altLang="en-US" dirty="0" smtClean="0">
                <a:latin typeface="黑体" panose="02010609060101010101" pitchFamily="49" charset="-122"/>
                <a:ea typeface="黑体" panose="02010609060101010101" pitchFamily="49" charset="-122"/>
              </a:rPr>
              <a:t>。</a:t>
            </a:r>
            <a:endParaRPr lang="en-US" altLang="zh-CN" b="1" dirty="0">
              <a:latin typeface="黑体" panose="02010609060101010101" pitchFamily="49" charset="-122"/>
              <a:ea typeface="黑体" panose="02010609060101010101" pitchFamily="49" charset="-122"/>
            </a:endParaRPr>
          </a:p>
          <a:p>
            <a:pPr marL="179387" lvl="1" indent="0">
              <a:spcAft>
                <a:spcPts val="600"/>
              </a:spcAft>
              <a:buNone/>
            </a:pPr>
            <a:r>
              <a:rPr lang="zh-CN" altLang="en-US" b="1" dirty="0">
                <a:latin typeface="黑体" panose="02010609060101010101" pitchFamily="49" charset="-122"/>
                <a:ea typeface="黑体" panose="02010609060101010101" pitchFamily="49" charset="-122"/>
              </a:rPr>
              <a:t>使用中检查</a:t>
            </a:r>
            <a:endParaRPr lang="en-US" altLang="zh-CN" b="1" dirty="0">
              <a:latin typeface="黑体" panose="02010609060101010101" pitchFamily="49" charset="-122"/>
              <a:ea typeface="黑体" panose="02010609060101010101" pitchFamily="49" charset="-122"/>
            </a:endParaRPr>
          </a:p>
          <a:p>
            <a:pPr marL="179387" lvl="1" indent="457200">
              <a:spcAft>
                <a:spcPts val="600"/>
              </a:spcAft>
              <a:buClrTx/>
              <a:buNone/>
              <a:defRPr/>
            </a:pPr>
            <a:r>
              <a:rPr lang="zh-CN" altLang="en-US" dirty="0" smtClean="0">
                <a:latin typeface="黑体" panose="02010609060101010101" pitchFamily="49" charset="-122"/>
                <a:ea typeface="黑体" panose="02010609060101010101" pitchFamily="49" charset="-122"/>
              </a:rPr>
              <a:t>由</a:t>
            </a:r>
            <a:r>
              <a:rPr lang="zh-CN" altLang="en-US" dirty="0">
                <a:latin typeface="黑体" panose="02010609060101010101" pitchFamily="49" charset="-122"/>
                <a:ea typeface="黑体" panose="02010609060101010101" pitchFamily="49" charset="-122"/>
              </a:rPr>
              <a:t>国家市场监管机构实施，衡器在不调整的状态下按使用中最大允许误差确定是否需要重新检定，以及用户的期间检查</a:t>
            </a:r>
            <a:r>
              <a:rPr lang="zh-CN" altLang="en-US" dirty="0" smtClean="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p:txBody>
      </p:sp>
      <p:sp>
        <p:nvSpPr>
          <p:cNvPr id="5" name="灯片编号占位符 4"/>
          <p:cNvSpPr>
            <a:spLocks noGrp="1"/>
          </p:cNvSpPr>
          <p:nvPr>
            <p:ph type="sldNum" sz="quarter" idx="100"/>
          </p:nvPr>
        </p:nvSpPr>
        <p:spPr/>
        <p:txBody>
          <a:bodyPr/>
          <a:lstStyle/>
          <a:p>
            <a:fld id="{2B2B68EE-DD1E-4368-AFCE-24A50EC7BF18}" type="slidenum">
              <a:rPr lang="en-US" smtClean="0">
                <a:latin typeface="黑体" panose="02010609060101010101" pitchFamily="49" charset="-122"/>
                <a:ea typeface="黑体" panose="02010609060101010101" pitchFamily="49" charset="-122"/>
              </a:rPr>
              <a:pPr/>
              <a:t>44</a:t>
            </a:fld>
            <a:endParaRPr lang="en-US" dirty="0">
              <a:latin typeface="黑体" panose="02010609060101010101" pitchFamily="49" charset="-122"/>
              <a:ea typeface="黑体" panose="02010609060101010101" pitchFamily="49" charset="-122"/>
            </a:endParaRPr>
          </a:p>
        </p:txBody>
      </p:sp>
      <p:sp>
        <p:nvSpPr>
          <p:cNvPr id="6" name="页脚占位符 5"/>
          <p:cNvSpPr>
            <a:spLocks noGrp="1"/>
          </p:cNvSpPr>
          <p:nvPr>
            <p:ph type="ftr" sz="quarter" idx="101"/>
          </p:nvPr>
        </p:nvSpPr>
        <p:spPr/>
        <p:txBody>
          <a:bodyPr/>
          <a:lstStyle/>
          <a:p>
            <a:r>
              <a:rPr lang="en-US" smtClean="0">
                <a:latin typeface="黑体" panose="02010609060101010101" pitchFamily="49" charset="-122"/>
                <a:ea typeface="黑体" panose="02010609060101010101" pitchFamily="49" charset="-122"/>
              </a:rPr>
              <a:t>For internal use - Confidential</a:t>
            </a:r>
            <a:endParaRPr lang="en-US"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672420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idx="1"/>
          </p:nvPr>
        </p:nvSpPr>
        <p:spPr/>
        <p:txBody>
          <a:bodyPr/>
          <a:lstStyle/>
          <a:p>
            <a:r>
              <a:rPr lang="de-CH" dirty="0" smtClean="0"/>
              <a:t>Topic 1</a:t>
            </a:r>
            <a:endParaRPr lang="en-US" dirty="0" smtClean="0"/>
          </a:p>
          <a:p>
            <a:r>
              <a:rPr lang="en-US" dirty="0" smtClean="0"/>
              <a:t>Topic 2</a:t>
            </a:r>
          </a:p>
          <a:p>
            <a:r>
              <a:rPr lang="de-CH" dirty="0" smtClean="0"/>
              <a:t>Topic 3</a:t>
            </a:r>
            <a:endParaRPr lang="en-US" dirty="0"/>
          </a:p>
        </p:txBody>
      </p:sp>
      <p:sp>
        <p:nvSpPr>
          <p:cNvPr id="2" name="Titel 1"/>
          <p:cNvSpPr>
            <a:spLocks noGrp="1"/>
          </p:cNvSpPr>
          <p:nvPr>
            <p:ph type="title"/>
          </p:nvPr>
        </p:nvSpPr>
        <p:spPr/>
        <p:txBody>
          <a:bodyPr/>
          <a:lstStyle/>
          <a:p>
            <a:r>
              <a:rPr lang="en-US" dirty="0" smtClean="0"/>
              <a:t>Put Chapter Title here</a:t>
            </a:r>
            <a:endParaRPr lang="en-US" dirty="0"/>
          </a:p>
        </p:txBody>
      </p:sp>
      <p:sp>
        <p:nvSpPr>
          <p:cNvPr id="4" name="Picture Placeholder 3"/>
          <p:cNvSpPr>
            <a:spLocks noGrp="1"/>
          </p:cNvSpPr>
          <p:nvPr>
            <p:ph type="pic" sz="quarter" idx="11"/>
          </p:nvPr>
        </p:nvSpPr>
        <p:spPr/>
      </p:sp>
    </p:spTree>
    <p:extLst>
      <p:ext uri="{BB962C8B-B14F-4D97-AF65-F5344CB8AC3E}">
        <p14:creationId xmlns:p14="http://schemas.microsoft.com/office/powerpoint/2010/main" val="3896727830"/>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METTLER TOLEDO">
      <a:dk1>
        <a:srgbClr val="004696"/>
      </a:dk1>
      <a:lt1>
        <a:srgbClr val="FFFFFF"/>
      </a:lt1>
      <a:dk2>
        <a:srgbClr val="FFFFFF"/>
      </a:dk2>
      <a:lt2>
        <a:srgbClr val="3399FF"/>
      </a:lt2>
      <a:accent1>
        <a:srgbClr val="56A410"/>
      </a:accent1>
      <a:accent2>
        <a:srgbClr val="004696"/>
      </a:accent2>
      <a:accent3>
        <a:srgbClr val="3399FF"/>
      </a:accent3>
      <a:accent4>
        <a:srgbClr val="97CBFF"/>
      </a:accent4>
      <a:accent5>
        <a:srgbClr val="BEF38E"/>
      </a:accent5>
      <a:accent6>
        <a:srgbClr val="E69400"/>
      </a:accent6>
      <a:hlink>
        <a:srgbClr val="004696"/>
      </a:hlink>
      <a:folHlink>
        <a:srgbClr val="97CBFF"/>
      </a:folHlink>
    </a:clrScheme>
    <a:fontScheme name="Arial-Font">
      <a:majorFont>
        <a:latin typeface="Arial"/>
        <a:ea typeface=""/>
        <a:cs typeface=""/>
      </a:majorFont>
      <a:minorFont>
        <a:latin typeface="Arial"/>
        <a:ea typeface=""/>
        <a:cs typeface=""/>
      </a:minorFont>
    </a:fontScheme>
    <a:fmtScheme name="Mettler-Toledo-Master">
      <a:fillStyleLst>
        <a:solidFill>
          <a:schemeClr val="phClr"/>
        </a:solidFill>
        <a:solidFill>
          <a:schemeClr val="phClr"/>
        </a:solidFill>
        <a:gradFill>
          <a:gsLst>
            <a:gs pos="0">
              <a:schemeClr val="phClr">
                <a:tint val="100000"/>
                <a:shade val="50000"/>
                <a:satMod val="130000"/>
              </a:schemeClr>
            </a:gs>
            <a:gs pos="80000">
              <a:schemeClr val="phClr">
                <a:tint val="100000"/>
                <a:shade val="90000"/>
                <a:alpha val="100000"/>
                <a:satMod val="130000"/>
              </a:schemeClr>
            </a:gs>
            <a:gs pos="100000">
              <a:schemeClr val="phClr">
                <a:tint val="100000"/>
                <a:shade val="100000"/>
                <a:alpha val="100000"/>
                <a:satMod val="130000"/>
              </a:schemeClr>
            </a:gs>
          </a:gsLst>
          <a:lin ang="16200000" scaled="1"/>
        </a:gradFill>
      </a:fillStyleLst>
      <a:lnStyleLst>
        <a:ln w="6350" cap="flat" cmpd="sng" algn="ctr">
          <a:solidFill>
            <a:schemeClr val="phClr">
              <a:satMod val="150000"/>
            </a:schemeClr>
          </a:solidFill>
          <a:prstDash val="solid"/>
        </a:ln>
        <a:ln w="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40005" dist="25400" dir="5400000" algn="bl" rotWithShape="0">
              <a:srgbClr val="000000">
                <a:alpha val="35000"/>
              </a:srgbClr>
            </a:outerShdw>
          </a:effectLst>
        </a:effectStyle>
      </a:effectStyleLst>
      <a:bgFillStyleLst>
        <a:solidFill>
          <a:schemeClr val="phClr"/>
        </a:solidFill>
        <a:solidFill>
          <a:schemeClr val="phClr"/>
        </a:solidFill>
        <a:solidFill>
          <a:schemeClr val="phClr"/>
        </a:solidFill>
      </a:bgFillStyleLst>
    </a:fmtScheme>
  </a:themeElements>
  <a:objectDefaults>
    <a:spDef>
      <a:spPr>
        <a:solidFill>
          <a:schemeClr val="tx1"/>
        </a:solidFill>
        <a:ln>
          <a:noFill/>
        </a:ln>
      </a:spPr>
      <a:bodyPr rtlCol="0" anchor="ctr"/>
      <a:lstStyle>
        <a:defPPr algn="ctr">
          <a:defRPr sz="1600" dirty="0" err="1" smtClean="0">
            <a:solidFill>
              <a:schemeClr val="bg1"/>
            </a:solidFill>
          </a:defRPr>
        </a:defPPr>
      </a:lstStyle>
      <a:style>
        <a:lnRef idx="2">
          <a:schemeClr val="accent4"/>
        </a:lnRef>
        <a:fillRef idx="1">
          <a:schemeClr val="lt1"/>
        </a:fillRef>
        <a:effectRef idx="0">
          <a:schemeClr val="accent4"/>
        </a:effectRef>
        <a:fontRef idx="minor">
          <a:schemeClr val="dk1"/>
        </a:fontRef>
      </a:style>
    </a:spDef>
    <a:txDef>
      <a:spPr>
        <a:noFill/>
      </a:spPr>
      <a:bodyPr wrap="square" lIns="0" tIns="0" rIns="0" bIns="0" rtlCol="0">
        <a:spAutoFit/>
      </a:bodyPr>
      <a:lstStyle>
        <a:defPPr marL="144000" indent="-144000">
          <a:spcBef>
            <a:spcPts val="400"/>
          </a:spcBef>
          <a:spcAft>
            <a:spcPts val="600"/>
          </a:spcAft>
          <a:buClr>
            <a:schemeClr val="accent1"/>
          </a:buClr>
          <a:buFont typeface="Wingdings" panose="05000000000000000000" pitchFamily="2" charset="2"/>
          <a:buChar char="§"/>
          <a:defRPr sz="1600" dirty="0" err="1" smtClean="0"/>
        </a:defPPr>
      </a:lstStyle>
    </a:txDef>
  </a:objectDefaults>
  <a:extraClrSchemeLst/>
  <a:custClrLst>
    <a:custClr name="MT Green">
      <a:srgbClr val="60B612"/>
    </a:custClr>
    <a:custClr name="MT Blue">
      <a:srgbClr val="004696"/>
    </a:custClr>
    <a:custClr name="MT Cyan">
      <a:srgbClr val="3399FF"/>
    </a:custClr>
  </a:custClrLst>
</a:theme>
</file>

<file path=ppt/theme/theme2.xml><?xml version="1.0" encoding="utf-8"?>
<a:theme xmlns:a="http://schemas.openxmlformats.org/drawingml/2006/main" name="Larissa-Design">
  <a:themeElements>
    <a:clrScheme name="Mettler-Toledo-Colors">
      <a:dk1>
        <a:srgbClr val="004696"/>
      </a:dk1>
      <a:lt1>
        <a:srgbClr val="FFFFFF"/>
      </a:lt1>
      <a:dk2>
        <a:srgbClr val="FFFFFF"/>
      </a:dk2>
      <a:lt2>
        <a:srgbClr val="3399FF"/>
      </a:lt2>
      <a:accent1>
        <a:srgbClr val="004696"/>
      </a:accent1>
      <a:accent2>
        <a:srgbClr val="3399FF"/>
      </a:accent2>
      <a:accent3>
        <a:srgbClr val="93CCFF"/>
      </a:accent3>
      <a:accent4>
        <a:srgbClr val="60B612"/>
      </a:accent4>
      <a:accent5>
        <a:srgbClr val="CCF595"/>
      </a:accent5>
      <a:accent6>
        <a:srgbClr val="E69400"/>
      </a:accent6>
      <a:hlink>
        <a:srgbClr val="004696"/>
      </a:hlink>
      <a:folHlink>
        <a:srgbClr val="70B711"/>
      </a:folHlink>
    </a:clrScheme>
    <a:fontScheme name="Arial-Font">
      <a:maj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Mettler-Toledo-Colors">
      <a:dk1>
        <a:srgbClr val="004696"/>
      </a:dk1>
      <a:lt1>
        <a:srgbClr val="FFFFFF"/>
      </a:lt1>
      <a:dk2>
        <a:srgbClr val="FFFFFF"/>
      </a:dk2>
      <a:lt2>
        <a:srgbClr val="3399FF"/>
      </a:lt2>
      <a:accent1>
        <a:srgbClr val="004696"/>
      </a:accent1>
      <a:accent2>
        <a:srgbClr val="3399FF"/>
      </a:accent2>
      <a:accent3>
        <a:srgbClr val="93CCFF"/>
      </a:accent3>
      <a:accent4>
        <a:srgbClr val="60B612"/>
      </a:accent4>
      <a:accent5>
        <a:srgbClr val="CCF595"/>
      </a:accent5>
      <a:accent6>
        <a:srgbClr val="E69400"/>
      </a:accent6>
      <a:hlink>
        <a:srgbClr val="004696"/>
      </a:hlink>
      <a:folHlink>
        <a:srgbClr val="70B711"/>
      </a:folHlink>
    </a:clrScheme>
    <a:fontScheme name="Arial-Font">
      <a:maj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7155</Words>
  <Application>Microsoft Office PowerPoint</Application>
  <PresentationFormat>全屏显示(4:3)</PresentationFormat>
  <Paragraphs>678</Paragraphs>
  <Slides>45</Slides>
  <Notes>27</Notes>
  <HiddenSlides>6</HiddenSlides>
  <MMClips>0</MMClips>
  <ScaleCrop>false</ScaleCrop>
  <HeadingPairs>
    <vt:vector size="4" baseType="variant">
      <vt:variant>
        <vt:lpstr>主题</vt:lpstr>
      </vt:variant>
      <vt:variant>
        <vt:i4>1</vt:i4>
      </vt:variant>
      <vt:variant>
        <vt:lpstr>幻灯片标题</vt:lpstr>
      </vt:variant>
      <vt:variant>
        <vt:i4>45</vt:i4>
      </vt:variant>
    </vt:vector>
  </HeadingPairs>
  <TitlesOfParts>
    <vt:vector size="46" baseType="lpstr">
      <vt:lpstr>blank</vt:lpstr>
      <vt:lpstr>           非自动衡器</vt:lpstr>
      <vt:lpstr>MTCS - Topic</vt:lpstr>
      <vt:lpstr>Agenda</vt:lpstr>
      <vt:lpstr>概述</vt:lpstr>
      <vt:lpstr>Agenda</vt:lpstr>
      <vt:lpstr>PowerPoint 演示文稿</vt:lpstr>
      <vt:lpstr>概述</vt:lpstr>
      <vt:lpstr>概述</vt:lpstr>
      <vt:lpstr>Agenda</vt:lpstr>
      <vt:lpstr>通用要求</vt:lpstr>
      <vt:lpstr>通用要求</vt:lpstr>
      <vt:lpstr>通用要求</vt:lpstr>
      <vt:lpstr>通用要求</vt:lpstr>
      <vt:lpstr>通用要求</vt:lpstr>
      <vt:lpstr>通用要求</vt:lpstr>
      <vt:lpstr>通用要求</vt:lpstr>
      <vt:lpstr>通用要求</vt:lpstr>
      <vt:lpstr>通用要求</vt:lpstr>
      <vt:lpstr>通用要求</vt:lpstr>
      <vt:lpstr>通用要求</vt:lpstr>
      <vt:lpstr>Key Point</vt:lpstr>
      <vt:lpstr>Agenda</vt:lpstr>
      <vt:lpstr>零点要求</vt:lpstr>
      <vt:lpstr>零点要求</vt:lpstr>
      <vt:lpstr>零点要求</vt:lpstr>
      <vt:lpstr>零点要求</vt:lpstr>
      <vt:lpstr>零点要求</vt:lpstr>
      <vt:lpstr>零点要求</vt:lpstr>
      <vt:lpstr>Key Point</vt:lpstr>
      <vt:lpstr>Agenda</vt:lpstr>
      <vt:lpstr>皮重要求</vt:lpstr>
      <vt:lpstr>皮重要求</vt:lpstr>
      <vt:lpstr>皮重要求</vt:lpstr>
      <vt:lpstr>皮重要求</vt:lpstr>
      <vt:lpstr>皮重要求</vt:lpstr>
      <vt:lpstr>皮重要求</vt:lpstr>
      <vt:lpstr>皮重装置</vt:lpstr>
      <vt:lpstr>皮重装置</vt:lpstr>
      <vt:lpstr>Key Point</vt:lpstr>
      <vt:lpstr>Agenda</vt:lpstr>
      <vt:lpstr>法制管理要求</vt:lpstr>
      <vt:lpstr>法制管理要求</vt:lpstr>
      <vt:lpstr>法制管理要求</vt:lpstr>
      <vt:lpstr>法制管理要求</vt:lpstr>
      <vt:lpstr>Put Chapter Title here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2016-08-24T03:29:15Z</dcterms:created>
  <dcterms:modified xsi:type="dcterms:W3CDTF">2017-05-30T23:52:52Z</dcterms:modified>
</cp:coreProperties>
</file>

<file path=userCustomization/customUI.xml><?xml version="1.0" encoding="utf-8"?>
<mso:customUI xmlns:doc="http://schemas.microsoft.com/office/2006/01/customui/currentDocument" xmlns:mso="http://schemas.microsoft.com/office/2006/01/customui">
  <mso:ribbon>
    <mso:qat>
      <mso:documentControls>
        <mso:separator idQ="doc:sep1" visible="true"/>
        <mso:separator idQ="doc:sep2" visible="true"/>
        <mso:control idQ="mso:FileProperties" visible="true"/>
        <mso:control idQ="mso:GridSettings" visible="true"/>
        <mso:control idQ="mso:HeaderFooterInsert" visible="true"/>
        <mso:separator idQ="doc:sep3" visible="true"/>
        <mso:control idQ="mso:SlideNewGallery" visible="true"/>
        <mso:control idQ="mso:SlideLayoutGallery" visible="true"/>
        <mso:separator idQ="doc:sep6" visible="true"/>
        <mso:control idQ="mso:OutlineDemote" visible="true"/>
        <mso:control idQ="mso:OutlinePromote" visible="true"/>
        <mso:separator idQ="doc:sep4" visible="true"/>
        <mso:separator idQ="doc:sep5" visible="true"/>
      </mso:documentControls>
    </mso:qat>
  </mso:ribbon>
</mso:customUI>
</file>