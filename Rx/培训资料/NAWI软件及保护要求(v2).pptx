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microsoft.com/office/2006/relationships/ui/userCustomization" Target="userCustomization/customUI.xml"/><Relationship Id="rId1" Type="http://schemas.openxmlformats.org/officeDocument/2006/relationships/officeDocument" Target="ppt/presentation.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1"/>
  </p:sldMasterIdLst>
  <p:notesMasterIdLst>
    <p:notesMasterId r:id="rId34"/>
  </p:notesMasterIdLst>
  <p:handoutMasterIdLst>
    <p:handoutMasterId r:id="rId35"/>
  </p:handoutMasterIdLst>
  <p:sldIdLst>
    <p:sldId id="315" r:id="rId2"/>
    <p:sldId id="451" r:id="rId3"/>
    <p:sldId id="375" r:id="rId4"/>
    <p:sldId id="475" r:id="rId5"/>
    <p:sldId id="366" r:id="rId6"/>
    <p:sldId id="471" r:id="rId7"/>
    <p:sldId id="482" r:id="rId8"/>
    <p:sldId id="448" r:id="rId9"/>
    <p:sldId id="449" r:id="rId10"/>
    <p:sldId id="476" r:id="rId11"/>
    <p:sldId id="483" r:id="rId12"/>
    <p:sldId id="467" r:id="rId13"/>
    <p:sldId id="484" r:id="rId14"/>
    <p:sldId id="457" r:id="rId15"/>
    <p:sldId id="458" r:id="rId16"/>
    <p:sldId id="480" r:id="rId17"/>
    <p:sldId id="454" r:id="rId18"/>
    <p:sldId id="450" r:id="rId19"/>
    <p:sldId id="479" r:id="rId20"/>
    <p:sldId id="460" r:id="rId21"/>
    <p:sldId id="455" r:id="rId22"/>
    <p:sldId id="461" r:id="rId23"/>
    <p:sldId id="462" r:id="rId24"/>
    <p:sldId id="463" r:id="rId25"/>
    <p:sldId id="464" r:id="rId26"/>
    <p:sldId id="465" r:id="rId27"/>
    <p:sldId id="466" r:id="rId28"/>
    <p:sldId id="468" r:id="rId29"/>
    <p:sldId id="469" r:id="rId30"/>
    <p:sldId id="470" r:id="rId31"/>
    <p:sldId id="481" r:id="rId32"/>
    <p:sldId id="310" r:id="rId33"/>
  </p:sldIdLst>
  <p:sldSz cx="9144000" cy="6858000" type="screen4x3"/>
  <p:notesSz cx="6877050" cy="10002838"/>
  <p:defaultText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3399FF"/>
    <a:srgbClr val="FFFFFF"/>
    <a:srgbClr val="004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F7E5F81B-B57D-4800-8E8F-8E96741CC982}" styleName="Mettler Toledo &gt; Green Table">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C512FF0-2B18-46AF-9A1B-3A70A708474B}" styleName="Mettler Toledo &gt; Green Tab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tcStyle>
    </a:band1H>
    <a:band2H>
      <a:tcStyle>
        <a:tcBdr/>
      </a:tcStyle>
    </a:band2H>
    <a:band1V>
      <a:tcStyle>
        <a:tcBdr/>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66" autoAdjust="0"/>
    <p:restoredTop sz="95948" autoAdjust="0"/>
  </p:normalViewPr>
  <p:slideViewPr>
    <p:cSldViewPr snapToGrid="0" snapToObjects="1" showGuides="1">
      <p:cViewPr>
        <p:scale>
          <a:sx n="70" d="100"/>
          <a:sy n="70" d="100"/>
        </p:scale>
        <p:origin x="-1506" y="126"/>
      </p:cViewPr>
      <p:guideLst>
        <p:guide orient="horz" pos="2477"/>
        <p:guide orient="horz" pos="936"/>
        <p:guide orient="horz" pos="4020"/>
        <p:guide orient="horz" pos="391"/>
        <p:guide orient="horz" pos="640"/>
        <p:guide pos="2880"/>
        <p:guide pos="249"/>
        <p:guide pos="551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showGuides="1">
      <p:cViewPr varScale="1">
        <p:scale>
          <a:sx n="47" d="100"/>
          <a:sy n="47" d="100"/>
        </p:scale>
        <p:origin x="-2952" y="-90"/>
      </p:cViewPr>
      <p:guideLst>
        <p:guide orient="horz" pos="3151"/>
        <p:guide pos="216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13D9A2-0FDD-4490-971B-36DA3FCB72A2}"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zh-CN" altLang="en-US"/>
        </a:p>
      </dgm:t>
    </dgm:pt>
    <dgm:pt modelId="{DADAB328-12EB-41C0-A6E4-8396EA1150B1}">
      <dgm:prSet custT="1">
        <dgm:style>
          <a:lnRef idx="2">
            <a:schemeClr val="dk1"/>
          </a:lnRef>
          <a:fillRef idx="1">
            <a:schemeClr val="lt1"/>
          </a:fillRef>
          <a:effectRef idx="0">
            <a:schemeClr val="dk1"/>
          </a:effectRef>
          <a:fontRef idx="minor">
            <a:schemeClr val="dk1"/>
          </a:fontRef>
        </dgm:style>
      </dgm:prSet>
      <dgm:spPr/>
      <dgm:t>
        <a:bodyPr vert="vert"/>
        <a:lstStyle/>
        <a:p>
          <a:pPr marL="95250" indent="0" algn="l" rtl="0"/>
          <a:r>
            <a:rPr lang="zh-CN" sz="1400" baseline="0" dirty="0" smtClean="0">
              <a:latin typeface="+mj-lt"/>
              <a:ea typeface="黑体" panose="02010609060101010101" pitchFamily="49" charset="-122"/>
            </a:rPr>
            <a:t>法制相关软件 </a:t>
          </a:r>
          <a:r>
            <a:rPr lang="en-US" sz="1400" baseline="0" dirty="0" smtClean="0">
              <a:latin typeface="+mj-lt"/>
              <a:ea typeface="黑体" panose="02010609060101010101" pitchFamily="49" charset="-122"/>
            </a:rPr>
            <a:t>legally relevant software</a:t>
          </a:r>
          <a:br>
            <a:rPr lang="en-US" sz="1400" baseline="0" dirty="0" smtClean="0">
              <a:latin typeface="+mj-lt"/>
              <a:ea typeface="黑体" panose="02010609060101010101" pitchFamily="49" charset="-122"/>
            </a:rPr>
          </a:br>
          <a:r>
            <a:rPr lang="zh-CN" sz="1400" dirty="0" smtClean="0">
              <a:latin typeface="+mj-lt"/>
              <a:ea typeface="黑体" panose="02010609060101010101" pitchFamily="49" charset="-122"/>
            </a:rPr>
            <a:t>衡器或模块的程序、数据、型式参数，满足法制管理规定和执行的功能。如测量结果、净重和皮重</a:t>
          </a:r>
          <a:r>
            <a:rPr lang="en-US" sz="1400" dirty="0" smtClean="0">
              <a:latin typeface="+mj-lt"/>
              <a:ea typeface="黑体" panose="02010609060101010101" pitchFamily="49" charset="-122"/>
            </a:rPr>
            <a:t>/</a:t>
          </a:r>
          <a:r>
            <a:rPr lang="zh-CN" sz="1400" dirty="0" smtClean="0">
              <a:latin typeface="+mj-lt"/>
              <a:ea typeface="黑体" panose="02010609060101010101" pitchFamily="49" charset="-122"/>
            </a:rPr>
            <a:t>预置皮重，小数点、符合、单位，称量范围，软件标识等。</a:t>
          </a:r>
          <a:r>
            <a:rPr lang="en-US" altLang="zh-CN" sz="1400" dirty="0" smtClean="0">
              <a:latin typeface="+mj-lt"/>
              <a:ea typeface="黑体" panose="02010609060101010101" pitchFamily="49" charset="-122"/>
            </a:rPr>
            <a:t/>
          </a:r>
          <a:br>
            <a:rPr lang="en-US" altLang="zh-CN" sz="1400" dirty="0" smtClean="0">
              <a:latin typeface="+mj-lt"/>
              <a:ea typeface="黑体" panose="02010609060101010101" pitchFamily="49" charset="-122"/>
            </a:rPr>
          </a:br>
          <a:r>
            <a:rPr lang="zh-CN" sz="1400" dirty="0" smtClean="0">
              <a:latin typeface="+mj-lt"/>
              <a:ea typeface="黑体" panose="02010609060101010101" pitchFamily="49" charset="-122"/>
            </a:rPr>
            <a:t>并非衡器中所有软件都是法制相关的，衡器可以有法制计量不相关的功能，但不得影响法制相关软件的运行和安全</a:t>
          </a:r>
          <a:endParaRPr lang="zh-CN" sz="1400" dirty="0">
            <a:latin typeface="+mj-lt"/>
            <a:ea typeface="黑体" panose="02010609060101010101" pitchFamily="49" charset="-122"/>
          </a:endParaRPr>
        </a:p>
      </dgm:t>
    </dgm:pt>
    <dgm:pt modelId="{06C428CD-0C6E-4717-B452-DCDA5F902962}" type="parTrans" cxnId="{010BEAFC-9417-400F-95F6-DF7E4F618869}">
      <dgm:prSet/>
      <dgm:spPr/>
      <dgm:t>
        <a:bodyPr/>
        <a:lstStyle/>
        <a:p>
          <a:endParaRPr lang="zh-CN" altLang="en-US" sz="1400">
            <a:latin typeface="+mj-lt"/>
            <a:ea typeface="黑体" panose="02010609060101010101" pitchFamily="49" charset="-122"/>
          </a:endParaRPr>
        </a:p>
      </dgm:t>
    </dgm:pt>
    <dgm:pt modelId="{CB1E7CF7-EBAF-4B95-90B8-16363BCB812D}" type="sibTrans" cxnId="{010BEAFC-9417-400F-95F6-DF7E4F618869}">
      <dgm:prSet/>
      <dgm:spPr/>
      <dgm:t>
        <a:bodyPr/>
        <a:lstStyle/>
        <a:p>
          <a:endParaRPr lang="zh-CN" altLang="en-US" sz="1400">
            <a:latin typeface="+mj-lt"/>
            <a:ea typeface="黑体" panose="02010609060101010101" pitchFamily="49" charset="-122"/>
          </a:endParaRPr>
        </a:p>
      </dgm:t>
    </dgm:pt>
    <dgm:pt modelId="{D8B486C0-511D-4464-843B-FCF86CEBA270}">
      <dgm:prSet custT="1">
        <dgm:style>
          <a:lnRef idx="2">
            <a:schemeClr val="dk1"/>
          </a:lnRef>
          <a:fillRef idx="1">
            <a:schemeClr val="lt1"/>
          </a:fillRef>
          <a:effectRef idx="0">
            <a:schemeClr val="dk1"/>
          </a:effectRef>
          <a:fontRef idx="minor">
            <a:schemeClr val="dk1"/>
          </a:fontRef>
        </dgm:style>
      </dgm:prSet>
      <dgm:spPr/>
      <dgm:t>
        <a:bodyPr/>
        <a:lstStyle/>
        <a:p>
          <a:pPr marL="95250" indent="0" algn="l" rtl="0"/>
          <a:r>
            <a:rPr lang="zh-CN" sz="1400" baseline="0" dirty="0" smtClean="0">
              <a:latin typeface="+mj-lt"/>
              <a:ea typeface="黑体" panose="02010609060101010101" pitchFamily="49" charset="-122"/>
            </a:rPr>
            <a:t>法制相关参数 </a:t>
          </a:r>
          <a:r>
            <a:rPr lang="en-US" sz="1400" baseline="0" dirty="0" smtClean="0">
              <a:latin typeface="+mj-lt"/>
              <a:ea typeface="黑体" panose="02010609060101010101" pitchFamily="49" charset="-122"/>
            </a:rPr>
            <a:t>legally relevant parameter</a:t>
          </a:r>
          <a:br>
            <a:rPr lang="en-US" sz="1400" baseline="0" dirty="0" smtClean="0">
              <a:latin typeface="+mj-lt"/>
              <a:ea typeface="黑体" panose="02010609060101010101" pitchFamily="49" charset="-122"/>
            </a:rPr>
          </a:br>
          <a:r>
            <a:rPr lang="zh-CN" sz="1400" dirty="0" smtClean="0">
              <a:latin typeface="+mj-lt"/>
              <a:ea typeface="黑体" panose="02010609060101010101" pitchFamily="49" charset="-122"/>
            </a:rPr>
            <a:t>法制管理计量器具或模块的参数，法定相关参数分为型式特定参数和装置特定参数</a:t>
          </a:r>
          <a:endParaRPr lang="zh-CN" sz="1400" dirty="0">
            <a:latin typeface="+mj-lt"/>
            <a:ea typeface="黑体" panose="02010609060101010101" pitchFamily="49" charset="-122"/>
          </a:endParaRPr>
        </a:p>
      </dgm:t>
    </dgm:pt>
    <dgm:pt modelId="{5618DE39-4B64-4F3D-8D8C-39F8A3223F3E}" type="parTrans" cxnId="{7A369EB2-D096-47B8-B6F7-1898929FAD1E}">
      <dgm:prSet custT="1"/>
      <dgm:spPr/>
      <dgm:t>
        <a:bodyPr/>
        <a:lstStyle/>
        <a:p>
          <a:endParaRPr lang="zh-CN" altLang="en-US" sz="1400">
            <a:latin typeface="+mj-lt"/>
            <a:ea typeface="黑体" panose="02010609060101010101" pitchFamily="49" charset="-122"/>
          </a:endParaRPr>
        </a:p>
      </dgm:t>
    </dgm:pt>
    <dgm:pt modelId="{6C0C7B68-EACC-4F14-9985-5A1726E4A688}" type="sibTrans" cxnId="{7A369EB2-D096-47B8-B6F7-1898929FAD1E}">
      <dgm:prSet/>
      <dgm:spPr/>
      <dgm:t>
        <a:bodyPr/>
        <a:lstStyle/>
        <a:p>
          <a:endParaRPr lang="zh-CN" altLang="en-US" sz="1400">
            <a:latin typeface="+mj-lt"/>
            <a:ea typeface="黑体" panose="02010609060101010101" pitchFamily="49" charset="-122"/>
          </a:endParaRPr>
        </a:p>
      </dgm:t>
    </dgm:pt>
    <dgm:pt modelId="{89FF185A-3730-4153-8AF6-20E32AC027C8}">
      <dgm:prSet custT="1">
        <dgm:style>
          <a:lnRef idx="2">
            <a:schemeClr val="dk1"/>
          </a:lnRef>
          <a:fillRef idx="1">
            <a:schemeClr val="lt1"/>
          </a:fillRef>
          <a:effectRef idx="0">
            <a:schemeClr val="dk1"/>
          </a:effectRef>
          <a:fontRef idx="minor">
            <a:schemeClr val="dk1"/>
          </a:fontRef>
        </dgm:style>
      </dgm:prSet>
      <dgm:spPr/>
      <dgm:t>
        <a:bodyPr/>
        <a:lstStyle/>
        <a:p>
          <a:pPr marL="95250" indent="0" algn="l" rtl="0"/>
          <a:r>
            <a:rPr lang="zh-CN" altLang="en-US" sz="1400" dirty="0" smtClean="0">
              <a:latin typeface="+mj-lt"/>
              <a:ea typeface="黑体" panose="02010609060101010101" pitchFamily="49" charset="-122"/>
            </a:rPr>
            <a:t>法制相关程序</a:t>
          </a:r>
          <a:endParaRPr lang="zh-CN" sz="1400" dirty="0">
            <a:latin typeface="+mj-lt"/>
            <a:ea typeface="黑体" panose="02010609060101010101" pitchFamily="49" charset="-122"/>
          </a:endParaRPr>
        </a:p>
      </dgm:t>
    </dgm:pt>
    <dgm:pt modelId="{3B66A7EA-F969-47F0-B9DA-92F9D4ED64AD}" type="parTrans" cxnId="{272DBB11-88E4-47A8-AD59-26C47C53A17A}">
      <dgm:prSet/>
      <dgm:spPr/>
      <dgm:t>
        <a:bodyPr/>
        <a:lstStyle/>
        <a:p>
          <a:endParaRPr lang="zh-CN" altLang="en-US"/>
        </a:p>
      </dgm:t>
    </dgm:pt>
    <dgm:pt modelId="{2A10F453-6A49-44C4-9FE1-0080067F9372}" type="sibTrans" cxnId="{272DBB11-88E4-47A8-AD59-26C47C53A17A}">
      <dgm:prSet/>
      <dgm:spPr/>
      <dgm:t>
        <a:bodyPr/>
        <a:lstStyle/>
        <a:p>
          <a:endParaRPr lang="zh-CN" altLang="en-US"/>
        </a:p>
      </dgm:t>
    </dgm:pt>
    <dgm:pt modelId="{EBD84FBB-F669-40B9-AD0E-36B1F9F4F041}">
      <dgm:prSet custT="1">
        <dgm:style>
          <a:lnRef idx="2">
            <a:schemeClr val="dk1"/>
          </a:lnRef>
          <a:fillRef idx="1">
            <a:schemeClr val="lt1"/>
          </a:fillRef>
          <a:effectRef idx="0">
            <a:schemeClr val="dk1"/>
          </a:effectRef>
          <a:fontRef idx="minor">
            <a:schemeClr val="dk1"/>
          </a:fontRef>
        </dgm:style>
      </dgm:prSet>
      <dgm:spPr/>
      <dgm:t>
        <a:bodyPr/>
        <a:lstStyle/>
        <a:p>
          <a:pPr algn="l" rtl="0"/>
          <a:r>
            <a:rPr lang="zh-CN" sz="1400" dirty="0" smtClean="0">
              <a:latin typeface="+mj-lt"/>
              <a:ea typeface="黑体" panose="02010609060101010101" pitchFamily="49" charset="-122"/>
            </a:rPr>
            <a:t>型式特定参数 </a:t>
          </a:r>
          <a:r>
            <a:rPr lang="en-US" sz="1400" dirty="0" smtClean="0">
              <a:latin typeface="+mj-lt"/>
              <a:ea typeface="黑体" panose="02010609060101010101" pitchFamily="49" charset="-122"/>
            </a:rPr>
            <a:t>type-specific parameter</a:t>
          </a:r>
          <a:br>
            <a:rPr lang="en-US" sz="1400" dirty="0" smtClean="0">
              <a:latin typeface="+mj-lt"/>
              <a:ea typeface="黑体" panose="02010609060101010101" pitchFamily="49" charset="-122"/>
            </a:rPr>
          </a:br>
          <a:r>
            <a:rPr lang="zh-CN" sz="1400" dirty="0" smtClean="0">
              <a:latin typeface="+mj-lt"/>
              <a:ea typeface="黑体" panose="02010609060101010101" pitchFamily="49" charset="-122"/>
            </a:rPr>
            <a:t>参数的值仅取决于衡器的型式，是法定相关软件的一部分，它们在衡器型式批准时被确定。例如：重量计算参数，稳定性分析、价格计算规则和化整，软件标识。</a:t>
          </a:r>
          <a:r>
            <a:rPr lang="en-US" altLang="zh-CN" sz="1400" dirty="0" smtClean="0">
              <a:latin typeface="+mj-lt"/>
              <a:ea typeface="黑体" panose="02010609060101010101" pitchFamily="49" charset="-122"/>
            </a:rPr>
            <a:t/>
          </a:r>
          <a:br>
            <a:rPr lang="en-US" altLang="zh-CN" sz="1400" dirty="0" smtClean="0">
              <a:latin typeface="+mj-lt"/>
              <a:ea typeface="黑体" panose="02010609060101010101" pitchFamily="49" charset="-122"/>
            </a:rPr>
          </a:br>
          <a:r>
            <a:rPr lang="zh-CN" sz="1400" dirty="0" smtClean="0">
              <a:latin typeface="+mj-lt"/>
              <a:ea typeface="黑体" panose="02010609060101010101" pitchFamily="49" charset="-122"/>
            </a:rPr>
            <a:t>相同型式产品中这些参数是一致的，不会因为规格不同，产品序列号不同而不同。即不是配置的，也不是校准获得的。</a:t>
          </a:r>
          <a:endParaRPr lang="zh-CN" sz="1400" dirty="0">
            <a:latin typeface="+mj-lt"/>
            <a:ea typeface="黑体" panose="02010609060101010101" pitchFamily="49" charset="-122"/>
          </a:endParaRPr>
        </a:p>
      </dgm:t>
    </dgm:pt>
    <dgm:pt modelId="{B1071848-5BFB-4E5A-ACA6-693937AC66D0}" type="parTrans" cxnId="{0A7B8DF8-83EC-4ACF-AAF9-3B688F8DE4E5}">
      <dgm:prSet/>
      <dgm:spPr/>
      <dgm:t>
        <a:bodyPr/>
        <a:lstStyle/>
        <a:p>
          <a:endParaRPr lang="zh-CN" altLang="en-US"/>
        </a:p>
      </dgm:t>
    </dgm:pt>
    <dgm:pt modelId="{95A17B41-30A4-4EEC-9C8D-78F54487EC33}" type="sibTrans" cxnId="{0A7B8DF8-83EC-4ACF-AAF9-3B688F8DE4E5}">
      <dgm:prSet/>
      <dgm:spPr/>
      <dgm:t>
        <a:bodyPr/>
        <a:lstStyle/>
        <a:p>
          <a:endParaRPr lang="zh-CN" altLang="en-US"/>
        </a:p>
      </dgm:t>
    </dgm:pt>
    <dgm:pt modelId="{1719FD25-0F74-491E-9419-0B709D38A1E2}">
      <dgm:prSet custT="1">
        <dgm:style>
          <a:lnRef idx="2">
            <a:schemeClr val="dk1"/>
          </a:lnRef>
          <a:fillRef idx="1">
            <a:schemeClr val="lt1"/>
          </a:fillRef>
          <a:effectRef idx="0">
            <a:schemeClr val="dk1"/>
          </a:effectRef>
          <a:fontRef idx="minor">
            <a:schemeClr val="dk1"/>
          </a:fontRef>
        </dgm:style>
      </dgm:prSet>
      <dgm:spPr/>
      <dgm:t>
        <a:bodyPr/>
        <a:lstStyle/>
        <a:p>
          <a:pPr algn="l"/>
          <a:r>
            <a:rPr lang="zh-CN" altLang="en-US" sz="1400" dirty="0" smtClean="0">
              <a:latin typeface="+mj-lt"/>
              <a:ea typeface="黑体" panose="02010609060101010101" pitchFamily="49" charset="-122"/>
            </a:rPr>
            <a:t>装置特定参数 </a:t>
          </a:r>
          <a:r>
            <a:rPr lang="en-US" altLang="zh-CN" sz="1400" dirty="0" smtClean="0">
              <a:latin typeface="+mj-lt"/>
              <a:ea typeface="黑体" panose="02010609060101010101" pitchFamily="49" charset="-122"/>
            </a:rPr>
            <a:t>device-specific parameter</a:t>
          </a:r>
          <a:br>
            <a:rPr lang="en-US" altLang="zh-CN" sz="1400" dirty="0" smtClean="0">
              <a:latin typeface="+mj-lt"/>
              <a:ea typeface="黑体" panose="02010609060101010101" pitchFamily="49" charset="-122"/>
            </a:rPr>
          </a:br>
          <a:r>
            <a:rPr lang="zh-CN" altLang="en-US" sz="1400" dirty="0" smtClean="0">
              <a:latin typeface="+mj-lt"/>
              <a:ea typeface="黑体" panose="02010609060101010101" pitchFamily="49" charset="-122"/>
            </a:rPr>
            <a:t>参数的值取决于每台衡器自身，包括校正参数（量程调整等或修正参数），配置参数；</a:t>
          </a:r>
          <a:r>
            <a:rPr lang="en-US" altLang="zh-CN" sz="1400" dirty="0" smtClean="0">
              <a:latin typeface="+mj-lt"/>
              <a:ea typeface="黑体" panose="02010609060101010101" pitchFamily="49" charset="-122"/>
            </a:rPr>
            <a:t/>
          </a:r>
          <a:br>
            <a:rPr lang="en-US" altLang="zh-CN" sz="1400" dirty="0" smtClean="0">
              <a:latin typeface="+mj-lt"/>
              <a:ea typeface="黑体" panose="02010609060101010101" pitchFamily="49" charset="-122"/>
            </a:rPr>
          </a:br>
          <a:r>
            <a:rPr lang="zh-CN" altLang="en-US" sz="1400" dirty="0" smtClean="0">
              <a:latin typeface="+mj-lt"/>
              <a:ea typeface="黑体" panose="02010609060101010101" pitchFamily="49" charset="-122"/>
            </a:rPr>
            <a:t>其调整和选择在衡器特定模式下许可，装置参数可分为不可调和授权可调两类。</a:t>
          </a:r>
          <a:endParaRPr lang="zh-CN" altLang="en-US" sz="1400" dirty="0">
            <a:latin typeface="+mj-lt"/>
            <a:ea typeface="黑体" panose="02010609060101010101" pitchFamily="49" charset="-122"/>
          </a:endParaRPr>
        </a:p>
      </dgm:t>
    </dgm:pt>
    <dgm:pt modelId="{ED852EA2-26E2-49DC-9E6F-75B776C5DA83}" type="parTrans" cxnId="{C8E6EA2E-1E8A-4794-A004-2CA9DF6B6590}">
      <dgm:prSet/>
      <dgm:spPr/>
      <dgm:t>
        <a:bodyPr/>
        <a:lstStyle/>
        <a:p>
          <a:endParaRPr lang="zh-CN" altLang="en-US"/>
        </a:p>
      </dgm:t>
    </dgm:pt>
    <dgm:pt modelId="{25EB9078-9542-4CF4-80E2-C9B6DFBCD516}" type="sibTrans" cxnId="{C8E6EA2E-1E8A-4794-A004-2CA9DF6B6590}">
      <dgm:prSet/>
      <dgm:spPr/>
      <dgm:t>
        <a:bodyPr/>
        <a:lstStyle/>
        <a:p>
          <a:endParaRPr lang="zh-CN" altLang="en-US"/>
        </a:p>
      </dgm:t>
    </dgm:pt>
    <dgm:pt modelId="{5A87F370-F291-4F8F-BA60-D56964C2DD42}">
      <dgm:prSet custT="1">
        <dgm:style>
          <a:lnRef idx="2">
            <a:schemeClr val="dk1"/>
          </a:lnRef>
          <a:fillRef idx="1">
            <a:schemeClr val="lt1"/>
          </a:fillRef>
          <a:effectRef idx="0">
            <a:schemeClr val="dk1"/>
          </a:effectRef>
          <a:fontRef idx="minor">
            <a:schemeClr val="dk1"/>
          </a:fontRef>
        </dgm:style>
      </dgm:prSet>
      <dgm:spPr>
        <a:solidFill>
          <a:schemeClr val="accent3">
            <a:lumMod val="20000"/>
            <a:lumOff val="80000"/>
          </a:schemeClr>
        </a:solidFill>
      </dgm:spPr>
      <dgm:t>
        <a:bodyPr/>
        <a:lstStyle/>
        <a:p>
          <a:pPr algn="l"/>
          <a:r>
            <a:rPr lang="zh-CN" altLang="en-US" sz="1400" dirty="0" smtClean="0">
              <a:latin typeface="+mj-lt"/>
              <a:ea typeface="黑体" panose="02010609060101010101" pitchFamily="49" charset="-122"/>
            </a:rPr>
            <a:t>型式参数与装置参数不是标准规定的，而是型式和装置规定的，有些参数在某种型式中是型式参数，在另一种型式中可能是装置参数，如称量单位</a:t>
          </a:r>
          <a:r>
            <a:rPr lang="en-US" altLang="zh-CN" sz="1400" dirty="0" smtClean="0">
              <a:latin typeface="+mj-lt"/>
              <a:ea typeface="黑体" panose="02010609060101010101" pitchFamily="49" charset="-122"/>
            </a:rPr>
            <a:t>MT</a:t>
          </a:r>
          <a:r>
            <a:rPr lang="zh-CN" altLang="en-US" sz="1400" dirty="0" smtClean="0">
              <a:latin typeface="+mj-lt"/>
              <a:ea typeface="黑体" panose="02010609060101010101" pitchFamily="49" charset="-122"/>
            </a:rPr>
            <a:t>的</a:t>
          </a:r>
          <a:r>
            <a:rPr lang="en-US" altLang="zh-CN" sz="1400" dirty="0" smtClean="0">
              <a:latin typeface="+mj-lt"/>
              <a:ea typeface="黑体" panose="02010609060101010101" pitchFamily="49" charset="-122"/>
            </a:rPr>
            <a:t>RT</a:t>
          </a:r>
          <a:r>
            <a:rPr lang="zh-CN" altLang="en-US" sz="1400" dirty="0" smtClean="0">
              <a:latin typeface="+mj-lt"/>
              <a:ea typeface="黑体" panose="02010609060101010101" pitchFamily="49" charset="-122"/>
            </a:rPr>
            <a:t>产品上是型式参数（</a:t>
          </a:r>
          <a:r>
            <a:rPr lang="en-US" altLang="zh-CN" sz="1400" dirty="0" smtClean="0">
              <a:latin typeface="+mj-lt"/>
              <a:ea typeface="黑体" panose="02010609060101010101" pitchFamily="49" charset="-122"/>
            </a:rPr>
            <a:t>kg</a:t>
          </a:r>
          <a:r>
            <a:rPr lang="zh-CN" altLang="en-US" sz="1400" dirty="0" smtClean="0">
              <a:latin typeface="+mj-lt"/>
              <a:ea typeface="黑体" panose="02010609060101010101" pitchFamily="49" charset="-122"/>
            </a:rPr>
            <a:t>），在仪表中是装置参数（</a:t>
          </a:r>
          <a:r>
            <a:rPr lang="en-US" altLang="zh-CN" sz="1400" dirty="0" smtClean="0">
              <a:latin typeface="+mj-lt"/>
              <a:ea typeface="黑体" panose="02010609060101010101" pitchFamily="49" charset="-122"/>
            </a:rPr>
            <a:t>t</a:t>
          </a:r>
          <a:r>
            <a:rPr lang="zh-CN" altLang="en-US" sz="1400" dirty="0" smtClean="0">
              <a:latin typeface="+mj-lt"/>
              <a:ea typeface="黑体" panose="02010609060101010101" pitchFamily="49" charset="-122"/>
            </a:rPr>
            <a:t>，</a:t>
          </a:r>
          <a:r>
            <a:rPr lang="en-US" altLang="zh-CN" sz="1400" dirty="0" smtClean="0">
              <a:latin typeface="+mj-lt"/>
              <a:ea typeface="黑体" panose="02010609060101010101" pitchFamily="49" charset="-122"/>
            </a:rPr>
            <a:t>kg</a:t>
          </a:r>
          <a:r>
            <a:rPr lang="zh-CN" altLang="en-US" sz="1400" dirty="0" smtClean="0">
              <a:latin typeface="+mj-lt"/>
              <a:ea typeface="黑体" panose="02010609060101010101" pitchFamily="49" charset="-122"/>
            </a:rPr>
            <a:t>，</a:t>
          </a:r>
          <a:r>
            <a:rPr lang="en-US" altLang="zh-CN" sz="1400" dirty="0" smtClean="0">
              <a:latin typeface="+mj-lt"/>
              <a:ea typeface="黑体" panose="02010609060101010101" pitchFamily="49" charset="-122"/>
            </a:rPr>
            <a:t>g</a:t>
          </a:r>
          <a:r>
            <a:rPr lang="zh-CN" altLang="en-US" sz="1400" dirty="0" smtClean="0">
              <a:latin typeface="+mj-lt"/>
              <a:ea typeface="黑体" panose="02010609060101010101" pitchFamily="49" charset="-122"/>
            </a:rPr>
            <a:t>），包括最大称量、计量单位等</a:t>
          </a:r>
          <a:r>
            <a:rPr lang="en-US" altLang="zh-CN" sz="1400" dirty="0" smtClean="0">
              <a:latin typeface="+mj-lt"/>
              <a:ea typeface="黑体" panose="02010609060101010101" pitchFamily="49" charset="-122"/>
            </a:rPr>
            <a:t>——</a:t>
          </a:r>
          <a:r>
            <a:rPr lang="zh-CN" altLang="en-US" sz="1400" dirty="0" smtClean="0">
              <a:latin typeface="+mj-lt"/>
              <a:ea typeface="黑体" panose="02010609060101010101" pitchFamily="49" charset="-122"/>
            </a:rPr>
            <a:t>适用于称重指示器。</a:t>
          </a:r>
          <a:endParaRPr lang="zh-CN" altLang="en-US" sz="1400" dirty="0">
            <a:latin typeface="+mj-lt"/>
            <a:ea typeface="黑体" panose="02010609060101010101" pitchFamily="49" charset="-122"/>
          </a:endParaRPr>
        </a:p>
      </dgm:t>
    </dgm:pt>
    <dgm:pt modelId="{6A9DEB07-0FE0-475E-86C8-AE1C174452E8}" type="parTrans" cxnId="{D8663FF3-AFF0-42AA-B0BB-4038FD2E072A}">
      <dgm:prSet/>
      <dgm:spPr/>
      <dgm:t>
        <a:bodyPr/>
        <a:lstStyle/>
        <a:p>
          <a:endParaRPr lang="zh-CN" altLang="en-US"/>
        </a:p>
      </dgm:t>
    </dgm:pt>
    <dgm:pt modelId="{460184C1-7CF3-4606-9472-52583FE67B60}" type="sibTrans" cxnId="{D8663FF3-AFF0-42AA-B0BB-4038FD2E072A}">
      <dgm:prSet/>
      <dgm:spPr/>
      <dgm:t>
        <a:bodyPr/>
        <a:lstStyle/>
        <a:p>
          <a:endParaRPr lang="zh-CN" altLang="en-US"/>
        </a:p>
      </dgm:t>
    </dgm:pt>
    <dgm:pt modelId="{835653E4-90FF-41D0-84CC-81E391197D0A}" type="pres">
      <dgm:prSet presAssocID="{8E13D9A2-0FDD-4490-971B-36DA3FCB72A2}" presName="Name0" presStyleCnt="0">
        <dgm:presLayoutVars>
          <dgm:chPref val="1"/>
          <dgm:dir/>
          <dgm:animOne val="branch"/>
          <dgm:animLvl val="lvl"/>
          <dgm:resizeHandles val="exact"/>
        </dgm:presLayoutVars>
      </dgm:prSet>
      <dgm:spPr/>
      <dgm:t>
        <a:bodyPr/>
        <a:lstStyle/>
        <a:p>
          <a:endParaRPr lang="zh-CN" altLang="en-US"/>
        </a:p>
      </dgm:t>
    </dgm:pt>
    <dgm:pt modelId="{CABF88F7-FCC0-4227-8F4F-1AD11CB5ECB8}" type="pres">
      <dgm:prSet presAssocID="{DADAB328-12EB-41C0-A6E4-8396EA1150B1}" presName="root1" presStyleCnt="0"/>
      <dgm:spPr/>
    </dgm:pt>
    <dgm:pt modelId="{2BF094AC-AF6A-4FB4-A1E3-A9F5DF2F78A9}" type="pres">
      <dgm:prSet presAssocID="{DADAB328-12EB-41C0-A6E4-8396EA1150B1}" presName="LevelOneTextNode" presStyleLbl="node0" presStyleIdx="0" presStyleCnt="1" custScaleX="224712" custScaleY="117923" custLinFactNeighborX="-17774" custLinFactNeighborY="-6517">
        <dgm:presLayoutVars>
          <dgm:chPref val="3"/>
        </dgm:presLayoutVars>
      </dgm:prSet>
      <dgm:spPr/>
      <dgm:t>
        <a:bodyPr/>
        <a:lstStyle/>
        <a:p>
          <a:endParaRPr lang="zh-CN" altLang="en-US"/>
        </a:p>
      </dgm:t>
    </dgm:pt>
    <dgm:pt modelId="{CE5C6316-09CE-4798-8857-0EEB76D50C6C}" type="pres">
      <dgm:prSet presAssocID="{DADAB328-12EB-41C0-A6E4-8396EA1150B1}" presName="level2hierChild" presStyleCnt="0"/>
      <dgm:spPr/>
    </dgm:pt>
    <dgm:pt modelId="{2F76558C-055D-4219-B7F1-1C3641F99003}" type="pres">
      <dgm:prSet presAssocID="{5618DE39-4B64-4F3D-8D8C-39F8A3223F3E}" presName="conn2-1" presStyleLbl="parChTrans1D2" presStyleIdx="0" presStyleCnt="2"/>
      <dgm:spPr/>
      <dgm:t>
        <a:bodyPr/>
        <a:lstStyle/>
        <a:p>
          <a:endParaRPr lang="zh-CN" altLang="en-US"/>
        </a:p>
      </dgm:t>
    </dgm:pt>
    <dgm:pt modelId="{9BB06A2A-8049-4C7D-BBA2-EA9539CA055A}" type="pres">
      <dgm:prSet presAssocID="{5618DE39-4B64-4F3D-8D8C-39F8A3223F3E}" presName="connTx" presStyleLbl="parChTrans1D2" presStyleIdx="0" presStyleCnt="2"/>
      <dgm:spPr/>
      <dgm:t>
        <a:bodyPr/>
        <a:lstStyle/>
        <a:p>
          <a:endParaRPr lang="zh-CN" altLang="en-US"/>
        </a:p>
      </dgm:t>
    </dgm:pt>
    <dgm:pt modelId="{36DBA5D1-A196-42F3-8400-34D65F12DDB3}" type="pres">
      <dgm:prSet presAssocID="{D8B486C0-511D-4464-843B-FCF86CEBA270}" presName="root2" presStyleCnt="0"/>
      <dgm:spPr/>
    </dgm:pt>
    <dgm:pt modelId="{E064402F-B726-4FAC-AA2F-5EDBEB6E81F7}" type="pres">
      <dgm:prSet presAssocID="{D8B486C0-511D-4464-843B-FCF86CEBA270}" presName="LevelTwoTextNode" presStyleLbl="node2" presStyleIdx="0" presStyleCnt="2" custScaleX="36649" custScaleY="461025" custLinFactNeighborX="-6772" custLinFactNeighborY="-50540">
        <dgm:presLayoutVars>
          <dgm:chPref val="3"/>
        </dgm:presLayoutVars>
      </dgm:prSet>
      <dgm:spPr/>
      <dgm:t>
        <a:bodyPr/>
        <a:lstStyle/>
        <a:p>
          <a:endParaRPr lang="zh-CN" altLang="en-US"/>
        </a:p>
      </dgm:t>
    </dgm:pt>
    <dgm:pt modelId="{2C6A0DDC-F1F7-4D5A-B10F-6AA55A38C67D}" type="pres">
      <dgm:prSet presAssocID="{D8B486C0-511D-4464-843B-FCF86CEBA270}" presName="level3hierChild" presStyleCnt="0"/>
      <dgm:spPr/>
    </dgm:pt>
    <dgm:pt modelId="{7BE1723B-9D56-4E67-9F8E-585AAC91E0C6}" type="pres">
      <dgm:prSet presAssocID="{B1071848-5BFB-4E5A-ACA6-693937AC66D0}" presName="conn2-1" presStyleLbl="parChTrans1D3" presStyleIdx="0" presStyleCnt="3"/>
      <dgm:spPr/>
      <dgm:t>
        <a:bodyPr/>
        <a:lstStyle/>
        <a:p>
          <a:endParaRPr lang="zh-CN" altLang="en-US"/>
        </a:p>
      </dgm:t>
    </dgm:pt>
    <dgm:pt modelId="{39E0F237-DD56-4CB7-B681-66CDAEADF4A9}" type="pres">
      <dgm:prSet presAssocID="{B1071848-5BFB-4E5A-ACA6-693937AC66D0}" presName="connTx" presStyleLbl="parChTrans1D3" presStyleIdx="0" presStyleCnt="3"/>
      <dgm:spPr/>
      <dgm:t>
        <a:bodyPr/>
        <a:lstStyle/>
        <a:p>
          <a:endParaRPr lang="zh-CN" altLang="en-US"/>
        </a:p>
      </dgm:t>
    </dgm:pt>
    <dgm:pt modelId="{3A7EC1F5-B3F9-4691-A971-CC48971FEB4B}" type="pres">
      <dgm:prSet presAssocID="{EBD84FBB-F669-40B9-AD0E-36B1F9F4F041}" presName="root2" presStyleCnt="0"/>
      <dgm:spPr/>
    </dgm:pt>
    <dgm:pt modelId="{5F43CE52-5668-4E20-83EC-A5F4704578A9}" type="pres">
      <dgm:prSet presAssocID="{EBD84FBB-F669-40B9-AD0E-36B1F9F4F041}" presName="LevelTwoTextNode" presStyleLbl="node3" presStyleIdx="0" presStyleCnt="3" custScaleX="179171" custScaleY="253311" custLinFactNeighborX="-2334" custLinFactNeighborY="19479">
        <dgm:presLayoutVars>
          <dgm:chPref val="3"/>
        </dgm:presLayoutVars>
      </dgm:prSet>
      <dgm:spPr/>
      <dgm:t>
        <a:bodyPr/>
        <a:lstStyle/>
        <a:p>
          <a:endParaRPr lang="zh-CN" altLang="en-US"/>
        </a:p>
      </dgm:t>
    </dgm:pt>
    <dgm:pt modelId="{921BB2F3-4420-488C-BD65-EFAD54797DB9}" type="pres">
      <dgm:prSet presAssocID="{EBD84FBB-F669-40B9-AD0E-36B1F9F4F041}" presName="level3hierChild" presStyleCnt="0"/>
      <dgm:spPr/>
    </dgm:pt>
    <dgm:pt modelId="{A54234EB-0DCF-4B89-986E-E588A98CAB6D}" type="pres">
      <dgm:prSet presAssocID="{ED852EA2-26E2-49DC-9E6F-75B776C5DA83}" presName="conn2-1" presStyleLbl="parChTrans1D3" presStyleIdx="1" presStyleCnt="3"/>
      <dgm:spPr/>
      <dgm:t>
        <a:bodyPr/>
        <a:lstStyle/>
        <a:p>
          <a:endParaRPr lang="zh-CN" altLang="en-US"/>
        </a:p>
      </dgm:t>
    </dgm:pt>
    <dgm:pt modelId="{7A4D907E-1D58-480E-8E9A-CD83A0FDB660}" type="pres">
      <dgm:prSet presAssocID="{ED852EA2-26E2-49DC-9E6F-75B776C5DA83}" presName="connTx" presStyleLbl="parChTrans1D3" presStyleIdx="1" presStyleCnt="3"/>
      <dgm:spPr/>
      <dgm:t>
        <a:bodyPr/>
        <a:lstStyle/>
        <a:p>
          <a:endParaRPr lang="zh-CN" altLang="en-US"/>
        </a:p>
      </dgm:t>
    </dgm:pt>
    <dgm:pt modelId="{62EEE76C-73EA-4593-9065-CA1935C55408}" type="pres">
      <dgm:prSet presAssocID="{1719FD25-0F74-491E-9419-0B709D38A1E2}" presName="root2" presStyleCnt="0"/>
      <dgm:spPr/>
    </dgm:pt>
    <dgm:pt modelId="{A1941C69-DD10-415A-8B99-7378E9F4F77F}" type="pres">
      <dgm:prSet presAssocID="{1719FD25-0F74-491E-9419-0B709D38A1E2}" presName="LevelTwoTextNode" presStyleLbl="node3" presStyleIdx="1" presStyleCnt="3" custScaleX="179171" custScaleY="149922" custLinFactNeighborX="-2374" custLinFactNeighborY="30618">
        <dgm:presLayoutVars>
          <dgm:chPref val="3"/>
        </dgm:presLayoutVars>
      </dgm:prSet>
      <dgm:spPr/>
      <dgm:t>
        <a:bodyPr/>
        <a:lstStyle/>
        <a:p>
          <a:endParaRPr lang="zh-CN" altLang="en-US"/>
        </a:p>
      </dgm:t>
    </dgm:pt>
    <dgm:pt modelId="{7E3AF7E3-E8FF-480C-8ADE-72587C015E39}" type="pres">
      <dgm:prSet presAssocID="{1719FD25-0F74-491E-9419-0B709D38A1E2}" presName="level3hierChild" presStyleCnt="0"/>
      <dgm:spPr/>
    </dgm:pt>
    <dgm:pt modelId="{642C79CF-E517-4BE0-ADFB-F08B517B5235}" type="pres">
      <dgm:prSet presAssocID="{6A9DEB07-0FE0-475E-86C8-AE1C174452E8}" presName="conn2-1" presStyleLbl="parChTrans1D3" presStyleIdx="2" presStyleCnt="3"/>
      <dgm:spPr/>
      <dgm:t>
        <a:bodyPr/>
        <a:lstStyle/>
        <a:p>
          <a:endParaRPr lang="zh-CN" altLang="en-US"/>
        </a:p>
      </dgm:t>
    </dgm:pt>
    <dgm:pt modelId="{2DEA58BB-DA3D-4174-AB71-75D587765577}" type="pres">
      <dgm:prSet presAssocID="{6A9DEB07-0FE0-475E-86C8-AE1C174452E8}" presName="connTx" presStyleLbl="parChTrans1D3" presStyleIdx="2" presStyleCnt="3"/>
      <dgm:spPr/>
      <dgm:t>
        <a:bodyPr/>
        <a:lstStyle/>
        <a:p>
          <a:endParaRPr lang="zh-CN" altLang="en-US"/>
        </a:p>
      </dgm:t>
    </dgm:pt>
    <dgm:pt modelId="{77533206-F93E-47AF-BECE-78D9E4F560DE}" type="pres">
      <dgm:prSet presAssocID="{5A87F370-F291-4F8F-BA60-D56964C2DD42}" presName="root2" presStyleCnt="0"/>
      <dgm:spPr/>
    </dgm:pt>
    <dgm:pt modelId="{AC1278C9-2669-4738-B05A-BA689B30D907}" type="pres">
      <dgm:prSet presAssocID="{5A87F370-F291-4F8F-BA60-D56964C2DD42}" presName="LevelTwoTextNode" presStyleLbl="node3" presStyleIdx="2" presStyleCnt="3" custScaleX="179171" custScaleY="176925" custLinFactNeighborX="-1788" custLinFactNeighborY="32664">
        <dgm:presLayoutVars>
          <dgm:chPref val="3"/>
        </dgm:presLayoutVars>
      </dgm:prSet>
      <dgm:spPr/>
      <dgm:t>
        <a:bodyPr/>
        <a:lstStyle/>
        <a:p>
          <a:endParaRPr lang="zh-CN" altLang="en-US"/>
        </a:p>
      </dgm:t>
    </dgm:pt>
    <dgm:pt modelId="{6A43E904-B5B6-470A-BB21-7AEC797CC7AD}" type="pres">
      <dgm:prSet presAssocID="{5A87F370-F291-4F8F-BA60-D56964C2DD42}" presName="level3hierChild" presStyleCnt="0"/>
      <dgm:spPr/>
    </dgm:pt>
    <dgm:pt modelId="{C06D1314-583A-4B37-8076-8B3C4389296B}" type="pres">
      <dgm:prSet presAssocID="{3B66A7EA-F969-47F0-B9DA-92F9D4ED64AD}" presName="conn2-1" presStyleLbl="parChTrans1D2" presStyleIdx="1" presStyleCnt="2"/>
      <dgm:spPr/>
      <dgm:t>
        <a:bodyPr/>
        <a:lstStyle/>
        <a:p>
          <a:endParaRPr lang="zh-CN" altLang="en-US"/>
        </a:p>
      </dgm:t>
    </dgm:pt>
    <dgm:pt modelId="{450AE8CE-CD40-4217-A9D1-BC200CFA5BD0}" type="pres">
      <dgm:prSet presAssocID="{3B66A7EA-F969-47F0-B9DA-92F9D4ED64AD}" presName="connTx" presStyleLbl="parChTrans1D2" presStyleIdx="1" presStyleCnt="2"/>
      <dgm:spPr/>
      <dgm:t>
        <a:bodyPr/>
        <a:lstStyle/>
        <a:p>
          <a:endParaRPr lang="zh-CN" altLang="en-US"/>
        </a:p>
      </dgm:t>
    </dgm:pt>
    <dgm:pt modelId="{DFC73868-AFB8-4717-AC9E-771C0358A627}" type="pres">
      <dgm:prSet presAssocID="{89FF185A-3730-4153-8AF6-20E32AC027C8}" presName="root2" presStyleCnt="0"/>
      <dgm:spPr/>
    </dgm:pt>
    <dgm:pt modelId="{9E2B5D67-E9C2-4325-94C7-D506B7D9A52D}" type="pres">
      <dgm:prSet presAssocID="{89FF185A-3730-4153-8AF6-20E32AC027C8}" presName="LevelTwoTextNode" presStyleLbl="node2" presStyleIdx="1" presStyleCnt="2" custScaleX="36728" custLinFactNeighborX="-6534" custLinFactNeighborY="-4727">
        <dgm:presLayoutVars>
          <dgm:chPref val="3"/>
        </dgm:presLayoutVars>
      </dgm:prSet>
      <dgm:spPr/>
      <dgm:t>
        <a:bodyPr/>
        <a:lstStyle/>
        <a:p>
          <a:endParaRPr lang="zh-CN" altLang="en-US"/>
        </a:p>
      </dgm:t>
    </dgm:pt>
    <dgm:pt modelId="{00EFFF18-3D16-42F4-A8D3-E65FC4BA8444}" type="pres">
      <dgm:prSet presAssocID="{89FF185A-3730-4153-8AF6-20E32AC027C8}" presName="level3hierChild" presStyleCnt="0"/>
      <dgm:spPr/>
    </dgm:pt>
  </dgm:ptLst>
  <dgm:cxnLst>
    <dgm:cxn modelId="{D8663FF3-AFF0-42AA-B0BB-4038FD2E072A}" srcId="{D8B486C0-511D-4464-843B-FCF86CEBA270}" destId="{5A87F370-F291-4F8F-BA60-D56964C2DD42}" srcOrd="2" destOrd="0" parTransId="{6A9DEB07-0FE0-475E-86C8-AE1C174452E8}" sibTransId="{460184C1-7CF3-4606-9472-52583FE67B60}"/>
    <dgm:cxn modelId="{81BA9E4E-A032-4320-86B8-F4E15382752F}" type="presOf" srcId="{5A87F370-F291-4F8F-BA60-D56964C2DD42}" destId="{AC1278C9-2669-4738-B05A-BA689B30D907}" srcOrd="0" destOrd="0" presId="urn:microsoft.com/office/officeart/2008/layout/HorizontalMultiLevelHierarchy"/>
    <dgm:cxn modelId="{00CF8511-90E4-4F03-BF79-945793707D53}" type="presOf" srcId="{B1071848-5BFB-4E5A-ACA6-693937AC66D0}" destId="{39E0F237-DD56-4CB7-B681-66CDAEADF4A9}" srcOrd="1" destOrd="0" presId="urn:microsoft.com/office/officeart/2008/layout/HorizontalMultiLevelHierarchy"/>
    <dgm:cxn modelId="{7DB2ECF6-265F-4E81-BEAF-56DEB75617BE}" type="presOf" srcId="{3B66A7EA-F969-47F0-B9DA-92F9D4ED64AD}" destId="{C06D1314-583A-4B37-8076-8B3C4389296B}" srcOrd="0" destOrd="0" presId="urn:microsoft.com/office/officeart/2008/layout/HorizontalMultiLevelHierarchy"/>
    <dgm:cxn modelId="{CFEBB7E7-E58B-4851-A9BE-2AD06C2EBE92}" type="presOf" srcId="{D8B486C0-511D-4464-843B-FCF86CEBA270}" destId="{E064402F-B726-4FAC-AA2F-5EDBEB6E81F7}" srcOrd="0" destOrd="0" presId="urn:microsoft.com/office/officeart/2008/layout/HorizontalMultiLevelHierarchy"/>
    <dgm:cxn modelId="{7837A0CD-32B7-48BB-9BF0-1E5667D89AB8}" type="presOf" srcId="{8E13D9A2-0FDD-4490-971B-36DA3FCB72A2}" destId="{835653E4-90FF-41D0-84CC-81E391197D0A}" srcOrd="0" destOrd="0" presId="urn:microsoft.com/office/officeart/2008/layout/HorizontalMultiLevelHierarchy"/>
    <dgm:cxn modelId="{1B81A854-F230-4574-9A80-D74CAF603CDC}" type="presOf" srcId="{DADAB328-12EB-41C0-A6E4-8396EA1150B1}" destId="{2BF094AC-AF6A-4FB4-A1E3-A9F5DF2F78A9}" srcOrd="0" destOrd="0" presId="urn:microsoft.com/office/officeart/2008/layout/HorizontalMultiLevelHierarchy"/>
    <dgm:cxn modelId="{97C2C016-B1C7-45CE-8AE8-1B2B07AD49EE}" type="presOf" srcId="{ED852EA2-26E2-49DC-9E6F-75B776C5DA83}" destId="{A54234EB-0DCF-4B89-986E-E588A98CAB6D}" srcOrd="0" destOrd="0" presId="urn:microsoft.com/office/officeart/2008/layout/HorizontalMultiLevelHierarchy"/>
    <dgm:cxn modelId="{48E4AC3C-DBEA-41C8-B9A3-C441A7BD927D}" type="presOf" srcId="{5618DE39-4B64-4F3D-8D8C-39F8A3223F3E}" destId="{9BB06A2A-8049-4C7D-BBA2-EA9539CA055A}" srcOrd="1" destOrd="0" presId="urn:microsoft.com/office/officeart/2008/layout/HorizontalMultiLevelHierarchy"/>
    <dgm:cxn modelId="{66C7E8B0-13F4-4607-9BC7-EEA2FE4892F0}" type="presOf" srcId="{1719FD25-0F74-491E-9419-0B709D38A1E2}" destId="{A1941C69-DD10-415A-8B99-7378E9F4F77F}" srcOrd="0" destOrd="0" presId="urn:microsoft.com/office/officeart/2008/layout/HorizontalMultiLevelHierarchy"/>
    <dgm:cxn modelId="{0A7B8DF8-83EC-4ACF-AAF9-3B688F8DE4E5}" srcId="{D8B486C0-511D-4464-843B-FCF86CEBA270}" destId="{EBD84FBB-F669-40B9-AD0E-36B1F9F4F041}" srcOrd="0" destOrd="0" parTransId="{B1071848-5BFB-4E5A-ACA6-693937AC66D0}" sibTransId="{95A17B41-30A4-4EEC-9C8D-78F54487EC33}"/>
    <dgm:cxn modelId="{1DB30B95-BA72-4106-841C-E875071251C5}" type="presOf" srcId="{ED852EA2-26E2-49DC-9E6F-75B776C5DA83}" destId="{7A4D907E-1D58-480E-8E9A-CD83A0FDB660}" srcOrd="1" destOrd="0" presId="urn:microsoft.com/office/officeart/2008/layout/HorizontalMultiLevelHierarchy"/>
    <dgm:cxn modelId="{7A369EB2-D096-47B8-B6F7-1898929FAD1E}" srcId="{DADAB328-12EB-41C0-A6E4-8396EA1150B1}" destId="{D8B486C0-511D-4464-843B-FCF86CEBA270}" srcOrd="0" destOrd="0" parTransId="{5618DE39-4B64-4F3D-8D8C-39F8A3223F3E}" sibTransId="{6C0C7B68-EACC-4F14-9985-5A1726E4A688}"/>
    <dgm:cxn modelId="{03EB6B1D-A707-407A-943A-54583E07231E}" type="presOf" srcId="{89FF185A-3730-4153-8AF6-20E32AC027C8}" destId="{9E2B5D67-E9C2-4325-94C7-D506B7D9A52D}" srcOrd="0" destOrd="0" presId="urn:microsoft.com/office/officeart/2008/layout/HorizontalMultiLevelHierarchy"/>
    <dgm:cxn modelId="{C8E6EA2E-1E8A-4794-A004-2CA9DF6B6590}" srcId="{D8B486C0-511D-4464-843B-FCF86CEBA270}" destId="{1719FD25-0F74-491E-9419-0B709D38A1E2}" srcOrd="1" destOrd="0" parTransId="{ED852EA2-26E2-49DC-9E6F-75B776C5DA83}" sibTransId="{25EB9078-9542-4CF4-80E2-C9B6DFBCD516}"/>
    <dgm:cxn modelId="{63931E56-81E3-410D-B70E-17D01655F580}" type="presOf" srcId="{6A9DEB07-0FE0-475E-86C8-AE1C174452E8}" destId="{2DEA58BB-DA3D-4174-AB71-75D587765577}" srcOrd="1" destOrd="0" presId="urn:microsoft.com/office/officeart/2008/layout/HorizontalMultiLevelHierarchy"/>
    <dgm:cxn modelId="{6C034EAC-F11B-400F-8AAA-4D3D37F79D6A}" type="presOf" srcId="{5618DE39-4B64-4F3D-8D8C-39F8A3223F3E}" destId="{2F76558C-055D-4219-B7F1-1C3641F99003}" srcOrd="0" destOrd="0" presId="urn:microsoft.com/office/officeart/2008/layout/HorizontalMultiLevelHierarchy"/>
    <dgm:cxn modelId="{010BEAFC-9417-400F-95F6-DF7E4F618869}" srcId="{8E13D9A2-0FDD-4490-971B-36DA3FCB72A2}" destId="{DADAB328-12EB-41C0-A6E4-8396EA1150B1}" srcOrd="0" destOrd="0" parTransId="{06C428CD-0C6E-4717-B452-DCDA5F902962}" sibTransId="{CB1E7CF7-EBAF-4B95-90B8-16363BCB812D}"/>
    <dgm:cxn modelId="{26F34889-E893-4DAE-9673-5948C370DA97}" type="presOf" srcId="{B1071848-5BFB-4E5A-ACA6-693937AC66D0}" destId="{7BE1723B-9D56-4E67-9F8E-585AAC91E0C6}" srcOrd="0" destOrd="0" presId="urn:microsoft.com/office/officeart/2008/layout/HorizontalMultiLevelHierarchy"/>
    <dgm:cxn modelId="{82AC0F0F-50D0-4A17-95A6-37A9DFA81262}" type="presOf" srcId="{EBD84FBB-F669-40B9-AD0E-36B1F9F4F041}" destId="{5F43CE52-5668-4E20-83EC-A5F4704578A9}" srcOrd="0" destOrd="0" presId="urn:microsoft.com/office/officeart/2008/layout/HorizontalMultiLevelHierarchy"/>
    <dgm:cxn modelId="{4EE5EB2F-5750-47E8-9F3E-882A78CD0446}" type="presOf" srcId="{6A9DEB07-0FE0-475E-86C8-AE1C174452E8}" destId="{642C79CF-E517-4BE0-ADFB-F08B517B5235}" srcOrd="0" destOrd="0" presId="urn:microsoft.com/office/officeart/2008/layout/HorizontalMultiLevelHierarchy"/>
    <dgm:cxn modelId="{757DBBBE-9A53-447E-AEEA-9C793C768CD5}" type="presOf" srcId="{3B66A7EA-F969-47F0-B9DA-92F9D4ED64AD}" destId="{450AE8CE-CD40-4217-A9D1-BC200CFA5BD0}" srcOrd="1" destOrd="0" presId="urn:microsoft.com/office/officeart/2008/layout/HorizontalMultiLevelHierarchy"/>
    <dgm:cxn modelId="{272DBB11-88E4-47A8-AD59-26C47C53A17A}" srcId="{DADAB328-12EB-41C0-A6E4-8396EA1150B1}" destId="{89FF185A-3730-4153-8AF6-20E32AC027C8}" srcOrd="1" destOrd="0" parTransId="{3B66A7EA-F969-47F0-B9DA-92F9D4ED64AD}" sibTransId="{2A10F453-6A49-44C4-9FE1-0080067F9372}"/>
    <dgm:cxn modelId="{C57DB2A4-734B-405D-B7EC-B142A033DDC4}" type="presParOf" srcId="{835653E4-90FF-41D0-84CC-81E391197D0A}" destId="{CABF88F7-FCC0-4227-8F4F-1AD11CB5ECB8}" srcOrd="0" destOrd="0" presId="urn:microsoft.com/office/officeart/2008/layout/HorizontalMultiLevelHierarchy"/>
    <dgm:cxn modelId="{F5F9AEBF-31AB-47DC-85E2-B6A587D6149A}" type="presParOf" srcId="{CABF88F7-FCC0-4227-8F4F-1AD11CB5ECB8}" destId="{2BF094AC-AF6A-4FB4-A1E3-A9F5DF2F78A9}" srcOrd="0" destOrd="0" presId="urn:microsoft.com/office/officeart/2008/layout/HorizontalMultiLevelHierarchy"/>
    <dgm:cxn modelId="{B424B619-FB38-43E2-A0CB-ED1A6835326C}" type="presParOf" srcId="{CABF88F7-FCC0-4227-8F4F-1AD11CB5ECB8}" destId="{CE5C6316-09CE-4798-8857-0EEB76D50C6C}" srcOrd="1" destOrd="0" presId="urn:microsoft.com/office/officeart/2008/layout/HorizontalMultiLevelHierarchy"/>
    <dgm:cxn modelId="{6FBE4619-3181-4E3A-910D-D85B155119F9}" type="presParOf" srcId="{CE5C6316-09CE-4798-8857-0EEB76D50C6C}" destId="{2F76558C-055D-4219-B7F1-1C3641F99003}" srcOrd="0" destOrd="0" presId="urn:microsoft.com/office/officeart/2008/layout/HorizontalMultiLevelHierarchy"/>
    <dgm:cxn modelId="{40A3E139-AD37-4CD1-9031-970706764D18}" type="presParOf" srcId="{2F76558C-055D-4219-B7F1-1C3641F99003}" destId="{9BB06A2A-8049-4C7D-BBA2-EA9539CA055A}" srcOrd="0" destOrd="0" presId="urn:microsoft.com/office/officeart/2008/layout/HorizontalMultiLevelHierarchy"/>
    <dgm:cxn modelId="{BF23FE62-05CD-4F2C-84B6-52D520C5A51B}" type="presParOf" srcId="{CE5C6316-09CE-4798-8857-0EEB76D50C6C}" destId="{36DBA5D1-A196-42F3-8400-34D65F12DDB3}" srcOrd="1" destOrd="0" presId="urn:microsoft.com/office/officeart/2008/layout/HorizontalMultiLevelHierarchy"/>
    <dgm:cxn modelId="{F8170875-A649-4929-9F8C-6CE97B3BEE14}" type="presParOf" srcId="{36DBA5D1-A196-42F3-8400-34D65F12DDB3}" destId="{E064402F-B726-4FAC-AA2F-5EDBEB6E81F7}" srcOrd="0" destOrd="0" presId="urn:microsoft.com/office/officeart/2008/layout/HorizontalMultiLevelHierarchy"/>
    <dgm:cxn modelId="{D6ACC494-B7EB-4E9D-8A06-F97AF0DB15F9}" type="presParOf" srcId="{36DBA5D1-A196-42F3-8400-34D65F12DDB3}" destId="{2C6A0DDC-F1F7-4D5A-B10F-6AA55A38C67D}" srcOrd="1" destOrd="0" presId="urn:microsoft.com/office/officeart/2008/layout/HorizontalMultiLevelHierarchy"/>
    <dgm:cxn modelId="{99CDE1C1-9046-4FE8-B270-EEE702E80FA5}" type="presParOf" srcId="{2C6A0DDC-F1F7-4D5A-B10F-6AA55A38C67D}" destId="{7BE1723B-9D56-4E67-9F8E-585AAC91E0C6}" srcOrd="0" destOrd="0" presId="urn:microsoft.com/office/officeart/2008/layout/HorizontalMultiLevelHierarchy"/>
    <dgm:cxn modelId="{6F86DED6-DD24-4CDA-8042-13EBC91F4010}" type="presParOf" srcId="{7BE1723B-9D56-4E67-9F8E-585AAC91E0C6}" destId="{39E0F237-DD56-4CB7-B681-66CDAEADF4A9}" srcOrd="0" destOrd="0" presId="urn:microsoft.com/office/officeart/2008/layout/HorizontalMultiLevelHierarchy"/>
    <dgm:cxn modelId="{C47D7265-F509-4A18-8576-4DD85A12411D}" type="presParOf" srcId="{2C6A0DDC-F1F7-4D5A-B10F-6AA55A38C67D}" destId="{3A7EC1F5-B3F9-4691-A971-CC48971FEB4B}" srcOrd="1" destOrd="0" presId="urn:microsoft.com/office/officeart/2008/layout/HorizontalMultiLevelHierarchy"/>
    <dgm:cxn modelId="{78F69426-3A52-466C-AD36-2EC28A9E23FD}" type="presParOf" srcId="{3A7EC1F5-B3F9-4691-A971-CC48971FEB4B}" destId="{5F43CE52-5668-4E20-83EC-A5F4704578A9}" srcOrd="0" destOrd="0" presId="urn:microsoft.com/office/officeart/2008/layout/HorizontalMultiLevelHierarchy"/>
    <dgm:cxn modelId="{93DF5DE4-8743-421F-83AA-819068D61823}" type="presParOf" srcId="{3A7EC1F5-B3F9-4691-A971-CC48971FEB4B}" destId="{921BB2F3-4420-488C-BD65-EFAD54797DB9}" srcOrd="1" destOrd="0" presId="urn:microsoft.com/office/officeart/2008/layout/HorizontalMultiLevelHierarchy"/>
    <dgm:cxn modelId="{9CA8F43E-0A5A-4067-B406-21610BC75A30}" type="presParOf" srcId="{2C6A0DDC-F1F7-4D5A-B10F-6AA55A38C67D}" destId="{A54234EB-0DCF-4B89-986E-E588A98CAB6D}" srcOrd="2" destOrd="0" presId="urn:microsoft.com/office/officeart/2008/layout/HorizontalMultiLevelHierarchy"/>
    <dgm:cxn modelId="{05BE833D-00C0-4533-83FD-5A901E798EB6}" type="presParOf" srcId="{A54234EB-0DCF-4B89-986E-E588A98CAB6D}" destId="{7A4D907E-1D58-480E-8E9A-CD83A0FDB660}" srcOrd="0" destOrd="0" presId="urn:microsoft.com/office/officeart/2008/layout/HorizontalMultiLevelHierarchy"/>
    <dgm:cxn modelId="{94786BB6-DC7C-4E5C-9C64-A7DF427DF1D1}" type="presParOf" srcId="{2C6A0DDC-F1F7-4D5A-B10F-6AA55A38C67D}" destId="{62EEE76C-73EA-4593-9065-CA1935C55408}" srcOrd="3" destOrd="0" presId="urn:microsoft.com/office/officeart/2008/layout/HorizontalMultiLevelHierarchy"/>
    <dgm:cxn modelId="{5E610966-FE2F-412E-BDF1-4DCDFE975F5E}" type="presParOf" srcId="{62EEE76C-73EA-4593-9065-CA1935C55408}" destId="{A1941C69-DD10-415A-8B99-7378E9F4F77F}" srcOrd="0" destOrd="0" presId="urn:microsoft.com/office/officeart/2008/layout/HorizontalMultiLevelHierarchy"/>
    <dgm:cxn modelId="{63DC0A49-0D97-490A-A04E-8EE2DC5C4250}" type="presParOf" srcId="{62EEE76C-73EA-4593-9065-CA1935C55408}" destId="{7E3AF7E3-E8FF-480C-8ADE-72587C015E39}" srcOrd="1" destOrd="0" presId="urn:microsoft.com/office/officeart/2008/layout/HorizontalMultiLevelHierarchy"/>
    <dgm:cxn modelId="{C20D219B-62DB-497F-8A66-A09E0909E7BF}" type="presParOf" srcId="{2C6A0DDC-F1F7-4D5A-B10F-6AA55A38C67D}" destId="{642C79CF-E517-4BE0-ADFB-F08B517B5235}" srcOrd="4" destOrd="0" presId="urn:microsoft.com/office/officeart/2008/layout/HorizontalMultiLevelHierarchy"/>
    <dgm:cxn modelId="{675F3263-90F0-41D8-BCCA-B02B480C009B}" type="presParOf" srcId="{642C79CF-E517-4BE0-ADFB-F08B517B5235}" destId="{2DEA58BB-DA3D-4174-AB71-75D587765577}" srcOrd="0" destOrd="0" presId="urn:microsoft.com/office/officeart/2008/layout/HorizontalMultiLevelHierarchy"/>
    <dgm:cxn modelId="{5AFBAEF4-AED5-4A29-834C-36B17303B19C}" type="presParOf" srcId="{2C6A0DDC-F1F7-4D5A-B10F-6AA55A38C67D}" destId="{77533206-F93E-47AF-BECE-78D9E4F560DE}" srcOrd="5" destOrd="0" presId="urn:microsoft.com/office/officeart/2008/layout/HorizontalMultiLevelHierarchy"/>
    <dgm:cxn modelId="{9059D0CF-0764-4B48-B3FF-48DB555374AF}" type="presParOf" srcId="{77533206-F93E-47AF-BECE-78D9E4F560DE}" destId="{AC1278C9-2669-4738-B05A-BA689B30D907}" srcOrd="0" destOrd="0" presId="urn:microsoft.com/office/officeart/2008/layout/HorizontalMultiLevelHierarchy"/>
    <dgm:cxn modelId="{0E474C18-7ECA-441A-9A61-16A83080EB2A}" type="presParOf" srcId="{77533206-F93E-47AF-BECE-78D9E4F560DE}" destId="{6A43E904-B5B6-470A-BB21-7AEC797CC7AD}" srcOrd="1" destOrd="0" presId="urn:microsoft.com/office/officeart/2008/layout/HorizontalMultiLevelHierarchy"/>
    <dgm:cxn modelId="{B1313F9F-B4F9-42AB-9232-4144E2ECDD0F}" type="presParOf" srcId="{CE5C6316-09CE-4798-8857-0EEB76D50C6C}" destId="{C06D1314-583A-4B37-8076-8B3C4389296B}" srcOrd="2" destOrd="0" presId="urn:microsoft.com/office/officeart/2008/layout/HorizontalMultiLevelHierarchy"/>
    <dgm:cxn modelId="{BE2FA84E-C553-4E75-80DF-4DC35A209C0E}" type="presParOf" srcId="{C06D1314-583A-4B37-8076-8B3C4389296B}" destId="{450AE8CE-CD40-4217-A9D1-BC200CFA5BD0}" srcOrd="0" destOrd="0" presId="urn:microsoft.com/office/officeart/2008/layout/HorizontalMultiLevelHierarchy"/>
    <dgm:cxn modelId="{A3D85A6C-99E8-4D5F-A179-404AB5CE7BC8}" type="presParOf" srcId="{CE5C6316-09CE-4798-8857-0EEB76D50C6C}" destId="{DFC73868-AFB8-4717-AC9E-771C0358A627}" srcOrd="3" destOrd="0" presId="urn:microsoft.com/office/officeart/2008/layout/HorizontalMultiLevelHierarchy"/>
    <dgm:cxn modelId="{BBF21E86-5D18-4989-9CEA-3A2825A44906}" type="presParOf" srcId="{DFC73868-AFB8-4717-AC9E-771C0358A627}" destId="{9E2B5D67-E9C2-4325-94C7-D506B7D9A52D}" srcOrd="0" destOrd="0" presId="urn:microsoft.com/office/officeart/2008/layout/HorizontalMultiLevelHierarchy"/>
    <dgm:cxn modelId="{DA94013C-FDFF-4078-A260-FE69CAA4A16A}" type="presParOf" srcId="{DFC73868-AFB8-4717-AC9E-771C0358A627}" destId="{00EFFF18-3D16-42F4-A8D3-E65FC4BA8444}" srcOrd="1" destOrd="0" presId="urn:microsoft.com/office/officeart/2008/layout/HorizontalMultiLevelHierarchy"/>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52AD712-9864-4486-8920-1D17A2A2E4EA}" type="doc">
      <dgm:prSet loTypeId="urn:microsoft.com/office/officeart/2005/8/layout/hierarchy4" loCatId="hierarchy" qsTypeId="urn:microsoft.com/office/officeart/2005/8/quickstyle/simple1" qsCatId="simple" csTypeId="urn:microsoft.com/office/officeart/2005/8/colors/accent1_2" csCatId="accent1" phldr="1"/>
      <dgm:spPr/>
      <dgm:t>
        <a:bodyPr/>
        <a:lstStyle/>
        <a:p>
          <a:endParaRPr lang="zh-CN" altLang="en-US"/>
        </a:p>
      </dgm:t>
    </dgm:pt>
    <dgm:pt modelId="{31E1F5DD-B5FA-428A-A554-A75D01D1C453}">
      <dgm:prSet custT="1"/>
      <dgm:spPr>
        <a:solidFill>
          <a:schemeClr val="tx1"/>
        </a:solidFill>
      </dgm:spPr>
      <dgm:t>
        <a:bodyPr anchor="t"/>
        <a:lstStyle/>
        <a:p>
          <a:pPr algn="l" rtl="0"/>
          <a:r>
            <a:rPr lang="zh-CN" sz="1600" baseline="0" dirty="0" smtClean="0">
              <a:latin typeface="+mj-lt"/>
              <a:ea typeface="黑体" panose="02010609060101010101" pitchFamily="49" charset="-122"/>
            </a:rPr>
            <a:t>受保护的软件 </a:t>
          </a:r>
          <a:r>
            <a:rPr lang="en-US" sz="1600" baseline="0" dirty="0" smtClean="0">
              <a:latin typeface="+mj-lt"/>
              <a:ea typeface="黑体" panose="02010609060101010101" pitchFamily="49" charset="-122"/>
            </a:rPr>
            <a:t>protected software</a:t>
          </a:r>
          <a:br>
            <a:rPr lang="en-US" sz="1600" baseline="0" dirty="0" smtClean="0">
              <a:latin typeface="+mj-lt"/>
              <a:ea typeface="黑体" panose="02010609060101010101" pitchFamily="49" charset="-122"/>
            </a:rPr>
          </a:br>
          <a:r>
            <a:rPr lang="zh-CN" altLang="en-US" sz="1600" baseline="0" dirty="0" smtClean="0">
              <a:latin typeface="+mj-lt"/>
              <a:ea typeface="黑体" panose="02010609060101010101" pitchFamily="49" charset="-122"/>
            </a:rPr>
            <a:t>铅封后，用户修改</a:t>
          </a:r>
          <a:r>
            <a:rPr lang="zh-CN" sz="1600" baseline="0" dirty="0" smtClean="0">
              <a:latin typeface="+mj-lt"/>
              <a:ea typeface="黑体" panose="02010609060101010101" pitchFamily="49" charset="-122"/>
            </a:rPr>
            <a:t>软件的法定功能程序以及型式特定参数和装置特定参数</a:t>
          </a:r>
          <a:r>
            <a:rPr lang="zh-CN" sz="1600" b="0" i="0" baseline="0" dirty="0" smtClean="0">
              <a:latin typeface="+mj-lt"/>
              <a:ea typeface="黑体" panose="02010609060101010101" pitchFamily="49" charset="-122"/>
            </a:rPr>
            <a:t>是不可能的</a:t>
          </a:r>
          <a:r>
            <a:rPr lang="zh-CN" sz="1600" b="0" baseline="0" dirty="0" smtClean="0">
              <a:latin typeface="+mj-lt"/>
              <a:ea typeface="黑体" panose="02010609060101010101" pitchFamily="49" charset="-122"/>
            </a:rPr>
            <a:t>，</a:t>
          </a:r>
          <a:r>
            <a:rPr lang="zh-CN" sz="1600" baseline="0" dirty="0" smtClean="0">
              <a:latin typeface="+mj-lt"/>
              <a:ea typeface="黑体" panose="02010609060101010101" pitchFamily="49" charset="-122"/>
            </a:rPr>
            <a:t>或对其</a:t>
          </a:r>
          <a:r>
            <a:rPr lang="zh-CN" sz="1600" i="0" baseline="0" dirty="0" smtClean="0">
              <a:latin typeface="+mj-lt"/>
              <a:ea typeface="黑体" panose="02010609060101010101" pitchFamily="49" charset="-122"/>
            </a:rPr>
            <a:t>修改能被检测到并且是明显的</a:t>
          </a:r>
          <a:r>
            <a:rPr lang="zh-CN" altLang="en-US" sz="1600" i="0" baseline="0" dirty="0" smtClean="0">
              <a:latin typeface="+mj-lt"/>
              <a:ea typeface="黑体" panose="02010609060101010101" pitchFamily="49" charset="-122"/>
            </a:rPr>
            <a:t>，说明软件是受保护的</a:t>
          </a:r>
          <a:r>
            <a:rPr lang="zh-CN" sz="1600" i="1" baseline="0" dirty="0" smtClean="0">
              <a:latin typeface="+mj-lt"/>
              <a:ea typeface="黑体" panose="02010609060101010101" pitchFamily="49" charset="-122"/>
            </a:rPr>
            <a:t>。</a:t>
          </a:r>
          <a:r>
            <a:rPr lang="zh-CN" sz="1600" baseline="0" dirty="0" smtClean="0">
              <a:latin typeface="+mj-lt"/>
              <a:ea typeface="黑体" panose="02010609060101010101" pitchFamily="49" charset="-122"/>
            </a:rPr>
            <a:t>例如</a:t>
          </a:r>
          <a:r>
            <a:rPr lang="zh-CN" altLang="en-US" sz="1600" baseline="0" dirty="0" smtClean="0">
              <a:latin typeface="+mj-lt"/>
              <a:ea typeface="黑体" panose="02010609060101010101" pitchFamily="49" charset="-122"/>
            </a:rPr>
            <a:t>除物理铅封以外，可以</a:t>
          </a:r>
          <a:r>
            <a:rPr lang="zh-CN" sz="1600" baseline="0" dirty="0" smtClean="0">
              <a:latin typeface="+mj-lt"/>
              <a:ea typeface="黑体" panose="02010609060101010101" pitchFamily="49" charset="-122"/>
            </a:rPr>
            <a:t>使用 软件标识管理</a:t>
          </a:r>
          <a:r>
            <a:rPr lang="zh-CN" altLang="en-US" sz="1600" baseline="0" dirty="0" smtClean="0">
              <a:latin typeface="+mj-lt"/>
              <a:ea typeface="黑体" panose="02010609060101010101" pitchFamily="49" charset="-122"/>
            </a:rPr>
            <a:t>和实现</a:t>
          </a:r>
          <a:r>
            <a:rPr lang="zh-CN" sz="1600" baseline="0" dirty="0" smtClean="0">
              <a:latin typeface="+mj-lt"/>
              <a:ea typeface="黑体" panose="02010609060101010101" pitchFamily="49" charset="-122"/>
            </a:rPr>
            <a:t>软件</a:t>
          </a:r>
          <a:r>
            <a:rPr lang="zh-CN" altLang="en-US" sz="1600" baseline="0" dirty="0" smtClean="0">
              <a:latin typeface="+mj-lt"/>
              <a:ea typeface="黑体" panose="02010609060101010101" pitchFamily="49" charset="-122"/>
            </a:rPr>
            <a:t>程序</a:t>
          </a:r>
          <a:r>
            <a:rPr lang="zh-CN" sz="1600" baseline="0" dirty="0" smtClean="0">
              <a:latin typeface="+mj-lt"/>
              <a:ea typeface="黑体" panose="02010609060101010101" pitchFamily="49" charset="-122"/>
            </a:rPr>
            <a:t>的保护，使用</a:t>
          </a:r>
          <a:r>
            <a:rPr lang="en-US" sz="1600" baseline="0" dirty="0" smtClean="0">
              <a:latin typeface="+mj-lt"/>
              <a:ea typeface="黑体" panose="02010609060101010101" pitchFamily="49" charset="-122"/>
            </a:rPr>
            <a:t>"audit trail"</a:t>
          </a:r>
          <a:r>
            <a:rPr lang="zh-CN" sz="1600" baseline="0" dirty="0" smtClean="0">
              <a:latin typeface="+mj-lt"/>
              <a:ea typeface="黑体" panose="02010609060101010101" pitchFamily="49" charset="-122"/>
            </a:rPr>
            <a:t>实现对</a:t>
          </a:r>
          <a:r>
            <a:rPr lang="zh-CN" altLang="en-US" sz="1600" baseline="0" dirty="0" smtClean="0">
              <a:latin typeface="+mj-lt"/>
              <a:ea typeface="黑体" panose="02010609060101010101" pitchFamily="49" charset="-122"/>
            </a:rPr>
            <a:t>法制相关</a:t>
          </a:r>
          <a:r>
            <a:rPr lang="zh-CN" sz="1600" baseline="0" dirty="0" smtClean="0">
              <a:latin typeface="+mj-lt"/>
              <a:ea typeface="黑体" panose="02010609060101010101" pitchFamily="49" charset="-122"/>
            </a:rPr>
            <a:t>参数的保护。</a:t>
          </a:r>
          <a:endParaRPr lang="zh-CN" sz="1600" dirty="0">
            <a:latin typeface="+mj-lt"/>
            <a:ea typeface="黑体" panose="02010609060101010101" pitchFamily="49" charset="-122"/>
          </a:endParaRPr>
        </a:p>
      </dgm:t>
    </dgm:pt>
    <dgm:pt modelId="{D91F0E7C-BAAE-4D64-A76C-693878821CE2}" type="parTrans" cxnId="{B61BE241-1FEC-4538-B89C-099C9CA95EC1}">
      <dgm:prSet/>
      <dgm:spPr/>
      <dgm:t>
        <a:bodyPr/>
        <a:lstStyle/>
        <a:p>
          <a:endParaRPr lang="zh-CN" altLang="en-US"/>
        </a:p>
      </dgm:t>
    </dgm:pt>
    <dgm:pt modelId="{CBBF1341-4347-4423-BDD0-BE275A270418}" type="sibTrans" cxnId="{B61BE241-1FEC-4538-B89C-099C9CA95EC1}">
      <dgm:prSet/>
      <dgm:spPr/>
      <dgm:t>
        <a:bodyPr/>
        <a:lstStyle/>
        <a:p>
          <a:endParaRPr lang="zh-CN" altLang="en-US"/>
        </a:p>
      </dgm:t>
    </dgm:pt>
    <dgm:pt modelId="{2C3877A7-3B95-4471-B3FB-A5CD7D106D3C}">
      <dgm:prSet custT="1"/>
      <dgm:spPr/>
      <dgm:t>
        <a:bodyPr anchor="t"/>
        <a:lstStyle/>
        <a:p>
          <a:pPr algn="l" rtl="0"/>
          <a:r>
            <a:rPr lang="zh-CN" sz="1600" dirty="0" smtClean="0">
              <a:latin typeface="+mj-lt"/>
              <a:ea typeface="黑体" panose="02010609060101010101" pitchFamily="49" charset="-122"/>
            </a:rPr>
            <a:t>软件标识</a:t>
          </a:r>
          <a:r>
            <a:rPr lang="en-US" altLang="zh-CN" sz="1600" dirty="0" smtClean="0">
              <a:latin typeface="+mj-lt"/>
              <a:ea typeface="黑体" panose="02010609060101010101" pitchFamily="49" charset="-122"/>
            </a:rPr>
            <a:t> Software Identification</a:t>
          </a:r>
          <a:r>
            <a:rPr lang="zh-CN" sz="1600" dirty="0" smtClean="0">
              <a:latin typeface="+mj-lt"/>
              <a:ea typeface="黑体" panose="02010609060101010101" pitchFamily="49" charset="-122"/>
            </a:rPr>
            <a:t>：</a:t>
          </a:r>
          <a:r>
            <a:rPr lang="en-US" sz="1600" dirty="0" smtClean="0">
              <a:latin typeface="+mj-lt"/>
              <a:ea typeface="黑体" panose="02010609060101010101" pitchFamily="49" charset="-122"/>
            </a:rPr>
            <a:t/>
          </a:r>
          <a:br>
            <a:rPr lang="en-US" sz="1600" dirty="0" smtClean="0">
              <a:latin typeface="+mj-lt"/>
              <a:ea typeface="黑体" panose="02010609060101010101" pitchFamily="49" charset="-122"/>
            </a:rPr>
          </a:br>
          <a:r>
            <a:rPr lang="zh-CN" sz="1600" dirty="0" smtClean="0">
              <a:latin typeface="+mj-lt"/>
              <a:ea typeface="黑体" panose="02010609060101010101" pitchFamily="49" charset="-122"/>
            </a:rPr>
            <a:t>一个可读的序列号，</a:t>
          </a:r>
          <a:r>
            <a:rPr lang="zh-CN" altLang="en-US" sz="1600" dirty="0" smtClean="0">
              <a:latin typeface="+mj-lt"/>
              <a:ea typeface="黑体" panose="02010609060101010101" pitchFamily="49" charset="-122"/>
            </a:rPr>
            <a:t>属于法制相关软件，</a:t>
          </a:r>
          <a:r>
            <a:rPr lang="zh-CN" sz="1600" dirty="0" smtClean="0">
              <a:latin typeface="+mj-lt"/>
              <a:ea typeface="黑体" panose="02010609060101010101" pitchFamily="49" charset="-122"/>
            </a:rPr>
            <a:t>与该软件有密不可分的唯一关系（如版本号，校验和）。软件标识对于软件控制的衡器</a:t>
          </a:r>
          <a:r>
            <a:rPr lang="zh-CN" altLang="en-US" sz="1600" dirty="0" smtClean="0">
              <a:latin typeface="+mj-lt"/>
              <a:ea typeface="黑体" panose="02010609060101010101" pitchFamily="49" charset="-122"/>
            </a:rPr>
            <a:t>的</a:t>
          </a:r>
          <a:r>
            <a:rPr lang="zh-CN" sz="1600" dirty="0" smtClean="0">
              <a:latin typeface="+mj-lt"/>
              <a:ea typeface="黑体" panose="02010609060101010101" pitchFamily="49" charset="-122"/>
            </a:rPr>
            <a:t>要求是强制的</a:t>
          </a:r>
          <a:r>
            <a:rPr lang="zh-CN" altLang="en-US" sz="1600" dirty="0" smtClean="0">
              <a:latin typeface="+mj-lt"/>
              <a:ea typeface="黑体" panose="02010609060101010101" pitchFamily="49" charset="-122"/>
            </a:rPr>
            <a:t>，与软件的类型无关。</a:t>
          </a:r>
          <a:endParaRPr lang="zh-CN" sz="1600" dirty="0">
            <a:latin typeface="+mj-lt"/>
            <a:ea typeface="黑体" panose="02010609060101010101" pitchFamily="49" charset="-122"/>
          </a:endParaRPr>
        </a:p>
      </dgm:t>
    </dgm:pt>
    <dgm:pt modelId="{1E8E2344-9F27-4347-BE1B-AF501AE69F15}" type="parTrans" cxnId="{3597C203-05B2-4785-B2E7-BDBF98D2C2F4}">
      <dgm:prSet/>
      <dgm:spPr/>
      <dgm:t>
        <a:bodyPr/>
        <a:lstStyle/>
        <a:p>
          <a:endParaRPr lang="zh-CN" altLang="en-US"/>
        </a:p>
      </dgm:t>
    </dgm:pt>
    <dgm:pt modelId="{1ABC3766-7F77-4BA1-BEF8-517998DC757E}" type="sibTrans" cxnId="{3597C203-05B2-4785-B2E7-BDBF98D2C2F4}">
      <dgm:prSet/>
      <dgm:spPr/>
      <dgm:t>
        <a:bodyPr/>
        <a:lstStyle/>
        <a:p>
          <a:endParaRPr lang="zh-CN" altLang="en-US"/>
        </a:p>
      </dgm:t>
    </dgm:pt>
    <dgm:pt modelId="{96740FAD-65AA-45AB-B32C-D35FD2A6B827}">
      <dgm:prSet custT="1"/>
      <dgm:spPr>
        <a:solidFill>
          <a:schemeClr val="bg2">
            <a:lumMod val="75000"/>
          </a:schemeClr>
        </a:solidFill>
      </dgm:spPr>
      <dgm:t>
        <a:bodyPr anchor="t"/>
        <a:lstStyle/>
        <a:p>
          <a:pPr algn="l" rtl="0"/>
          <a:r>
            <a:rPr lang="en-US" sz="1600" dirty="0" smtClean="0">
              <a:latin typeface="+mj-lt"/>
              <a:ea typeface="黑体" panose="02010609060101010101" pitchFamily="49" charset="-122"/>
            </a:rPr>
            <a:t>Audit trail</a:t>
          </a:r>
          <a:r>
            <a:rPr lang="zh-CN" sz="1600" dirty="0" smtClean="0">
              <a:latin typeface="+mj-lt"/>
              <a:ea typeface="黑体" panose="02010609060101010101" pitchFamily="49" charset="-122"/>
            </a:rPr>
            <a:t>：</a:t>
          </a:r>
          <a:r>
            <a:rPr lang="en-US" sz="1600" dirty="0" smtClean="0">
              <a:latin typeface="+mj-lt"/>
              <a:ea typeface="黑体" panose="02010609060101010101" pitchFamily="49" charset="-122"/>
            </a:rPr>
            <a:t/>
          </a:r>
          <a:br>
            <a:rPr lang="en-US" sz="1600" dirty="0" smtClean="0">
              <a:latin typeface="+mj-lt"/>
              <a:ea typeface="黑体" panose="02010609060101010101" pitchFamily="49" charset="-122"/>
            </a:rPr>
          </a:br>
          <a:r>
            <a:rPr lang="zh-CN" sz="1600" dirty="0" smtClean="0">
              <a:latin typeface="+mj-lt"/>
              <a:ea typeface="黑体" panose="02010609060101010101" pitchFamily="49" charset="-122"/>
            </a:rPr>
            <a:t>一个连续的数据文件包，含带时间印签的事件信息记录，例如对装置参数的修改，或软件更新，或法定相关以及可以影响计量特性的活动。</a:t>
          </a:r>
          <a:r>
            <a:rPr lang="en-US" altLang="zh-CN" sz="1600" dirty="0" smtClean="0">
              <a:latin typeface="+mj-lt"/>
              <a:ea typeface="黑体" panose="02010609060101010101" pitchFamily="49" charset="-122"/>
            </a:rPr>
            <a:t/>
          </a:r>
          <a:br>
            <a:rPr lang="en-US" altLang="zh-CN" sz="1600" dirty="0" smtClean="0">
              <a:latin typeface="+mj-lt"/>
              <a:ea typeface="黑体" panose="02010609060101010101" pitchFamily="49" charset="-122"/>
            </a:rPr>
          </a:br>
          <a:r>
            <a:rPr lang="en-US" sz="1600" dirty="0" smtClean="0">
              <a:latin typeface="+mj-lt"/>
              <a:ea typeface="黑体" panose="02010609060101010101" pitchFamily="49" charset="-122"/>
            </a:rPr>
            <a:t/>
          </a:r>
          <a:br>
            <a:rPr lang="en-US" sz="1600" dirty="0" smtClean="0">
              <a:latin typeface="+mj-lt"/>
              <a:ea typeface="黑体" panose="02010609060101010101" pitchFamily="49" charset="-122"/>
            </a:rPr>
          </a:br>
          <a:r>
            <a:rPr lang="en-US" sz="1600" dirty="0" smtClean="0">
              <a:latin typeface="+mj-lt"/>
              <a:ea typeface="黑体" panose="02010609060101010101" pitchFamily="49" charset="-122"/>
            </a:rPr>
            <a:t>audit trail </a:t>
          </a:r>
          <a:r>
            <a:rPr lang="zh-CN" sz="1600" dirty="0" smtClean="0">
              <a:latin typeface="+mj-lt"/>
              <a:ea typeface="黑体" panose="02010609060101010101" pitchFamily="49" charset="-122"/>
            </a:rPr>
            <a:t>可以是事件计数器 </a:t>
          </a:r>
          <a:r>
            <a:rPr lang="en-US" sz="1600" dirty="0" smtClean="0">
              <a:latin typeface="+mj-lt"/>
              <a:ea typeface="黑体" panose="02010609060101010101" pitchFamily="49" charset="-122"/>
            </a:rPr>
            <a:t>– event counter </a:t>
          </a:r>
          <a:r>
            <a:rPr lang="zh-CN" sz="1600" dirty="0" smtClean="0">
              <a:latin typeface="+mj-lt"/>
              <a:ea typeface="黑体" panose="02010609060101010101" pitchFamily="49" charset="-122"/>
            </a:rPr>
            <a:t>或</a:t>
          </a:r>
          <a:r>
            <a:rPr lang="en-US" altLang="zh-CN" sz="1600" dirty="0" smtClean="0">
              <a:latin typeface="+mj-lt"/>
              <a:ea typeface="黑体" panose="02010609060101010101" pitchFamily="49" charset="-122"/>
            </a:rPr>
            <a:t/>
          </a:r>
          <a:br>
            <a:rPr lang="en-US" altLang="zh-CN" sz="1600" dirty="0" smtClean="0">
              <a:latin typeface="+mj-lt"/>
              <a:ea typeface="黑体" panose="02010609060101010101" pitchFamily="49" charset="-122"/>
            </a:rPr>
          </a:br>
          <a:r>
            <a:rPr lang="en-US" altLang="zh-CN" sz="1600" dirty="0" smtClean="0">
              <a:latin typeface="+mj-lt"/>
              <a:ea typeface="黑体" panose="02010609060101010101" pitchFamily="49" charset="-122"/>
            </a:rPr>
            <a:t/>
          </a:r>
          <a:br>
            <a:rPr lang="en-US" altLang="zh-CN" sz="1600" dirty="0" smtClean="0">
              <a:latin typeface="+mj-lt"/>
              <a:ea typeface="黑体" panose="02010609060101010101" pitchFamily="49" charset="-122"/>
            </a:rPr>
          </a:br>
          <a:r>
            <a:rPr lang="zh-CN" sz="1600" dirty="0" smtClean="0">
              <a:latin typeface="+mj-lt"/>
              <a:ea typeface="黑体" panose="02010609060101010101" pitchFamily="49" charset="-122"/>
            </a:rPr>
            <a:t>事件记事簿 </a:t>
          </a:r>
          <a:r>
            <a:rPr lang="en-US" sz="1600" dirty="0" smtClean="0">
              <a:latin typeface="+mj-lt"/>
              <a:ea typeface="黑体" panose="02010609060101010101" pitchFamily="49" charset="-122"/>
            </a:rPr>
            <a:t>– event logger </a:t>
          </a:r>
          <a:br>
            <a:rPr lang="en-US" sz="1600" dirty="0" smtClean="0">
              <a:latin typeface="+mj-lt"/>
              <a:ea typeface="黑体" panose="02010609060101010101" pitchFamily="49" charset="-122"/>
            </a:rPr>
          </a:br>
          <a:r>
            <a:rPr lang="en-US" sz="1600" dirty="0" smtClean="0">
              <a:latin typeface="+mj-lt"/>
              <a:ea typeface="黑体" panose="02010609060101010101" pitchFamily="49" charset="-122"/>
            </a:rPr>
            <a:t/>
          </a:r>
          <a:br>
            <a:rPr lang="en-US" sz="1600" dirty="0" smtClean="0">
              <a:latin typeface="+mj-lt"/>
              <a:ea typeface="黑体" panose="02010609060101010101" pitchFamily="49" charset="-122"/>
            </a:rPr>
          </a:br>
          <a:r>
            <a:rPr lang="zh-CN" sz="1600" dirty="0" smtClean="0">
              <a:latin typeface="+mj-lt"/>
              <a:ea typeface="黑体" panose="02010609060101010101" pitchFamily="49" charset="-122"/>
            </a:rPr>
            <a:t>事件：修改衡器参数、调整因子或更新软件模块的行为。</a:t>
          </a:r>
          <a:endParaRPr lang="zh-CN" sz="1600" dirty="0">
            <a:latin typeface="+mj-lt"/>
            <a:ea typeface="黑体" panose="02010609060101010101" pitchFamily="49" charset="-122"/>
          </a:endParaRPr>
        </a:p>
      </dgm:t>
    </dgm:pt>
    <dgm:pt modelId="{05A922E6-A371-4707-8524-B5657CE3E69C}" type="parTrans" cxnId="{DAA6E7C7-C631-4B2C-B5DA-532E5FF3A459}">
      <dgm:prSet/>
      <dgm:spPr/>
      <dgm:t>
        <a:bodyPr/>
        <a:lstStyle/>
        <a:p>
          <a:endParaRPr lang="zh-CN" altLang="en-US"/>
        </a:p>
      </dgm:t>
    </dgm:pt>
    <dgm:pt modelId="{A62C5B3E-1D9C-4028-8959-7AB3ECC50FB5}" type="sibTrans" cxnId="{DAA6E7C7-C631-4B2C-B5DA-532E5FF3A459}">
      <dgm:prSet/>
      <dgm:spPr/>
      <dgm:t>
        <a:bodyPr/>
        <a:lstStyle/>
        <a:p>
          <a:endParaRPr lang="zh-CN" altLang="en-US"/>
        </a:p>
      </dgm:t>
    </dgm:pt>
    <dgm:pt modelId="{D1754DE9-4DDB-4DC5-A6D0-86902BDCE80B}" type="pres">
      <dgm:prSet presAssocID="{252AD712-9864-4486-8920-1D17A2A2E4EA}" presName="Name0" presStyleCnt="0">
        <dgm:presLayoutVars>
          <dgm:chPref val="1"/>
          <dgm:dir/>
          <dgm:animOne val="branch"/>
          <dgm:animLvl val="lvl"/>
          <dgm:resizeHandles/>
        </dgm:presLayoutVars>
      </dgm:prSet>
      <dgm:spPr/>
      <dgm:t>
        <a:bodyPr/>
        <a:lstStyle/>
        <a:p>
          <a:endParaRPr lang="zh-CN" altLang="en-US"/>
        </a:p>
      </dgm:t>
    </dgm:pt>
    <dgm:pt modelId="{A7E2ABED-88AF-48F2-9969-90BA0CC0C7F6}" type="pres">
      <dgm:prSet presAssocID="{31E1F5DD-B5FA-428A-A554-A75D01D1C453}" presName="vertOne" presStyleCnt="0"/>
      <dgm:spPr/>
    </dgm:pt>
    <dgm:pt modelId="{D5DAF7B3-F120-4E8E-97BB-889B90415258}" type="pres">
      <dgm:prSet presAssocID="{31E1F5DD-B5FA-428A-A554-A75D01D1C453}" presName="txOne" presStyleLbl="node0" presStyleIdx="0" presStyleCnt="1" custScaleX="92695" custScaleY="41091">
        <dgm:presLayoutVars>
          <dgm:chPref val="3"/>
        </dgm:presLayoutVars>
      </dgm:prSet>
      <dgm:spPr/>
      <dgm:t>
        <a:bodyPr/>
        <a:lstStyle/>
        <a:p>
          <a:endParaRPr lang="zh-CN" altLang="en-US"/>
        </a:p>
      </dgm:t>
    </dgm:pt>
    <dgm:pt modelId="{42BA409F-0E67-4BED-9CBF-D627246E1A77}" type="pres">
      <dgm:prSet presAssocID="{31E1F5DD-B5FA-428A-A554-A75D01D1C453}" presName="parTransOne" presStyleCnt="0"/>
      <dgm:spPr/>
    </dgm:pt>
    <dgm:pt modelId="{A5808F06-12EB-4F46-933D-749D6C77794E}" type="pres">
      <dgm:prSet presAssocID="{31E1F5DD-B5FA-428A-A554-A75D01D1C453}" presName="horzOne" presStyleCnt="0"/>
      <dgm:spPr/>
    </dgm:pt>
    <dgm:pt modelId="{0793DB31-576A-4479-AFC7-0061E0D9219D}" type="pres">
      <dgm:prSet presAssocID="{2C3877A7-3B95-4471-B3FB-A5CD7D106D3C}" presName="vertTwo" presStyleCnt="0"/>
      <dgm:spPr/>
    </dgm:pt>
    <dgm:pt modelId="{47008D6C-6116-474C-9FDF-7F3C0586AFAA}" type="pres">
      <dgm:prSet presAssocID="{2C3877A7-3B95-4471-B3FB-A5CD7D106D3C}" presName="txTwo" presStyleLbl="node2" presStyleIdx="0" presStyleCnt="2" custScaleX="44067" custLinFactNeighborX="3332" custLinFactNeighborY="-3360">
        <dgm:presLayoutVars>
          <dgm:chPref val="3"/>
        </dgm:presLayoutVars>
      </dgm:prSet>
      <dgm:spPr/>
      <dgm:t>
        <a:bodyPr/>
        <a:lstStyle/>
        <a:p>
          <a:endParaRPr lang="zh-CN" altLang="en-US"/>
        </a:p>
      </dgm:t>
    </dgm:pt>
    <dgm:pt modelId="{4C232DDE-72CD-4CC9-85A6-05405254B063}" type="pres">
      <dgm:prSet presAssocID="{2C3877A7-3B95-4471-B3FB-A5CD7D106D3C}" presName="horzTwo" presStyleCnt="0"/>
      <dgm:spPr/>
    </dgm:pt>
    <dgm:pt modelId="{91084797-DF34-47F0-B476-4921507D5C4A}" type="pres">
      <dgm:prSet presAssocID="{1ABC3766-7F77-4BA1-BEF8-517998DC757E}" presName="sibSpaceTwo" presStyleCnt="0"/>
      <dgm:spPr/>
    </dgm:pt>
    <dgm:pt modelId="{A399E008-5E78-4FBE-A121-D6C36CEE4034}" type="pres">
      <dgm:prSet presAssocID="{96740FAD-65AA-45AB-B32C-D35FD2A6B827}" presName="vertTwo" presStyleCnt="0"/>
      <dgm:spPr/>
    </dgm:pt>
    <dgm:pt modelId="{A5A202CB-DF1A-418F-A011-E89C7B1B18F7}" type="pres">
      <dgm:prSet presAssocID="{96740FAD-65AA-45AB-B32C-D35FD2A6B827}" presName="txTwo" presStyleLbl="node2" presStyleIdx="1" presStyleCnt="2" custScaleX="92817" custLinFactNeighborX="-4284" custLinFactNeighborY="-3360">
        <dgm:presLayoutVars>
          <dgm:chPref val="3"/>
        </dgm:presLayoutVars>
      </dgm:prSet>
      <dgm:spPr/>
      <dgm:t>
        <a:bodyPr/>
        <a:lstStyle/>
        <a:p>
          <a:endParaRPr lang="zh-CN" altLang="en-US"/>
        </a:p>
      </dgm:t>
    </dgm:pt>
    <dgm:pt modelId="{87B15977-A7B6-4900-B8CA-2A0AE21AB17E}" type="pres">
      <dgm:prSet presAssocID="{96740FAD-65AA-45AB-B32C-D35FD2A6B827}" presName="horzTwo" presStyleCnt="0"/>
      <dgm:spPr/>
    </dgm:pt>
  </dgm:ptLst>
  <dgm:cxnLst>
    <dgm:cxn modelId="{B61BE241-1FEC-4538-B89C-099C9CA95EC1}" srcId="{252AD712-9864-4486-8920-1D17A2A2E4EA}" destId="{31E1F5DD-B5FA-428A-A554-A75D01D1C453}" srcOrd="0" destOrd="0" parTransId="{D91F0E7C-BAAE-4D64-A76C-693878821CE2}" sibTransId="{CBBF1341-4347-4423-BDD0-BE275A270418}"/>
    <dgm:cxn modelId="{AB7F1BBC-2AE5-4F42-8955-70AC6E773B9F}" type="presOf" srcId="{252AD712-9864-4486-8920-1D17A2A2E4EA}" destId="{D1754DE9-4DDB-4DC5-A6D0-86902BDCE80B}" srcOrd="0" destOrd="0" presId="urn:microsoft.com/office/officeart/2005/8/layout/hierarchy4"/>
    <dgm:cxn modelId="{3597C203-05B2-4785-B2E7-BDBF98D2C2F4}" srcId="{31E1F5DD-B5FA-428A-A554-A75D01D1C453}" destId="{2C3877A7-3B95-4471-B3FB-A5CD7D106D3C}" srcOrd="0" destOrd="0" parTransId="{1E8E2344-9F27-4347-BE1B-AF501AE69F15}" sibTransId="{1ABC3766-7F77-4BA1-BEF8-517998DC757E}"/>
    <dgm:cxn modelId="{DAA6E7C7-C631-4B2C-B5DA-532E5FF3A459}" srcId="{31E1F5DD-B5FA-428A-A554-A75D01D1C453}" destId="{96740FAD-65AA-45AB-B32C-D35FD2A6B827}" srcOrd="1" destOrd="0" parTransId="{05A922E6-A371-4707-8524-B5657CE3E69C}" sibTransId="{A62C5B3E-1D9C-4028-8959-7AB3ECC50FB5}"/>
    <dgm:cxn modelId="{2082F568-4648-49F8-979C-46256CCE5308}" type="presOf" srcId="{2C3877A7-3B95-4471-B3FB-A5CD7D106D3C}" destId="{47008D6C-6116-474C-9FDF-7F3C0586AFAA}" srcOrd="0" destOrd="0" presId="urn:microsoft.com/office/officeart/2005/8/layout/hierarchy4"/>
    <dgm:cxn modelId="{5E4C606B-2768-4A32-94CD-73CBDB9E9FF7}" type="presOf" srcId="{96740FAD-65AA-45AB-B32C-D35FD2A6B827}" destId="{A5A202CB-DF1A-418F-A011-E89C7B1B18F7}" srcOrd="0" destOrd="0" presId="urn:microsoft.com/office/officeart/2005/8/layout/hierarchy4"/>
    <dgm:cxn modelId="{DF89253E-66AD-4AA6-A43E-54EEEA1B5266}" type="presOf" srcId="{31E1F5DD-B5FA-428A-A554-A75D01D1C453}" destId="{D5DAF7B3-F120-4E8E-97BB-889B90415258}" srcOrd="0" destOrd="0" presId="urn:microsoft.com/office/officeart/2005/8/layout/hierarchy4"/>
    <dgm:cxn modelId="{0C4D0854-43A8-443C-BC7C-9E06084E6DC8}" type="presParOf" srcId="{D1754DE9-4DDB-4DC5-A6D0-86902BDCE80B}" destId="{A7E2ABED-88AF-48F2-9969-90BA0CC0C7F6}" srcOrd="0" destOrd="0" presId="urn:microsoft.com/office/officeart/2005/8/layout/hierarchy4"/>
    <dgm:cxn modelId="{30D2EED5-79E1-4ED1-ADC6-2643030C2BA9}" type="presParOf" srcId="{A7E2ABED-88AF-48F2-9969-90BA0CC0C7F6}" destId="{D5DAF7B3-F120-4E8E-97BB-889B90415258}" srcOrd="0" destOrd="0" presId="urn:microsoft.com/office/officeart/2005/8/layout/hierarchy4"/>
    <dgm:cxn modelId="{F1D3ABE3-6CDC-4F6D-8580-9349B4B03AB6}" type="presParOf" srcId="{A7E2ABED-88AF-48F2-9969-90BA0CC0C7F6}" destId="{42BA409F-0E67-4BED-9CBF-D627246E1A77}" srcOrd="1" destOrd="0" presId="urn:microsoft.com/office/officeart/2005/8/layout/hierarchy4"/>
    <dgm:cxn modelId="{B8C8FD1D-E12D-4AA4-B088-12946DC6E290}" type="presParOf" srcId="{A7E2ABED-88AF-48F2-9969-90BA0CC0C7F6}" destId="{A5808F06-12EB-4F46-933D-749D6C77794E}" srcOrd="2" destOrd="0" presId="urn:microsoft.com/office/officeart/2005/8/layout/hierarchy4"/>
    <dgm:cxn modelId="{CD8403EA-C354-4D7C-A622-AA8DCF22413A}" type="presParOf" srcId="{A5808F06-12EB-4F46-933D-749D6C77794E}" destId="{0793DB31-576A-4479-AFC7-0061E0D9219D}" srcOrd="0" destOrd="0" presId="urn:microsoft.com/office/officeart/2005/8/layout/hierarchy4"/>
    <dgm:cxn modelId="{D2DD7F05-3945-479E-89F7-C54C3FE95E75}" type="presParOf" srcId="{0793DB31-576A-4479-AFC7-0061E0D9219D}" destId="{47008D6C-6116-474C-9FDF-7F3C0586AFAA}" srcOrd="0" destOrd="0" presId="urn:microsoft.com/office/officeart/2005/8/layout/hierarchy4"/>
    <dgm:cxn modelId="{881EF174-CADC-496C-9D24-074315EC7D18}" type="presParOf" srcId="{0793DB31-576A-4479-AFC7-0061E0D9219D}" destId="{4C232DDE-72CD-4CC9-85A6-05405254B063}" srcOrd="1" destOrd="0" presId="urn:microsoft.com/office/officeart/2005/8/layout/hierarchy4"/>
    <dgm:cxn modelId="{805DFD42-0D1A-40BD-8ADB-990617234F2A}" type="presParOf" srcId="{A5808F06-12EB-4F46-933D-749D6C77794E}" destId="{91084797-DF34-47F0-B476-4921507D5C4A}" srcOrd="1" destOrd="0" presId="urn:microsoft.com/office/officeart/2005/8/layout/hierarchy4"/>
    <dgm:cxn modelId="{C583941F-CA0F-4199-A2FB-43DA23AF0F1D}" type="presParOf" srcId="{A5808F06-12EB-4F46-933D-749D6C77794E}" destId="{A399E008-5E78-4FBE-A121-D6C36CEE4034}" srcOrd="2" destOrd="0" presId="urn:microsoft.com/office/officeart/2005/8/layout/hierarchy4"/>
    <dgm:cxn modelId="{8D6EB051-2110-4993-89A4-EEBACE5CB1AC}" type="presParOf" srcId="{A399E008-5E78-4FBE-A121-D6C36CEE4034}" destId="{A5A202CB-DF1A-418F-A011-E89C7B1B18F7}" srcOrd="0" destOrd="0" presId="urn:microsoft.com/office/officeart/2005/8/layout/hierarchy4"/>
    <dgm:cxn modelId="{E9419D77-CA12-4B2F-B982-9027AC4F8A8E}" type="presParOf" srcId="{A399E008-5E78-4FBE-A121-D6C36CEE4034}" destId="{87B15977-A7B6-4900-B8CA-2A0AE21AB17E}"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11778A4-C376-49C2-8B1B-17BD1B4587BE}"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zh-CN" altLang="en-US"/>
        </a:p>
      </dgm:t>
    </dgm:pt>
    <dgm:pt modelId="{3ECAB066-EC3F-4632-841C-1D108BE86BC2}">
      <dgm:prSet custT="1"/>
      <dgm:spPr/>
      <dgm:t>
        <a:bodyPr/>
        <a:lstStyle/>
        <a:p>
          <a:pPr rtl="0"/>
          <a:r>
            <a:rPr lang="en-US" altLang="zh-CN" sz="2800" b="1" dirty="0" smtClean="0">
              <a:latin typeface="+mj-lt"/>
            </a:rPr>
            <a:t>Audit Trail</a:t>
          </a:r>
          <a:endParaRPr lang="zh-CN" sz="2800" b="1" dirty="0">
            <a:latin typeface="+mj-lt"/>
          </a:endParaRPr>
        </a:p>
      </dgm:t>
    </dgm:pt>
    <dgm:pt modelId="{7DA3377A-4BC3-4B9B-ADCE-5EF05F388AC6}" type="parTrans" cxnId="{AA8C6F8E-1C28-402C-8FF8-FA16DDB0E643}">
      <dgm:prSet/>
      <dgm:spPr/>
      <dgm:t>
        <a:bodyPr/>
        <a:lstStyle/>
        <a:p>
          <a:endParaRPr lang="zh-CN" altLang="en-US">
            <a:latin typeface="+mj-lt"/>
          </a:endParaRPr>
        </a:p>
      </dgm:t>
    </dgm:pt>
    <dgm:pt modelId="{5D5234ED-4407-48AB-A277-00B88F904535}" type="sibTrans" cxnId="{AA8C6F8E-1C28-402C-8FF8-FA16DDB0E643}">
      <dgm:prSet/>
      <dgm:spPr/>
      <dgm:t>
        <a:bodyPr/>
        <a:lstStyle/>
        <a:p>
          <a:endParaRPr lang="zh-CN" altLang="en-US">
            <a:latin typeface="+mj-lt"/>
          </a:endParaRPr>
        </a:p>
      </dgm:t>
    </dgm:pt>
    <dgm:pt modelId="{28A90969-3DB6-4026-8B15-9C67ECA0A111}">
      <dgm:prSet custT="1"/>
      <dgm:spPr/>
      <dgm:t>
        <a:bodyPr/>
        <a:lstStyle/>
        <a:p>
          <a:pPr algn="l" rtl="0"/>
          <a:r>
            <a:rPr lang="zh-CN" sz="1600" dirty="0" smtClean="0">
              <a:latin typeface="+mj-lt"/>
              <a:ea typeface="黑体" panose="02010609060101010101" pitchFamily="49" charset="-122"/>
            </a:rPr>
            <a:t>事件计数器 </a:t>
          </a:r>
          <a:r>
            <a:rPr lang="en-US" sz="1600" dirty="0" smtClean="0">
              <a:latin typeface="+mj-lt"/>
              <a:ea typeface="黑体" panose="02010609060101010101" pitchFamily="49" charset="-122"/>
            </a:rPr>
            <a:t>event counter</a:t>
          </a:r>
          <a:br>
            <a:rPr lang="en-US" sz="1600" dirty="0" smtClean="0">
              <a:latin typeface="+mj-lt"/>
              <a:ea typeface="黑体" panose="02010609060101010101" pitchFamily="49" charset="-122"/>
            </a:rPr>
          </a:br>
          <a:r>
            <a:rPr lang="en-US" sz="1600" dirty="0" smtClean="0">
              <a:latin typeface="+mj-lt"/>
              <a:ea typeface="黑体" panose="02010609060101010101" pitchFamily="49" charset="-122"/>
            </a:rPr>
            <a:t/>
          </a:r>
          <a:br>
            <a:rPr lang="en-US" sz="1600" dirty="0" smtClean="0">
              <a:latin typeface="+mj-lt"/>
              <a:ea typeface="黑体" panose="02010609060101010101" pitchFamily="49" charset="-122"/>
            </a:rPr>
          </a:br>
          <a:r>
            <a:rPr lang="zh-CN" sz="1600" dirty="0" smtClean="0">
              <a:latin typeface="+mj-lt"/>
              <a:ea typeface="黑体" panose="02010609060101010101" pitchFamily="49" charset="-122"/>
            </a:rPr>
            <a:t>不可复位的计数器，每个增量代表衡器的特定运行模式一次启动，以及一个或多个特定参数的修改或一个参数的多次修改。通常采用双计数器结构，一个记录参考计数值，一个记录事件计数值，两个计数器的差或差的变化表示修改事件的发生</a:t>
          </a:r>
          <a:endParaRPr lang="zh-CN" sz="1600" dirty="0">
            <a:latin typeface="+mj-lt"/>
            <a:ea typeface="黑体" panose="02010609060101010101" pitchFamily="49" charset="-122"/>
          </a:endParaRPr>
        </a:p>
      </dgm:t>
    </dgm:pt>
    <dgm:pt modelId="{9C593047-11C1-45BA-A9E0-641E5B365858}" type="parTrans" cxnId="{97D0CC52-DB6F-465C-ABEB-46AF18AE64DC}">
      <dgm:prSet/>
      <dgm:spPr/>
      <dgm:t>
        <a:bodyPr/>
        <a:lstStyle/>
        <a:p>
          <a:endParaRPr lang="zh-CN" altLang="en-US">
            <a:latin typeface="+mj-lt"/>
          </a:endParaRPr>
        </a:p>
      </dgm:t>
    </dgm:pt>
    <dgm:pt modelId="{8BCBC1C7-5B6F-42CE-B4D7-065FC6330BC8}" type="sibTrans" cxnId="{97D0CC52-DB6F-465C-ABEB-46AF18AE64DC}">
      <dgm:prSet/>
      <dgm:spPr/>
      <dgm:t>
        <a:bodyPr/>
        <a:lstStyle/>
        <a:p>
          <a:endParaRPr lang="zh-CN" altLang="en-US">
            <a:latin typeface="+mj-lt"/>
          </a:endParaRPr>
        </a:p>
      </dgm:t>
    </dgm:pt>
    <dgm:pt modelId="{775FA894-1C8A-4828-9B8D-DCE39A038E53}">
      <dgm:prSet custT="1"/>
      <dgm:spPr>
        <a:solidFill>
          <a:schemeClr val="bg2"/>
        </a:solidFill>
      </dgm:spPr>
      <dgm:t>
        <a:bodyPr/>
        <a:lstStyle/>
        <a:p>
          <a:pPr algn="l" rtl="0"/>
          <a:r>
            <a:rPr lang="zh-CN" sz="1600" dirty="0" smtClean="0">
              <a:latin typeface="+mj-lt"/>
              <a:ea typeface="黑体" panose="02010609060101010101" pitchFamily="49" charset="-122"/>
            </a:rPr>
            <a:t>事件记事簿 </a:t>
          </a:r>
          <a:r>
            <a:rPr lang="en-US" sz="1600" dirty="0" smtClean="0">
              <a:latin typeface="+mj-lt"/>
              <a:ea typeface="黑体" panose="02010609060101010101" pitchFamily="49" charset="-122"/>
            </a:rPr>
            <a:t>event logger</a:t>
          </a:r>
          <a:br>
            <a:rPr lang="en-US" sz="1600" dirty="0" smtClean="0">
              <a:latin typeface="+mj-lt"/>
              <a:ea typeface="黑体" panose="02010609060101010101" pitchFamily="49" charset="-122"/>
            </a:rPr>
          </a:br>
          <a:r>
            <a:rPr lang="en-US" sz="1600" dirty="0" smtClean="0">
              <a:latin typeface="+mj-lt"/>
              <a:ea typeface="黑体" panose="02010609060101010101" pitchFamily="49" charset="-122"/>
            </a:rPr>
            <a:t/>
          </a:r>
          <a:br>
            <a:rPr lang="en-US" sz="1600" dirty="0" smtClean="0">
              <a:latin typeface="+mj-lt"/>
              <a:ea typeface="黑体" panose="02010609060101010101" pitchFamily="49" charset="-122"/>
            </a:rPr>
          </a:br>
          <a:r>
            <a:rPr lang="zh-CN" sz="1600" dirty="0" smtClean="0">
              <a:latin typeface="+mj-lt"/>
              <a:ea typeface="黑体" panose="02010609060101010101" pitchFamily="49" charset="-122"/>
            </a:rPr>
            <a:t>一个包括一系列记录的文件，每个记录包含装置特定参数变化事件的计数，改变参数的标识，参数改变的时间日期以及新的参数值。</a:t>
          </a:r>
          <a:endParaRPr lang="zh-CN" sz="1600" dirty="0">
            <a:latin typeface="+mj-lt"/>
            <a:ea typeface="黑体" panose="02010609060101010101" pitchFamily="49" charset="-122"/>
          </a:endParaRPr>
        </a:p>
      </dgm:t>
    </dgm:pt>
    <dgm:pt modelId="{6E4CA710-495A-4E72-9559-762DA395FB5B}" type="parTrans" cxnId="{01E4A496-1F65-4917-8545-D67154EA6D11}">
      <dgm:prSet/>
      <dgm:spPr/>
      <dgm:t>
        <a:bodyPr/>
        <a:lstStyle/>
        <a:p>
          <a:endParaRPr lang="zh-CN" altLang="en-US">
            <a:latin typeface="+mj-lt"/>
          </a:endParaRPr>
        </a:p>
      </dgm:t>
    </dgm:pt>
    <dgm:pt modelId="{A846BE59-5285-4840-B4CD-DB6FC0760494}" type="sibTrans" cxnId="{01E4A496-1F65-4917-8545-D67154EA6D11}">
      <dgm:prSet/>
      <dgm:spPr/>
      <dgm:t>
        <a:bodyPr/>
        <a:lstStyle/>
        <a:p>
          <a:endParaRPr lang="zh-CN" altLang="en-US">
            <a:latin typeface="+mj-lt"/>
          </a:endParaRPr>
        </a:p>
      </dgm:t>
    </dgm:pt>
    <dgm:pt modelId="{D816E3D1-DB6F-4442-B585-84F2CFBD38CC}" type="pres">
      <dgm:prSet presAssocID="{011778A4-C376-49C2-8B1B-17BD1B4587BE}" presName="theList" presStyleCnt="0">
        <dgm:presLayoutVars>
          <dgm:dir/>
          <dgm:animLvl val="lvl"/>
          <dgm:resizeHandles val="exact"/>
        </dgm:presLayoutVars>
      </dgm:prSet>
      <dgm:spPr/>
      <dgm:t>
        <a:bodyPr/>
        <a:lstStyle/>
        <a:p>
          <a:endParaRPr lang="zh-CN" altLang="en-US"/>
        </a:p>
      </dgm:t>
    </dgm:pt>
    <dgm:pt modelId="{1BB3163D-8F73-480D-B6C5-6A8D2CFE1575}" type="pres">
      <dgm:prSet presAssocID="{3ECAB066-EC3F-4632-841C-1D108BE86BC2}" presName="compNode" presStyleCnt="0"/>
      <dgm:spPr/>
    </dgm:pt>
    <dgm:pt modelId="{DE2CE9FF-A2B8-4010-A281-EDE3E09E1196}" type="pres">
      <dgm:prSet presAssocID="{3ECAB066-EC3F-4632-841C-1D108BE86BC2}" presName="aNode" presStyleLbl="bgShp" presStyleIdx="0" presStyleCnt="1" custLinFactNeighborY="279"/>
      <dgm:spPr/>
      <dgm:t>
        <a:bodyPr/>
        <a:lstStyle/>
        <a:p>
          <a:endParaRPr lang="zh-CN" altLang="en-US"/>
        </a:p>
      </dgm:t>
    </dgm:pt>
    <dgm:pt modelId="{79D96F3C-4B46-4086-A185-C4BCD34E3FEA}" type="pres">
      <dgm:prSet presAssocID="{3ECAB066-EC3F-4632-841C-1D108BE86BC2}" presName="textNode" presStyleLbl="bgShp" presStyleIdx="0" presStyleCnt="1"/>
      <dgm:spPr/>
      <dgm:t>
        <a:bodyPr/>
        <a:lstStyle/>
        <a:p>
          <a:endParaRPr lang="zh-CN" altLang="en-US"/>
        </a:p>
      </dgm:t>
    </dgm:pt>
    <dgm:pt modelId="{76385A0A-B780-441A-9942-30A4EDC1A757}" type="pres">
      <dgm:prSet presAssocID="{3ECAB066-EC3F-4632-841C-1D108BE86BC2}" presName="compChildNode" presStyleCnt="0"/>
      <dgm:spPr/>
    </dgm:pt>
    <dgm:pt modelId="{9140E47B-BA1A-4C42-82C7-FD66E3292500}" type="pres">
      <dgm:prSet presAssocID="{3ECAB066-EC3F-4632-841C-1D108BE86BC2}" presName="theInnerList" presStyleCnt="0"/>
      <dgm:spPr/>
    </dgm:pt>
    <dgm:pt modelId="{4C29799F-096A-4306-8011-DC81A391F0B3}" type="pres">
      <dgm:prSet presAssocID="{28A90969-3DB6-4026-8B15-9C67ECA0A111}" presName="childNode" presStyleLbl="node1" presStyleIdx="0" presStyleCnt="2" custScaleY="152329" custLinFactY="-18834" custLinFactNeighborY="-100000">
        <dgm:presLayoutVars>
          <dgm:bulletEnabled val="1"/>
        </dgm:presLayoutVars>
      </dgm:prSet>
      <dgm:spPr/>
      <dgm:t>
        <a:bodyPr/>
        <a:lstStyle/>
        <a:p>
          <a:endParaRPr lang="zh-CN" altLang="en-US"/>
        </a:p>
      </dgm:t>
    </dgm:pt>
    <dgm:pt modelId="{5F08D191-E358-41E4-A9D5-27CBDF612681}" type="pres">
      <dgm:prSet presAssocID="{28A90969-3DB6-4026-8B15-9C67ECA0A111}" presName="aSpace2" presStyleCnt="0"/>
      <dgm:spPr/>
    </dgm:pt>
    <dgm:pt modelId="{7B6E34A0-6DD8-4FC9-AF27-8571D11EE64C}" type="pres">
      <dgm:prSet presAssocID="{775FA894-1C8A-4828-9B8D-DCE39A038E53}" presName="childNode" presStyleLbl="node1" presStyleIdx="1" presStyleCnt="2" custScaleY="145213" custLinFactNeighborY="-98205">
        <dgm:presLayoutVars>
          <dgm:bulletEnabled val="1"/>
        </dgm:presLayoutVars>
      </dgm:prSet>
      <dgm:spPr/>
      <dgm:t>
        <a:bodyPr/>
        <a:lstStyle/>
        <a:p>
          <a:endParaRPr lang="zh-CN" altLang="en-US"/>
        </a:p>
      </dgm:t>
    </dgm:pt>
  </dgm:ptLst>
  <dgm:cxnLst>
    <dgm:cxn modelId="{97D0CC52-DB6F-465C-ABEB-46AF18AE64DC}" srcId="{3ECAB066-EC3F-4632-841C-1D108BE86BC2}" destId="{28A90969-3DB6-4026-8B15-9C67ECA0A111}" srcOrd="0" destOrd="0" parTransId="{9C593047-11C1-45BA-A9E0-641E5B365858}" sibTransId="{8BCBC1C7-5B6F-42CE-B4D7-065FC6330BC8}"/>
    <dgm:cxn modelId="{01E4A496-1F65-4917-8545-D67154EA6D11}" srcId="{3ECAB066-EC3F-4632-841C-1D108BE86BC2}" destId="{775FA894-1C8A-4828-9B8D-DCE39A038E53}" srcOrd="1" destOrd="0" parTransId="{6E4CA710-495A-4E72-9559-762DA395FB5B}" sibTransId="{A846BE59-5285-4840-B4CD-DB6FC0760494}"/>
    <dgm:cxn modelId="{44238608-83DA-4F02-836F-AE82C9D283B5}" type="presOf" srcId="{3ECAB066-EC3F-4632-841C-1D108BE86BC2}" destId="{DE2CE9FF-A2B8-4010-A281-EDE3E09E1196}" srcOrd="0" destOrd="0" presId="urn:microsoft.com/office/officeart/2005/8/layout/lProcess2"/>
    <dgm:cxn modelId="{E977DCE6-7754-4D5A-A3E9-1443C619E09B}" type="presOf" srcId="{3ECAB066-EC3F-4632-841C-1D108BE86BC2}" destId="{79D96F3C-4B46-4086-A185-C4BCD34E3FEA}" srcOrd="1" destOrd="0" presId="urn:microsoft.com/office/officeart/2005/8/layout/lProcess2"/>
    <dgm:cxn modelId="{AA8C6F8E-1C28-402C-8FF8-FA16DDB0E643}" srcId="{011778A4-C376-49C2-8B1B-17BD1B4587BE}" destId="{3ECAB066-EC3F-4632-841C-1D108BE86BC2}" srcOrd="0" destOrd="0" parTransId="{7DA3377A-4BC3-4B9B-ADCE-5EF05F388AC6}" sibTransId="{5D5234ED-4407-48AB-A277-00B88F904535}"/>
    <dgm:cxn modelId="{0DE7BA16-D710-40B6-8AA1-2BA2CB2AEECF}" type="presOf" srcId="{28A90969-3DB6-4026-8B15-9C67ECA0A111}" destId="{4C29799F-096A-4306-8011-DC81A391F0B3}" srcOrd="0" destOrd="0" presId="urn:microsoft.com/office/officeart/2005/8/layout/lProcess2"/>
    <dgm:cxn modelId="{3D04B1E6-B0C0-4DFE-922A-F5AA00BA81B6}" type="presOf" srcId="{011778A4-C376-49C2-8B1B-17BD1B4587BE}" destId="{D816E3D1-DB6F-4442-B585-84F2CFBD38CC}" srcOrd="0" destOrd="0" presId="urn:microsoft.com/office/officeart/2005/8/layout/lProcess2"/>
    <dgm:cxn modelId="{F915096B-A4DB-4DF6-AC13-F02C584C45CE}" type="presOf" srcId="{775FA894-1C8A-4828-9B8D-DCE39A038E53}" destId="{7B6E34A0-6DD8-4FC9-AF27-8571D11EE64C}" srcOrd="0" destOrd="0" presId="urn:microsoft.com/office/officeart/2005/8/layout/lProcess2"/>
    <dgm:cxn modelId="{CB75D2D7-11BA-4D15-AF97-0B3D5F05E8A8}" type="presParOf" srcId="{D816E3D1-DB6F-4442-B585-84F2CFBD38CC}" destId="{1BB3163D-8F73-480D-B6C5-6A8D2CFE1575}" srcOrd="0" destOrd="0" presId="urn:microsoft.com/office/officeart/2005/8/layout/lProcess2"/>
    <dgm:cxn modelId="{34906356-C78C-4BEF-B1DD-A0AD6F43C9BC}" type="presParOf" srcId="{1BB3163D-8F73-480D-B6C5-6A8D2CFE1575}" destId="{DE2CE9FF-A2B8-4010-A281-EDE3E09E1196}" srcOrd="0" destOrd="0" presId="urn:microsoft.com/office/officeart/2005/8/layout/lProcess2"/>
    <dgm:cxn modelId="{03B2FE0A-EFDD-414E-B89E-E04E8C29AC86}" type="presParOf" srcId="{1BB3163D-8F73-480D-B6C5-6A8D2CFE1575}" destId="{79D96F3C-4B46-4086-A185-C4BCD34E3FEA}" srcOrd="1" destOrd="0" presId="urn:microsoft.com/office/officeart/2005/8/layout/lProcess2"/>
    <dgm:cxn modelId="{1BD57008-1FF2-45F6-995C-805C75E56A78}" type="presParOf" srcId="{1BB3163D-8F73-480D-B6C5-6A8D2CFE1575}" destId="{76385A0A-B780-441A-9942-30A4EDC1A757}" srcOrd="2" destOrd="0" presId="urn:microsoft.com/office/officeart/2005/8/layout/lProcess2"/>
    <dgm:cxn modelId="{176A0437-E283-427B-9E8A-EA8B56E79541}" type="presParOf" srcId="{76385A0A-B780-441A-9942-30A4EDC1A757}" destId="{9140E47B-BA1A-4C42-82C7-FD66E3292500}" srcOrd="0" destOrd="0" presId="urn:microsoft.com/office/officeart/2005/8/layout/lProcess2"/>
    <dgm:cxn modelId="{AFF0C1B3-A973-45F8-ABD3-AC10DFD8E225}" type="presParOf" srcId="{9140E47B-BA1A-4C42-82C7-FD66E3292500}" destId="{4C29799F-096A-4306-8011-DC81A391F0B3}" srcOrd="0" destOrd="0" presId="urn:microsoft.com/office/officeart/2005/8/layout/lProcess2"/>
    <dgm:cxn modelId="{548126A6-F21E-4F1E-89A5-B6B5F700846F}" type="presParOf" srcId="{9140E47B-BA1A-4C42-82C7-FD66E3292500}" destId="{5F08D191-E358-41E4-A9D5-27CBDF612681}" srcOrd="1" destOrd="0" presId="urn:microsoft.com/office/officeart/2005/8/layout/lProcess2"/>
    <dgm:cxn modelId="{D7AD499E-A665-447B-8FF3-E6B790C8E1AF}" type="presParOf" srcId="{9140E47B-BA1A-4C42-82C7-FD66E3292500}" destId="{7B6E34A0-6DD8-4FC9-AF27-8571D11EE64C}"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587B8A-F54D-4258-81E5-3512BD23DA2C}"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zh-CN" altLang="en-US"/>
        </a:p>
      </dgm:t>
    </dgm:pt>
    <dgm:pt modelId="{6CDCF80F-9A2F-4423-BFB7-56DA785B11D0}">
      <dgm:prSet custT="1"/>
      <dgm:spPr>
        <a:solidFill>
          <a:schemeClr val="tx1"/>
        </a:solidFill>
      </dgm:spPr>
      <dgm:t>
        <a:bodyPr/>
        <a:lstStyle/>
        <a:p>
          <a:pPr rtl="0"/>
          <a:r>
            <a:rPr lang="zh-CN" sz="2000" b="1" baseline="0" smtClean="0">
              <a:latin typeface="+mj-lt"/>
              <a:ea typeface="黑体" panose="02010609060101010101" pitchFamily="49" charset="-122"/>
            </a:rPr>
            <a:t>软件修改 </a:t>
          </a:r>
          <a:r>
            <a:rPr lang="en-US" sz="2000" b="1" baseline="0" smtClean="0">
              <a:latin typeface="+mj-lt"/>
              <a:ea typeface="黑体" panose="02010609060101010101" pitchFamily="49" charset="-122"/>
            </a:rPr>
            <a:t>change of software</a:t>
          </a:r>
          <a:endParaRPr lang="zh-CN" sz="2000" b="1">
            <a:latin typeface="+mj-lt"/>
            <a:ea typeface="黑体" panose="02010609060101010101" pitchFamily="49" charset="-122"/>
          </a:endParaRPr>
        </a:p>
      </dgm:t>
    </dgm:pt>
    <dgm:pt modelId="{1D64C779-0A66-4712-9C5B-FDBA7EB076B1}" type="parTrans" cxnId="{E5F1B815-E5A2-4ED0-9D4B-FF6AA568C341}">
      <dgm:prSet/>
      <dgm:spPr/>
      <dgm:t>
        <a:bodyPr/>
        <a:lstStyle/>
        <a:p>
          <a:endParaRPr lang="zh-CN" altLang="en-US"/>
        </a:p>
      </dgm:t>
    </dgm:pt>
    <dgm:pt modelId="{0C28980D-54F3-4C92-A788-495749C9CD26}" type="sibTrans" cxnId="{E5F1B815-E5A2-4ED0-9D4B-FF6AA568C341}">
      <dgm:prSet/>
      <dgm:spPr/>
      <dgm:t>
        <a:bodyPr/>
        <a:lstStyle/>
        <a:p>
          <a:endParaRPr lang="zh-CN" altLang="en-US"/>
        </a:p>
      </dgm:t>
    </dgm:pt>
    <dgm:pt modelId="{4FE910BA-8EAB-470A-ADF5-9D0A4CB3CF9C}">
      <dgm:prSet custT="1"/>
      <dgm:spPr>
        <a:solidFill>
          <a:schemeClr val="bg2"/>
        </a:solidFill>
      </dgm:spPr>
      <dgm:t>
        <a:bodyPr/>
        <a:lstStyle/>
        <a:p>
          <a:pPr algn="l" rtl="0"/>
          <a:r>
            <a:rPr lang="zh-CN" sz="1600" dirty="0" smtClean="0">
              <a:latin typeface="+mj-lt"/>
              <a:ea typeface="黑体" panose="02010609060101010101" pitchFamily="49" charset="-122"/>
            </a:rPr>
            <a:t>无意修改</a:t>
          </a:r>
          <a:r>
            <a:rPr lang="en-US" sz="1600" dirty="0" smtClean="0">
              <a:latin typeface="+mj-lt"/>
              <a:ea typeface="黑体" panose="02010609060101010101" pitchFamily="49" charset="-122"/>
            </a:rPr>
            <a:t>unintentional</a:t>
          </a:r>
          <a:r>
            <a:rPr lang="zh-CN" sz="1600" dirty="0" smtClean="0">
              <a:latin typeface="+mj-lt"/>
              <a:ea typeface="黑体" panose="02010609060101010101" pitchFamily="49" charset="-122"/>
            </a:rPr>
            <a:t> </a:t>
          </a:r>
          <a:r>
            <a:rPr lang="en-US" sz="1600" dirty="0" smtClean="0">
              <a:latin typeface="+mj-lt"/>
              <a:ea typeface="黑体" panose="02010609060101010101" pitchFamily="49" charset="-122"/>
            </a:rPr>
            <a:t>change</a:t>
          </a:r>
          <a:br>
            <a:rPr lang="en-US" sz="1600" dirty="0" smtClean="0">
              <a:latin typeface="+mj-lt"/>
              <a:ea typeface="黑体" panose="02010609060101010101" pitchFamily="49" charset="-122"/>
            </a:rPr>
          </a:br>
          <a:r>
            <a:rPr lang="zh-CN" sz="1600" dirty="0" smtClean="0">
              <a:latin typeface="+mj-lt"/>
              <a:ea typeface="黑体" panose="02010609060101010101" pitchFamily="49" charset="-122"/>
            </a:rPr>
            <a:t>法定相关软件或参数的修改是衡器用户无意进行的。</a:t>
          </a:r>
          <a:endParaRPr lang="zh-CN" sz="1600" dirty="0">
            <a:latin typeface="+mj-lt"/>
            <a:ea typeface="黑体" panose="02010609060101010101" pitchFamily="49" charset="-122"/>
          </a:endParaRPr>
        </a:p>
      </dgm:t>
    </dgm:pt>
    <dgm:pt modelId="{05103BE5-4014-4153-BDF0-9DA4409A9C51}" type="parTrans" cxnId="{F2F65831-D61A-4B3D-A9AF-B6FEB9749183}">
      <dgm:prSet/>
      <dgm:spPr/>
      <dgm:t>
        <a:bodyPr/>
        <a:lstStyle/>
        <a:p>
          <a:endParaRPr lang="zh-CN" altLang="en-US"/>
        </a:p>
      </dgm:t>
    </dgm:pt>
    <dgm:pt modelId="{CE108D01-6E04-41EE-8250-7C32B6B9BE6C}" type="sibTrans" cxnId="{F2F65831-D61A-4B3D-A9AF-B6FEB9749183}">
      <dgm:prSet/>
      <dgm:spPr/>
      <dgm:t>
        <a:bodyPr/>
        <a:lstStyle/>
        <a:p>
          <a:endParaRPr lang="zh-CN" altLang="en-US"/>
        </a:p>
      </dgm:t>
    </dgm:pt>
    <dgm:pt modelId="{061E0C5F-9DA9-4A85-A7AA-A2CF59282B0F}">
      <dgm:prSet custT="1"/>
      <dgm:spPr>
        <a:solidFill>
          <a:schemeClr val="accent1"/>
        </a:solidFill>
      </dgm:spPr>
      <dgm:t>
        <a:bodyPr/>
        <a:lstStyle/>
        <a:p>
          <a:pPr algn="l" rtl="0"/>
          <a:r>
            <a:rPr lang="zh-CN" sz="1600" dirty="0" smtClean="0">
              <a:latin typeface="+mj-lt"/>
              <a:ea typeface="黑体" panose="02010609060101010101" pitchFamily="49" charset="-122"/>
            </a:rPr>
            <a:t>使用一般软件工具有意修改 </a:t>
          </a:r>
          <a:r>
            <a:rPr lang="en-US" sz="1600" dirty="0" smtClean="0">
              <a:latin typeface="+mj-lt"/>
              <a:ea typeface="黑体" panose="02010609060101010101" pitchFamily="49" charset="-122"/>
            </a:rPr>
            <a:t>intentional change with common software tools</a:t>
          </a:r>
          <a:br>
            <a:rPr lang="en-US" sz="1600" dirty="0" smtClean="0">
              <a:latin typeface="+mj-lt"/>
              <a:ea typeface="黑体" panose="02010609060101010101" pitchFamily="49" charset="-122"/>
            </a:rPr>
          </a:br>
          <a:r>
            <a:rPr lang="zh-CN" sz="1600" dirty="0" smtClean="0">
              <a:latin typeface="+mj-lt"/>
              <a:ea typeface="黑体" panose="02010609060101010101" pitchFamily="49" charset="-122"/>
            </a:rPr>
            <a:t>法定相关软件的修改是使用自身功能或通用软件工具以及公众具有的通用技术知识进行的。</a:t>
          </a:r>
          <a:r>
            <a:rPr lang="en-US" sz="1600" dirty="0" smtClean="0">
              <a:latin typeface="+mj-lt"/>
              <a:ea typeface="黑体" panose="02010609060101010101" pitchFamily="49" charset="-122"/>
            </a:rPr>
            <a:t/>
          </a:r>
          <a:br>
            <a:rPr lang="en-US" sz="1600" dirty="0" smtClean="0">
              <a:latin typeface="+mj-lt"/>
              <a:ea typeface="黑体" panose="02010609060101010101" pitchFamily="49" charset="-122"/>
            </a:rPr>
          </a:br>
          <a:r>
            <a:rPr lang="zh-CN" sz="1600" dirty="0" smtClean="0">
              <a:latin typeface="+mj-lt"/>
              <a:ea typeface="黑体" panose="02010609060101010101" pitchFamily="49" charset="-122"/>
            </a:rPr>
            <a:t>一般通用软件工具指文本编辑软件。</a:t>
          </a:r>
          <a:endParaRPr lang="zh-CN" sz="1600" dirty="0">
            <a:latin typeface="+mj-lt"/>
            <a:ea typeface="黑体" panose="02010609060101010101" pitchFamily="49" charset="-122"/>
          </a:endParaRPr>
        </a:p>
      </dgm:t>
    </dgm:pt>
    <dgm:pt modelId="{14FFAD78-43EF-4442-BDCF-F0B7E2D644D3}" type="parTrans" cxnId="{4CA61A7C-1FB6-4157-AE86-37C9B6109B9E}">
      <dgm:prSet/>
      <dgm:spPr/>
      <dgm:t>
        <a:bodyPr/>
        <a:lstStyle/>
        <a:p>
          <a:endParaRPr lang="zh-CN" altLang="en-US"/>
        </a:p>
      </dgm:t>
    </dgm:pt>
    <dgm:pt modelId="{23FD3DE1-9246-4206-8694-2D7B153FF5D9}" type="sibTrans" cxnId="{4CA61A7C-1FB6-4157-AE86-37C9B6109B9E}">
      <dgm:prSet/>
      <dgm:spPr/>
      <dgm:t>
        <a:bodyPr/>
        <a:lstStyle/>
        <a:p>
          <a:endParaRPr lang="zh-CN" altLang="en-US"/>
        </a:p>
      </dgm:t>
    </dgm:pt>
    <dgm:pt modelId="{0992D094-78D4-4A04-9C5A-97B12FAC594F}">
      <dgm:prSet custT="1"/>
      <dgm:spPr>
        <a:solidFill>
          <a:schemeClr val="accent6"/>
        </a:solidFill>
      </dgm:spPr>
      <dgm:t>
        <a:bodyPr/>
        <a:lstStyle/>
        <a:p>
          <a:pPr algn="l" rtl="0"/>
          <a:r>
            <a:rPr lang="zh-CN" sz="1600" dirty="0" smtClean="0">
              <a:latin typeface="+mj-lt"/>
              <a:ea typeface="黑体" panose="02010609060101010101" pitchFamily="49" charset="-122"/>
            </a:rPr>
            <a:t>使用特殊软件工具恶意修改 </a:t>
          </a:r>
          <a:r>
            <a:rPr lang="en-US" sz="1600" dirty="0" smtClean="0">
              <a:latin typeface="+mj-lt"/>
              <a:ea typeface="黑体" panose="02010609060101010101" pitchFamily="49" charset="-122"/>
            </a:rPr>
            <a:t>intentional change with special software tools</a:t>
          </a:r>
          <a:br>
            <a:rPr lang="en-US" sz="1600" dirty="0" smtClean="0">
              <a:latin typeface="+mj-lt"/>
              <a:ea typeface="黑体" panose="02010609060101010101" pitchFamily="49" charset="-122"/>
            </a:rPr>
          </a:br>
          <a:r>
            <a:rPr lang="zh-CN" sz="1600" dirty="0" smtClean="0">
              <a:latin typeface="+mj-lt"/>
              <a:ea typeface="黑体" panose="02010609060101010101" pitchFamily="49" charset="-122"/>
            </a:rPr>
            <a:t>操纵或仿真法定相关软件，使用特殊软件工具和不是公众具有的通用技术知识进行的修改。</a:t>
          </a:r>
          <a:endParaRPr lang="zh-CN" sz="1600" dirty="0">
            <a:latin typeface="+mj-lt"/>
            <a:ea typeface="黑体" panose="02010609060101010101" pitchFamily="49" charset="-122"/>
          </a:endParaRPr>
        </a:p>
      </dgm:t>
    </dgm:pt>
    <dgm:pt modelId="{BAEABCED-2F0B-4626-A7A0-8686E961C893}" type="parTrans" cxnId="{33B21A09-DED3-476A-82E7-81A2C5109F66}">
      <dgm:prSet/>
      <dgm:spPr/>
      <dgm:t>
        <a:bodyPr/>
        <a:lstStyle/>
        <a:p>
          <a:endParaRPr lang="zh-CN" altLang="en-US"/>
        </a:p>
      </dgm:t>
    </dgm:pt>
    <dgm:pt modelId="{454E6188-F324-4EC8-8DA2-E8DD90F8D539}" type="sibTrans" cxnId="{33B21A09-DED3-476A-82E7-81A2C5109F66}">
      <dgm:prSet/>
      <dgm:spPr/>
      <dgm:t>
        <a:bodyPr/>
        <a:lstStyle/>
        <a:p>
          <a:endParaRPr lang="zh-CN" altLang="en-US"/>
        </a:p>
      </dgm:t>
    </dgm:pt>
    <dgm:pt modelId="{C6AA966B-6A1C-4467-89CE-F7C35154E7F2}">
      <dgm:prSet custT="1"/>
      <dgm:spPr>
        <a:solidFill>
          <a:schemeClr val="tx1"/>
        </a:solidFill>
      </dgm:spPr>
      <dgm:t>
        <a:bodyPr/>
        <a:lstStyle/>
        <a:p>
          <a:pPr algn="l" rtl="0"/>
          <a:r>
            <a:rPr lang="zh-CN" altLang="en-US" sz="1600" dirty="0" smtClean="0">
              <a:latin typeface="+mj-lt"/>
              <a:ea typeface="黑体" panose="02010609060101010101" pitchFamily="49" charset="-122"/>
            </a:rPr>
            <a:t>软件保护后前面两种修改是不可能的，后面的恶意修改是刑事犯罪。</a:t>
          </a:r>
          <a:endParaRPr lang="zh-CN" altLang="en-US" sz="1600" dirty="0">
            <a:latin typeface="+mj-lt"/>
            <a:ea typeface="黑体" panose="02010609060101010101" pitchFamily="49" charset="-122"/>
          </a:endParaRPr>
        </a:p>
      </dgm:t>
    </dgm:pt>
    <dgm:pt modelId="{813F0C92-5872-49F0-B1EE-5E36232B6DB5}" type="parTrans" cxnId="{03C2F440-1DD9-439B-BB67-31FC9CBDB73F}">
      <dgm:prSet/>
      <dgm:spPr/>
      <dgm:t>
        <a:bodyPr/>
        <a:lstStyle/>
        <a:p>
          <a:endParaRPr lang="zh-CN" altLang="en-US"/>
        </a:p>
      </dgm:t>
    </dgm:pt>
    <dgm:pt modelId="{24A3BCDB-1ADB-4740-91B4-D954FAD287C9}" type="sibTrans" cxnId="{03C2F440-1DD9-439B-BB67-31FC9CBDB73F}">
      <dgm:prSet/>
      <dgm:spPr/>
      <dgm:t>
        <a:bodyPr/>
        <a:lstStyle/>
        <a:p>
          <a:endParaRPr lang="zh-CN" altLang="en-US"/>
        </a:p>
      </dgm:t>
    </dgm:pt>
    <dgm:pt modelId="{A5770E11-39FE-4570-A005-03534A735B0C}" type="pres">
      <dgm:prSet presAssocID="{AF587B8A-F54D-4258-81E5-3512BD23DA2C}" presName="Name0" presStyleCnt="0">
        <dgm:presLayoutVars>
          <dgm:chPref val="1"/>
          <dgm:dir/>
          <dgm:animOne val="branch"/>
          <dgm:animLvl val="lvl"/>
          <dgm:resizeHandles val="exact"/>
        </dgm:presLayoutVars>
      </dgm:prSet>
      <dgm:spPr/>
      <dgm:t>
        <a:bodyPr/>
        <a:lstStyle/>
        <a:p>
          <a:endParaRPr lang="zh-CN" altLang="en-US"/>
        </a:p>
      </dgm:t>
    </dgm:pt>
    <dgm:pt modelId="{632A4B89-CF7E-403D-98F8-ED09781D7626}" type="pres">
      <dgm:prSet presAssocID="{6CDCF80F-9A2F-4423-BFB7-56DA785B11D0}" presName="root1" presStyleCnt="0"/>
      <dgm:spPr/>
    </dgm:pt>
    <dgm:pt modelId="{E27FD922-74D5-40EF-8AD2-1EFE2A828F59}" type="pres">
      <dgm:prSet presAssocID="{6CDCF80F-9A2F-4423-BFB7-56DA785B11D0}" presName="LevelOneTextNode" presStyleLbl="node0" presStyleIdx="0" presStyleCnt="1">
        <dgm:presLayoutVars>
          <dgm:chPref val="3"/>
        </dgm:presLayoutVars>
      </dgm:prSet>
      <dgm:spPr/>
      <dgm:t>
        <a:bodyPr/>
        <a:lstStyle/>
        <a:p>
          <a:endParaRPr lang="zh-CN" altLang="en-US"/>
        </a:p>
      </dgm:t>
    </dgm:pt>
    <dgm:pt modelId="{CEF87E95-C3BB-49C1-8468-1D41391BBBB8}" type="pres">
      <dgm:prSet presAssocID="{6CDCF80F-9A2F-4423-BFB7-56DA785B11D0}" presName="level2hierChild" presStyleCnt="0"/>
      <dgm:spPr/>
    </dgm:pt>
    <dgm:pt modelId="{0EC36FB4-02B0-4381-AA30-01A03CD079B2}" type="pres">
      <dgm:prSet presAssocID="{05103BE5-4014-4153-BDF0-9DA4409A9C51}" presName="conn2-1" presStyleLbl="parChTrans1D2" presStyleIdx="0" presStyleCnt="4"/>
      <dgm:spPr/>
      <dgm:t>
        <a:bodyPr/>
        <a:lstStyle/>
        <a:p>
          <a:endParaRPr lang="zh-CN" altLang="en-US"/>
        </a:p>
      </dgm:t>
    </dgm:pt>
    <dgm:pt modelId="{2EE877F3-4EA2-4D04-99DF-011DFA627D62}" type="pres">
      <dgm:prSet presAssocID="{05103BE5-4014-4153-BDF0-9DA4409A9C51}" presName="connTx" presStyleLbl="parChTrans1D2" presStyleIdx="0" presStyleCnt="4"/>
      <dgm:spPr/>
      <dgm:t>
        <a:bodyPr/>
        <a:lstStyle/>
        <a:p>
          <a:endParaRPr lang="zh-CN" altLang="en-US"/>
        </a:p>
      </dgm:t>
    </dgm:pt>
    <dgm:pt modelId="{10EB1D58-9E3D-48C7-A8F1-AAAD726EA343}" type="pres">
      <dgm:prSet presAssocID="{4FE910BA-8EAB-470A-ADF5-9D0A4CB3CF9C}" presName="root2" presStyleCnt="0"/>
      <dgm:spPr/>
    </dgm:pt>
    <dgm:pt modelId="{05BC0783-463A-447A-BB29-468B20957A3A}" type="pres">
      <dgm:prSet presAssocID="{4FE910BA-8EAB-470A-ADF5-9D0A4CB3CF9C}" presName="LevelTwoTextNode" presStyleLbl="node2" presStyleIdx="0" presStyleCnt="4" custScaleX="210434" custScaleY="85308" custLinFactNeighborY="-6371">
        <dgm:presLayoutVars>
          <dgm:chPref val="3"/>
        </dgm:presLayoutVars>
      </dgm:prSet>
      <dgm:spPr/>
      <dgm:t>
        <a:bodyPr/>
        <a:lstStyle/>
        <a:p>
          <a:endParaRPr lang="zh-CN" altLang="en-US"/>
        </a:p>
      </dgm:t>
    </dgm:pt>
    <dgm:pt modelId="{15C76BB0-FF1A-4D2D-A6DE-F7294CFC7D27}" type="pres">
      <dgm:prSet presAssocID="{4FE910BA-8EAB-470A-ADF5-9D0A4CB3CF9C}" presName="level3hierChild" presStyleCnt="0"/>
      <dgm:spPr/>
    </dgm:pt>
    <dgm:pt modelId="{70C40C25-4485-41AF-88C8-B338A79F1FD1}" type="pres">
      <dgm:prSet presAssocID="{14FFAD78-43EF-4442-BDCF-F0B7E2D644D3}" presName="conn2-1" presStyleLbl="parChTrans1D2" presStyleIdx="1" presStyleCnt="4"/>
      <dgm:spPr/>
      <dgm:t>
        <a:bodyPr/>
        <a:lstStyle/>
        <a:p>
          <a:endParaRPr lang="zh-CN" altLang="en-US"/>
        </a:p>
      </dgm:t>
    </dgm:pt>
    <dgm:pt modelId="{7F39C9F6-C90D-4B0C-AB85-091C41C26E41}" type="pres">
      <dgm:prSet presAssocID="{14FFAD78-43EF-4442-BDCF-F0B7E2D644D3}" presName="connTx" presStyleLbl="parChTrans1D2" presStyleIdx="1" presStyleCnt="4"/>
      <dgm:spPr/>
      <dgm:t>
        <a:bodyPr/>
        <a:lstStyle/>
        <a:p>
          <a:endParaRPr lang="zh-CN" altLang="en-US"/>
        </a:p>
      </dgm:t>
    </dgm:pt>
    <dgm:pt modelId="{4C8122F6-FBB0-494A-9993-5426BC6BA2CD}" type="pres">
      <dgm:prSet presAssocID="{061E0C5F-9DA9-4A85-A7AA-A2CF59282B0F}" presName="root2" presStyleCnt="0"/>
      <dgm:spPr/>
    </dgm:pt>
    <dgm:pt modelId="{034FE8C5-33A8-4525-86E2-A0FAF17F1091}" type="pres">
      <dgm:prSet presAssocID="{061E0C5F-9DA9-4A85-A7AA-A2CF59282B0F}" presName="LevelTwoTextNode" presStyleLbl="node2" presStyleIdx="1" presStyleCnt="4" custScaleX="210434" custScaleY="158833" custLinFactNeighborY="-7350">
        <dgm:presLayoutVars>
          <dgm:chPref val="3"/>
        </dgm:presLayoutVars>
      </dgm:prSet>
      <dgm:spPr/>
      <dgm:t>
        <a:bodyPr/>
        <a:lstStyle/>
        <a:p>
          <a:endParaRPr lang="zh-CN" altLang="en-US"/>
        </a:p>
      </dgm:t>
    </dgm:pt>
    <dgm:pt modelId="{105B4FE2-34B3-4113-AC06-928752720826}" type="pres">
      <dgm:prSet presAssocID="{061E0C5F-9DA9-4A85-A7AA-A2CF59282B0F}" presName="level3hierChild" presStyleCnt="0"/>
      <dgm:spPr/>
    </dgm:pt>
    <dgm:pt modelId="{C846DAEC-DA16-418F-AB30-BA25D3EB132E}" type="pres">
      <dgm:prSet presAssocID="{BAEABCED-2F0B-4626-A7A0-8686E961C893}" presName="conn2-1" presStyleLbl="parChTrans1D2" presStyleIdx="2" presStyleCnt="4"/>
      <dgm:spPr/>
      <dgm:t>
        <a:bodyPr/>
        <a:lstStyle/>
        <a:p>
          <a:endParaRPr lang="zh-CN" altLang="en-US"/>
        </a:p>
      </dgm:t>
    </dgm:pt>
    <dgm:pt modelId="{A935337F-009B-4A89-9D27-AE6D00C397A0}" type="pres">
      <dgm:prSet presAssocID="{BAEABCED-2F0B-4626-A7A0-8686E961C893}" presName="connTx" presStyleLbl="parChTrans1D2" presStyleIdx="2" presStyleCnt="4"/>
      <dgm:spPr/>
      <dgm:t>
        <a:bodyPr/>
        <a:lstStyle/>
        <a:p>
          <a:endParaRPr lang="zh-CN" altLang="en-US"/>
        </a:p>
      </dgm:t>
    </dgm:pt>
    <dgm:pt modelId="{396C66CE-B779-49E0-A840-B616A20CBD4F}" type="pres">
      <dgm:prSet presAssocID="{0992D094-78D4-4A04-9C5A-97B12FAC594F}" presName="root2" presStyleCnt="0"/>
      <dgm:spPr/>
    </dgm:pt>
    <dgm:pt modelId="{02BE92E4-D442-47F7-9DFE-ED92188B23B0}" type="pres">
      <dgm:prSet presAssocID="{0992D094-78D4-4A04-9C5A-97B12FAC594F}" presName="LevelTwoTextNode" presStyleLbl="node2" presStyleIdx="2" presStyleCnt="4" custScaleX="210434" custScaleY="120207" custLinFactNeighborY="-13230">
        <dgm:presLayoutVars>
          <dgm:chPref val="3"/>
        </dgm:presLayoutVars>
      </dgm:prSet>
      <dgm:spPr/>
      <dgm:t>
        <a:bodyPr/>
        <a:lstStyle/>
        <a:p>
          <a:endParaRPr lang="zh-CN" altLang="en-US"/>
        </a:p>
      </dgm:t>
    </dgm:pt>
    <dgm:pt modelId="{279E6E13-E5A5-422D-8907-70581FDB4850}" type="pres">
      <dgm:prSet presAssocID="{0992D094-78D4-4A04-9C5A-97B12FAC594F}" presName="level3hierChild" presStyleCnt="0"/>
      <dgm:spPr/>
    </dgm:pt>
    <dgm:pt modelId="{DE2D4F90-9AC6-4A7D-8AAF-9EFF3C3BD8D0}" type="pres">
      <dgm:prSet presAssocID="{813F0C92-5872-49F0-B1EE-5E36232B6DB5}" presName="conn2-1" presStyleLbl="parChTrans1D2" presStyleIdx="3" presStyleCnt="4"/>
      <dgm:spPr/>
      <dgm:t>
        <a:bodyPr/>
        <a:lstStyle/>
        <a:p>
          <a:endParaRPr lang="zh-CN" altLang="en-US"/>
        </a:p>
      </dgm:t>
    </dgm:pt>
    <dgm:pt modelId="{67C36767-D81E-4E3C-9263-33163DD1DC7B}" type="pres">
      <dgm:prSet presAssocID="{813F0C92-5872-49F0-B1EE-5E36232B6DB5}" presName="connTx" presStyleLbl="parChTrans1D2" presStyleIdx="3" presStyleCnt="4"/>
      <dgm:spPr/>
      <dgm:t>
        <a:bodyPr/>
        <a:lstStyle/>
        <a:p>
          <a:endParaRPr lang="zh-CN" altLang="en-US"/>
        </a:p>
      </dgm:t>
    </dgm:pt>
    <dgm:pt modelId="{8EC09021-6721-4458-B81F-4F829F025F0E}" type="pres">
      <dgm:prSet presAssocID="{C6AA966B-6A1C-4467-89CE-F7C35154E7F2}" presName="root2" presStyleCnt="0"/>
      <dgm:spPr/>
    </dgm:pt>
    <dgm:pt modelId="{17146235-9D4F-418D-B80B-7C53E97DF361}" type="pres">
      <dgm:prSet presAssocID="{C6AA966B-6A1C-4467-89CE-F7C35154E7F2}" presName="LevelTwoTextNode" presStyleLbl="node2" presStyleIdx="3" presStyleCnt="4" custScaleX="210434" custLinFactNeighborY="-13230">
        <dgm:presLayoutVars>
          <dgm:chPref val="3"/>
        </dgm:presLayoutVars>
      </dgm:prSet>
      <dgm:spPr/>
      <dgm:t>
        <a:bodyPr/>
        <a:lstStyle/>
        <a:p>
          <a:endParaRPr lang="zh-CN" altLang="en-US"/>
        </a:p>
      </dgm:t>
    </dgm:pt>
    <dgm:pt modelId="{5FCEF494-E1E4-4248-9CB0-B7338E67E278}" type="pres">
      <dgm:prSet presAssocID="{C6AA966B-6A1C-4467-89CE-F7C35154E7F2}" presName="level3hierChild" presStyleCnt="0"/>
      <dgm:spPr/>
    </dgm:pt>
  </dgm:ptLst>
  <dgm:cxnLst>
    <dgm:cxn modelId="{38F726E1-7CAB-4C7D-9DD1-61DFB3C0943E}" type="presOf" srcId="{BAEABCED-2F0B-4626-A7A0-8686E961C893}" destId="{C846DAEC-DA16-418F-AB30-BA25D3EB132E}" srcOrd="0" destOrd="0" presId="urn:microsoft.com/office/officeart/2008/layout/HorizontalMultiLevelHierarchy"/>
    <dgm:cxn modelId="{45177100-DFD1-45A3-9BE2-6020CDCE831E}" type="presOf" srcId="{14FFAD78-43EF-4442-BDCF-F0B7E2D644D3}" destId="{7F39C9F6-C90D-4B0C-AB85-091C41C26E41}" srcOrd="1" destOrd="0" presId="urn:microsoft.com/office/officeart/2008/layout/HorizontalMultiLevelHierarchy"/>
    <dgm:cxn modelId="{33B21A09-DED3-476A-82E7-81A2C5109F66}" srcId="{6CDCF80F-9A2F-4423-BFB7-56DA785B11D0}" destId="{0992D094-78D4-4A04-9C5A-97B12FAC594F}" srcOrd="2" destOrd="0" parTransId="{BAEABCED-2F0B-4626-A7A0-8686E961C893}" sibTransId="{454E6188-F324-4EC8-8DA2-E8DD90F8D539}"/>
    <dgm:cxn modelId="{E25F4368-302B-4537-991A-E083C35A712E}" type="presOf" srcId="{813F0C92-5872-49F0-B1EE-5E36232B6DB5}" destId="{67C36767-D81E-4E3C-9263-33163DD1DC7B}" srcOrd="1" destOrd="0" presId="urn:microsoft.com/office/officeart/2008/layout/HorizontalMultiLevelHierarchy"/>
    <dgm:cxn modelId="{66FECCD6-64EC-4454-9A0D-C2DC0888BF87}" type="presOf" srcId="{6CDCF80F-9A2F-4423-BFB7-56DA785B11D0}" destId="{E27FD922-74D5-40EF-8AD2-1EFE2A828F59}" srcOrd="0" destOrd="0" presId="urn:microsoft.com/office/officeart/2008/layout/HorizontalMultiLevelHierarchy"/>
    <dgm:cxn modelId="{844017D7-F385-479B-85DC-D277A73A97D2}" type="presOf" srcId="{14FFAD78-43EF-4442-BDCF-F0B7E2D644D3}" destId="{70C40C25-4485-41AF-88C8-B338A79F1FD1}" srcOrd="0" destOrd="0" presId="urn:microsoft.com/office/officeart/2008/layout/HorizontalMultiLevelHierarchy"/>
    <dgm:cxn modelId="{46136919-4260-4E31-A43C-6F7B4B7D4144}" type="presOf" srcId="{813F0C92-5872-49F0-B1EE-5E36232B6DB5}" destId="{DE2D4F90-9AC6-4A7D-8AAF-9EFF3C3BD8D0}" srcOrd="0" destOrd="0" presId="urn:microsoft.com/office/officeart/2008/layout/HorizontalMultiLevelHierarchy"/>
    <dgm:cxn modelId="{9F7384C1-31F9-46F7-811F-148FDF280695}" type="presOf" srcId="{C6AA966B-6A1C-4467-89CE-F7C35154E7F2}" destId="{17146235-9D4F-418D-B80B-7C53E97DF361}" srcOrd="0" destOrd="0" presId="urn:microsoft.com/office/officeart/2008/layout/HorizontalMultiLevelHierarchy"/>
    <dgm:cxn modelId="{03C2F440-1DD9-439B-BB67-31FC9CBDB73F}" srcId="{6CDCF80F-9A2F-4423-BFB7-56DA785B11D0}" destId="{C6AA966B-6A1C-4467-89CE-F7C35154E7F2}" srcOrd="3" destOrd="0" parTransId="{813F0C92-5872-49F0-B1EE-5E36232B6DB5}" sibTransId="{24A3BCDB-1ADB-4740-91B4-D954FAD287C9}"/>
    <dgm:cxn modelId="{47318B4D-2857-49B3-80BE-D57277DE11E0}" type="presOf" srcId="{05103BE5-4014-4153-BDF0-9DA4409A9C51}" destId="{2EE877F3-4EA2-4D04-99DF-011DFA627D62}" srcOrd="1" destOrd="0" presId="urn:microsoft.com/office/officeart/2008/layout/HorizontalMultiLevelHierarchy"/>
    <dgm:cxn modelId="{8ADAD7DC-2166-4135-807B-A3BD4F8E8A99}" type="presOf" srcId="{061E0C5F-9DA9-4A85-A7AA-A2CF59282B0F}" destId="{034FE8C5-33A8-4525-86E2-A0FAF17F1091}" srcOrd="0" destOrd="0" presId="urn:microsoft.com/office/officeart/2008/layout/HorizontalMultiLevelHierarchy"/>
    <dgm:cxn modelId="{E5F1B815-E5A2-4ED0-9D4B-FF6AA568C341}" srcId="{AF587B8A-F54D-4258-81E5-3512BD23DA2C}" destId="{6CDCF80F-9A2F-4423-BFB7-56DA785B11D0}" srcOrd="0" destOrd="0" parTransId="{1D64C779-0A66-4712-9C5B-FDBA7EB076B1}" sibTransId="{0C28980D-54F3-4C92-A788-495749C9CD26}"/>
    <dgm:cxn modelId="{3E3EB1CE-FF0E-4FAA-9927-387F14269C12}" type="presOf" srcId="{4FE910BA-8EAB-470A-ADF5-9D0A4CB3CF9C}" destId="{05BC0783-463A-447A-BB29-468B20957A3A}" srcOrd="0" destOrd="0" presId="urn:microsoft.com/office/officeart/2008/layout/HorizontalMultiLevelHierarchy"/>
    <dgm:cxn modelId="{78EFA3EC-457D-465C-9E1C-D7500868AA2A}" type="presOf" srcId="{05103BE5-4014-4153-BDF0-9DA4409A9C51}" destId="{0EC36FB4-02B0-4381-AA30-01A03CD079B2}" srcOrd="0" destOrd="0" presId="urn:microsoft.com/office/officeart/2008/layout/HorizontalMultiLevelHierarchy"/>
    <dgm:cxn modelId="{EF2ABE36-9A2D-4F43-9D76-2DDA0DEA3CAD}" type="presOf" srcId="{BAEABCED-2F0B-4626-A7A0-8686E961C893}" destId="{A935337F-009B-4A89-9D27-AE6D00C397A0}" srcOrd="1" destOrd="0" presId="urn:microsoft.com/office/officeart/2008/layout/HorizontalMultiLevelHierarchy"/>
    <dgm:cxn modelId="{7D92E181-B760-4642-9BE6-4C4092E4E520}" type="presOf" srcId="{0992D094-78D4-4A04-9C5A-97B12FAC594F}" destId="{02BE92E4-D442-47F7-9DFE-ED92188B23B0}" srcOrd="0" destOrd="0" presId="urn:microsoft.com/office/officeart/2008/layout/HorizontalMultiLevelHierarchy"/>
    <dgm:cxn modelId="{F2F65831-D61A-4B3D-A9AF-B6FEB9749183}" srcId="{6CDCF80F-9A2F-4423-BFB7-56DA785B11D0}" destId="{4FE910BA-8EAB-470A-ADF5-9D0A4CB3CF9C}" srcOrd="0" destOrd="0" parTransId="{05103BE5-4014-4153-BDF0-9DA4409A9C51}" sibTransId="{CE108D01-6E04-41EE-8250-7C32B6B9BE6C}"/>
    <dgm:cxn modelId="{13BF4072-2164-40CE-85D5-133978093306}" type="presOf" srcId="{AF587B8A-F54D-4258-81E5-3512BD23DA2C}" destId="{A5770E11-39FE-4570-A005-03534A735B0C}" srcOrd="0" destOrd="0" presId="urn:microsoft.com/office/officeart/2008/layout/HorizontalMultiLevelHierarchy"/>
    <dgm:cxn modelId="{4CA61A7C-1FB6-4157-AE86-37C9B6109B9E}" srcId="{6CDCF80F-9A2F-4423-BFB7-56DA785B11D0}" destId="{061E0C5F-9DA9-4A85-A7AA-A2CF59282B0F}" srcOrd="1" destOrd="0" parTransId="{14FFAD78-43EF-4442-BDCF-F0B7E2D644D3}" sibTransId="{23FD3DE1-9246-4206-8694-2D7B153FF5D9}"/>
    <dgm:cxn modelId="{8BDF9E1F-9DE2-4F25-BA91-720784582AB5}" type="presParOf" srcId="{A5770E11-39FE-4570-A005-03534A735B0C}" destId="{632A4B89-CF7E-403D-98F8-ED09781D7626}" srcOrd="0" destOrd="0" presId="urn:microsoft.com/office/officeart/2008/layout/HorizontalMultiLevelHierarchy"/>
    <dgm:cxn modelId="{C1427880-7E12-40C5-AD44-FA96BAECF3F6}" type="presParOf" srcId="{632A4B89-CF7E-403D-98F8-ED09781D7626}" destId="{E27FD922-74D5-40EF-8AD2-1EFE2A828F59}" srcOrd="0" destOrd="0" presId="urn:microsoft.com/office/officeart/2008/layout/HorizontalMultiLevelHierarchy"/>
    <dgm:cxn modelId="{105245F6-91BF-4C75-BE4A-883D0E1A8341}" type="presParOf" srcId="{632A4B89-CF7E-403D-98F8-ED09781D7626}" destId="{CEF87E95-C3BB-49C1-8468-1D41391BBBB8}" srcOrd="1" destOrd="0" presId="urn:microsoft.com/office/officeart/2008/layout/HorizontalMultiLevelHierarchy"/>
    <dgm:cxn modelId="{383D19FD-8C28-4CCB-9807-96F1F3AD2F1C}" type="presParOf" srcId="{CEF87E95-C3BB-49C1-8468-1D41391BBBB8}" destId="{0EC36FB4-02B0-4381-AA30-01A03CD079B2}" srcOrd="0" destOrd="0" presId="urn:microsoft.com/office/officeart/2008/layout/HorizontalMultiLevelHierarchy"/>
    <dgm:cxn modelId="{FCD85056-0372-40E6-B7CC-E6549D3646DF}" type="presParOf" srcId="{0EC36FB4-02B0-4381-AA30-01A03CD079B2}" destId="{2EE877F3-4EA2-4D04-99DF-011DFA627D62}" srcOrd="0" destOrd="0" presId="urn:microsoft.com/office/officeart/2008/layout/HorizontalMultiLevelHierarchy"/>
    <dgm:cxn modelId="{27109E42-E918-43A9-BFFD-3D8ACA864976}" type="presParOf" srcId="{CEF87E95-C3BB-49C1-8468-1D41391BBBB8}" destId="{10EB1D58-9E3D-48C7-A8F1-AAAD726EA343}" srcOrd="1" destOrd="0" presId="urn:microsoft.com/office/officeart/2008/layout/HorizontalMultiLevelHierarchy"/>
    <dgm:cxn modelId="{57C83D75-6BF1-4E50-83CA-5F6289B5215B}" type="presParOf" srcId="{10EB1D58-9E3D-48C7-A8F1-AAAD726EA343}" destId="{05BC0783-463A-447A-BB29-468B20957A3A}" srcOrd="0" destOrd="0" presId="urn:microsoft.com/office/officeart/2008/layout/HorizontalMultiLevelHierarchy"/>
    <dgm:cxn modelId="{22BDF993-A1EE-473D-A238-0C68D61B7DAC}" type="presParOf" srcId="{10EB1D58-9E3D-48C7-A8F1-AAAD726EA343}" destId="{15C76BB0-FF1A-4D2D-A6DE-F7294CFC7D27}" srcOrd="1" destOrd="0" presId="urn:microsoft.com/office/officeart/2008/layout/HorizontalMultiLevelHierarchy"/>
    <dgm:cxn modelId="{D7E37BEC-0AC5-4E98-8C1C-F5D654ACE69B}" type="presParOf" srcId="{CEF87E95-C3BB-49C1-8468-1D41391BBBB8}" destId="{70C40C25-4485-41AF-88C8-B338A79F1FD1}" srcOrd="2" destOrd="0" presId="urn:microsoft.com/office/officeart/2008/layout/HorizontalMultiLevelHierarchy"/>
    <dgm:cxn modelId="{60C20A23-A823-4C76-A6C3-A60D357C4852}" type="presParOf" srcId="{70C40C25-4485-41AF-88C8-B338A79F1FD1}" destId="{7F39C9F6-C90D-4B0C-AB85-091C41C26E41}" srcOrd="0" destOrd="0" presId="urn:microsoft.com/office/officeart/2008/layout/HorizontalMultiLevelHierarchy"/>
    <dgm:cxn modelId="{48B49CC8-D9AC-4424-8098-026734DA84D1}" type="presParOf" srcId="{CEF87E95-C3BB-49C1-8468-1D41391BBBB8}" destId="{4C8122F6-FBB0-494A-9993-5426BC6BA2CD}" srcOrd="3" destOrd="0" presId="urn:microsoft.com/office/officeart/2008/layout/HorizontalMultiLevelHierarchy"/>
    <dgm:cxn modelId="{69FCA179-E3B9-43C1-A07F-91ADD80F8FB7}" type="presParOf" srcId="{4C8122F6-FBB0-494A-9993-5426BC6BA2CD}" destId="{034FE8C5-33A8-4525-86E2-A0FAF17F1091}" srcOrd="0" destOrd="0" presId="urn:microsoft.com/office/officeart/2008/layout/HorizontalMultiLevelHierarchy"/>
    <dgm:cxn modelId="{35570724-62AC-481C-94B4-2FBFE85AE616}" type="presParOf" srcId="{4C8122F6-FBB0-494A-9993-5426BC6BA2CD}" destId="{105B4FE2-34B3-4113-AC06-928752720826}" srcOrd="1" destOrd="0" presId="urn:microsoft.com/office/officeart/2008/layout/HorizontalMultiLevelHierarchy"/>
    <dgm:cxn modelId="{9390DB43-75B8-4F40-9121-E6CA02CF440F}" type="presParOf" srcId="{CEF87E95-C3BB-49C1-8468-1D41391BBBB8}" destId="{C846DAEC-DA16-418F-AB30-BA25D3EB132E}" srcOrd="4" destOrd="0" presId="urn:microsoft.com/office/officeart/2008/layout/HorizontalMultiLevelHierarchy"/>
    <dgm:cxn modelId="{F8713259-456E-4F50-A47F-D554F562765E}" type="presParOf" srcId="{C846DAEC-DA16-418F-AB30-BA25D3EB132E}" destId="{A935337F-009B-4A89-9D27-AE6D00C397A0}" srcOrd="0" destOrd="0" presId="urn:microsoft.com/office/officeart/2008/layout/HorizontalMultiLevelHierarchy"/>
    <dgm:cxn modelId="{ADB0D6CA-AA47-463D-A056-4EB4BD3D4D72}" type="presParOf" srcId="{CEF87E95-C3BB-49C1-8468-1D41391BBBB8}" destId="{396C66CE-B779-49E0-A840-B616A20CBD4F}" srcOrd="5" destOrd="0" presId="urn:microsoft.com/office/officeart/2008/layout/HorizontalMultiLevelHierarchy"/>
    <dgm:cxn modelId="{4F88CD97-CF4B-437E-BB02-BBA67956F026}" type="presParOf" srcId="{396C66CE-B779-49E0-A840-B616A20CBD4F}" destId="{02BE92E4-D442-47F7-9DFE-ED92188B23B0}" srcOrd="0" destOrd="0" presId="urn:microsoft.com/office/officeart/2008/layout/HorizontalMultiLevelHierarchy"/>
    <dgm:cxn modelId="{F2E4C873-E5BE-4243-80A4-4B5B1C4134F7}" type="presParOf" srcId="{396C66CE-B779-49E0-A840-B616A20CBD4F}" destId="{279E6E13-E5A5-422D-8907-70581FDB4850}" srcOrd="1" destOrd="0" presId="urn:microsoft.com/office/officeart/2008/layout/HorizontalMultiLevelHierarchy"/>
    <dgm:cxn modelId="{4C85E3F4-321C-41C2-A6D1-FB71C0B205BA}" type="presParOf" srcId="{CEF87E95-C3BB-49C1-8468-1D41391BBBB8}" destId="{DE2D4F90-9AC6-4A7D-8AAF-9EFF3C3BD8D0}" srcOrd="6" destOrd="0" presId="urn:microsoft.com/office/officeart/2008/layout/HorizontalMultiLevelHierarchy"/>
    <dgm:cxn modelId="{A1C9D360-2DB1-4741-86B0-2404F32F3B2B}" type="presParOf" srcId="{DE2D4F90-9AC6-4A7D-8AAF-9EFF3C3BD8D0}" destId="{67C36767-D81E-4E3C-9263-33163DD1DC7B}" srcOrd="0" destOrd="0" presId="urn:microsoft.com/office/officeart/2008/layout/HorizontalMultiLevelHierarchy"/>
    <dgm:cxn modelId="{87BD10B0-F5BA-4235-A116-30C85F36B3BB}" type="presParOf" srcId="{CEF87E95-C3BB-49C1-8468-1D41391BBBB8}" destId="{8EC09021-6721-4458-B81F-4F829F025F0E}" srcOrd="7" destOrd="0" presId="urn:microsoft.com/office/officeart/2008/layout/HorizontalMultiLevelHierarchy"/>
    <dgm:cxn modelId="{8DB62208-9271-4BC2-9B2E-87646DF52D52}" type="presParOf" srcId="{8EC09021-6721-4458-B81F-4F829F025F0E}" destId="{17146235-9D4F-418D-B80B-7C53E97DF361}" srcOrd="0" destOrd="0" presId="urn:microsoft.com/office/officeart/2008/layout/HorizontalMultiLevelHierarchy"/>
    <dgm:cxn modelId="{C8064248-0383-4413-B99D-FCDA2FABD2F2}" type="presParOf" srcId="{8EC09021-6721-4458-B81F-4F829F025F0E}" destId="{5FCEF494-E1E4-4248-9CB0-B7338E67E278}"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88A350B-2AFD-4944-ACBC-163B09D9E38F}"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zh-CN" altLang="en-US"/>
        </a:p>
      </dgm:t>
    </dgm:pt>
    <dgm:pt modelId="{699EC630-5415-443C-8FCA-62AF901EA05F}">
      <dgm:prSet custT="1"/>
      <dgm:spPr>
        <a:solidFill>
          <a:schemeClr val="accent5">
            <a:lumMod val="40000"/>
            <a:lumOff val="60000"/>
          </a:schemeClr>
        </a:solidFill>
      </dgm:spPr>
      <dgm:t>
        <a:bodyPr/>
        <a:lstStyle/>
        <a:p>
          <a:pPr rtl="0"/>
          <a:r>
            <a:rPr lang="zh-CN" sz="1600" b="1" dirty="0" smtClean="0">
              <a:latin typeface="+mj-lt"/>
              <a:ea typeface="黑体" panose="02010609060101010101" pitchFamily="49" charset="-122"/>
            </a:rPr>
            <a:t>软件接口 </a:t>
          </a:r>
          <a:r>
            <a:rPr lang="en-US" sz="1600" b="1" dirty="0" smtClean="0">
              <a:latin typeface="+mj-lt"/>
              <a:ea typeface="黑体" panose="02010609060101010101" pitchFamily="49" charset="-122"/>
            </a:rPr>
            <a:t>software interface </a:t>
          </a:r>
          <a:endParaRPr lang="zh-CN" sz="1600" b="1" dirty="0">
            <a:latin typeface="+mj-lt"/>
            <a:ea typeface="黑体" panose="02010609060101010101" pitchFamily="49" charset="-122"/>
          </a:endParaRPr>
        </a:p>
      </dgm:t>
    </dgm:pt>
    <dgm:pt modelId="{1BD1E0E6-7D03-4BBF-8E4D-54EBFF7A2BBD}" type="parTrans" cxnId="{FD51B8C6-5121-4FBF-AB15-FC8E9AB09BE3}">
      <dgm:prSet/>
      <dgm:spPr/>
      <dgm:t>
        <a:bodyPr/>
        <a:lstStyle/>
        <a:p>
          <a:endParaRPr lang="zh-CN" altLang="en-US" sz="1600">
            <a:latin typeface="+mj-lt"/>
            <a:ea typeface="黑体" panose="02010609060101010101" pitchFamily="49" charset="-122"/>
          </a:endParaRPr>
        </a:p>
      </dgm:t>
    </dgm:pt>
    <dgm:pt modelId="{0487BD21-5928-4C5E-B28D-899E3EF12B93}" type="sibTrans" cxnId="{FD51B8C6-5121-4FBF-AB15-FC8E9AB09BE3}">
      <dgm:prSet/>
      <dgm:spPr/>
      <dgm:t>
        <a:bodyPr/>
        <a:lstStyle/>
        <a:p>
          <a:endParaRPr lang="zh-CN" altLang="en-US" sz="1600">
            <a:latin typeface="+mj-lt"/>
            <a:ea typeface="黑体" panose="02010609060101010101" pitchFamily="49" charset="-122"/>
          </a:endParaRPr>
        </a:p>
      </dgm:t>
    </dgm:pt>
    <dgm:pt modelId="{47FB514E-181E-4F92-8ED3-A35B789AE0D9}">
      <dgm:prSet custT="1"/>
      <dgm:spPr>
        <a:solidFill>
          <a:schemeClr val="tx1"/>
        </a:solidFill>
      </dgm:spPr>
      <dgm:t>
        <a:bodyPr anchor="t"/>
        <a:lstStyle/>
        <a:p>
          <a:pPr algn="l" rtl="0"/>
          <a:r>
            <a:rPr lang="zh-CN" altLang="en-US" sz="1600" dirty="0" smtClean="0">
              <a:latin typeface="+mj-lt"/>
              <a:ea typeface="黑体" panose="02010609060101010101" pitchFamily="49" charset="-122"/>
            </a:rPr>
            <a:t>包括程序代码和专用数据域，在法制相关和非法制相关软件模块之间接受、过滤或传输数据和命令。</a:t>
          </a:r>
          <a:endParaRPr lang="zh-CN" altLang="en-US" sz="1600" dirty="0">
            <a:latin typeface="+mj-lt"/>
            <a:ea typeface="黑体" panose="02010609060101010101" pitchFamily="49" charset="-122"/>
          </a:endParaRPr>
        </a:p>
      </dgm:t>
    </dgm:pt>
    <dgm:pt modelId="{5AC4F0F3-74B2-4239-BE9B-D5A76F781A83}" type="parTrans" cxnId="{33A6E8B4-D4EF-4568-88DF-D52B39905CB9}">
      <dgm:prSet/>
      <dgm:spPr/>
      <dgm:t>
        <a:bodyPr/>
        <a:lstStyle/>
        <a:p>
          <a:endParaRPr lang="zh-CN" altLang="en-US" sz="1600">
            <a:latin typeface="+mj-lt"/>
            <a:ea typeface="黑体" panose="02010609060101010101" pitchFamily="49" charset="-122"/>
          </a:endParaRPr>
        </a:p>
      </dgm:t>
    </dgm:pt>
    <dgm:pt modelId="{5FED2A3C-319A-430C-8A22-B439B49C95BB}" type="sibTrans" cxnId="{33A6E8B4-D4EF-4568-88DF-D52B39905CB9}">
      <dgm:prSet/>
      <dgm:spPr/>
      <dgm:t>
        <a:bodyPr/>
        <a:lstStyle/>
        <a:p>
          <a:endParaRPr lang="zh-CN" altLang="en-US" sz="1600">
            <a:latin typeface="+mj-lt"/>
            <a:ea typeface="黑体" panose="02010609060101010101" pitchFamily="49" charset="-122"/>
          </a:endParaRPr>
        </a:p>
      </dgm:t>
    </dgm:pt>
    <dgm:pt modelId="{2EA91E77-C410-4F51-B1E5-C2700158F124}">
      <dgm:prSet custT="1"/>
      <dgm:spPr>
        <a:solidFill>
          <a:schemeClr val="accent5">
            <a:lumMod val="40000"/>
            <a:lumOff val="60000"/>
          </a:schemeClr>
        </a:solidFill>
      </dgm:spPr>
      <dgm:t>
        <a:bodyPr/>
        <a:lstStyle/>
        <a:p>
          <a:pPr rtl="0"/>
          <a:r>
            <a:rPr lang="zh-CN" sz="1600" b="1" smtClean="0">
              <a:latin typeface="+mj-lt"/>
              <a:ea typeface="黑体" panose="02010609060101010101" pitchFamily="49" charset="-122"/>
            </a:rPr>
            <a:t>软件分割 </a:t>
          </a:r>
          <a:r>
            <a:rPr lang="en-US" sz="1600" b="1" smtClean="0">
              <a:latin typeface="+mj-lt"/>
              <a:ea typeface="黑体" panose="02010609060101010101" pitchFamily="49" charset="-122"/>
            </a:rPr>
            <a:t>software separation </a:t>
          </a:r>
          <a:endParaRPr lang="zh-CN" sz="1600" b="1">
            <a:latin typeface="+mj-lt"/>
            <a:ea typeface="黑体" panose="02010609060101010101" pitchFamily="49" charset="-122"/>
          </a:endParaRPr>
        </a:p>
      </dgm:t>
    </dgm:pt>
    <dgm:pt modelId="{FC6AC9EE-D086-4B9F-91FB-2854D60AF25F}" type="parTrans" cxnId="{24720E1C-540B-4EDC-B482-2758E88145D1}">
      <dgm:prSet/>
      <dgm:spPr/>
      <dgm:t>
        <a:bodyPr/>
        <a:lstStyle/>
        <a:p>
          <a:endParaRPr lang="zh-CN" altLang="en-US" sz="1600">
            <a:latin typeface="+mj-lt"/>
            <a:ea typeface="黑体" panose="02010609060101010101" pitchFamily="49" charset="-122"/>
          </a:endParaRPr>
        </a:p>
      </dgm:t>
    </dgm:pt>
    <dgm:pt modelId="{D37EDF96-BBB8-4A14-A607-F1D5B26EC0D0}" type="sibTrans" cxnId="{24720E1C-540B-4EDC-B482-2758E88145D1}">
      <dgm:prSet/>
      <dgm:spPr/>
      <dgm:t>
        <a:bodyPr/>
        <a:lstStyle/>
        <a:p>
          <a:endParaRPr lang="zh-CN" altLang="en-US" sz="1600">
            <a:latin typeface="+mj-lt"/>
            <a:ea typeface="黑体" panose="02010609060101010101" pitchFamily="49" charset="-122"/>
          </a:endParaRPr>
        </a:p>
      </dgm:t>
    </dgm:pt>
    <dgm:pt modelId="{90985AE0-DB81-42A4-8A99-C939F3F72F46}">
      <dgm:prSet custT="1"/>
      <dgm:spPr/>
      <dgm:t>
        <a:bodyPr anchor="t"/>
        <a:lstStyle/>
        <a:p>
          <a:pPr algn="l" rtl="0"/>
          <a:r>
            <a:rPr lang="zh-CN" altLang="en-US" sz="1600" dirty="0" smtClean="0">
              <a:latin typeface="+mj-lt"/>
              <a:ea typeface="黑体" panose="02010609060101010101" pitchFamily="49" charset="-122"/>
            </a:rPr>
            <a:t>将衡器软件分为法制相关部分和非法制相关部分，它们之间通过软件接口通信。</a:t>
          </a:r>
          <a:endParaRPr lang="zh-CN" altLang="en-US" sz="1600" dirty="0">
            <a:latin typeface="+mj-lt"/>
            <a:ea typeface="黑体" panose="02010609060101010101" pitchFamily="49" charset="-122"/>
          </a:endParaRPr>
        </a:p>
      </dgm:t>
    </dgm:pt>
    <dgm:pt modelId="{48FC2BA8-1D0B-4818-A691-6FC42C9B4A5A}" type="parTrans" cxnId="{C72C4D0A-5F07-48DC-8861-283F7AB514C8}">
      <dgm:prSet/>
      <dgm:spPr/>
      <dgm:t>
        <a:bodyPr/>
        <a:lstStyle/>
        <a:p>
          <a:endParaRPr lang="zh-CN" altLang="en-US" sz="1600">
            <a:latin typeface="+mj-lt"/>
            <a:ea typeface="黑体" panose="02010609060101010101" pitchFamily="49" charset="-122"/>
          </a:endParaRPr>
        </a:p>
      </dgm:t>
    </dgm:pt>
    <dgm:pt modelId="{382FE079-AFDE-43B4-A9DF-11FAD27EF099}" type="sibTrans" cxnId="{C72C4D0A-5F07-48DC-8861-283F7AB514C8}">
      <dgm:prSet/>
      <dgm:spPr/>
      <dgm:t>
        <a:bodyPr/>
        <a:lstStyle/>
        <a:p>
          <a:endParaRPr lang="zh-CN" altLang="en-US" sz="1600">
            <a:latin typeface="+mj-lt"/>
            <a:ea typeface="黑体" panose="02010609060101010101" pitchFamily="49" charset="-122"/>
          </a:endParaRPr>
        </a:p>
      </dgm:t>
    </dgm:pt>
    <dgm:pt modelId="{BAF25061-5E24-4994-A6FE-131ED4314FB9}">
      <dgm:prSet custT="1"/>
      <dgm:spPr>
        <a:solidFill>
          <a:schemeClr val="accent5">
            <a:lumMod val="40000"/>
            <a:lumOff val="60000"/>
          </a:schemeClr>
        </a:solidFill>
      </dgm:spPr>
      <dgm:t>
        <a:bodyPr/>
        <a:lstStyle/>
        <a:p>
          <a:r>
            <a:rPr lang="zh-CN" altLang="en-US" sz="1600" b="1" dirty="0" smtClean="0">
              <a:latin typeface="+mj-lt"/>
              <a:ea typeface="黑体" panose="02010609060101010101" pitchFamily="49" charset="-122"/>
            </a:rPr>
            <a:t>测量数据长期保存 </a:t>
          </a:r>
          <a:r>
            <a:rPr lang="en-US" altLang="zh-CN" sz="1600" b="1" dirty="0" smtClean="0">
              <a:latin typeface="+mj-lt"/>
              <a:ea typeface="黑体" panose="02010609060101010101" pitchFamily="49" charset="-122"/>
            </a:rPr>
            <a:t>long-term storage of measurement data</a:t>
          </a:r>
          <a:endParaRPr lang="zh-CN" altLang="en-US" sz="1600" b="1" dirty="0">
            <a:latin typeface="+mj-lt"/>
            <a:ea typeface="黑体" panose="02010609060101010101" pitchFamily="49" charset="-122"/>
          </a:endParaRPr>
        </a:p>
      </dgm:t>
    </dgm:pt>
    <dgm:pt modelId="{7360C61E-A78F-48C3-95BD-69A56623707D}" type="parTrans" cxnId="{B0CE0CEF-8830-4384-AAE9-27A155E65092}">
      <dgm:prSet/>
      <dgm:spPr/>
      <dgm:t>
        <a:bodyPr/>
        <a:lstStyle/>
        <a:p>
          <a:endParaRPr lang="zh-CN" altLang="en-US" sz="1600">
            <a:latin typeface="+mj-lt"/>
            <a:ea typeface="黑体" panose="02010609060101010101" pitchFamily="49" charset="-122"/>
          </a:endParaRPr>
        </a:p>
      </dgm:t>
    </dgm:pt>
    <dgm:pt modelId="{73BD7F9A-FBA9-47EC-8C94-D3B96F8A2982}" type="sibTrans" cxnId="{B0CE0CEF-8830-4384-AAE9-27A155E65092}">
      <dgm:prSet/>
      <dgm:spPr/>
      <dgm:t>
        <a:bodyPr/>
        <a:lstStyle/>
        <a:p>
          <a:endParaRPr lang="zh-CN" altLang="en-US" sz="1600">
            <a:latin typeface="+mj-lt"/>
            <a:ea typeface="黑体" panose="02010609060101010101" pitchFamily="49" charset="-122"/>
          </a:endParaRPr>
        </a:p>
      </dgm:t>
    </dgm:pt>
    <dgm:pt modelId="{905997FD-A83F-4786-BEA6-E61B177A7EDD}">
      <dgm:prSet custT="1"/>
      <dgm:spPr>
        <a:solidFill>
          <a:schemeClr val="accent5">
            <a:lumMod val="40000"/>
            <a:lumOff val="60000"/>
          </a:schemeClr>
        </a:solidFill>
      </dgm:spPr>
      <dgm:t>
        <a:bodyPr/>
        <a:lstStyle/>
        <a:p>
          <a:r>
            <a:rPr lang="zh-CN" altLang="en-US" sz="1600" b="1" dirty="0" smtClean="0">
              <a:latin typeface="+mj-lt"/>
              <a:ea typeface="黑体" panose="02010609060101010101" pitchFamily="49" charset="-122"/>
            </a:rPr>
            <a:t>测量数据传输 </a:t>
          </a:r>
          <a:r>
            <a:rPr lang="en-US" altLang="zh-CN" sz="1600" b="1" dirty="0" smtClean="0">
              <a:latin typeface="+mj-lt"/>
              <a:ea typeface="黑体" panose="02010609060101010101" pitchFamily="49" charset="-122"/>
            </a:rPr>
            <a:t>Transmission of measurement data</a:t>
          </a:r>
          <a:endParaRPr lang="zh-CN" altLang="en-US" sz="1600" b="1" dirty="0">
            <a:latin typeface="+mj-lt"/>
            <a:ea typeface="黑体" panose="02010609060101010101" pitchFamily="49" charset="-122"/>
          </a:endParaRPr>
        </a:p>
      </dgm:t>
    </dgm:pt>
    <dgm:pt modelId="{FB28DB40-0DA3-4221-93A6-10F3270ECEA8}" type="parTrans" cxnId="{111F68CB-94B6-45FA-BA2C-CD5B189C967C}">
      <dgm:prSet/>
      <dgm:spPr/>
      <dgm:t>
        <a:bodyPr/>
        <a:lstStyle/>
        <a:p>
          <a:endParaRPr lang="zh-CN" altLang="en-US" sz="1600">
            <a:latin typeface="+mj-lt"/>
            <a:ea typeface="黑体" panose="02010609060101010101" pitchFamily="49" charset="-122"/>
          </a:endParaRPr>
        </a:p>
      </dgm:t>
    </dgm:pt>
    <dgm:pt modelId="{A070E506-6DDB-4E27-AA99-48A70457A786}" type="sibTrans" cxnId="{111F68CB-94B6-45FA-BA2C-CD5B189C967C}">
      <dgm:prSet/>
      <dgm:spPr/>
      <dgm:t>
        <a:bodyPr/>
        <a:lstStyle/>
        <a:p>
          <a:endParaRPr lang="zh-CN" altLang="en-US" sz="1600">
            <a:latin typeface="+mj-lt"/>
            <a:ea typeface="黑体" panose="02010609060101010101" pitchFamily="49" charset="-122"/>
          </a:endParaRPr>
        </a:p>
      </dgm:t>
    </dgm:pt>
    <dgm:pt modelId="{F02E0C43-4DBB-4FCC-965D-097C60203E67}">
      <dgm:prSet custT="1"/>
      <dgm:spPr>
        <a:solidFill>
          <a:schemeClr val="bg2"/>
        </a:solidFill>
      </dgm:spPr>
      <dgm:t>
        <a:bodyPr anchor="t"/>
        <a:lstStyle/>
        <a:p>
          <a:pPr algn="l"/>
          <a:r>
            <a:rPr lang="zh-CN" altLang="en-US" sz="1600" dirty="0" smtClean="0">
              <a:latin typeface="+mj-lt"/>
              <a:ea typeface="黑体" panose="02010609060101010101" pitchFamily="49" charset="-122"/>
            </a:rPr>
            <a:t>因日后法定相关目的，对完成的测量结果数据保存</a:t>
          </a:r>
          <a:endParaRPr lang="zh-CN" altLang="en-US" sz="1600" dirty="0">
            <a:latin typeface="+mj-lt"/>
            <a:ea typeface="黑体" panose="02010609060101010101" pitchFamily="49" charset="-122"/>
          </a:endParaRPr>
        </a:p>
      </dgm:t>
    </dgm:pt>
    <dgm:pt modelId="{D9039F60-1501-4A4B-ACB8-4711A48B3554}" type="parTrans" cxnId="{10CE2724-222D-4A09-B5C6-CB5199F542E5}">
      <dgm:prSet/>
      <dgm:spPr/>
      <dgm:t>
        <a:bodyPr/>
        <a:lstStyle/>
        <a:p>
          <a:endParaRPr lang="zh-CN" altLang="en-US" sz="1600">
            <a:latin typeface="+mj-lt"/>
            <a:ea typeface="黑体" panose="02010609060101010101" pitchFamily="49" charset="-122"/>
          </a:endParaRPr>
        </a:p>
      </dgm:t>
    </dgm:pt>
    <dgm:pt modelId="{03BB027A-12D1-4AD6-AA20-2CF27C5A10DE}" type="sibTrans" cxnId="{10CE2724-222D-4A09-B5C6-CB5199F542E5}">
      <dgm:prSet/>
      <dgm:spPr/>
      <dgm:t>
        <a:bodyPr/>
        <a:lstStyle/>
        <a:p>
          <a:endParaRPr lang="zh-CN" altLang="en-US" sz="1600">
            <a:latin typeface="+mj-lt"/>
            <a:ea typeface="黑体" panose="02010609060101010101" pitchFamily="49" charset="-122"/>
          </a:endParaRPr>
        </a:p>
      </dgm:t>
    </dgm:pt>
    <dgm:pt modelId="{02C4F0B9-B781-409E-94D9-ECF92D5A99D4}">
      <dgm:prSet custT="1"/>
      <dgm:spPr>
        <a:solidFill>
          <a:srgbClr val="00B050"/>
        </a:solidFill>
      </dgm:spPr>
      <dgm:t>
        <a:bodyPr anchor="t"/>
        <a:lstStyle/>
        <a:p>
          <a:pPr algn="l"/>
          <a:r>
            <a:rPr lang="zh-CN" altLang="en-US" sz="1600" dirty="0" smtClean="0">
              <a:latin typeface="+mj-lt"/>
              <a:ea typeface="黑体" panose="02010609060101010101" pitchFamily="49" charset="-122"/>
            </a:rPr>
            <a:t>测量数据通过通讯网络或其它方法传输到远端电子装置，用于进一步处理或（和）用于法制相关目的</a:t>
          </a:r>
          <a:endParaRPr lang="zh-CN" altLang="en-US" sz="1600" dirty="0">
            <a:latin typeface="+mj-lt"/>
            <a:ea typeface="黑体" panose="02010609060101010101" pitchFamily="49" charset="-122"/>
          </a:endParaRPr>
        </a:p>
      </dgm:t>
    </dgm:pt>
    <dgm:pt modelId="{6A36174E-12B5-4442-8F99-E30B5D5C4056}" type="parTrans" cxnId="{6059E691-9B33-4FF2-8A92-0632D5492739}">
      <dgm:prSet/>
      <dgm:spPr/>
      <dgm:t>
        <a:bodyPr/>
        <a:lstStyle/>
        <a:p>
          <a:endParaRPr lang="zh-CN" altLang="en-US" sz="1600">
            <a:latin typeface="+mj-lt"/>
            <a:ea typeface="黑体" panose="02010609060101010101" pitchFamily="49" charset="-122"/>
          </a:endParaRPr>
        </a:p>
      </dgm:t>
    </dgm:pt>
    <dgm:pt modelId="{9A63846A-0D4F-469E-874D-92321C64D017}" type="sibTrans" cxnId="{6059E691-9B33-4FF2-8A92-0632D5492739}">
      <dgm:prSet/>
      <dgm:spPr/>
      <dgm:t>
        <a:bodyPr/>
        <a:lstStyle/>
        <a:p>
          <a:endParaRPr lang="zh-CN" altLang="en-US" sz="1600">
            <a:latin typeface="+mj-lt"/>
            <a:ea typeface="黑体" panose="02010609060101010101" pitchFamily="49" charset="-122"/>
          </a:endParaRPr>
        </a:p>
      </dgm:t>
    </dgm:pt>
    <dgm:pt modelId="{6E9C6589-2A3E-443F-92F2-5132200CCC56}" type="pres">
      <dgm:prSet presAssocID="{C88A350B-2AFD-4944-ACBC-163B09D9E38F}" presName="theList" presStyleCnt="0">
        <dgm:presLayoutVars>
          <dgm:dir/>
          <dgm:animLvl val="lvl"/>
          <dgm:resizeHandles val="exact"/>
        </dgm:presLayoutVars>
      </dgm:prSet>
      <dgm:spPr/>
      <dgm:t>
        <a:bodyPr/>
        <a:lstStyle/>
        <a:p>
          <a:endParaRPr lang="zh-CN" altLang="en-US"/>
        </a:p>
      </dgm:t>
    </dgm:pt>
    <dgm:pt modelId="{09232E01-5C89-4CD0-83E7-59BCB78F7797}" type="pres">
      <dgm:prSet presAssocID="{699EC630-5415-443C-8FCA-62AF901EA05F}" presName="compNode" presStyleCnt="0"/>
      <dgm:spPr/>
    </dgm:pt>
    <dgm:pt modelId="{DDC29171-8758-443B-91E4-51D935F99BC4}" type="pres">
      <dgm:prSet presAssocID="{699EC630-5415-443C-8FCA-62AF901EA05F}" presName="aNode" presStyleLbl="bgShp" presStyleIdx="0" presStyleCnt="4"/>
      <dgm:spPr/>
      <dgm:t>
        <a:bodyPr/>
        <a:lstStyle/>
        <a:p>
          <a:endParaRPr lang="zh-CN" altLang="en-US"/>
        </a:p>
      </dgm:t>
    </dgm:pt>
    <dgm:pt modelId="{FB60BCBF-5118-4C29-AB54-261673DD9D8C}" type="pres">
      <dgm:prSet presAssocID="{699EC630-5415-443C-8FCA-62AF901EA05F}" presName="textNode" presStyleLbl="bgShp" presStyleIdx="0" presStyleCnt="4"/>
      <dgm:spPr/>
      <dgm:t>
        <a:bodyPr/>
        <a:lstStyle/>
        <a:p>
          <a:endParaRPr lang="zh-CN" altLang="en-US"/>
        </a:p>
      </dgm:t>
    </dgm:pt>
    <dgm:pt modelId="{952D878B-8EC6-4E27-9B41-42E3EDE54A26}" type="pres">
      <dgm:prSet presAssocID="{699EC630-5415-443C-8FCA-62AF901EA05F}" presName="compChildNode" presStyleCnt="0"/>
      <dgm:spPr/>
    </dgm:pt>
    <dgm:pt modelId="{5C132024-4F60-4E61-BF12-3F545B1ECBE2}" type="pres">
      <dgm:prSet presAssocID="{699EC630-5415-443C-8FCA-62AF901EA05F}" presName="theInnerList" presStyleCnt="0"/>
      <dgm:spPr/>
    </dgm:pt>
    <dgm:pt modelId="{750A46E5-DE41-4388-914D-DC3C5F14BB18}" type="pres">
      <dgm:prSet presAssocID="{47FB514E-181E-4F92-8ED3-A35B789AE0D9}" presName="childNode" presStyleLbl="node1" presStyleIdx="0" presStyleCnt="4" custScaleX="104747" custScaleY="100780" custLinFactNeighborY="-1296">
        <dgm:presLayoutVars>
          <dgm:bulletEnabled val="1"/>
        </dgm:presLayoutVars>
      </dgm:prSet>
      <dgm:spPr/>
      <dgm:t>
        <a:bodyPr/>
        <a:lstStyle/>
        <a:p>
          <a:endParaRPr lang="zh-CN" altLang="en-US"/>
        </a:p>
      </dgm:t>
    </dgm:pt>
    <dgm:pt modelId="{478D8375-E0FC-4688-BB3C-B5C58616545B}" type="pres">
      <dgm:prSet presAssocID="{699EC630-5415-443C-8FCA-62AF901EA05F}" presName="aSpace" presStyleCnt="0"/>
      <dgm:spPr/>
    </dgm:pt>
    <dgm:pt modelId="{777D82B9-19CF-449D-A15E-EEA9D484F906}" type="pres">
      <dgm:prSet presAssocID="{2EA91E77-C410-4F51-B1E5-C2700158F124}" presName="compNode" presStyleCnt="0"/>
      <dgm:spPr/>
    </dgm:pt>
    <dgm:pt modelId="{983EDDA6-E98E-4F85-AEAD-09205032F6CA}" type="pres">
      <dgm:prSet presAssocID="{2EA91E77-C410-4F51-B1E5-C2700158F124}" presName="aNode" presStyleLbl="bgShp" presStyleIdx="1" presStyleCnt="4"/>
      <dgm:spPr/>
      <dgm:t>
        <a:bodyPr/>
        <a:lstStyle/>
        <a:p>
          <a:endParaRPr lang="zh-CN" altLang="en-US"/>
        </a:p>
      </dgm:t>
    </dgm:pt>
    <dgm:pt modelId="{6D40E5F1-2565-48CC-B5BB-B1FBAB8D4C2B}" type="pres">
      <dgm:prSet presAssocID="{2EA91E77-C410-4F51-B1E5-C2700158F124}" presName="textNode" presStyleLbl="bgShp" presStyleIdx="1" presStyleCnt="4"/>
      <dgm:spPr/>
      <dgm:t>
        <a:bodyPr/>
        <a:lstStyle/>
        <a:p>
          <a:endParaRPr lang="zh-CN" altLang="en-US"/>
        </a:p>
      </dgm:t>
    </dgm:pt>
    <dgm:pt modelId="{DBAE6940-FD0E-46E1-B311-6F3C2E9389EE}" type="pres">
      <dgm:prSet presAssocID="{2EA91E77-C410-4F51-B1E5-C2700158F124}" presName="compChildNode" presStyleCnt="0"/>
      <dgm:spPr/>
    </dgm:pt>
    <dgm:pt modelId="{4BD2B53A-AD7A-4C97-9D54-355FEB718CB4}" type="pres">
      <dgm:prSet presAssocID="{2EA91E77-C410-4F51-B1E5-C2700158F124}" presName="theInnerList" presStyleCnt="0"/>
      <dgm:spPr/>
    </dgm:pt>
    <dgm:pt modelId="{485200AC-2912-49F3-8514-96644FE9F77C}" type="pres">
      <dgm:prSet presAssocID="{90985AE0-DB81-42A4-8A99-C939F3F72F46}" presName="childNode" presStyleLbl="node1" presStyleIdx="1" presStyleCnt="4" custScaleX="104747" custScaleY="100780" custLinFactNeighborY="-1296">
        <dgm:presLayoutVars>
          <dgm:bulletEnabled val="1"/>
        </dgm:presLayoutVars>
      </dgm:prSet>
      <dgm:spPr/>
      <dgm:t>
        <a:bodyPr/>
        <a:lstStyle/>
        <a:p>
          <a:endParaRPr lang="zh-CN" altLang="en-US"/>
        </a:p>
      </dgm:t>
    </dgm:pt>
    <dgm:pt modelId="{6E5FAF09-562E-42B7-8CD8-93E01025B627}" type="pres">
      <dgm:prSet presAssocID="{2EA91E77-C410-4F51-B1E5-C2700158F124}" presName="aSpace" presStyleCnt="0"/>
      <dgm:spPr/>
    </dgm:pt>
    <dgm:pt modelId="{A9E5118B-A27B-43BB-9A01-8F5C64359CCB}" type="pres">
      <dgm:prSet presAssocID="{BAF25061-5E24-4994-A6FE-131ED4314FB9}" presName="compNode" presStyleCnt="0"/>
      <dgm:spPr/>
    </dgm:pt>
    <dgm:pt modelId="{5907C4C7-8ED0-4D85-AF76-04B865FA5811}" type="pres">
      <dgm:prSet presAssocID="{BAF25061-5E24-4994-A6FE-131ED4314FB9}" presName="aNode" presStyleLbl="bgShp" presStyleIdx="2" presStyleCnt="4"/>
      <dgm:spPr/>
      <dgm:t>
        <a:bodyPr/>
        <a:lstStyle/>
        <a:p>
          <a:endParaRPr lang="zh-CN" altLang="en-US"/>
        </a:p>
      </dgm:t>
    </dgm:pt>
    <dgm:pt modelId="{BD7E4F2A-B03E-4FEB-81B6-29EE67F42C41}" type="pres">
      <dgm:prSet presAssocID="{BAF25061-5E24-4994-A6FE-131ED4314FB9}" presName="textNode" presStyleLbl="bgShp" presStyleIdx="2" presStyleCnt="4"/>
      <dgm:spPr/>
      <dgm:t>
        <a:bodyPr/>
        <a:lstStyle/>
        <a:p>
          <a:endParaRPr lang="zh-CN" altLang="en-US"/>
        </a:p>
      </dgm:t>
    </dgm:pt>
    <dgm:pt modelId="{8CBBFF91-6352-43E1-A77C-82A16D342F2D}" type="pres">
      <dgm:prSet presAssocID="{BAF25061-5E24-4994-A6FE-131ED4314FB9}" presName="compChildNode" presStyleCnt="0"/>
      <dgm:spPr/>
    </dgm:pt>
    <dgm:pt modelId="{7A90E579-C7F5-4F91-B9A6-83676662474A}" type="pres">
      <dgm:prSet presAssocID="{BAF25061-5E24-4994-A6FE-131ED4314FB9}" presName="theInnerList" presStyleCnt="0"/>
      <dgm:spPr/>
    </dgm:pt>
    <dgm:pt modelId="{8B9930F7-8606-40B9-A39B-78985A95F146}" type="pres">
      <dgm:prSet presAssocID="{F02E0C43-4DBB-4FCC-965D-097C60203E67}" presName="childNode" presStyleLbl="node1" presStyleIdx="2" presStyleCnt="4" custScaleX="104747" custScaleY="100780" custLinFactNeighborY="-1296">
        <dgm:presLayoutVars>
          <dgm:bulletEnabled val="1"/>
        </dgm:presLayoutVars>
      </dgm:prSet>
      <dgm:spPr/>
      <dgm:t>
        <a:bodyPr/>
        <a:lstStyle/>
        <a:p>
          <a:endParaRPr lang="zh-CN" altLang="en-US"/>
        </a:p>
      </dgm:t>
    </dgm:pt>
    <dgm:pt modelId="{C45D463F-6D9B-46CB-9CC1-AF9A5D303A41}" type="pres">
      <dgm:prSet presAssocID="{BAF25061-5E24-4994-A6FE-131ED4314FB9}" presName="aSpace" presStyleCnt="0"/>
      <dgm:spPr/>
    </dgm:pt>
    <dgm:pt modelId="{EC607866-0C21-44B9-8C52-0C371BF13D82}" type="pres">
      <dgm:prSet presAssocID="{905997FD-A83F-4786-BEA6-E61B177A7EDD}" presName="compNode" presStyleCnt="0"/>
      <dgm:spPr/>
    </dgm:pt>
    <dgm:pt modelId="{5CFD31B9-9142-41C4-A7A8-C12DB35127C2}" type="pres">
      <dgm:prSet presAssocID="{905997FD-A83F-4786-BEA6-E61B177A7EDD}" presName="aNode" presStyleLbl="bgShp" presStyleIdx="3" presStyleCnt="4"/>
      <dgm:spPr/>
      <dgm:t>
        <a:bodyPr/>
        <a:lstStyle/>
        <a:p>
          <a:endParaRPr lang="zh-CN" altLang="en-US"/>
        </a:p>
      </dgm:t>
    </dgm:pt>
    <dgm:pt modelId="{EB7C9C53-3B85-49EC-AEB6-53310C859B67}" type="pres">
      <dgm:prSet presAssocID="{905997FD-A83F-4786-BEA6-E61B177A7EDD}" presName="textNode" presStyleLbl="bgShp" presStyleIdx="3" presStyleCnt="4"/>
      <dgm:spPr/>
      <dgm:t>
        <a:bodyPr/>
        <a:lstStyle/>
        <a:p>
          <a:endParaRPr lang="zh-CN" altLang="en-US"/>
        </a:p>
      </dgm:t>
    </dgm:pt>
    <dgm:pt modelId="{73537753-C9D5-4CFA-BE2F-CF3E347C1ECD}" type="pres">
      <dgm:prSet presAssocID="{905997FD-A83F-4786-BEA6-E61B177A7EDD}" presName="compChildNode" presStyleCnt="0"/>
      <dgm:spPr/>
    </dgm:pt>
    <dgm:pt modelId="{C6195264-5334-4B1C-B8BB-BC3C9A1BA400}" type="pres">
      <dgm:prSet presAssocID="{905997FD-A83F-4786-BEA6-E61B177A7EDD}" presName="theInnerList" presStyleCnt="0"/>
      <dgm:spPr/>
    </dgm:pt>
    <dgm:pt modelId="{7192EFE1-896C-4BF4-B7A8-587FF7D24539}" type="pres">
      <dgm:prSet presAssocID="{02C4F0B9-B781-409E-94D9-ECF92D5A99D4}" presName="childNode" presStyleLbl="node1" presStyleIdx="3" presStyleCnt="4" custScaleX="104747" custScaleY="100780" custLinFactNeighborY="-1296">
        <dgm:presLayoutVars>
          <dgm:bulletEnabled val="1"/>
        </dgm:presLayoutVars>
      </dgm:prSet>
      <dgm:spPr/>
      <dgm:t>
        <a:bodyPr/>
        <a:lstStyle/>
        <a:p>
          <a:endParaRPr lang="zh-CN" altLang="en-US"/>
        </a:p>
      </dgm:t>
    </dgm:pt>
  </dgm:ptLst>
  <dgm:cxnLst>
    <dgm:cxn modelId="{111F68CB-94B6-45FA-BA2C-CD5B189C967C}" srcId="{C88A350B-2AFD-4944-ACBC-163B09D9E38F}" destId="{905997FD-A83F-4786-BEA6-E61B177A7EDD}" srcOrd="3" destOrd="0" parTransId="{FB28DB40-0DA3-4221-93A6-10F3270ECEA8}" sibTransId="{A070E506-6DDB-4E27-AA99-48A70457A786}"/>
    <dgm:cxn modelId="{24720E1C-540B-4EDC-B482-2758E88145D1}" srcId="{C88A350B-2AFD-4944-ACBC-163B09D9E38F}" destId="{2EA91E77-C410-4F51-B1E5-C2700158F124}" srcOrd="1" destOrd="0" parTransId="{FC6AC9EE-D086-4B9F-91FB-2854D60AF25F}" sibTransId="{D37EDF96-BBB8-4A14-A607-F1D5B26EC0D0}"/>
    <dgm:cxn modelId="{B0CE0CEF-8830-4384-AAE9-27A155E65092}" srcId="{C88A350B-2AFD-4944-ACBC-163B09D9E38F}" destId="{BAF25061-5E24-4994-A6FE-131ED4314FB9}" srcOrd="2" destOrd="0" parTransId="{7360C61E-A78F-48C3-95BD-69A56623707D}" sibTransId="{73BD7F9A-FBA9-47EC-8C94-D3B96F8A2982}"/>
    <dgm:cxn modelId="{C72C4D0A-5F07-48DC-8861-283F7AB514C8}" srcId="{2EA91E77-C410-4F51-B1E5-C2700158F124}" destId="{90985AE0-DB81-42A4-8A99-C939F3F72F46}" srcOrd="0" destOrd="0" parTransId="{48FC2BA8-1D0B-4818-A691-6FC42C9B4A5A}" sibTransId="{382FE079-AFDE-43B4-A9DF-11FAD27EF099}"/>
    <dgm:cxn modelId="{7F8B9CDF-AE40-4EB2-B59D-9F93228D110F}" type="presOf" srcId="{905997FD-A83F-4786-BEA6-E61B177A7EDD}" destId="{EB7C9C53-3B85-49EC-AEB6-53310C859B67}" srcOrd="1" destOrd="0" presId="urn:microsoft.com/office/officeart/2005/8/layout/lProcess2"/>
    <dgm:cxn modelId="{A5879CA4-0305-4845-B521-FDEAC7B00BE6}" type="presOf" srcId="{2EA91E77-C410-4F51-B1E5-C2700158F124}" destId="{6D40E5F1-2565-48CC-B5BB-B1FBAB8D4C2B}" srcOrd="1" destOrd="0" presId="urn:microsoft.com/office/officeart/2005/8/layout/lProcess2"/>
    <dgm:cxn modelId="{FD51B8C6-5121-4FBF-AB15-FC8E9AB09BE3}" srcId="{C88A350B-2AFD-4944-ACBC-163B09D9E38F}" destId="{699EC630-5415-443C-8FCA-62AF901EA05F}" srcOrd="0" destOrd="0" parTransId="{1BD1E0E6-7D03-4BBF-8E4D-54EBFF7A2BBD}" sibTransId="{0487BD21-5928-4C5E-B28D-899E3EF12B93}"/>
    <dgm:cxn modelId="{D5776BFB-ACB6-4BEF-873D-93D014E2635D}" type="presOf" srcId="{C88A350B-2AFD-4944-ACBC-163B09D9E38F}" destId="{6E9C6589-2A3E-443F-92F2-5132200CCC56}" srcOrd="0" destOrd="0" presId="urn:microsoft.com/office/officeart/2005/8/layout/lProcess2"/>
    <dgm:cxn modelId="{F1DF2696-7D25-4E1B-ABBA-C88A1186B3C9}" type="presOf" srcId="{47FB514E-181E-4F92-8ED3-A35B789AE0D9}" destId="{750A46E5-DE41-4388-914D-DC3C5F14BB18}" srcOrd="0" destOrd="0" presId="urn:microsoft.com/office/officeart/2005/8/layout/lProcess2"/>
    <dgm:cxn modelId="{031D765C-4D93-4BAE-870D-17347BF4E84A}" type="presOf" srcId="{2EA91E77-C410-4F51-B1E5-C2700158F124}" destId="{983EDDA6-E98E-4F85-AEAD-09205032F6CA}" srcOrd="0" destOrd="0" presId="urn:microsoft.com/office/officeart/2005/8/layout/lProcess2"/>
    <dgm:cxn modelId="{425FD02B-AAB7-4D69-88BE-5B64A849FE8A}" type="presOf" srcId="{90985AE0-DB81-42A4-8A99-C939F3F72F46}" destId="{485200AC-2912-49F3-8514-96644FE9F77C}" srcOrd="0" destOrd="0" presId="urn:microsoft.com/office/officeart/2005/8/layout/lProcess2"/>
    <dgm:cxn modelId="{6059E691-9B33-4FF2-8A92-0632D5492739}" srcId="{905997FD-A83F-4786-BEA6-E61B177A7EDD}" destId="{02C4F0B9-B781-409E-94D9-ECF92D5A99D4}" srcOrd="0" destOrd="0" parTransId="{6A36174E-12B5-4442-8F99-E30B5D5C4056}" sibTransId="{9A63846A-0D4F-469E-874D-92321C64D017}"/>
    <dgm:cxn modelId="{4BF6D779-FF18-4CA6-A81E-C28284FC0F93}" type="presOf" srcId="{02C4F0B9-B781-409E-94D9-ECF92D5A99D4}" destId="{7192EFE1-896C-4BF4-B7A8-587FF7D24539}" srcOrd="0" destOrd="0" presId="urn:microsoft.com/office/officeart/2005/8/layout/lProcess2"/>
    <dgm:cxn modelId="{2B08B189-1462-44B1-91BA-EA5BC5F77091}" type="presOf" srcId="{699EC630-5415-443C-8FCA-62AF901EA05F}" destId="{FB60BCBF-5118-4C29-AB54-261673DD9D8C}" srcOrd="1" destOrd="0" presId="urn:microsoft.com/office/officeart/2005/8/layout/lProcess2"/>
    <dgm:cxn modelId="{0220399C-064A-4EF5-91A6-339175914CB2}" type="presOf" srcId="{BAF25061-5E24-4994-A6FE-131ED4314FB9}" destId="{BD7E4F2A-B03E-4FEB-81B6-29EE67F42C41}" srcOrd="1" destOrd="0" presId="urn:microsoft.com/office/officeart/2005/8/layout/lProcess2"/>
    <dgm:cxn modelId="{33A6E8B4-D4EF-4568-88DF-D52B39905CB9}" srcId="{699EC630-5415-443C-8FCA-62AF901EA05F}" destId="{47FB514E-181E-4F92-8ED3-A35B789AE0D9}" srcOrd="0" destOrd="0" parTransId="{5AC4F0F3-74B2-4239-BE9B-D5A76F781A83}" sibTransId="{5FED2A3C-319A-430C-8A22-B439B49C95BB}"/>
    <dgm:cxn modelId="{C49F97FB-7DB7-4B09-9051-8612093438B7}" type="presOf" srcId="{BAF25061-5E24-4994-A6FE-131ED4314FB9}" destId="{5907C4C7-8ED0-4D85-AF76-04B865FA5811}" srcOrd="0" destOrd="0" presId="urn:microsoft.com/office/officeart/2005/8/layout/lProcess2"/>
    <dgm:cxn modelId="{EC431495-55AA-4E2D-B04D-E17426C69F07}" type="presOf" srcId="{905997FD-A83F-4786-BEA6-E61B177A7EDD}" destId="{5CFD31B9-9142-41C4-A7A8-C12DB35127C2}" srcOrd="0" destOrd="0" presId="urn:microsoft.com/office/officeart/2005/8/layout/lProcess2"/>
    <dgm:cxn modelId="{5749C7E2-F4B4-40F9-A2FC-08BAB5E04AC6}" type="presOf" srcId="{699EC630-5415-443C-8FCA-62AF901EA05F}" destId="{DDC29171-8758-443B-91E4-51D935F99BC4}" srcOrd="0" destOrd="0" presId="urn:microsoft.com/office/officeart/2005/8/layout/lProcess2"/>
    <dgm:cxn modelId="{D9FE5639-71D7-40D9-B969-D8400E48460E}" type="presOf" srcId="{F02E0C43-4DBB-4FCC-965D-097C60203E67}" destId="{8B9930F7-8606-40B9-A39B-78985A95F146}" srcOrd="0" destOrd="0" presId="urn:microsoft.com/office/officeart/2005/8/layout/lProcess2"/>
    <dgm:cxn modelId="{10CE2724-222D-4A09-B5C6-CB5199F542E5}" srcId="{BAF25061-5E24-4994-A6FE-131ED4314FB9}" destId="{F02E0C43-4DBB-4FCC-965D-097C60203E67}" srcOrd="0" destOrd="0" parTransId="{D9039F60-1501-4A4B-ACB8-4711A48B3554}" sibTransId="{03BB027A-12D1-4AD6-AA20-2CF27C5A10DE}"/>
    <dgm:cxn modelId="{56CB4EFF-51F2-467A-B7F4-B6166F90850F}" type="presParOf" srcId="{6E9C6589-2A3E-443F-92F2-5132200CCC56}" destId="{09232E01-5C89-4CD0-83E7-59BCB78F7797}" srcOrd="0" destOrd="0" presId="urn:microsoft.com/office/officeart/2005/8/layout/lProcess2"/>
    <dgm:cxn modelId="{6BEDDF3A-5F1A-4D2F-BBA5-8741FEDE85B3}" type="presParOf" srcId="{09232E01-5C89-4CD0-83E7-59BCB78F7797}" destId="{DDC29171-8758-443B-91E4-51D935F99BC4}" srcOrd="0" destOrd="0" presId="urn:microsoft.com/office/officeart/2005/8/layout/lProcess2"/>
    <dgm:cxn modelId="{8EA46B9F-B413-4B1A-A944-170543661D86}" type="presParOf" srcId="{09232E01-5C89-4CD0-83E7-59BCB78F7797}" destId="{FB60BCBF-5118-4C29-AB54-261673DD9D8C}" srcOrd="1" destOrd="0" presId="urn:microsoft.com/office/officeart/2005/8/layout/lProcess2"/>
    <dgm:cxn modelId="{A97BE242-C5F5-4929-99D4-4698FB09711D}" type="presParOf" srcId="{09232E01-5C89-4CD0-83E7-59BCB78F7797}" destId="{952D878B-8EC6-4E27-9B41-42E3EDE54A26}" srcOrd="2" destOrd="0" presId="urn:microsoft.com/office/officeart/2005/8/layout/lProcess2"/>
    <dgm:cxn modelId="{DE9F6C6E-4AFA-4412-90C6-294CD4140E38}" type="presParOf" srcId="{952D878B-8EC6-4E27-9B41-42E3EDE54A26}" destId="{5C132024-4F60-4E61-BF12-3F545B1ECBE2}" srcOrd="0" destOrd="0" presId="urn:microsoft.com/office/officeart/2005/8/layout/lProcess2"/>
    <dgm:cxn modelId="{59E6AEDE-D67C-445A-96B3-0243B15457A2}" type="presParOf" srcId="{5C132024-4F60-4E61-BF12-3F545B1ECBE2}" destId="{750A46E5-DE41-4388-914D-DC3C5F14BB18}" srcOrd="0" destOrd="0" presId="urn:microsoft.com/office/officeart/2005/8/layout/lProcess2"/>
    <dgm:cxn modelId="{5C620076-8D4B-4A5D-8C13-BB50E493E0FD}" type="presParOf" srcId="{6E9C6589-2A3E-443F-92F2-5132200CCC56}" destId="{478D8375-E0FC-4688-BB3C-B5C58616545B}" srcOrd="1" destOrd="0" presId="urn:microsoft.com/office/officeart/2005/8/layout/lProcess2"/>
    <dgm:cxn modelId="{8C69EF2A-844B-48F2-83D2-551300853FFC}" type="presParOf" srcId="{6E9C6589-2A3E-443F-92F2-5132200CCC56}" destId="{777D82B9-19CF-449D-A15E-EEA9D484F906}" srcOrd="2" destOrd="0" presId="urn:microsoft.com/office/officeart/2005/8/layout/lProcess2"/>
    <dgm:cxn modelId="{275095DE-2F2E-407A-B2E5-EF0432C3C983}" type="presParOf" srcId="{777D82B9-19CF-449D-A15E-EEA9D484F906}" destId="{983EDDA6-E98E-4F85-AEAD-09205032F6CA}" srcOrd="0" destOrd="0" presId="urn:microsoft.com/office/officeart/2005/8/layout/lProcess2"/>
    <dgm:cxn modelId="{E703130E-DB97-48C0-A66A-64D7BE3292C2}" type="presParOf" srcId="{777D82B9-19CF-449D-A15E-EEA9D484F906}" destId="{6D40E5F1-2565-48CC-B5BB-B1FBAB8D4C2B}" srcOrd="1" destOrd="0" presId="urn:microsoft.com/office/officeart/2005/8/layout/lProcess2"/>
    <dgm:cxn modelId="{186C37FA-49CE-43D0-962F-F36CD178DA8E}" type="presParOf" srcId="{777D82B9-19CF-449D-A15E-EEA9D484F906}" destId="{DBAE6940-FD0E-46E1-B311-6F3C2E9389EE}" srcOrd="2" destOrd="0" presId="urn:microsoft.com/office/officeart/2005/8/layout/lProcess2"/>
    <dgm:cxn modelId="{876E86C7-0C74-4717-B775-D398C4477296}" type="presParOf" srcId="{DBAE6940-FD0E-46E1-B311-6F3C2E9389EE}" destId="{4BD2B53A-AD7A-4C97-9D54-355FEB718CB4}" srcOrd="0" destOrd="0" presId="urn:microsoft.com/office/officeart/2005/8/layout/lProcess2"/>
    <dgm:cxn modelId="{4ED19080-BA61-45CE-9DCB-4F5C91C2CDA3}" type="presParOf" srcId="{4BD2B53A-AD7A-4C97-9D54-355FEB718CB4}" destId="{485200AC-2912-49F3-8514-96644FE9F77C}" srcOrd="0" destOrd="0" presId="urn:microsoft.com/office/officeart/2005/8/layout/lProcess2"/>
    <dgm:cxn modelId="{BBE3FC36-34EA-430B-8F32-C586A87E0420}" type="presParOf" srcId="{6E9C6589-2A3E-443F-92F2-5132200CCC56}" destId="{6E5FAF09-562E-42B7-8CD8-93E01025B627}" srcOrd="3" destOrd="0" presId="urn:microsoft.com/office/officeart/2005/8/layout/lProcess2"/>
    <dgm:cxn modelId="{91A67A6F-7902-4E4C-9A78-30AB2549B2C3}" type="presParOf" srcId="{6E9C6589-2A3E-443F-92F2-5132200CCC56}" destId="{A9E5118B-A27B-43BB-9A01-8F5C64359CCB}" srcOrd="4" destOrd="0" presId="urn:microsoft.com/office/officeart/2005/8/layout/lProcess2"/>
    <dgm:cxn modelId="{8D4E98D1-9BDB-49F6-BF65-E642EED7AB9B}" type="presParOf" srcId="{A9E5118B-A27B-43BB-9A01-8F5C64359CCB}" destId="{5907C4C7-8ED0-4D85-AF76-04B865FA5811}" srcOrd="0" destOrd="0" presId="urn:microsoft.com/office/officeart/2005/8/layout/lProcess2"/>
    <dgm:cxn modelId="{4AC12065-9772-4857-96B7-E798AB8E5F20}" type="presParOf" srcId="{A9E5118B-A27B-43BB-9A01-8F5C64359CCB}" destId="{BD7E4F2A-B03E-4FEB-81B6-29EE67F42C41}" srcOrd="1" destOrd="0" presId="urn:microsoft.com/office/officeart/2005/8/layout/lProcess2"/>
    <dgm:cxn modelId="{F4DF186E-D7A5-4158-AD12-DCA2A25A88B9}" type="presParOf" srcId="{A9E5118B-A27B-43BB-9A01-8F5C64359CCB}" destId="{8CBBFF91-6352-43E1-A77C-82A16D342F2D}" srcOrd="2" destOrd="0" presId="urn:microsoft.com/office/officeart/2005/8/layout/lProcess2"/>
    <dgm:cxn modelId="{012E1E6F-DA25-4E42-960D-6B05E3D2FBFD}" type="presParOf" srcId="{8CBBFF91-6352-43E1-A77C-82A16D342F2D}" destId="{7A90E579-C7F5-4F91-B9A6-83676662474A}" srcOrd="0" destOrd="0" presId="urn:microsoft.com/office/officeart/2005/8/layout/lProcess2"/>
    <dgm:cxn modelId="{6842F48D-5F8A-4707-A663-4F36E0B212EE}" type="presParOf" srcId="{7A90E579-C7F5-4F91-B9A6-83676662474A}" destId="{8B9930F7-8606-40B9-A39B-78985A95F146}" srcOrd="0" destOrd="0" presId="urn:microsoft.com/office/officeart/2005/8/layout/lProcess2"/>
    <dgm:cxn modelId="{F2C8471F-B2BB-4714-9C9F-4A52310E57DB}" type="presParOf" srcId="{6E9C6589-2A3E-443F-92F2-5132200CCC56}" destId="{C45D463F-6D9B-46CB-9CC1-AF9A5D303A41}" srcOrd="5" destOrd="0" presId="urn:microsoft.com/office/officeart/2005/8/layout/lProcess2"/>
    <dgm:cxn modelId="{59A4508A-04BB-454C-BF51-0E44B28882E4}" type="presParOf" srcId="{6E9C6589-2A3E-443F-92F2-5132200CCC56}" destId="{EC607866-0C21-44B9-8C52-0C371BF13D82}" srcOrd="6" destOrd="0" presId="urn:microsoft.com/office/officeart/2005/8/layout/lProcess2"/>
    <dgm:cxn modelId="{BF3D21AD-D18E-4753-BAD1-00C9547AE135}" type="presParOf" srcId="{EC607866-0C21-44B9-8C52-0C371BF13D82}" destId="{5CFD31B9-9142-41C4-A7A8-C12DB35127C2}" srcOrd="0" destOrd="0" presId="urn:microsoft.com/office/officeart/2005/8/layout/lProcess2"/>
    <dgm:cxn modelId="{BC21FDB3-3A91-44AC-BFCD-DCE2B14892F1}" type="presParOf" srcId="{EC607866-0C21-44B9-8C52-0C371BF13D82}" destId="{EB7C9C53-3B85-49EC-AEB6-53310C859B67}" srcOrd="1" destOrd="0" presId="urn:microsoft.com/office/officeart/2005/8/layout/lProcess2"/>
    <dgm:cxn modelId="{A4290F79-7B5B-4598-9BBF-19927B6D5C3F}" type="presParOf" srcId="{EC607866-0C21-44B9-8C52-0C371BF13D82}" destId="{73537753-C9D5-4CFA-BE2F-CF3E347C1ECD}" srcOrd="2" destOrd="0" presId="urn:microsoft.com/office/officeart/2005/8/layout/lProcess2"/>
    <dgm:cxn modelId="{F9F081CF-A5E4-40DF-A279-03E30824E255}" type="presParOf" srcId="{73537753-C9D5-4CFA-BE2F-CF3E347C1ECD}" destId="{C6195264-5334-4B1C-B8BB-BC3C9A1BA400}" srcOrd="0" destOrd="0" presId="urn:microsoft.com/office/officeart/2005/8/layout/lProcess2"/>
    <dgm:cxn modelId="{4B4B2485-BED9-4173-8A42-F060DD7D786B}" type="presParOf" srcId="{C6195264-5334-4B1C-B8BB-BC3C9A1BA400}" destId="{7192EFE1-896C-4BF4-B7A8-587FF7D24539}"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6D1314-583A-4B37-8076-8B3C4389296B}">
      <dsp:nvSpPr>
        <dsp:cNvPr id="0" name=""/>
        <dsp:cNvSpPr/>
      </dsp:nvSpPr>
      <dsp:spPr>
        <a:xfrm>
          <a:off x="1867559" y="2443147"/>
          <a:ext cx="440157" cy="1936965"/>
        </a:xfrm>
        <a:custGeom>
          <a:avLst/>
          <a:gdLst/>
          <a:ahLst/>
          <a:cxnLst/>
          <a:rect l="0" t="0" r="0" b="0"/>
          <a:pathLst>
            <a:path>
              <a:moveTo>
                <a:pt x="0" y="0"/>
              </a:moveTo>
              <a:lnTo>
                <a:pt x="220078" y="0"/>
              </a:lnTo>
              <a:lnTo>
                <a:pt x="220078" y="1936965"/>
              </a:lnTo>
              <a:lnTo>
                <a:pt x="440157" y="1936965"/>
              </a:lnTo>
            </a:path>
          </a:pathLst>
        </a:custGeom>
        <a:noFill/>
        <a:ln w="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11150">
            <a:lnSpc>
              <a:spcPct val="90000"/>
            </a:lnSpc>
            <a:spcBef>
              <a:spcPct val="0"/>
            </a:spcBef>
            <a:spcAft>
              <a:spcPct val="35000"/>
            </a:spcAft>
          </a:pPr>
          <a:endParaRPr lang="zh-CN" altLang="en-US" sz="700" kern="1200"/>
        </a:p>
      </dsp:txBody>
      <dsp:txXfrm>
        <a:off x="2037979" y="3361971"/>
        <a:ext cx="99317" cy="99317"/>
      </dsp:txXfrm>
    </dsp:sp>
    <dsp:sp modelId="{642C79CF-E517-4BE0-ADFB-F08B517B5235}">
      <dsp:nvSpPr>
        <dsp:cNvPr id="0" name=""/>
        <dsp:cNvSpPr/>
      </dsp:nvSpPr>
      <dsp:spPr>
        <a:xfrm>
          <a:off x="3156360" y="1883628"/>
          <a:ext cx="582311" cy="2201553"/>
        </a:xfrm>
        <a:custGeom>
          <a:avLst/>
          <a:gdLst/>
          <a:ahLst/>
          <a:cxnLst/>
          <a:rect l="0" t="0" r="0" b="0"/>
          <a:pathLst>
            <a:path>
              <a:moveTo>
                <a:pt x="0" y="0"/>
              </a:moveTo>
              <a:lnTo>
                <a:pt x="291155" y="0"/>
              </a:lnTo>
              <a:lnTo>
                <a:pt x="291155" y="2201553"/>
              </a:lnTo>
              <a:lnTo>
                <a:pt x="582311" y="2201553"/>
              </a:lnTo>
            </a:path>
          </a:pathLst>
        </a:custGeom>
        <a:noFill/>
        <a:ln w="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55600">
            <a:lnSpc>
              <a:spcPct val="90000"/>
            </a:lnSpc>
            <a:spcBef>
              <a:spcPct val="0"/>
            </a:spcBef>
            <a:spcAft>
              <a:spcPct val="35000"/>
            </a:spcAft>
          </a:pPr>
          <a:endParaRPr lang="zh-CN" altLang="en-US" sz="800" kern="1200"/>
        </a:p>
      </dsp:txBody>
      <dsp:txXfrm>
        <a:off x="3390584" y="2927474"/>
        <a:ext cx="113863" cy="113863"/>
      </dsp:txXfrm>
    </dsp:sp>
    <dsp:sp modelId="{A54234EB-0DCF-4B89-986E-E588A98CAB6D}">
      <dsp:nvSpPr>
        <dsp:cNvPr id="0" name=""/>
        <dsp:cNvSpPr/>
      </dsp:nvSpPr>
      <dsp:spPr>
        <a:xfrm>
          <a:off x="3156360" y="1883628"/>
          <a:ext cx="568652" cy="848096"/>
        </a:xfrm>
        <a:custGeom>
          <a:avLst/>
          <a:gdLst/>
          <a:ahLst/>
          <a:cxnLst/>
          <a:rect l="0" t="0" r="0" b="0"/>
          <a:pathLst>
            <a:path>
              <a:moveTo>
                <a:pt x="0" y="0"/>
              </a:moveTo>
              <a:lnTo>
                <a:pt x="284326" y="0"/>
              </a:lnTo>
              <a:lnTo>
                <a:pt x="284326" y="848096"/>
              </a:lnTo>
              <a:lnTo>
                <a:pt x="568652" y="848096"/>
              </a:lnTo>
            </a:path>
          </a:pathLst>
        </a:custGeom>
        <a:noFill/>
        <a:ln w="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3415159" y="2282149"/>
        <a:ext cx="51054" cy="51054"/>
      </dsp:txXfrm>
    </dsp:sp>
    <dsp:sp modelId="{7BE1723B-9D56-4E67-9F8E-585AAC91E0C6}">
      <dsp:nvSpPr>
        <dsp:cNvPr id="0" name=""/>
        <dsp:cNvSpPr/>
      </dsp:nvSpPr>
      <dsp:spPr>
        <a:xfrm>
          <a:off x="3156360" y="1042257"/>
          <a:ext cx="569585" cy="841370"/>
        </a:xfrm>
        <a:custGeom>
          <a:avLst/>
          <a:gdLst/>
          <a:ahLst/>
          <a:cxnLst/>
          <a:rect l="0" t="0" r="0" b="0"/>
          <a:pathLst>
            <a:path>
              <a:moveTo>
                <a:pt x="0" y="841370"/>
              </a:moveTo>
              <a:lnTo>
                <a:pt x="284792" y="841370"/>
              </a:lnTo>
              <a:lnTo>
                <a:pt x="284792" y="0"/>
              </a:lnTo>
              <a:lnTo>
                <a:pt x="569585" y="0"/>
              </a:lnTo>
            </a:path>
          </a:pathLst>
        </a:custGeom>
        <a:noFill/>
        <a:ln w="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3415752" y="1437542"/>
        <a:ext cx="50801" cy="50801"/>
      </dsp:txXfrm>
    </dsp:sp>
    <dsp:sp modelId="{2F76558C-055D-4219-B7F1-1C3641F99003}">
      <dsp:nvSpPr>
        <dsp:cNvPr id="0" name=""/>
        <dsp:cNvSpPr/>
      </dsp:nvSpPr>
      <dsp:spPr>
        <a:xfrm>
          <a:off x="1867559" y="1883628"/>
          <a:ext cx="434610" cy="559518"/>
        </a:xfrm>
        <a:custGeom>
          <a:avLst/>
          <a:gdLst/>
          <a:ahLst/>
          <a:cxnLst/>
          <a:rect l="0" t="0" r="0" b="0"/>
          <a:pathLst>
            <a:path>
              <a:moveTo>
                <a:pt x="0" y="559518"/>
              </a:moveTo>
              <a:lnTo>
                <a:pt x="217305" y="559518"/>
              </a:lnTo>
              <a:lnTo>
                <a:pt x="217305" y="0"/>
              </a:lnTo>
              <a:lnTo>
                <a:pt x="434610" y="0"/>
              </a:lnTo>
            </a:path>
          </a:pathLst>
        </a:custGeom>
        <a:noFill/>
        <a:ln w="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622300">
            <a:lnSpc>
              <a:spcPct val="90000"/>
            </a:lnSpc>
            <a:spcBef>
              <a:spcPct val="0"/>
            </a:spcBef>
            <a:spcAft>
              <a:spcPct val="35000"/>
            </a:spcAft>
          </a:pPr>
          <a:endParaRPr lang="zh-CN" altLang="en-US" sz="1400" kern="1200">
            <a:latin typeface="+mj-lt"/>
            <a:ea typeface="黑体" panose="02010609060101010101" pitchFamily="49" charset="-122"/>
          </a:endParaRPr>
        </a:p>
      </dsp:txBody>
      <dsp:txXfrm>
        <a:off x="2067152" y="2145676"/>
        <a:ext cx="35424" cy="35424"/>
      </dsp:txXfrm>
    </dsp:sp>
    <dsp:sp modelId="{2BF094AC-AF6A-4FB4-A1E3-A9F5DF2F78A9}">
      <dsp:nvSpPr>
        <dsp:cNvPr id="0" name=""/>
        <dsp:cNvSpPr/>
      </dsp:nvSpPr>
      <dsp:spPr>
        <a:xfrm rot="16200000">
          <a:off x="-1135960" y="1644756"/>
          <a:ext cx="4410259" cy="1596781"/>
        </a:xfrm>
        <a:prstGeom prst="rect">
          <a:avLst/>
        </a:prstGeom>
        <a:solidFill>
          <a:schemeClr val="lt1"/>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vert" wrap="square" lIns="8890" tIns="8890" rIns="8890" bIns="8890" numCol="1" spcCol="1270" anchor="ctr" anchorCtr="0">
          <a:noAutofit/>
        </a:bodyPr>
        <a:lstStyle/>
        <a:p>
          <a:pPr marL="95250" lvl="0" indent="0" algn="l" defTabSz="622300" rtl="0">
            <a:lnSpc>
              <a:spcPct val="90000"/>
            </a:lnSpc>
            <a:spcBef>
              <a:spcPct val="0"/>
            </a:spcBef>
            <a:spcAft>
              <a:spcPct val="35000"/>
            </a:spcAft>
          </a:pPr>
          <a:r>
            <a:rPr lang="zh-CN" sz="1400" kern="1200" baseline="0" dirty="0" smtClean="0">
              <a:latin typeface="+mj-lt"/>
              <a:ea typeface="黑体" panose="02010609060101010101" pitchFamily="49" charset="-122"/>
            </a:rPr>
            <a:t>法制相关软件 </a:t>
          </a:r>
          <a:r>
            <a:rPr lang="en-US" sz="1400" kern="1200" baseline="0" dirty="0" smtClean="0">
              <a:latin typeface="+mj-lt"/>
              <a:ea typeface="黑体" panose="02010609060101010101" pitchFamily="49" charset="-122"/>
            </a:rPr>
            <a:t>legally relevant software</a:t>
          </a:r>
          <a:br>
            <a:rPr lang="en-US" sz="1400" kern="1200" baseline="0" dirty="0" smtClean="0">
              <a:latin typeface="+mj-lt"/>
              <a:ea typeface="黑体" panose="02010609060101010101" pitchFamily="49" charset="-122"/>
            </a:rPr>
          </a:br>
          <a:r>
            <a:rPr lang="zh-CN" sz="1400" kern="1200" dirty="0" smtClean="0">
              <a:latin typeface="+mj-lt"/>
              <a:ea typeface="黑体" panose="02010609060101010101" pitchFamily="49" charset="-122"/>
            </a:rPr>
            <a:t>衡器或模块的程序、数据、型式参数，满足法制管理规定和执行的功能。如测量结果、净重和皮重</a:t>
          </a:r>
          <a:r>
            <a:rPr lang="en-US" sz="1400" kern="1200" dirty="0" smtClean="0">
              <a:latin typeface="+mj-lt"/>
              <a:ea typeface="黑体" panose="02010609060101010101" pitchFamily="49" charset="-122"/>
            </a:rPr>
            <a:t>/</a:t>
          </a:r>
          <a:r>
            <a:rPr lang="zh-CN" sz="1400" kern="1200" dirty="0" smtClean="0">
              <a:latin typeface="+mj-lt"/>
              <a:ea typeface="黑体" panose="02010609060101010101" pitchFamily="49" charset="-122"/>
            </a:rPr>
            <a:t>预置皮重，小数点、符合、单位，称量范围，软件标识等。</a:t>
          </a:r>
          <a:r>
            <a:rPr lang="en-US" altLang="zh-CN" sz="1400" kern="1200" dirty="0" smtClean="0">
              <a:latin typeface="+mj-lt"/>
              <a:ea typeface="黑体" panose="02010609060101010101" pitchFamily="49" charset="-122"/>
            </a:rPr>
            <a:t/>
          </a:r>
          <a:br>
            <a:rPr lang="en-US" altLang="zh-CN" sz="1400" kern="1200" dirty="0" smtClean="0">
              <a:latin typeface="+mj-lt"/>
              <a:ea typeface="黑体" panose="02010609060101010101" pitchFamily="49" charset="-122"/>
            </a:rPr>
          </a:br>
          <a:r>
            <a:rPr lang="zh-CN" sz="1400" kern="1200" dirty="0" smtClean="0">
              <a:latin typeface="+mj-lt"/>
              <a:ea typeface="黑体" panose="02010609060101010101" pitchFamily="49" charset="-122"/>
            </a:rPr>
            <a:t>并非衡器中所有软件都是法制相关的，衡器可以有法制计量不相关的功能，但不得影响法制相关软件的运行和安全</a:t>
          </a:r>
          <a:endParaRPr lang="zh-CN" sz="1400" kern="1200" dirty="0">
            <a:latin typeface="+mj-lt"/>
            <a:ea typeface="黑体" panose="02010609060101010101" pitchFamily="49" charset="-122"/>
          </a:endParaRPr>
        </a:p>
      </dsp:txBody>
      <dsp:txXfrm>
        <a:off x="-1135960" y="1644756"/>
        <a:ext cx="4410259" cy="1596781"/>
      </dsp:txXfrm>
    </dsp:sp>
    <dsp:sp modelId="{E064402F-B726-4FAC-AA2F-5EDBEB6E81F7}">
      <dsp:nvSpPr>
        <dsp:cNvPr id="0" name=""/>
        <dsp:cNvSpPr/>
      </dsp:nvSpPr>
      <dsp:spPr>
        <a:xfrm>
          <a:off x="2302169" y="245629"/>
          <a:ext cx="854191" cy="3275998"/>
        </a:xfrm>
        <a:prstGeom prst="rect">
          <a:avLst/>
        </a:prstGeom>
        <a:solidFill>
          <a:schemeClr val="lt1"/>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8890" tIns="8890" rIns="8890" bIns="8890" numCol="1" spcCol="1270" anchor="ctr" anchorCtr="0">
          <a:noAutofit/>
        </a:bodyPr>
        <a:lstStyle/>
        <a:p>
          <a:pPr marL="95250" lvl="0" indent="0" algn="l" defTabSz="622300" rtl="0">
            <a:lnSpc>
              <a:spcPct val="90000"/>
            </a:lnSpc>
            <a:spcBef>
              <a:spcPct val="0"/>
            </a:spcBef>
            <a:spcAft>
              <a:spcPct val="35000"/>
            </a:spcAft>
          </a:pPr>
          <a:r>
            <a:rPr lang="zh-CN" sz="1400" kern="1200" baseline="0" dirty="0" smtClean="0">
              <a:latin typeface="+mj-lt"/>
              <a:ea typeface="黑体" panose="02010609060101010101" pitchFamily="49" charset="-122"/>
            </a:rPr>
            <a:t>法制相关参数 </a:t>
          </a:r>
          <a:r>
            <a:rPr lang="en-US" sz="1400" kern="1200" baseline="0" dirty="0" smtClean="0">
              <a:latin typeface="+mj-lt"/>
              <a:ea typeface="黑体" panose="02010609060101010101" pitchFamily="49" charset="-122"/>
            </a:rPr>
            <a:t>legally relevant parameter</a:t>
          </a:r>
          <a:br>
            <a:rPr lang="en-US" sz="1400" kern="1200" baseline="0" dirty="0" smtClean="0">
              <a:latin typeface="+mj-lt"/>
              <a:ea typeface="黑体" panose="02010609060101010101" pitchFamily="49" charset="-122"/>
            </a:rPr>
          </a:br>
          <a:r>
            <a:rPr lang="zh-CN" sz="1400" kern="1200" dirty="0" smtClean="0">
              <a:latin typeface="+mj-lt"/>
              <a:ea typeface="黑体" panose="02010609060101010101" pitchFamily="49" charset="-122"/>
            </a:rPr>
            <a:t>法制管理计量器具或模块的参数，法定相关参数分为型式特定参数和装置特定参数</a:t>
          </a:r>
          <a:endParaRPr lang="zh-CN" sz="1400" kern="1200" dirty="0">
            <a:latin typeface="+mj-lt"/>
            <a:ea typeface="黑体" panose="02010609060101010101" pitchFamily="49" charset="-122"/>
          </a:endParaRPr>
        </a:p>
      </dsp:txBody>
      <dsp:txXfrm>
        <a:off x="2302169" y="245629"/>
        <a:ext cx="854191" cy="3275998"/>
      </dsp:txXfrm>
    </dsp:sp>
    <dsp:sp modelId="{5F43CE52-5668-4E20-83EC-A5F4704578A9}">
      <dsp:nvSpPr>
        <dsp:cNvPr id="0" name=""/>
        <dsp:cNvSpPr/>
      </dsp:nvSpPr>
      <dsp:spPr>
        <a:xfrm>
          <a:off x="3725945" y="142256"/>
          <a:ext cx="4176002" cy="1800003"/>
        </a:xfrm>
        <a:prstGeom prst="rect">
          <a:avLst/>
        </a:prstGeom>
        <a:solidFill>
          <a:schemeClr val="lt1"/>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8890" tIns="8890" rIns="8890" bIns="8890" numCol="1" spcCol="1270" anchor="ctr" anchorCtr="0">
          <a:noAutofit/>
        </a:bodyPr>
        <a:lstStyle/>
        <a:p>
          <a:pPr lvl="0" algn="l" defTabSz="622300" rtl="0">
            <a:lnSpc>
              <a:spcPct val="90000"/>
            </a:lnSpc>
            <a:spcBef>
              <a:spcPct val="0"/>
            </a:spcBef>
            <a:spcAft>
              <a:spcPct val="35000"/>
            </a:spcAft>
          </a:pPr>
          <a:r>
            <a:rPr lang="zh-CN" sz="1400" kern="1200" dirty="0" smtClean="0">
              <a:latin typeface="+mj-lt"/>
              <a:ea typeface="黑体" panose="02010609060101010101" pitchFamily="49" charset="-122"/>
            </a:rPr>
            <a:t>型式特定参数 </a:t>
          </a:r>
          <a:r>
            <a:rPr lang="en-US" sz="1400" kern="1200" dirty="0" smtClean="0">
              <a:latin typeface="+mj-lt"/>
              <a:ea typeface="黑体" panose="02010609060101010101" pitchFamily="49" charset="-122"/>
            </a:rPr>
            <a:t>type-specific parameter</a:t>
          </a:r>
          <a:br>
            <a:rPr lang="en-US" sz="1400" kern="1200" dirty="0" smtClean="0">
              <a:latin typeface="+mj-lt"/>
              <a:ea typeface="黑体" panose="02010609060101010101" pitchFamily="49" charset="-122"/>
            </a:rPr>
          </a:br>
          <a:r>
            <a:rPr lang="zh-CN" sz="1400" kern="1200" dirty="0" smtClean="0">
              <a:latin typeface="+mj-lt"/>
              <a:ea typeface="黑体" panose="02010609060101010101" pitchFamily="49" charset="-122"/>
            </a:rPr>
            <a:t>参数的值仅取决于衡器的型式，是法定相关软件的一部分，它们在衡器型式批准时被确定。例如：重量计算参数，稳定性分析、价格计算规则和化整，软件标识。</a:t>
          </a:r>
          <a:r>
            <a:rPr lang="en-US" altLang="zh-CN" sz="1400" kern="1200" dirty="0" smtClean="0">
              <a:latin typeface="+mj-lt"/>
              <a:ea typeface="黑体" panose="02010609060101010101" pitchFamily="49" charset="-122"/>
            </a:rPr>
            <a:t/>
          </a:r>
          <a:br>
            <a:rPr lang="en-US" altLang="zh-CN" sz="1400" kern="1200" dirty="0" smtClean="0">
              <a:latin typeface="+mj-lt"/>
              <a:ea typeface="黑体" panose="02010609060101010101" pitchFamily="49" charset="-122"/>
            </a:rPr>
          </a:br>
          <a:r>
            <a:rPr lang="zh-CN" sz="1400" kern="1200" dirty="0" smtClean="0">
              <a:latin typeface="+mj-lt"/>
              <a:ea typeface="黑体" panose="02010609060101010101" pitchFamily="49" charset="-122"/>
            </a:rPr>
            <a:t>相同型式产品中这些参数是一致的，不会因为规格不同，产品序列号不同而不同。即不是配置的，也不是校准获得的。</a:t>
          </a:r>
          <a:endParaRPr lang="zh-CN" sz="1400" kern="1200" dirty="0">
            <a:latin typeface="+mj-lt"/>
            <a:ea typeface="黑体" panose="02010609060101010101" pitchFamily="49" charset="-122"/>
          </a:endParaRPr>
        </a:p>
      </dsp:txBody>
      <dsp:txXfrm>
        <a:off x="3725945" y="142256"/>
        <a:ext cx="4176002" cy="1800003"/>
      </dsp:txXfrm>
    </dsp:sp>
    <dsp:sp modelId="{A1941C69-DD10-415A-8B99-7378E9F4F77F}">
      <dsp:nvSpPr>
        <dsp:cNvPr id="0" name=""/>
        <dsp:cNvSpPr/>
      </dsp:nvSpPr>
      <dsp:spPr>
        <a:xfrm>
          <a:off x="3725013" y="2199059"/>
          <a:ext cx="4176002" cy="1065330"/>
        </a:xfrm>
        <a:prstGeom prst="rect">
          <a:avLst/>
        </a:prstGeom>
        <a:solidFill>
          <a:schemeClr val="lt1"/>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zh-CN" altLang="en-US" sz="1400" kern="1200" dirty="0" smtClean="0">
              <a:latin typeface="+mj-lt"/>
              <a:ea typeface="黑体" panose="02010609060101010101" pitchFamily="49" charset="-122"/>
            </a:rPr>
            <a:t>装置特定参数 </a:t>
          </a:r>
          <a:r>
            <a:rPr lang="en-US" altLang="zh-CN" sz="1400" kern="1200" dirty="0" smtClean="0">
              <a:latin typeface="+mj-lt"/>
              <a:ea typeface="黑体" panose="02010609060101010101" pitchFamily="49" charset="-122"/>
            </a:rPr>
            <a:t>device-specific parameter</a:t>
          </a:r>
          <a:br>
            <a:rPr lang="en-US" altLang="zh-CN" sz="1400" kern="1200" dirty="0" smtClean="0">
              <a:latin typeface="+mj-lt"/>
              <a:ea typeface="黑体" panose="02010609060101010101" pitchFamily="49" charset="-122"/>
            </a:rPr>
          </a:br>
          <a:r>
            <a:rPr lang="zh-CN" altLang="en-US" sz="1400" kern="1200" dirty="0" smtClean="0">
              <a:latin typeface="+mj-lt"/>
              <a:ea typeface="黑体" panose="02010609060101010101" pitchFamily="49" charset="-122"/>
            </a:rPr>
            <a:t>参数的值取决于每台衡器自身，包括校正参数（量程调整等或修正参数），配置参数；</a:t>
          </a:r>
          <a:r>
            <a:rPr lang="en-US" altLang="zh-CN" sz="1400" kern="1200" dirty="0" smtClean="0">
              <a:latin typeface="+mj-lt"/>
              <a:ea typeface="黑体" panose="02010609060101010101" pitchFamily="49" charset="-122"/>
            </a:rPr>
            <a:t/>
          </a:r>
          <a:br>
            <a:rPr lang="en-US" altLang="zh-CN" sz="1400" kern="1200" dirty="0" smtClean="0">
              <a:latin typeface="+mj-lt"/>
              <a:ea typeface="黑体" panose="02010609060101010101" pitchFamily="49" charset="-122"/>
            </a:rPr>
          </a:br>
          <a:r>
            <a:rPr lang="zh-CN" altLang="en-US" sz="1400" kern="1200" dirty="0" smtClean="0">
              <a:latin typeface="+mj-lt"/>
              <a:ea typeface="黑体" panose="02010609060101010101" pitchFamily="49" charset="-122"/>
            </a:rPr>
            <a:t>其调整和选择在衡器特定模式下许可，装置参数可分为不可调和授权可调两类。</a:t>
          </a:r>
          <a:endParaRPr lang="zh-CN" altLang="en-US" sz="1400" kern="1200" dirty="0">
            <a:latin typeface="+mj-lt"/>
            <a:ea typeface="黑体" panose="02010609060101010101" pitchFamily="49" charset="-122"/>
          </a:endParaRPr>
        </a:p>
      </dsp:txBody>
      <dsp:txXfrm>
        <a:off x="3725013" y="2199059"/>
        <a:ext cx="4176002" cy="1065330"/>
      </dsp:txXfrm>
    </dsp:sp>
    <dsp:sp modelId="{AC1278C9-2669-4738-B05A-BA689B30D907}">
      <dsp:nvSpPr>
        <dsp:cNvPr id="0" name=""/>
        <dsp:cNvSpPr/>
      </dsp:nvSpPr>
      <dsp:spPr>
        <a:xfrm>
          <a:off x="3738671" y="3456576"/>
          <a:ext cx="4176002" cy="1257211"/>
        </a:xfrm>
        <a:prstGeom prst="rect">
          <a:avLst/>
        </a:prstGeom>
        <a:solidFill>
          <a:schemeClr val="accent3">
            <a:lumMod val="20000"/>
            <a:lumOff val="80000"/>
          </a:schemeClr>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zh-CN" altLang="en-US" sz="1400" kern="1200" dirty="0" smtClean="0">
              <a:latin typeface="+mj-lt"/>
              <a:ea typeface="黑体" panose="02010609060101010101" pitchFamily="49" charset="-122"/>
            </a:rPr>
            <a:t>型式参数与装置参数不是标准规定的，而是型式和装置规定的，有些参数在某种型式中是型式参数，在另一种型式中可能是装置参数，如称量单位</a:t>
          </a:r>
          <a:r>
            <a:rPr lang="en-US" altLang="zh-CN" sz="1400" kern="1200" dirty="0" smtClean="0">
              <a:latin typeface="+mj-lt"/>
              <a:ea typeface="黑体" panose="02010609060101010101" pitchFamily="49" charset="-122"/>
            </a:rPr>
            <a:t>MT</a:t>
          </a:r>
          <a:r>
            <a:rPr lang="zh-CN" altLang="en-US" sz="1400" kern="1200" dirty="0" smtClean="0">
              <a:latin typeface="+mj-lt"/>
              <a:ea typeface="黑体" panose="02010609060101010101" pitchFamily="49" charset="-122"/>
            </a:rPr>
            <a:t>的</a:t>
          </a:r>
          <a:r>
            <a:rPr lang="en-US" altLang="zh-CN" sz="1400" kern="1200" dirty="0" smtClean="0">
              <a:latin typeface="+mj-lt"/>
              <a:ea typeface="黑体" panose="02010609060101010101" pitchFamily="49" charset="-122"/>
            </a:rPr>
            <a:t>RT</a:t>
          </a:r>
          <a:r>
            <a:rPr lang="zh-CN" altLang="en-US" sz="1400" kern="1200" dirty="0" smtClean="0">
              <a:latin typeface="+mj-lt"/>
              <a:ea typeface="黑体" panose="02010609060101010101" pitchFamily="49" charset="-122"/>
            </a:rPr>
            <a:t>产品上是型式参数（</a:t>
          </a:r>
          <a:r>
            <a:rPr lang="en-US" altLang="zh-CN" sz="1400" kern="1200" dirty="0" smtClean="0">
              <a:latin typeface="+mj-lt"/>
              <a:ea typeface="黑体" panose="02010609060101010101" pitchFamily="49" charset="-122"/>
            </a:rPr>
            <a:t>kg</a:t>
          </a:r>
          <a:r>
            <a:rPr lang="zh-CN" altLang="en-US" sz="1400" kern="1200" dirty="0" smtClean="0">
              <a:latin typeface="+mj-lt"/>
              <a:ea typeface="黑体" panose="02010609060101010101" pitchFamily="49" charset="-122"/>
            </a:rPr>
            <a:t>），在仪表中是装置参数（</a:t>
          </a:r>
          <a:r>
            <a:rPr lang="en-US" altLang="zh-CN" sz="1400" kern="1200" dirty="0" smtClean="0">
              <a:latin typeface="+mj-lt"/>
              <a:ea typeface="黑体" panose="02010609060101010101" pitchFamily="49" charset="-122"/>
            </a:rPr>
            <a:t>t</a:t>
          </a:r>
          <a:r>
            <a:rPr lang="zh-CN" altLang="en-US" sz="1400" kern="1200" dirty="0" smtClean="0">
              <a:latin typeface="+mj-lt"/>
              <a:ea typeface="黑体" panose="02010609060101010101" pitchFamily="49" charset="-122"/>
            </a:rPr>
            <a:t>，</a:t>
          </a:r>
          <a:r>
            <a:rPr lang="en-US" altLang="zh-CN" sz="1400" kern="1200" dirty="0" smtClean="0">
              <a:latin typeface="+mj-lt"/>
              <a:ea typeface="黑体" panose="02010609060101010101" pitchFamily="49" charset="-122"/>
            </a:rPr>
            <a:t>kg</a:t>
          </a:r>
          <a:r>
            <a:rPr lang="zh-CN" altLang="en-US" sz="1400" kern="1200" dirty="0" smtClean="0">
              <a:latin typeface="+mj-lt"/>
              <a:ea typeface="黑体" panose="02010609060101010101" pitchFamily="49" charset="-122"/>
            </a:rPr>
            <a:t>，</a:t>
          </a:r>
          <a:r>
            <a:rPr lang="en-US" altLang="zh-CN" sz="1400" kern="1200" dirty="0" smtClean="0">
              <a:latin typeface="+mj-lt"/>
              <a:ea typeface="黑体" panose="02010609060101010101" pitchFamily="49" charset="-122"/>
            </a:rPr>
            <a:t>g</a:t>
          </a:r>
          <a:r>
            <a:rPr lang="zh-CN" altLang="en-US" sz="1400" kern="1200" dirty="0" smtClean="0">
              <a:latin typeface="+mj-lt"/>
              <a:ea typeface="黑体" panose="02010609060101010101" pitchFamily="49" charset="-122"/>
            </a:rPr>
            <a:t>），包括最大称量、计量单位等</a:t>
          </a:r>
          <a:r>
            <a:rPr lang="en-US" altLang="zh-CN" sz="1400" kern="1200" dirty="0" smtClean="0">
              <a:latin typeface="+mj-lt"/>
              <a:ea typeface="黑体" panose="02010609060101010101" pitchFamily="49" charset="-122"/>
            </a:rPr>
            <a:t>——</a:t>
          </a:r>
          <a:r>
            <a:rPr lang="zh-CN" altLang="en-US" sz="1400" kern="1200" dirty="0" smtClean="0">
              <a:latin typeface="+mj-lt"/>
              <a:ea typeface="黑体" panose="02010609060101010101" pitchFamily="49" charset="-122"/>
            </a:rPr>
            <a:t>适用于称重指示器。</a:t>
          </a:r>
          <a:endParaRPr lang="zh-CN" altLang="en-US" sz="1400" kern="1200" dirty="0">
            <a:latin typeface="+mj-lt"/>
            <a:ea typeface="黑体" panose="02010609060101010101" pitchFamily="49" charset="-122"/>
          </a:endParaRPr>
        </a:p>
      </dsp:txBody>
      <dsp:txXfrm>
        <a:off x="3738671" y="3456576"/>
        <a:ext cx="4176002" cy="1257211"/>
      </dsp:txXfrm>
    </dsp:sp>
    <dsp:sp modelId="{9E2B5D67-E9C2-4325-94C7-D506B7D9A52D}">
      <dsp:nvSpPr>
        <dsp:cNvPr id="0" name=""/>
        <dsp:cNvSpPr/>
      </dsp:nvSpPr>
      <dsp:spPr>
        <a:xfrm>
          <a:off x="2307716" y="4024818"/>
          <a:ext cx="856032" cy="710590"/>
        </a:xfrm>
        <a:prstGeom prst="rect">
          <a:avLst/>
        </a:prstGeom>
        <a:solidFill>
          <a:schemeClr val="lt1"/>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8890" tIns="8890" rIns="8890" bIns="8890" numCol="1" spcCol="1270" anchor="ctr" anchorCtr="0">
          <a:noAutofit/>
        </a:bodyPr>
        <a:lstStyle/>
        <a:p>
          <a:pPr marL="95250" lvl="0" indent="0" algn="l" defTabSz="622300" rtl="0">
            <a:lnSpc>
              <a:spcPct val="90000"/>
            </a:lnSpc>
            <a:spcBef>
              <a:spcPct val="0"/>
            </a:spcBef>
            <a:spcAft>
              <a:spcPct val="35000"/>
            </a:spcAft>
          </a:pPr>
          <a:r>
            <a:rPr lang="zh-CN" altLang="en-US" sz="1400" kern="1200" dirty="0" smtClean="0">
              <a:latin typeface="+mj-lt"/>
              <a:ea typeface="黑体" panose="02010609060101010101" pitchFamily="49" charset="-122"/>
            </a:rPr>
            <a:t>法制相关程序</a:t>
          </a:r>
          <a:endParaRPr lang="zh-CN" sz="1400" kern="1200" dirty="0">
            <a:latin typeface="+mj-lt"/>
            <a:ea typeface="黑体" panose="02010609060101010101" pitchFamily="49" charset="-122"/>
          </a:endParaRPr>
        </a:p>
      </dsp:txBody>
      <dsp:txXfrm>
        <a:off x="2307716" y="4024818"/>
        <a:ext cx="856032" cy="7105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DAF7B3-F120-4E8E-97BB-889B90415258}">
      <dsp:nvSpPr>
        <dsp:cNvPr id="0" name=""/>
        <dsp:cNvSpPr/>
      </dsp:nvSpPr>
      <dsp:spPr>
        <a:xfrm>
          <a:off x="309648" y="2664"/>
          <a:ext cx="7734129" cy="1333965"/>
        </a:xfrm>
        <a:prstGeom prst="roundRect">
          <a:avLst>
            <a:gd name="adj" fmla="val 10000"/>
          </a:avLst>
        </a:prstGeom>
        <a:solidFill>
          <a:schemeClr val="tx1"/>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zh-CN" sz="1600" kern="1200" baseline="0" dirty="0" smtClean="0">
              <a:latin typeface="+mj-lt"/>
              <a:ea typeface="黑体" panose="02010609060101010101" pitchFamily="49" charset="-122"/>
            </a:rPr>
            <a:t>受保护的软件 </a:t>
          </a:r>
          <a:r>
            <a:rPr lang="en-US" sz="1600" kern="1200" baseline="0" dirty="0" smtClean="0">
              <a:latin typeface="+mj-lt"/>
              <a:ea typeface="黑体" panose="02010609060101010101" pitchFamily="49" charset="-122"/>
            </a:rPr>
            <a:t>protected software</a:t>
          </a:r>
          <a:br>
            <a:rPr lang="en-US" sz="1600" kern="1200" baseline="0" dirty="0" smtClean="0">
              <a:latin typeface="+mj-lt"/>
              <a:ea typeface="黑体" panose="02010609060101010101" pitchFamily="49" charset="-122"/>
            </a:rPr>
          </a:br>
          <a:r>
            <a:rPr lang="zh-CN" altLang="en-US" sz="1600" kern="1200" baseline="0" dirty="0" smtClean="0">
              <a:latin typeface="+mj-lt"/>
              <a:ea typeface="黑体" panose="02010609060101010101" pitchFamily="49" charset="-122"/>
            </a:rPr>
            <a:t>铅封后，用户修改</a:t>
          </a:r>
          <a:r>
            <a:rPr lang="zh-CN" sz="1600" kern="1200" baseline="0" dirty="0" smtClean="0">
              <a:latin typeface="+mj-lt"/>
              <a:ea typeface="黑体" panose="02010609060101010101" pitchFamily="49" charset="-122"/>
            </a:rPr>
            <a:t>软件的法定功能程序以及型式特定参数和装置特定参数</a:t>
          </a:r>
          <a:r>
            <a:rPr lang="zh-CN" sz="1600" b="0" i="0" kern="1200" baseline="0" dirty="0" smtClean="0">
              <a:latin typeface="+mj-lt"/>
              <a:ea typeface="黑体" panose="02010609060101010101" pitchFamily="49" charset="-122"/>
            </a:rPr>
            <a:t>是不可能的</a:t>
          </a:r>
          <a:r>
            <a:rPr lang="zh-CN" sz="1600" b="0" kern="1200" baseline="0" dirty="0" smtClean="0">
              <a:latin typeface="+mj-lt"/>
              <a:ea typeface="黑体" panose="02010609060101010101" pitchFamily="49" charset="-122"/>
            </a:rPr>
            <a:t>，</a:t>
          </a:r>
          <a:r>
            <a:rPr lang="zh-CN" sz="1600" kern="1200" baseline="0" dirty="0" smtClean="0">
              <a:latin typeface="+mj-lt"/>
              <a:ea typeface="黑体" panose="02010609060101010101" pitchFamily="49" charset="-122"/>
            </a:rPr>
            <a:t>或对其</a:t>
          </a:r>
          <a:r>
            <a:rPr lang="zh-CN" sz="1600" i="0" kern="1200" baseline="0" dirty="0" smtClean="0">
              <a:latin typeface="+mj-lt"/>
              <a:ea typeface="黑体" panose="02010609060101010101" pitchFamily="49" charset="-122"/>
            </a:rPr>
            <a:t>修改能被检测到并且是明显的</a:t>
          </a:r>
          <a:r>
            <a:rPr lang="zh-CN" altLang="en-US" sz="1600" i="0" kern="1200" baseline="0" dirty="0" smtClean="0">
              <a:latin typeface="+mj-lt"/>
              <a:ea typeface="黑体" panose="02010609060101010101" pitchFamily="49" charset="-122"/>
            </a:rPr>
            <a:t>，说明软件是受保护的</a:t>
          </a:r>
          <a:r>
            <a:rPr lang="zh-CN" sz="1600" i="1" kern="1200" baseline="0" dirty="0" smtClean="0">
              <a:latin typeface="+mj-lt"/>
              <a:ea typeface="黑体" panose="02010609060101010101" pitchFamily="49" charset="-122"/>
            </a:rPr>
            <a:t>。</a:t>
          </a:r>
          <a:r>
            <a:rPr lang="zh-CN" sz="1600" kern="1200" baseline="0" dirty="0" smtClean="0">
              <a:latin typeface="+mj-lt"/>
              <a:ea typeface="黑体" panose="02010609060101010101" pitchFamily="49" charset="-122"/>
            </a:rPr>
            <a:t>例如</a:t>
          </a:r>
          <a:r>
            <a:rPr lang="zh-CN" altLang="en-US" sz="1600" kern="1200" baseline="0" dirty="0" smtClean="0">
              <a:latin typeface="+mj-lt"/>
              <a:ea typeface="黑体" panose="02010609060101010101" pitchFamily="49" charset="-122"/>
            </a:rPr>
            <a:t>除物理铅封以外，可以</a:t>
          </a:r>
          <a:r>
            <a:rPr lang="zh-CN" sz="1600" kern="1200" baseline="0" dirty="0" smtClean="0">
              <a:latin typeface="+mj-lt"/>
              <a:ea typeface="黑体" panose="02010609060101010101" pitchFamily="49" charset="-122"/>
            </a:rPr>
            <a:t>使用 软件标识管理</a:t>
          </a:r>
          <a:r>
            <a:rPr lang="zh-CN" altLang="en-US" sz="1600" kern="1200" baseline="0" dirty="0" smtClean="0">
              <a:latin typeface="+mj-lt"/>
              <a:ea typeface="黑体" panose="02010609060101010101" pitchFamily="49" charset="-122"/>
            </a:rPr>
            <a:t>和实现</a:t>
          </a:r>
          <a:r>
            <a:rPr lang="zh-CN" sz="1600" kern="1200" baseline="0" dirty="0" smtClean="0">
              <a:latin typeface="+mj-lt"/>
              <a:ea typeface="黑体" panose="02010609060101010101" pitchFamily="49" charset="-122"/>
            </a:rPr>
            <a:t>软件</a:t>
          </a:r>
          <a:r>
            <a:rPr lang="zh-CN" altLang="en-US" sz="1600" kern="1200" baseline="0" dirty="0" smtClean="0">
              <a:latin typeface="+mj-lt"/>
              <a:ea typeface="黑体" panose="02010609060101010101" pitchFamily="49" charset="-122"/>
            </a:rPr>
            <a:t>程序</a:t>
          </a:r>
          <a:r>
            <a:rPr lang="zh-CN" sz="1600" kern="1200" baseline="0" dirty="0" smtClean="0">
              <a:latin typeface="+mj-lt"/>
              <a:ea typeface="黑体" panose="02010609060101010101" pitchFamily="49" charset="-122"/>
            </a:rPr>
            <a:t>的保护，使用</a:t>
          </a:r>
          <a:r>
            <a:rPr lang="en-US" sz="1600" kern="1200" baseline="0" dirty="0" smtClean="0">
              <a:latin typeface="+mj-lt"/>
              <a:ea typeface="黑体" panose="02010609060101010101" pitchFamily="49" charset="-122"/>
            </a:rPr>
            <a:t>"audit trail"</a:t>
          </a:r>
          <a:r>
            <a:rPr lang="zh-CN" sz="1600" kern="1200" baseline="0" dirty="0" smtClean="0">
              <a:latin typeface="+mj-lt"/>
              <a:ea typeface="黑体" panose="02010609060101010101" pitchFamily="49" charset="-122"/>
            </a:rPr>
            <a:t>实现对</a:t>
          </a:r>
          <a:r>
            <a:rPr lang="zh-CN" altLang="en-US" sz="1600" kern="1200" baseline="0" dirty="0" smtClean="0">
              <a:latin typeface="+mj-lt"/>
              <a:ea typeface="黑体" panose="02010609060101010101" pitchFamily="49" charset="-122"/>
            </a:rPr>
            <a:t>法制相关</a:t>
          </a:r>
          <a:r>
            <a:rPr lang="zh-CN" sz="1600" kern="1200" baseline="0" dirty="0" smtClean="0">
              <a:latin typeface="+mj-lt"/>
              <a:ea typeface="黑体" panose="02010609060101010101" pitchFamily="49" charset="-122"/>
            </a:rPr>
            <a:t>参数的保护。</a:t>
          </a:r>
          <a:endParaRPr lang="zh-CN" sz="1600" kern="1200" dirty="0">
            <a:latin typeface="+mj-lt"/>
            <a:ea typeface="黑体" panose="02010609060101010101" pitchFamily="49" charset="-122"/>
          </a:endParaRPr>
        </a:p>
      </dsp:txBody>
      <dsp:txXfrm>
        <a:off x="348719" y="41735"/>
        <a:ext cx="7655987" cy="1255823"/>
      </dsp:txXfrm>
    </dsp:sp>
    <dsp:sp modelId="{47008D6C-6116-474C-9FDF-7F3C0586AFAA}">
      <dsp:nvSpPr>
        <dsp:cNvPr id="0" name=""/>
        <dsp:cNvSpPr/>
      </dsp:nvSpPr>
      <dsp:spPr>
        <a:xfrm>
          <a:off x="196253" y="1537738"/>
          <a:ext cx="2530759" cy="3246369"/>
        </a:xfrm>
        <a:prstGeom prst="roundRect">
          <a:avLst>
            <a:gd name="adj" fmla="val 10000"/>
          </a:avLst>
        </a:prstGeom>
        <a:solidFill>
          <a:schemeClr val="accent1">
            <a:hueOff val="0"/>
            <a:satOff val="0"/>
            <a:lumOff val="0"/>
            <a:alphaOff val="0"/>
          </a:schemeClr>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zh-CN" sz="1600" kern="1200" dirty="0" smtClean="0">
              <a:latin typeface="+mj-lt"/>
              <a:ea typeface="黑体" panose="02010609060101010101" pitchFamily="49" charset="-122"/>
            </a:rPr>
            <a:t>软件标识</a:t>
          </a:r>
          <a:r>
            <a:rPr lang="en-US" altLang="zh-CN" sz="1600" kern="1200" dirty="0" smtClean="0">
              <a:latin typeface="+mj-lt"/>
              <a:ea typeface="黑体" panose="02010609060101010101" pitchFamily="49" charset="-122"/>
            </a:rPr>
            <a:t> Software Identification</a:t>
          </a:r>
          <a:r>
            <a:rPr lang="zh-CN" sz="1600" kern="1200" dirty="0" smtClean="0">
              <a:latin typeface="+mj-lt"/>
              <a:ea typeface="黑体" panose="02010609060101010101" pitchFamily="49" charset="-122"/>
            </a:rPr>
            <a:t>：</a:t>
          </a:r>
          <a:r>
            <a:rPr lang="en-US" sz="1600" kern="1200" dirty="0" smtClean="0">
              <a:latin typeface="+mj-lt"/>
              <a:ea typeface="黑体" panose="02010609060101010101" pitchFamily="49" charset="-122"/>
            </a:rPr>
            <a:t/>
          </a:r>
          <a:br>
            <a:rPr lang="en-US" sz="1600" kern="1200" dirty="0" smtClean="0">
              <a:latin typeface="+mj-lt"/>
              <a:ea typeface="黑体" panose="02010609060101010101" pitchFamily="49" charset="-122"/>
            </a:rPr>
          </a:br>
          <a:r>
            <a:rPr lang="zh-CN" sz="1600" kern="1200" dirty="0" smtClean="0">
              <a:latin typeface="+mj-lt"/>
              <a:ea typeface="黑体" panose="02010609060101010101" pitchFamily="49" charset="-122"/>
            </a:rPr>
            <a:t>一个可读的序列号，</a:t>
          </a:r>
          <a:r>
            <a:rPr lang="zh-CN" altLang="en-US" sz="1600" kern="1200" dirty="0" smtClean="0">
              <a:latin typeface="+mj-lt"/>
              <a:ea typeface="黑体" panose="02010609060101010101" pitchFamily="49" charset="-122"/>
            </a:rPr>
            <a:t>属于法制相关软件，</a:t>
          </a:r>
          <a:r>
            <a:rPr lang="zh-CN" sz="1600" kern="1200" dirty="0" smtClean="0">
              <a:latin typeface="+mj-lt"/>
              <a:ea typeface="黑体" panose="02010609060101010101" pitchFamily="49" charset="-122"/>
            </a:rPr>
            <a:t>与该软件有密不可分的唯一关系（如版本号，校验和）。软件标识对于软件控制的衡器</a:t>
          </a:r>
          <a:r>
            <a:rPr lang="zh-CN" altLang="en-US" sz="1600" kern="1200" dirty="0" smtClean="0">
              <a:latin typeface="+mj-lt"/>
              <a:ea typeface="黑体" panose="02010609060101010101" pitchFamily="49" charset="-122"/>
            </a:rPr>
            <a:t>的</a:t>
          </a:r>
          <a:r>
            <a:rPr lang="zh-CN" sz="1600" kern="1200" dirty="0" smtClean="0">
              <a:latin typeface="+mj-lt"/>
              <a:ea typeface="黑体" panose="02010609060101010101" pitchFamily="49" charset="-122"/>
            </a:rPr>
            <a:t>要求是强制的</a:t>
          </a:r>
          <a:r>
            <a:rPr lang="zh-CN" altLang="en-US" sz="1600" kern="1200" dirty="0" smtClean="0">
              <a:latin typeface="+mj-lt"/>
              <a:ea typeface="黑体" panose="02010609060101010101" pitchFamily="49" charset="-122"/>
            </a:rPr>
            <a:t>，与软件的类型无关。</a:t>
          </a:r>
          <a:endParaRPr lang="zh-CN" sz="1600" kern="1200" dirty="0">
            <a:latin typeface="+mj-lt"/>
            <a:ea typeface="黑体" panose="02010609060101010101" pitchFamily="49" charset="-122"/>
          </a:endParaRPr>
        </a:p>
      </dsp:txBody>
      <dsp:txXfrm>
        <a:off x="270376" y="1611861"/>
        <a:ext cx="2382513" cy="3098123"/>
      </dsp:txXfrm>
    </dsp:sp>
    <dsp:sp modelId="{A5A202CB-DF1A-418F-A011-E89C7B1B18F7}">
      <dsp:nvSpPr>
        <dsp:cNvPr id="0" name=""/>
        <dsp:cNvSpPr/>
      </dsp:nvSpPr>
      <dsp:spPr>
        <a:xfrm>
          <a:off x="2772037" y="1537738"/>
          <a:ext cx="5330462" cy="3246369"/>
        </a:xfrm>
        <a:prstGeom prst="roundRect">
          <a:avLst>
            <a:gd name="adj" fmla="val 10000"/>
          </a:avLst>
        </a:prstGeom>
        <a:solidFill>
          <a:schemeClr val="bg2">
            <a:lumMod val="75000"/>
          </a:schemeClr>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en-US" sz="1600" kern="1200" dirty="0" smtClean="0">
              <a:latin typeface="+mj-lt"/>
              <a:ea typeface="黑体" panose="02010609060101010101" pitchFamily="49" charset="-122"/>
            </a:rPr>
            <a:t>Audit trail</a:t>
          </a:r>
          <a:r>
            <a:rPr lang="zh-CN" sz="1600" kern="1200" dirty="0" smtClean="0">
              <a:latin typeface="+mj-lt"/>
              <a:ea typeface="黑体" panose="02010609060101010101" pitchFamily="49" charset="-122"/>
            </a:rPr>
            <a:t>：</a:t>
          </a:r>
          <a:r>
            <a:rPr lang="en-US" sz="1600" kern="1200" dirty="0" smtClean="0">
              <a:latin typeface="+mj-lt"/>
              <a:ea typeface="黑体" panose="02010609060101010101" pitchFamily="49" charset="-122"/>
            </a:rPr>
            <a:t/>
          </a:r>
          <a:br>
            <a:rPr lang="en-US" sz="1600" kern="1200" dirty="0" smtClean="0">
              <a:latin typeface="+mj-lt"/>
              <a:ea typeface="黑体" panose="02010609060101010101" pitchFamily="49" charset="-122"/>
            </a:rPr>
          </a:br>
          <a:r>
            <a:rPr lang="zh-CN" sz="1600" kern="1200" dirty="0" smtClean="0">
              <a:latin typeface="+mj-lt"/>
              <a:ea typeface="黑体" panose="02010609060101010101" pitchFamily="49" charset="-122"/>
            </a:rPr>
            <a:t>一个连续的数据文件包，含带时间印签的事件信息记录，例如对装置参数的修改，或软件更新，或法定相关以及可以影响计量特性的活动。</a:t>
          </a:r>
          <a:r>
            <a:rPr lang="en-US" altLang="zh-CN" sz="1600" kern="1200" dirty="0" smtClean="0">
              <a:latin typeface="+mj-lt"/>
              <a:ea typeface="黑体" panose="02010609060101010101" pitchFamily="49" charset="-122"/>
            </a:rPr>
            <a:t/>
          </a:r>
          <a:br>
            <a:rPr lang="en-US" altLang="zh-CN" sz="1600" kern="1200" dirty="0" smtClean="0">
              <a:latin typeface="+mj-lt"/>
              <a:ea typeface="黑体" panose="02010609060101010101" pitchFamily="49" charset="-122"/>
            </a:rPr>
          </a:br>
          <a:r>
            <a:rPr lang="en-US" sz="1600" kern="1200" dirty="0" smtClean="0">
              <a:latin typeface="+mj-lt"/>
              <a:ea typeface="黑体" panose="02010609060101010101" pitchFamily="49" charset="-122"/>
            </a:rPr>
            <a:t/>
          </a:r>
          <a:br>
            <a:rPr lang="en-US" sz="1600" kern="1200" dirty="0" smtClean="0">
              <a:latin typeface="+mj-lt"/>
              <a:ea typeface="黑体" panose="02010609060101010101" pitchFamily="49" charset="-122"/>
            </a:rPr>
          </a:br>
          <a:r>
            <a:rPr lang="en-US" sz="1600" kern="1200" dirty="0" smtClean="0">
              <a:latin typeface="+mj-lt"/>
              <a:ea typeface="黑体" panose="02010609060101010101" pitchFamily="49" charset="-122"/>
            </a:rPr>
            <a:t>audit trail </a:t>
          </a:r>
          <a:r>
            <a:rPr lang="zh-CN" sz="1600" kern="1200" dirty="0" smtClean="0">
              <a:latin typeface="+mj-lt"/>
              <a:ea typeface="黑体" panose="02010609060101010101" pitchFamily="49" charset="-122"/>
            </a:rPr>
            <a:t>可以是事件计数器 </a:t>
          </a:r>
          <a:r>
            <a:rPr lang="en-US" sz="1600" kern="1200" dirty="0" smtClean="0">
              <a:latin typeface="+mj-lt"/>
              <a:ea typeface="黑体" panose="02010609060101010101" pitchFamily="49" charset="-122"/>
            </a:rPr>
            <a:t>– event counter </a:t>
          </a:r>
          <a:r>
            <a:rPr lang="zh-CN" sz="1600" kern="1200" dirty="0" smtClean="0">
              <a:latin typeface="+mj-lt"/>
              <a:ea typeface="黑体" panose="02010609060101010101" pitchFamily="49" charset="-122"/>
            </a:rPr>
            <a:t>或</a:t>
          </a:r>
          <a:r>
            <a:rPr lang="en-US" altLang="zh-CN" sz="1600" kern="1200" dirty="0" smtClean="0">
              <a:latin typeface="+mj-lt"/>
              <a:ea typeface="黑体" panose="02010609060101010101" pitchFamily="49" charset="-122"/>
            </a:rPr>
            <a:t/>
          </a:r>
          <a:br>
            <a:rPr lang="en-US" altLang="zh-CN" sz="1600" kern="1200" dirty="0" smtClean="0">
              <a:latin typeface="+mj-lt"/>
              <a:ea typeface="黑体" panose="02010609060101010101" pitchFamily="49" charset="-122"/>
            </a:rPr>
          </a:br>
          <a:r>
            <a:rPr lang="en-US" altLang="zh-CN" sz="1600" kern="1200" dirty="0" smtClean="0">
              <a:latin typeface="+mj-lt"/>
              <a:ea typeface="黑体" panose="02010609060101010101" pitchFamily="49" charset="-122"/>
            </a:rPr>
            <a:t/>
          </a:r>
          <a:br>
            <a:rPr lang="en-US" altLang="zh-CN" sz="1600" kern="1200" dirty="0" smtClean="0">
              <a:latin typeface="+mj-lt"/>
              <a:ea typeface="黑体" panose="02010609060101010101" pitchFamily="49" charset="-122"/>
            </a:rPr>
          </a:br>
          <a:r>
            <a:rPr lang="zh-CN" sz="1600" kern="1200" dirty="0" smtClean="0">
              <a:latin typeface="+mj-lt"/>
              <a:ea typeface="黑体" panose="02010609060101010101" pitchFamily="49" charset="-122"/>
            </a:rPr>
            <a:t>事件记事簿 </a:t>
          </a:r>
          <a:r>
            <a:rPr lang="en-US" sz="1600" kern="1200" dirty="0" smtClean="0">
              <a:latin typeface="+mj-lt"/>
              <a:ea typeface="黑体" panose="02010609060101010101" pitchFamily="49" charset="-122"/>
            </a:rPr>
            <a:t>– event logger </a:t>
          </a:r>
          <a:br>
            <a:rPr lang="en-US" sz="1600" kern="1200" dirty="0" smtClean="0">
              <a:latin typeface="+mj-lt"/>
              <a:ea typeface="黑体" panose="02010609060101010101" pitchFamily="49" charset="-122"/>
            </a:rPr>
          </a:br>
          <a:r>
            <a:rPr lang="en-US" sz="1600" kern="1200" dirty="0" smtClean="0">
              <a:latin typeface="+mj-lt"/>
              <a:ea typeface="黑体" panose="02010609060101010101" pitchFamily="49" charset="-122"/>
            </a:rPr>
            <a:t/>
          </a:r>
          <a:br>
            <a:rPr lang="en-US" sz="1600" kern="1200" dirty="0" smtClean="0">
              <a:latin typeface="+mj-lt"/>
              <a:ea typeface="黑体" panose="02010609060101010101" pitchFamily="49" charset="-122"/>
            </a:rPr>
          </a:br>
          <a:r>
            <a:rPr lang="zh-CN" sz="1600" kern="1200" dirty="0" smtClean="0">
              <a:latin typeface="+mj-lt"/>
              <a:ea typeface="黑体" panose="02010609060101010101" pitchFamily="49" charset="-122"/>
            </a:rPr>
            <a:t>事件：修改衡器参数、调整因子或更新软件模块的行为。</a:t>
          </a:r>
          <a:endParaRPr lang="zh-CN" sz="1600" kern="1200" dirty="0">
            <a:latin typeface="+mj-lt"/>
            <a:ea typeface="黑体" panose="02010609060101010101" pitchFamily="49" charset="-122"/>
          </a:endParaRPr>
        </a:p>
      </dsp:txBody>
      <dsp:txXfrm>
        <a:off x="2867120" y="1632821"/>
        <a:ext cx="5140296" cy="30562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2CE9FF-A2B8-4010-A281-EDE3E09E1196}">
      <dsp:nvSpPr>
        <dsp:cNvPr id="0" name=""/>
        <dsp:cNvSpPr/>
      </dsp:nvSpPr>
      <dsp:spPr>
        <a:xfrm>
          <a:off x="4078" y="0"/>
          <a:ext cx="8345268" cy="48958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rtl="0">
            <a:lnSpc>
              <a:spcPct val="90000"/>
            </a:lnSpc>
            <a:spcBef>
              <a:spcPct val="0"/>
            </a:spcBef>
            <a:spcAft>
              <a:spcPct val="35000"/>
            </a:spcAft>
          </a:pPr>
          <a:r>
            <a:rPr lang="en-US" altLang="zh-CN" sz="2800" b="1" kern="1200" dirty="0" smtClean="0">
              <a:latin typeface="+mj-lt"/>
            </a:rPr>
            <a:t>Audit Trail</a:t>
          </a:r>
          <a:endParaRPr lang="zh-CN" sz="2800" b="1" kern="1200" dirty="0">
            <a:latin typeface="+mj-lt"/>
          </a:endParaRPr>
        </a:p>
      </dsp:txBody>
      <dsp:txXfrm>
        <a:off x="4078" y="0"/>
        <a:ext cx="8345268" cy="1468755"/>
      </dsp:txXfrm>
    </dsp:sp>
    <dsp:sp modelId="{4C29799F-096A-4306-8011-DC81A391F0B3}">
      <dsp:nvSpPr>
        <dsp:cNvPr id="0" name=""/>
        <dsp:cNvSpPr/>
      </dsp:nvSpPr>
      <dsp:spPr>
        <a:xfrm>
          <a:off x="838605" y="1122151"/>
          <a:ext cx="6676214" cy="1548003"/>
        </a:xfrm>
        <a:prstGeom prst="roundRect">
          <a:avLst>
            <a:gd name="adj" fmla="val 10000"/>
          </a:avLst>
        </a:prstGeom>
        <a:solidFill>
          <a:schemeClr val="accent1">
            <a:hueOff val="0"/>
            <a:satOff val="0"/>
            <a:lumOff val="0"/>
            <a:alphaOff val="0"/>
          </a:schemeClr>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l" defTabSz="711200" rtl="0">
            <a:lnSpc>
              <a:spcPct val="90000"/>
            </a:lnSpc>
            <a:spcBef>
              <a:spcPct val="0"/>
            </a:spcBef>
            <a:spcAft>
              <a:spcPct val="35000"/>
            </a:spcAft>
          </a:pPr>
          <a:r>
            <a:rPr lang="zh-CN" sz="1600" kern="1200" dirty="0" smtClean="0">
              <a:latin typeface="+mj-lt"/>
              <a:ea typeface="黑体" panose="02010609060101010101" pitchFamily="49" charset="-122"/>
            </a:rPr>
            <a:t>事件计数器 </a:t>
          </a:r>
          <a:r>
            <a:rPr lang="en-US" sz="1600" kern="1200" dirty="0" smtClean="0">
              <a:latin typeface="+mj-lt"/>
              <a:ea typeface="黑体" panose="02010609060101010101" pitchFamily="49" charset="-122"/>
            </a:rPr>
            <a:t>event counter</a:t>
          </a:r>
          <a:br>
            <a:rPr lang="en-US" sz="1600" kern="1200" dirty="0" smtClean="0">
              <a:latin typeface="+mj-lt"/>
              <a:ea typeface="黑体" panose="02010609060101010101" pitchFamily="49" charset="-122"/>
            </a:rPr>
          </a:br>
          <a:r>
            <a:rPr lang="en-US" sz="1600" kern="1200" dirty="0" smtClean="0">
              <a:latin typeface="+mj-lt"/>
              <a:ea typeface="黑体" panose="02010609060101010101" pitchFamily="49" charset="-122"/>
            </a:rPr>
            <a:t/>
          </a:r>
          <a:br>
            <a:rPr lang="en-US" sz="1600" kern="1200" dirty="0" smtClean="0">
              <a:latin typeface="+mj-lt"/>
              <a:ea typeface="黑体" panose="02010609060101010101" pitchFamily="49" charset="-122"/>
            </a:rPr>
          </a:br>
          <a:r>
            <a:rPr lang="zh-CN" sz="1600" kern="1200" dirty="0" smtClean="0">
              <a:latin typeface="+mj-lt"/>
              <a:ea typeface="黑体" panose="02010609060101010101" pitchFamily="49" charset="-122"/>
            </a:rPr>
            <a:t>不可复位的计数器，每个增量代表衡器的特定运行模式一次启动，以及一个或多个特定参数的修改或一个参数的多次修改。通常采用双计数器结构，一个记录参考计数值，一个记录事件计数值，两个计数器的差或差的变化表示修改事件的发生</a:t>
          </a:r>
          <a:endParaRPr lang="zh-CN" sz="1600" kern="1200" dirty="0">
            <a:latin typeface="+mj-lt"/>
            <a:ea typeface="黑体" panose="02010609060101010101" pitchFamily="49" charset="-122"/>
          </a:endParaRPr>
        </a:p>
      </dsp:txBody>
      <dsp:txXfrm>
        <a:off x="883944" y="1167490"/>
        <a:ext cx="6585536" cy="1457325"/>
      </dsp:txXfrm>
    </dsp:sp>
    <dsp:sp modelId="{7B6E34A0-6DD8-4FC9-AF27-8571D11EE64C}">
      <dsp:nvSpPr>
        <dsp:cNvPr id="0" name=""/>
        <dsp:cNvSpPr/>
      </dsp:nvSpPr>
      <dsp:spPr>
        <a:xfrm>
          <a:off x="838605" y="3020698"/>
          <a:ext cx="6676214" cy="1475688"/>
        </a:xfrm>
        <a:prstGeom prst="roundRect">
          <a:avLst>
            <a:gd name="adj" fmla="val 10000"/>
          </a:avLst>
        </a:prstGeom>
        <a:solidFill>
          <a:schemeClr val="bg2"/>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l" defTabSz="711200" rtl="0">
            <a:lnSpc>
              <a:spcPct val="90000"/>
            </a:lnSpc>
            <a:spcBef>
              <a:spcPct val="0"/>
            </a:spcBef>
            <a:spcAft>
              <a:spcPct val="35000"/>
            </a:spcAft>
          </a:pPr>
          <a:r>
            <a:rPr lang="zh-CN" sz="1600" kern="1200" dirty="0" smtClean="0">
              <a:latin typeface="+mj-lt"/>
              <a:ea typeface="黑体" panose="02010609060101010101" pitchFamily="49" charset="-122"/>
            </a:rPr>
            <a:t>事件记事簿 </a:t>
          </a:r>
          <a:r>
            <a:rPr lang="en-US" sz="1600" kern="1200" dirty="0" smtClean="0">
              <a:latin typeface="+mj-lt"/>
              <a:ea typeface="黑体" panose="02010609060101010101" pitchFamily="49" charset="-122"/>
            </a:rPr>
            <a:t>event logger</a:t>
          </a:r>
          <a:br>
            <a:rPr lang="en-US" sz="1600" kern="1200" dirty="0" smtClean="0">
              <a:latin typeface="+mj-lt"/>
              <a:ea typeface="黑体" panose="02010609060101010101" pitchFamily="49" charset="-122"/>
            </a:rPr>
          </a:br>
          <a:r>
            <a:rPr lang="en-US" sz="1600" kern="1200" dirty="0" smtClean="0">
              <a:latin typeface="+mj-lt"/>
              <a:ea typeface="黑体" panose="02010609060101010101" pitchFamily="49" charset="-122"/>
            </a:rPr>
            <a:t/>
          </a:r>
          <a:br>
            <a:rPr lang="en-US" sz="1600" kern="1200" dirty="0" smtClean="0">
              <a:latin typeface="+mj-lt"/>
              <a:ea typeface="黑体" panose="02010609060101010101" pitchFamily="49" charset="-122"/>
            </a:rPr>
          </a:br>
          <a:r>
            <a:rPr lang="zh-CN" sz="1600" kern="1200" dirty="0" smtClean="0">
              <a:latin typeface="+mj-lt"/>
              <a:ea typeface="黑体" panose="02010609060101010101" pitchFamily="49" charset="-122"/>
            </a:rPr>
            <a:t>一个包括一系列记录的文件，每个记录包含装置特定参数变化事件的计数，改变参数的标识，参数改变的时间日期以及新的参数值。</a:t>
          </a:r>
          <a:endParaRPr lang="zh-CN" sz="1600" kern="1200" dirty="0">
            <a:latin typeface="+mj-lt"/>
            <a:ea typeface="黑体" panose="02010609060101010101" pitchFamily="49" charset="-122"/>
          </a:endParaRPr>
        </a:p>
      </dsp:txBody>
      <dsp:txXfrm>
        <a:off x="881826" y="3063919"/>
        <a:ext cx="6589772" cy="13892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2D4F90-9AC6-4A7D-8AAF-9EFF3C3BD8D0}">
      <dsp:nvSpPr>
        <dsp:cNvPr id="0" name=""/>
        <dsp:cNvSpPr/>
      </dsp:nvSpPr>
      <dsp:spPr>
        <a:xfrm>
          <a:off x="1203815" y="2447925"/>
          <a:ext cx="594739" cy="1871652"/>
        </a:xfrm>
        <a:custGeom>
          <a:avLst/>
          <a:gdLst/>
          <a:ahLst/>
          <a:cxnLst/>
          <a:rect l="0" t="0" r="0" b="0"/>
          <a:pathLst>
            <a:path>
              <a:moveTo>
                <a:pt x="0" y="0"/>
              </a:moveTo>
              <a:lnTo>
                <a:pt x="297369" y="0"/>
              </a:lnTo>
              <a:lnTo>
                <a:pt x="297369" y="1871652"/>
              </a:lnTo>
              <a:lnTo>
                <a:pt x="594739" y="1871652"/>
              </a:lnTo>
            </a:path>
          </a:pathLst>
        </a:custGeom>
        <a:noFill/>
        <a:ln w="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11150">
            <a:lnSpc>
              <a:spcPct val="90000"/>
            </a:lnSpc>
            <a:spcBef>
              <a:spcPct val="0"/>
            </a:spcBef>
            <a:spcAft>
              <a:spcPct val="35000"/>
            </a:spcAft>
          </a:pPr>
          <a:endParaRPr lang="zh-CN" altLang="en-US" sz="700" kern="1200"/>
        </a:p>
      </dsp:txBody>
      <dsp:txXfrm>
        <a:off x="1452088" y="3334654"/>
        <a:ext cx="98193" cy="98193"/>
      </dsp:txXfrm>
    </dsp:sp>
    <dsp:sp modelId="{C846DAEC-DA16-418F-AB30-BA25D3EB132E}">
      <dsp:nvSpPr>
        <dsp:cNvPr id="0" name=""/>
        <dsp:cNvSpPr/>
      </dsp:nvSpPr>
      <dsp:spPr>
        <a:xfrm>
          <a:off x="1203815" y="2447925"/>
          <a:ext cx="594739" cy="646783"/>
        </a:xfrm>
        <a:custGeom>
          <a:avLst/>
          <a:gdLst/>
          <a:ahLst/>
          <a:cxnLst/>
          <a:rect l="0" t="0" r="0" b="0"/>
          <a:pathLst>
            <a:path>
              <a:moveTo>
                <a:pt x="0" y="0"/>
              </a:moveTo>
              <a:lnTo>
                <a:pt x="297369" y="0"/>
              </a:lnTo>
              <a:lnTo>
                <a:pt x="297369" y="646783"/>
              </a:lnTo>
              <a:lnTo>
                <a:pt x="594739" y="646783"/>
              </a:lnTo>
            </a:path>
          </a:pathLst>
        </a:custGeom>
        <a:noFill/>
        <a:ln w="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1479218" y="2749350"/>
        <a:ext cx="43933" cy="43933"/>
      </dsp:txXfrm>
    </dsp:sp>
    <dsp:sp modelId="{70C40C25-4485-41AF-88C8-B338A79F1FD1}">
      <dsp:nvSpPr>
        <dsp:cNvPr id="0" name=""/>
        <dsp:cNvSpPr/>
      </dsp:nvSpPr>
      <dsp:spPr>
        <a:xfrm>
          <a:off x="1203815" y="1656454"/>
          <a:ext cx="594739" cy="791470"/>
        </a:xfrm>
        <a:custGeom>
          <a:avLst/>
          <a:gdLst/>
          <a:ahLst/>
          <a:cxnLst/>
          <a:rect l="0" t="0" r="0" b="0"/>
          <a:pathLst>
            <a:path>
              <a:moveTo>
                <a:pt x="0" y="791470"/>
              </a:moveTo>
              <a:lnTo>
                <a:pt x="297369" y="791470"/>
              </a:lnTo>
              <a:lnTo>
                <a:pt x="297369" y="0"/>
              </a:lnTo>
              <a:lnTo>
                <a:pt x="594739" y="0"/>
              </a:lnTo>
            </a:path>
          </a:pathLst>
        </a:custGeom>
        <a:noFill/>
        <a:ln w="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1476434" y="2027439"/>
        <a:ext cx="49501" cy="49501"/>
      </dsp:txXfrm>
    </dsp:sp>
    <dsp:sp modelId="{0EC36FB4-02B0-4381-AA30-01A03CD079B2}">
      <dsp:nvSpPr>
        <dsp:cNvPr id="0" name=""/>
        <dsp:cNvSpPr/>
      </dsp:nvSpPr>
      <dsp:spPr>
        <a:xfrm>
          <a:off x="1203815" y="386707"/>
          <a:ext cx="594739" cy="2061217"/>
        </a:xfrm>
        <a:custGeom>
          <a:avLst/>
          <a:gdLst/>
          <a:ahLst/>
          <a:cxnLst/>
          <a:rect l="0" t="0" r="0" b="0"/>
          <a:pathLst>
            <a:path>
              <a:moveTo>
                <a:pt x="0" y="2061217"/>
              </a:moveTo>
              <a:lnTo>
                <a:pt x="297369" y="2061217"/>
              </a:lnTo>
              <a:lnTo>
                <a:pt x="297369" y="0"/>
              </a:lnTo>
              <a:lnTo>
                <a:pt x="594739" y="0"/>
              </a:lnTo>
            </a:path>
          </a:pathLst>
        </a:custGeom>
        <a:noFill/>
        <a:ln w="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55600">
            <a:lnSpc>
              <a:spcPct val="90000"/>
            </a:lnSpc>
            <a:spcBef>
              <a:spcPct val="0"/>
            </a:spcBef>
            <a:spcAft>
              <a:spcPct val="35000"/>
            </a:spcAft>
          </a:pPr>
          <a:endParaRPr lang="zh-CN" altLang="en-US" sz="800" kern="1200"/>
        </a:p>
      </dsp:txBody>
      <dsp:txXfrm>
        <a:off x="1447552" y="1363683"/>
        <a:ext cx="107265" cy="107265"/>
      </dsp:txXfrm>
    </dsp:sp>
    <dsp:sp modelId="{E27FD922-74D5-40EF-8AD2-1EFE2A828F59}">
      <dsp:nvSpPr>
        <dsp:cNvPr id="0" name=""/>
        <dsp:cNvSpPr/>
      </dsp:nvSpPr>
      <dsp:spPr>
        <a:xfrm rot="16200000">
          <a:off x="-1635320" y="1994617"/>
          <a:ext cx="4771658" cy="906615"/>
        </a:xfrm>
        <a:prstGeom prst="rect">
          <a:avLst/>
        </a:prstGeom>
        <a:solidFill>
          <a:schemeClr val="tx1"/>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rtl="0">
            <a:lnSpc>
              <a:spcPct val="90000"/>
            </a:lnSpc>
            <a:spcBef>
              <a:spcPct val="0"/>
            </a:spcBef>
            <a:spcAft>
              <a:spcPct val="35000"/>
            </a:spcAft>
          </a:pPr>
          <a:r>
            <a:rPr lang="zh-CN" sz="2000" b="1" kern="1200" baseline="0" smtClean="0">
              <a:latin typeface="+mj-lt"/>
              <a:ea typeface="黑体" panose="02010609060101010101" pitchFamily="49" charset="-122"/>
            </a:rPr>
            <a:t>软件修改 </a:t>
          </a:r>
          <a:r>
            <a:rPr lang="en-US" sz="2000" b="1" kern="1200" baseline="0" smtClean="0">
              <a:latin typeface="+mj-lt"/>
              <a:ea typeface="黑体" panose="02010609060101010101" pitchFamily="49" charset="-122"/>
            </a:rPr>
            <a:t>change of software</a:t>
          </a:r>
          <a:endParaRPr lang="zh-CN" sz="2000" b="1" kern="1200">
            <a:latin typeface="+mj-lt"/>
            <a:ea typeface="黑体" panose="02010609060101010101" pitchFamily="49" charset="-122"/>
          </a:endParaRPr>
        </a:p>
      </dsp:txBody>
      <dsp:txXfrm>
        <a:off x="-1635320" y="1994617"/>
        <a:ext cx="4771658" cy="906615"/>
      </dsp:txXfrm>
    </dsp:sp>
    <dsp:sp modelId="{05BC0783-463A-447A-BB29-468B20957A3A}">
      <dsp:nvSpPr>
        <dsp:cNvPr id="0" name=""/>
        <dsp:cNvSpPr/>
      </dsp:nvSpPr>
      <dsp:spPr>
        <a:xfrm>
          <a:off x="1798555" y="0"/>
          <a:ext cx="6257670" cy="773415"/>
        </a:xfrm>
        <a:prstGeom prst="rect">
          <a:avLst/>
        </a:prstGeom>
        <a:solidFill>
          <a:schemeClr val="bg2"/>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l" defTabSz="711200" rtl="0">
            <a:lnSpc>
              <a:spcPct val="90000"/>
            </a:lnSpc>
            <a:spcBef>
              <a:spcPct val="0"/>
            </a:spcBef>
            <a:spcAft>
              <a:spcPct val="35000"/>
            </a:spcAft>
          </a:pPr>
          <a:r>
            <a:rPr lang="zh-CN" sz="1600" kern="1200" dirty="0" smtClean="0">
              <a:latin typeface="+mj-lt"/>
              <a:ea typeface="黑体" panose="02010609060101010101" pitchFamily="49" charset="-122"/>
            </a:rPr>
            <a:t>无意修改</a:t>
          </a:r>
          <a:r>
            <a:rPr lang="en-US" sz="1600" kern="1200" dirty="0" smtClean="0">
              <a:latin typeface="+mj-lt"/>
              <a:ea typeface="黑体" panose="02010609060101010101" pitchFamily="49" charset="-122"/>
            </a:rPr>
            <a:t>unintentional</a:t>
          </a:r>
          <a:r>
            <a:rPr lang="zh-CN" sz="1600" kern="1200" dirty="0" smtClean="0">
              <a:latin typeface="+mj-lt"/>
              <a:ea typeface="黑体" panose="02010609060101010101" pitchFamily="49" charset="-122"/>
            </a:rPr>
            <a:t> </a:t>
          </a:r>
          <a:r>
            <a:rPr lang="en-US" sz="1600" kern="1200" dirty="0" smtClean="0">
              <a:latin typeface="+mj-lt"/>
              <a:ea typeface="黑体" panose="02010609060101010101" pitchFamily="49" charset="-122"/>
            </a:rPr>
            <a:t>change</a:t>
          </a:r>
          <a:br>
            <a:rPr lang="en-US" sz="1600" kern="1200" dirty="0" smtClean="0">
              <a:latin typeface="+mj-lt"/>
              <a:ea typeface="黑体" panose="02010609060101010101" pitchFamily="49" charset="-122"/>
            </a:rPr>
          </a:br>
          <a:r>
            <a:rPr lang="zh-CN" sz="1600" kern="1200" dirty="0" smtClean="0">
              <a:latin typeface="+mj-lt"/>
              <a:ea typeface="黑体" panose="02010609060101010101" pitchFamily="49" charset="-122"/>
            </a:rPr>
            <a:t>法定相关软件或参数的修改是衡器用户无意进行的。</a:t>
          </a:r>
          <a:endParaRPr lang="zh-CN" sz="1600" kern="1200" dirty="0">
            <a:latin typeface="+mj-lt"/>
            <a:ea typeface="黑体" panose="02010609060101010101" pitchFamily="49" charset="-122"/>
          </a:endParaRPr>
        </a:p>
      </dsp:txBody>
      <dsp:txXfrm>
        <a:off x="1798555" y="0"/>
        <a:ext cx="6257670" cy="773415"/>
      </dsp:txXfrm>
    </dsp:sp>
    <dsp:sp modelId="{034FE8C5-33A8-4525-86E2-A0FAF17F1091}">
      <dsp:nvSpPr>
        <dsp:cNvPr id="0" name=""/>
        <dsp:cNvSpPr/>
      </dsp:nvSpPr>
      <dsp:spPr>
        <a:xfrm>
          <a:off x="1798555" y="936452"/>
          <a:ext cx="6257670" cy="1440003"/>
        </a:xfrm>
        <a:prstGeom prst="rect">
          <a:avLst/>
        </a:prstGeom>
        <a:solidFill>
          <a:schemeClr val="accent1"/>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l" defTabSz="711200" rtl="0">
            <a:lnSpc>
              <a:spcPct val="90000"/>
            </a:lnSpc>
            <a:spcBef>
              <a:spcPct val="0"/>
            </a:spcBef>
            <a:spcAft>
              <a:spcPct val="35000"/>
            </a:spcAft>
          </a:pPr>
          <a:r>
            <a:rPr lang="zh-CN" sz="1600" kern="1200" dirty="0" smtClean="0">
              <a:latin typeface="+mj-lt"/>
              <a:ea typeface="黑体" panose="02010609060101010101" pitchFamily="49" charset="-122"/>
            </a:rPr>
            <a:t>使用一般软件工具有意修改 </a:t>
          </a:r>
          <a:r>
            <a:rPr lang="en-US" sz="1600" kern="1200" dirty="0" smtClean="0">
              <a:latin typeface="+mj-lt"/>
              <a:ea typeface="黑体" panose="02010609060101010101" pitchFamily="49" charset="-122"/>
            </a:rPr>
            <a:t>intentional change with common software tools</a:t>
          </a:r>
          <a:br>
            <a:rPr lang="en-US" sz="1600" kern="1200" dirty="0" smtClean="0">
              <a:latin typeface="+mj-lt"/>
              <a:ea typeface="黑体" panose="02010609060101010101" pitchFamily="49" charset="-122"/>
            </a:rPr>
          </a:br>
          <a:r>
            <a:rPr lang="zh-CN" sz="1600" kern="1200" dirty="0" smtClean="0">
              <a:latin typeface="+mj-lt"/>
              <a:ea typeface="黑体" panose="02010609060101010101" pitchFamily="49" charset="-122"/>
            </a:rPr>
            <a:t>法定相关软件的修改是使用自身功能或通用软件工具以及公众具有的通用技术知识进行的。</a:t>
          </a:r>
          <a:r>
            <a:rPr lang="en-US" sz="1600" kern="1200" dirty="0" smtClean="0">
              <a:latin typeface="+mj-lt"/>
              <a:ea typeface="黑体" panose="02010609060101010101" pitchFamily="49" charset="-122"/>
            </a:rPr>
            <a:t/>
          </a:r>
          <a:br>
            <a:rPr lang="en-US" sz="1600" kern="1200" dirty="0" smtClean="0">
              <a:latin typeface="+mj-lt"/>
              <a:ea typeface="黑体" panose="02010609060101010101" pitchFamily="49" charset="-122"/>
            </a:rPr>
          </a:br>
          <a:r>
            <a:rPr lang="zh-CN" sz="1600" kern="1200" dirty="0" smtClean="0">
              <a:latin typeface="+mj-lt"/>
              <a:ea typeface="黑体" panose="02010609060101010101" pitchFamily="49" charset="-122"/>
            </a:rPr>
            <a:t>一般通用软件工具指文本编辑软件。</a:t>
          </a:r>
          <a:endParaRPr lang="zh-CN" sz="1600" kern="1200" dirty="0">
            <a:latin typeface="+mj-lt"/>
            <a:ea typeface="黑体" panose="02010609060101010101" pitchFamily="49" charset="-122"/>
          </a:endParaRPr>
        </a:p>
      </dsp:txBody>
      <dsp:txXfrm>
        <a:off x="1798555" y="936452"/>
        <a:ext cx="6257670" cy="1440003"/>
      </dsp:txXfrm>
    </dsp:sp>
    <dsp:sp modelId="{02BE92E4-D442-47F7-9DFE-ED92188B23B0}">
      <dsp:nvSpPr>
        <dsp:cNvPr id="0" name=""/>
        <dsp:cNvSpPr/>
      </dsp:nvSpPr>
      <dsp:spPr>
        <a:xfrm>
          <a:off x="1798555" y="2549801"/>
          <a:ext cx="6257670" cy="1089814"/>
        </a:xfrm>
        <a:prstGeom prst="rect">
          <a:avLst/>
        </a:prstGeom>
        <a:solidFill>
          <a:schemeClr val="accent6"/>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l" defTabSz="711200" rtl="0">
            <a:lnSpc>
              <a:spcPct val="90000"/>
            </a:lnSpc>
            <a:spcBef>
              <a:spcPct val="0"/>
            </a:spcBef>
            <a:spcAft>
              <a:spcPct val="35000"/>
            </a:spcAft>
          </a:pPr>
          <a:r>
            <a:rPr lang="zh-CN" sz="1600" kern="1200" dirty="0" smtClean="0">
              <a:latin typeface="+mj-lt"/>
              <a:ea typeface="黑体" panose="02010609060101010101" pitchFamily="49" charset="-122"/>
            </a:rPr>
            <a:t>使用特殊软件工具恶意修改 </a:t>
          </a:r>
          <a:r>
            <a:rPr lang="en-US" sz="1600" kern="1200" dirty="0" smtClean="0">
              <a:latin typeface="+mj-lt"/>
              <a:ea typeface="黑体" panose="02010609060101010101" pitchFamily="49" charset="-122"/>
            </a:rPr>
            <a:t>intentional change with special software tools</a:t>
          </a:r>
          <a:br>
            <a:rPr lang="en-US" sz="1600" kern="1200" dirty="0" smtClean="0">
              <a:latin typeface="+mj-lt"/>
              <a:ea typeface="黑体" panose="02010609060101010101" pitchFamily="49" charset="-122"/>
            </a:rPr>
          </a:br>
          <a:r>
            <a:rPr lang="zh-CN" sz="1600" kern="1200" dirty="0" smtClean="0">
              <a:latin typeface="+mj-lt"/>
              <a:ea typeface="黑体" panose="02010609060101010101" pitchFamily="49" charset="-122"/>
            </a:rPr>
            <a:t>操纵或仿真法定相关软件，使用特殊软件工具和不是公众具有的通用技术知识进行的修改。</a:t>
          </a:r>
          <a:endParaRPr lang="zh-CN" sz="1600" kern="1200" dirty="0">
            <a:latin typeface="+mj-lt"/>
            <a:ea typeface="黑体" panose="02010609060101010101" pitchFamily="49" charset="-122"/>
          </a:endParaRPr>
        </a:p>
      </dsp:txBody>
      <dsp:txXfrm>
        <a:off x="1798555" y="2549801"/>
        <a:ext cx="6257670" cy="1089814"/>
      </dsp:txXfrm>
    </dsp:sp>
    <dsp:sp modelId="{17146235-9D4F-418D-B80B-7C53E97DF361}">
      <dsp:nvSpPr>
        <dsp:cNvPr id="0" name=""/>
        <dsp:cNvSpPr/>
      </dsp:nvSpPr>
      <dsp:spPr>
        <a:xfrm>
          <a:off x="1798555" y="3866269"/>
          <a:ext cx="6257670" cy="906615"/>
        </a:xfrm>
        <a:prstGeom prst="rect">
          <a:avLst/>
        </a:prstGeom>
        <a:solidFill>
          <a:schemeClr val="tx1"/>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l" defTabSz="711200" rtl="0">
            <a:lnSpc>
              <a:spcPct val="90000"/>
            </a:lnSpc>
            <a:spcBef>
              <a:spcPct val="0"/>
            </a:spcBef>
            <a:spcAft>
              <a:spcPct val="35000"/>
            </a:spcAft>
          </a:pPr>
          <a:r>
            <a:rPr lang="zh-CN" altLang="en-US" sz="1600" kern="1200" dirty="0" smtClean="0">
              <a:latin typeface="+mj-lt"/>
              <a:ea typeface="黑体" panose="02010609060101010101" pitchFamily="49" charset="-122"/>
            </a:rPr>
            <a:t>软件保护后前面两种修改是不可能的，后面的恶意修改是刑事犯罪。</a:t>
          </a:r>
          <a:endParaRPr lang="zh-CN" altLang="en-US" sz="1600" kern="1200" dirty="0">
            <a:latin typeface="+mj-lt"/>
            <a:ea typeface="黑体" panose="02010609060101010101" pitchFamily="49" charset="-122"/>
          </a:endParaRPr>
        </a:p>
      </dsp:txBody>
      <dsp:txXfrm>
        <a:off x="1798555" y="3866269"/>
        <a:ext cx="6257670" cy="90661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C29171-8758-443B-91E4-51D935F99BC4}">
      <dsp:nvSpPr>
        <dsp:cNvPr id="0" name=""/>
        <dsp:cNvSpPr/>
      </dsp:nvSpPr>
      <dsp:spPr>
        <a:xfrm>
          <a:off x="2013" y="0"/>
          <a:ext cx="1976188" cy="4895850"/>
        </a:xfrm>
        <a:prstGeom prst="roundRect">
          <a:avLst>
            <a:gd name="adj" fmla="val 10000"/>
          </a:avLst>
        </a:prstGeom>
        <a:solidFill>
          <a:schemeClr val="accent5">
            <a:lumMod val="40000"/>
            <a:lumOff val="6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zh-CN" sz="1600" b="1" kern="1200" dirty="0" smtClean="0">
              <a:latin typeface="+mj-lt"/>
              <a:ea typeface="黑体" panose="02010609060101010101" pitchFamily="49" charset="-122"/>
            </a:rPr>
            <a:t>软件接口 </a:t>
          </a:r>
          <a:r>
            <a:rPr lang="en-US" sz="1600" b="1" kern="1200" dirty="0" smtClean="0">
              <a:latin typeface="+mj-lt"/>
              <a:ea typeface="黑体" panose="02010609060101010101" pitchFamily="49" charset="-122"/>
            </a:rPr>
            <a:t>software interface </a:t>
          </a:r>
          <a:endParaRPr lang="zh-CN" sz="1600" b="1" kern="1200" dirty="0">
            <a:latin typeface="+mj-lt"/>
            <a:ea typeface="黑体" panose="02010609060101010101" pitchFamily="49" charset="-122"/>
          </a:endParaRPr>
        </a:p>
      </dsp:txBody>
      <dsp:txXfrm>
        <a:off x="2013" y="0"/>
        <a:ext cx="1976188" cy="1468755"/>
      </dsp:txXfrm>
    </dsp:sp>
    <dsp:sp modelId="{750A46E5-DE41-4388-914D-DC3C5F14BB18}">
      <dsp:nvSpPr>
        <dsp:cNvPr id="0" name=""/>
        <dsp:cNvSpPr/>
      </dsp:nvSpPr>
      <dsp:spPr>
        <a:xfrm>
          <a:off x="162108" y="1427951"/>
          <a:ext cx="1655998" cy="3182068"/>
        </a:xfrm>
        <a:prstGeom prst="roundRect">
          <a:avLst>
            <a:gd name="adj" fmla="val 10000"/>
          </a:avLst>
        </a:prstGeom>
        <a:solidFill>
          <a:schemeClr val="tx1"/>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t" anchorCtr="0">
          <a:noAutofit/>
        </a:bodyPr>
        <a:lstStyle/>
        <a:p>
          <a:pPr lvl="0" algn="l" defTabSz="711200" rtl="0">
            <a:lnSpc>
              <a:spcPct val="90000"/>
            </a:lnSpc>
            <a:spcBef>
              <a:spcPct val="0"/>
            </a:spcBef>
            <a:spcAft>
              <a:spcPct val="35000"/>
            </a:spcAft>
          </a:pPr>
          <a:r>
            <a:rPr lang="zh-CN" altLang="en-US" sz="1600" kern="1200" dirty="0" smtClean="0">
              <a:latin typeface="+mj-lt"/>
              <a:ea typeface="黑体" panose="02010609060101010101" pitchFamily="49" charset="-122"/>
            </a:rPr>
            <a:t>包括程序代码和专用数据域，在法制相关和非法制相关软件模块之间接受、过滤或传输数据和命令。</a:t>
          </a:r>
          <a:endParaRPr lang="zh-CN" altLang="en-US" sz="1600" kern="1200" dirty="0">
            <a:latin typeface="+mj-lt"/>
            <a:ea typeface="黑体" panose="02010609060101010101" pitchFamily="49" charset="-122"/>
          </a:endParaRPr>
        </a:p>
      </dsp:txBody>
      <dsp:txXfrm>
        <a:off x="210611" y="1476454"/>
        <a:ext cx="1558992" cy="3085062"/>
      </dsp:txXfrm>
    </dsp:sp>
    <dsp:sp modelId="{983EDDA6-E98E-4F85-AEAD-09205032F6CA}">
      <dsp:nvSpPr>
        <dsp:cNvPr id="0" name=""/>
        <dsp:cNvSpPr/>
      </dsp:nvSpPr>
      <dsp:spPr>
        <a:xfrm>
          <a:off x="2126417" y="0"/>
          <a:ext cx="1976188" cy="4895850"/>
        </a:xfrm>
        <a:prstGeom prst="roundRect">
          <a:avLst>
            <a:gd name="adj" fmla="val 10000"/>
          </a:avLst>
        </a:prstGeom>
        <a:solidFill>
          <a:schemeClr val="accent5">
            <a:lumMod val="40000"/>
            <a:lumOff val="6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zh-CN" sz="1600" b="1" kern="1200" smtClean="0">
              <a:latin typeface="+mj-lt"/>
              <a:ea typeface="黑体" panose="02010609060101010101" pitchFamily="49" charset="-122"/>
            </a:rPr>
            <a:t>软件分割 </a:t>
          </a:r>
          <a:r>
            <a:rPr lang="en-US" sz="1600" b="1" kern="1200" smtClean="0">
              <a:latin typeface="+mj-lt"/>
              <a:ea typeface="黑体" panose="02010609060101010101" pitchFamily="49" charset="-122"/>
            </a:rPr>
            <a:t>software separation </a:t>
          </a:r>
          <a:endParaRPr lang="zh-CN" sz="1600" b="1" kern="1200">
            <a:latin typeface="+mj-lt"/>
            <a:ea typeface="黑体" panose="02010609060101010101" pitchFamily="49" charset="-122"/>
          </a:endParaRPr>
        </a:p>
      </dsp:txBody>
      <dsp:txXfrm>
        <a:off x="2126417" y="0"/>
        <a:ext cx="1976188" cy="1468755"/>
      </dsp:txXfrm>
    </dsp:sp>
    <dsp:sp modelId="{485200AC-2912-49F3-8514-96644FE9F77C}">
      <dsp:nvSpPr>
        <dsp:cNvPr id="0" name=""/>
        <dsp:cNvSpPr/>
      </dsp:nvSpPr>
      <dsp:spPr>
        <a:xfrm>
          <a:off x="2286512" y="1427951"/>
          <a:ext cx="1655998" cy="3182068"/>
        </a:xfrm>
        <a:prstGeom prst="roundRect">
          <a:avLst>
            <a:gd name="adj" fmla="val 10000"/>
          </a:avLst>
        </a:prstGeom>
        <a:solidFill>
          <a:schemeClr val="accent1">
            <a:hueOff val="0"/>
            <a:satOff val="0"/>
            <a:lumOff val="0"/>
            <a:alphaOff val="0"/>
          </a:schemeClr>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t" anchorCtr="0">
          <a:noAutofit/>
        </a:bodyPr>
        <a:lstStyle/>
        <a:p>
          <a:pPr lvl="0" algn="l" defTabSz="711200" rtl="0">
            <a:lnSpc>
              <a:spcPct val="90000"/>
            </a:lnSpc>
            <a:spcBef>
              <a:spcPct val="0"/>
            </a:spcBef>
            <a:spcAft>
              <a:spcPct val="35000"/>
            </a:spcAft>
          </a:pPr>
          <a:r>
            <a:rPr lang="zh-CN" altLang="en-US" sz="1600" kern="1200" dirty="0" smtClean="0">
              <a:latin typeface="+mj-lt"/>
              <a:ea typeface="黑体" panose="02010609060101010101" pitchFamily="49" charset="-122"/>
            </a:rPr>
            <a:t>将衡器软件分为法制相关部分和非法制相关部分，它们之间通过软件接口通信。</a:t>
          </a:r>
          <a:endParaRPr lang="zh-CN" altLang="en-US" sz="1600" kern="1200" dirty="0">
            <a:latin typeface="+mj-lt"/>
            <a:ea typeface="黑体" panose="02010609060101010101" pitchFamily="49" charset="-122"/>
          </a:endParaRPr>
        </a:p>
      </dsp:txBody>
      <dsp:txXfrm>
        <a:off x="2335015" y="1476454"/>
        <a:ext cx="1558992" cy="3085062"/>
      </dsp:txXfrm>
    </dsp:sp>
    <dsp:sp modelId="{5907C4C7-8ED0-4D85-AF76-04B865FA5811}">
      <dsp:nvSpPr>
        <dsp:cNvPr id="0" name=""/>
        <dsp:cNvSpPr/>
      </dsp:nvSpPr>
      <dsp:spPr>
        <a:xfrm>
          <a:off x="4250820" y="0"/>
          <a:ext cx="1976188" cy="4895850"/>
        </a:xfrm>
        <a:prstGeom prst="roundRect">
          <a:avLst>
            <a:gd name="adj" fmla="val 10000"/>
          </a:avLst>
        </a:prstGeom>
        <a:solidFill>
          <a:schemeClr val="accent5">
            <a:lumMod val="40000"/>
            <a:lumOff val="6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mj-lt"/>
              <a:ea typeface="黑体" panose="02010609060101010101" pitchFamily="49" charset="-122"/>
            </a:rPr>
            <a:t>测量数据长期保存 </a:t>
          </a:r>
          <a:r>
            <a:rPr lang="en-US" altLang="zh-CN" sz="1600" b="1" kern="1200" dirty="0" smtClean="0">
              <a:latin typeface="+mj-lt"/>
              <a:ea typeface="黑体" panose="02010609060101010101" pitchFamily="49" charset="-122"/>
            </a:rPr>
            <a:t>long-term storage of measurement data</a:t>
          </a:r>
          <a:endParaRPr lang="zh-CN" altLang="en-US" sz="1600" b="1" kern="1200" dirty="0">
            <a:latin typeface="+mj-lt"/>
            <a:ea typeface="黑体" panose="02010609060101010101" pitchFamily="49" charset="-122"/>
          </a:endParaRPr>
        </a:p>
      </dsp:txBody>
      <dsp:txXfrm>
        <a:off x="4250820" y="0"/>
        <a:ext cx="1976188" cy="1468755"/>
      </dsp:txXfrm>
    </dsp:sp>
    <dsp:sp modelId="{8B9930F7-8606-40B9-A39B-78985A95F146}">
      <dsp:nvSpPr>
        <dsp:cNvPr id="0" name=""/>
        <dsp:cNvSpPr/>
      </dsp:nvSpPr>
      <dsp:spPr>
        <a:xfrm>
          <a:off x="4410915" y="1427951"/>
          <a:ext cx="1655998" cy="3182068"/>
        </a:xfrm>
        <a:prstGeom prst="roundRect">
          <a:avLst>
            <a:gd name="adj" fmla="val 10000"/>
          </a:avLst>
        </a:prstGeom>
        <a:solidFill>
          <a:schemeClr val="bg2"/>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t" anchorCtr="0">
          <a:noAutofit/>
        </a:bodyPr>
        <a:lstStyle/>
        <a:p>
          <a:pPr lvl="0" algn="l" defTabSz="711200">
            <a:lnSpc>
              <a:spcPct val="90000"/>
            </a:lnSpc>
            <a:spcBef>
              <a:spcPct val="0"/>
            </a:spcBef>
            <a:spcAft>
              <a:spcPct val="35000"/>
            </a:spcAft>
          </a:pPr>
          <a:r>
            <a:rPr lang="zh-CN" altLang="en-US" sz="1600" kern="1200" dirty="0" smtClean="0">
              <a:latin typeface="+mj-lt"/>
              <a:ea typeface="黑体" panose="02010609060101010101" pitchFamily="49" charset="-122"/>
            </a:rPr>
            <a:t>因日后法定相关目的，对完成的测量结果数据保存</a:t>
          </a:r>
          <a:endParaRPr lang="zh-CN" altLang="en-US" sz="1600" kern="1200" dirty="0">
            <a:latin typeface="+mj-lt"/>
            <a:ea typeface="黑体" panose="02010609060101010101" pitchFamily="49" charset="-122"/>
          </a:endParaRPr>
        </a:p>
      </dsp:txBody>
      <dsp:txXfrm>
        <a:off x="4459418" y="1476454"/>
        <a:ext cx="1558992" cy="3085062"/>
      </dsp:txXfrm>
    </dsp:sp>
    <dsp:sp modelId="{5CFD31B9-9142-41C4-A7A8-C12DB35127C2}">
      <dsp:nvSpPr>
        <dsp:cNvPr id="0" name=""/>
        <dsp:cNvSpPr/>
      </dsp:nvSpPr>
      <dsp:spPr>
        <a:xfrm>
          <a:off x="6375223" y="0"/>
          <a:ext cx="1976188" cy="4895850"/>
        </a:xfrm>
        <a:prstGeom prst="roundRect">
          <a:avLst>
            <a:gd name="adj" fmla="val 10000"/>
          </a:avLst>
        </a:prstGeom>
        <a:solidFill>
          <a:schemeClr val="accent5">
            <a:lumMod val="40000"/>
            <a:lumOff val="6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mj-lt"/>
              <a:ea typeface="黑体" panose="02010609060101010101" pitchFamily="49" charset="-122"/>
            </a:rPr>
            <a:t>测量数据传输 </a:t>
          </a:r>
          <a:r>
            <a:rPr lang="en-US" altLang="zh-CN" sz="1600" b="1" kern="1200" dirty="0" smtClean="0">
              <a:latin typeface="+mj-lt"/>
              <a:ea typeface="黑体" panose="02010609060101010101" pitchFamily="49" charset="-122"/>
            </a:rPr>
            <a:t>Transmission of measurement data</a:t>
          </a:r>
          <a:endParaRPr lang="zh-CN" altLang="en-US" sz="1600" b="1" kern="1200" dirty="0">
            <a:latin typeface="+mj-lt"/>
            <a:ea typeface="黑体" panose="02010609060101010101" pitchFamily="49" charset="-122"/>
          </a:endParaRPr>
        </a:p>
      </dsp:txBody>
      <dsp:txXfrm>
        <a:off x="6375223" y="0"/>
        <a:ext cx="1976188" cy="1468755"/>
      </dsp:txXfrm>
    </dsp:sp>
    <dsp:sp modelId="{7192EFE1-896C-4BF4-B7A8-587FF7D24539}">
      <dsp:nvSpPr>
        <dsp:cNvPr id="0" name=""/>
        <dsp:cNvSpPr/>
      </dsp:nvSpPr>
      <dsp:spPr>
        <a:xfrm>
          <a:off x="6535318" y="1427951"/>
          <a:ext cx="1655998" cy="3182068"/>
        </a:xfrm>
        <a:prstGeom prst="roundRect">
          <a:avLst>
            <a:gd name="adj" fmla="val 10000"/>
          </a:avLst>
        </a:prstGeom>
        <a:solidFill>
          <a:srgbClr val="00B050"/>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t" anchorCtr="0">
          <a:noAutofit/>
        </a:bodyPr>
        <a:lstStyle/>
        <a:p>
          <a:pPr lvl="0" algn="l" defTabSz="711200">
            <a:lnSpc>
              <a:spcPct val="90000"/>
            </a:lnSpc>
            <a:spcBef>
              <a:spcPct val="0"/>
            </a:spcBef>
            <a:spcAft>
              <a:spcPct val="35000"/>
            </a:spcAft>
          </a:pPr>
          <a:r>
            <a:rPr lang="zh-CN" altLang="en-US" sz="1600" kern="1200" dirty="0" smtClean="0">
              <a:latin typeface="+mj-lt"/>
              <a:ea typeface="黑体" panose="02010609060101010101" pitchFamily="49" charset="-122"/>
            </a:rPr>
            <a:t>测量数据通过通讯网络或其它方法传输到远端电子装置，用于进一步处理或（和）用于法制相关目的</a:t>
          </a:r>
          <a:endParaRPr lang="zh-CN" altLang="en-US" sz="1600" kern="1200" dirty="0">
            <a:latin typeface="+mj-lt"/>
            <a:ea typeface="黑体" panose="02010609060101010101" pitchFamily="49" charset="-122"/>
          </a:endParaRPr>
        </a:p>
      </dsp:txBody>
      <dsp:txXfrm>
        <a:off x="6583821" y="1476454"/>
        <a:ext cx="1558992" cy="3085062"/>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45745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lienbildplatzhalter 3"/>
          <p:cNvSpPr>
            <a:spLocks noGrp="1" noRot="1" noChangeAspect="1"/>
          </p:cNvSpPr>
          <p:nvPr>
            <p:ph type="sldImg" idx="2"/>
          </p:nvPr>
        </p:nvSpPr>
        <p:spPr>
          <a:xfrm>
            <a:off x="939800" y="750888"/>
            <a:ext cx="4997450" cy="3749675"/>
          </a:xfrm>
          <a:prstGeom prst="rect">
            <a:avLst/>
          </a:prstGeom>
          <a:noFill/>
          <a:ln w="12700">
            <a:solidFill>
              <a:prstClr val="black"/>
            </a:solidFill>
          </a:ln>
        </p:spPr>
        <p:txBody>
          <a:bodyPr vert="horz" lIns="96451" tIns="48225" rIns="96451" bIns="48225" rtlCol="0" anchor="ctr"/>
          <a:lstStyle/>
          <a:p>
            <a:endParaRPr lang="en-US"/>
          </a:p>
        </p:txBody>
      </p:sp>
      <p:sp>
        <p:nvSpPr>
          <p:cNvPr id="5" name="Notizenplatzhalter 4"/>
          <p:cNvSpPr>
            <a:spLocks noGrp="1"/>
          </p:cNvSpPr>
          <p:nvPr>
            <p:ph type="body" sz="quarter" idx="3"/>
          </p:nvPr>
        </p:nvSpPr>
        <p:spPr>
          <a:xfrm>
            <a:off x="925033" y="4751348"/>
            <a:ext cx="5018567" cy="4501277"/>
          </a:xfrm>
          <a:prstGeom prst="rect">
            <a:avLst/>
          </a:prstGeom>
        </p:spPr>
        <p:txBody>
          <a:bodyPr vert="horz" lIns="96451" tIns="48225" rIns="96451" bIns="48225" rtlCol="0">
            <a:normAutofit/>
          </a:bodyPr>
          <a:lstStyle/>
          <a:p>
            <a:pPr lvl="0"/>
            <a:r>
              <a:rPr lang="en-US" dirty="0" err="1" smtClean="0"/>
              <a:t>Textmasterformate</a:t>
            </a:r>
            <a:r>
              <a:rPr lang="en-US" dirty="0" smtClean="0"/>
              <a:t> </a:t>
            </a:r>
            <a:r>
              <a:rPr lang="en-US" dirty="0" err="1" smtClean="0"/>
              <a:t>durch</a:t>
            </a:r>
            <a:r>
              <a:rPr lang="en-US" dirty="0" smtClean="0"/>
              <a:t> </a:t>
            </a:r>
            <a:r>
              <a:rPr lang="en-US" dirty="0" err="1" smtClean="0"/>
              <a:t>Klicken</a:t>
            </a:r>
            <a:r>
              <a:rPr lang="en-US" dirty="0" smtClean="0"/>
              <a:t> </a:t>
            </a:r>
            <a:r>
              <a:rPr lang="en-US" dirty="0" err="1" smtClean="0"/>
              <a:t>bearbeiten</a:t>
            </a:r>
            <a:endParaRPr lang="en-US" dirty="0" smtClean="0"/>
          </a:p>
          <a:p>
            <a:pPr lvl="1"/>
            <a:r>
              <a:rPr lang="en-US" dirty="0" err="1" smtClean="0"/>
              <a:t>Zweite</a:t>
            </a:r>
            <a:r>
              <a:rPr lang="en-US" dirty="0" smtClean="0"/>
              <a:t> </a:t>
            </a:r>
            <a:r>
              <a:rPr lang="en-US" dirty="0" err="1" smtClean="0"/>
              <a:t>Ebene</a:t>
            </a:r>
            <a:endParaRPr lang="en-US" dirty="0" smtClean="0"/>
          </a:p>
          <a:p>
            <a:pPr lvl="2"/>
            <a:r>
              <a:rPr lang="en-US" dirty="0" err="1" smtClean="0"/>
              <a:t>Dritte</a:t>
            </a:r>
            <a:r>
              <a:rPr lang="en-US" dirty="0" smtClean="0"/>
              <a:t> </a:t>
            </a:r>
            <a:r>
              <a:rPr lang="en-US" dirty="0" err="1" smtClean="0"/>
              <a:t>Ebene</a:t>
            </a:r>
            <a:endParaRPr lang="en-US" dirty="0" smtClean="0"/>
          </a:p>
          <a:p>
            <a:pPr lvl="3"/>
            <a:r>
              <a:rPr lang="en-US" dirty="0" err="1" smtClean="0"/>
              <a:t>Vierte</a:t>
            </a:r>
            <a:r>
              <a:rPr lang="en-US" dirty="0" smtClean="0"/>
              <a:t> </a:t>
            </a:r>
            <a:r>
              <a:rPr lang="en-US" dirty="0" err="1" smtClean="0"/>
              <a:t>Ebene</a:t>
            </a:r>
            <a:endParaRPr lang="en-US" dirty="0" smtClean="0"/>
          </a:p>
          <a:p>
            <a:pPr lvl="4"/>
            <a:r>
              <a:rPr lang="en-US" dirty="0" err="1" smtClean="0"/>
              <a:t>Fünfte</a:t>
            </a:r>
            <a:r>
              <a:rPr lang="en-US" dirty="0" smtClean="0"/>
              <a:t> </a:t>
            </a:r>
            <a:r>
              <a:rPr lang="en-US" dirty="0" err="1" smtClean="0"/>
              <a:t>Ebene</a:t>
            </a:r>
            <a:endParaRPr lang="en-US" dirty="0"/>
          </a:p>
        </p:txBody>
      </p:sp>
    </p:spTree>
    <p:extLst>
      <p:ext uri="{BB962C8B-B14F-4D97-AF65-F5344CB8AC3E}">
        <p14:creationId xmlns:p14="http://schemas.microsoft.com/office/powerpoint/2010/main" val="2040836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9793091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a:xfrm>
            <a:off x="5255180" y="9412732"/>
            <a:ext cx="692953" cy="500142"/>
          </a:xfrm>
          <a:prstGeom prst="rect">
            <a:avLst/>
          </a:prstGeom>
        </p:spPr>
        <p:txBody>
          <a:bodyPr/>
          <a:lstStyle/>
          <a:p>
            <a:fld id="{B37E420F-8DC5-4183-89F9-42805A72DA7D}" type="slidenum">
              <a:rPr lang="en-US" smtClean="0"/>
              <a:pPr/>
              <a:t>2</a:t>
            </a:fld>
            <a:endParaRPr lang="en-US"/>
          </a:p>
        </p:txBody>
      </p:sp>
    </p:spTree>
    <p:extLst>
      <p:ext uri="{BB962C8B-B14F-4D97-AF65-F5344CB8AC3E}">
        <p14:creationId xmlns:p14="http://schemas.microsoft.com/office/powerpoint/2010/main" val="1663977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a:xfrm>
            <a:off x="5255180" y="9412732"/>
            <a:ext cx="692953" cy="500142"/>
          </a:xfrm>
          <a:prstGeom prst="rect">
            <a:avLst/>
          </a:prstGeom>
        </p:spPr>
        <p:txBody>
          <a:bodyPr/>
          <a:lstStyle/>
          <a:p>
            <a:fld id="{B37E420F-8DC5-4183-89F9-42805A72DA7D}" type="slidenum">
              <a:rPr lang="en-US" smtClean="0"/>
              <a:pPr/>
              <a:t>4</a:t>
            </a:fld>
            <a:endParaRPr lang="en-US"/>
          </a:p>
        </p:txBody>
      </p:sp>
    </p:spTree>
    <p:extLst>
      <p:ext uri="{BB962C8B-B14F-4D97-AF65-F5344CB8AC3E}">
        <p14:creationId xmlns:p14="http://schemas.microsoft.com/office/powerpoint/2010/main" val="1663977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9387" marR="0" lvl="1" indent="0" algn="l" defTabSz="914400" rtl="0" eaLnBrk="1" fontAlgn="auto" latinLnBrk="0" hangingPunct="1">
              <a:lnSpc>
                <a:spcPct val="100000"/>
              </a:lnSpc>
              <a:spcBef>
                <a:spcPts val="0"/>
              </a:spcBef>
              <a:spcAft>
                <a:spcPts val="1200"/>
              </a:spcAft>
              <a:buClrTx/>
              <a:buSzTx/>
              <a:buFontTx/>
              <a:buNone/>
              <a:tabLst/>
              <a:defRPr/>
            </a:pPr>
            <a:endParaRPr lang="en-US" altLang="zh-CN" sz="1200" dirty="0" smtClean="0"/>
          </a:p>
          <a:p>
            <a:pPr marL="179387" lvl="1" indent="0">
              <a:spcAft>
                <a:spcPts val="1200"/>
              </a:spcAft>
              <a:buNone/>
            </a:pPr>
            <a:endParaRPr lang="en-US" altLang="zh-CN" dirty="0" smtClean="0"/>
          </a:p>
          <a:p>
            <a:endParaRPr lang="zh-CN" altLang="en-US" dirty="0"/>
          </a:p>
        </p:txBody>
      </p:sp>
    </p:spTree>
    <p:extLst>
      <p:ext uri="{BB962C8B-B14F-4D97-AF65-F5344CB8AC3E}">
        <p14:creationId xmlns:p14="http://schemas.microsoft.com/office/powerpoint/2010/main" val="1331930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122216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122216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275255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478579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a:xfrm>
            <a:off x="5255180" y="9412732"/>
            <a:ext cx="692953" cy="500142"/>
          </a:xfrm>
          <a:prstGeom prst="rect">
            <a:avLst/>
          </a:prstGeom>
        </p:spPr>
        <p:txBody>
          <a:bodyPr/>
          <a:lstStyle/>
          <a:p>
            <a:fld id="{B37E420F-8DC5-4183-89F9-42805A72DA7D}" type="slidenum">
              <a:rPr lang="en-US" smtClean="0"/>
              <a:pPr/>
              <a:t>10</a:t>
            </a:fld>
            <a:endParaRPr lang="en-US"/>
          </a:p>
        </p:txBody>
      </p:sp>
    </p:spTree>
    <p:extLst>
      <p:ext uri="{BB962C8B-B14F-4D97-AF65-F5344CB8AC3E}">
        <p14:creationId xmlns:p14="http://schemas.microsoft.com/office/powerpoint/2010/main" val="16639770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a:t>
            </a:r>
            <a:endParaRPr lang="zh-CN" altLang="en-US" dirty="0"/>
          </a:p>
        </p:txBody>
      </p:sp>
    </p:spTree>
    <p:extLst>
      <p:ext uri="{BB962C8B-B14F-4D97-AF65-F5344CB8AC3E}">
        <p14:creationId xmlns:p14="http://schemas.microsoft.com/office/powerpoint/2010/main" val="1998810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a:t>
            </a:r>
            <a:endParaRPr lang="zh-CN" altLang="en-US" dirty="0"/>
          </a:p>
        </p:txBody>
      </p:sp>
    </p:spTree>
    <p:extLst>
      <p:ext uri="{BB962C8B-B14F-4D97-AF65-F5344CB8AC3E}">
        <p14:creationId xmlns:p14="http://schemas.microsoft.com/office/powerpoint/2010/main" val="19988106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a:t>
            </a:r>
            <a:endParaRPr lang="zh-CN" altLang="en-US" dirty="0"/>
          </a:p>
        </p:txBody>
      </p:sp>
    </p:spTree>
    <p:extLst>
      <p:ext uri="{BB962C8B-B14F-4D97-AF65-F5344CB8AC3E}">
        <p14:creationId xmlns:p14="http://schemas.microsoft.com/office/powerpoint/2010/main" val="19988106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927126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a:xfrm>
            <a:off x="5255180" y="9412732"/>
            <a:ext cx="692953" cy="500142"/>
          </a:xfrm>
          <a:prstGeom prst="rect">
            <a:avLst/>
          </a:prstGeom>
        </p:spPr>
        <p:txBody>
          <a:bodyPr/>
          <a:lstStyle/>
          <a:p>
            <a:fld id="{B37E420F-8DC5-4183-89F9-42805A72DA7D}" type="slidenum">
              <a:rPr lang="en-US" smtClean="0"/>
              <a:pPr/>
              <a:t>19</a:t>
            </a:fld>
            <a:endParaRPr lang="en-US"/>
          </a:p>
        </p:txBody>
      </p:sp>
    </p:spTree>
    <p:extLst>
      <p:ext uri="{BB962C8B-B14F-4D97-AF65-F5344CB8AC3E}">
        <p14:creationId xmlns:p14="http://schemas.microsoft.com/office/powerpoint/2010/main" val="16639770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a:xfrm>
            <a:off x="5255180" y="9412732"/>
            <a:ext cx="692953" cy="500142"/>
          </a:xfrm>
          <a:prstGeom prst="rect">
            <a:avLst/>
          </a:prstGeom>
        </p:spPr>
        <p:txBody>
          <a:bodyPr/>
          <a:lstStyle/>
          <a:p>
            <a:fld id="{B37E420F-8DC5-4183-89F9-42805A72DA7D}" type="slidenum">
              <a:rPr lang="en-US" smtClean="0"/>
              <a:pPr/>
              <a:t>22</a:t>
            </a:fld>
            <a:endParaRPr lang="en-US"/>
          </a:p>
        </p:txBody>
      </p:sp>
    </p:spTree>
    <p:extLst>
      <p:ext uri="{BB962C8B-B14F-4D97-AF65-F5344CB8AC3E}">
        <p14:creationId xmlns:p14="http://schemas.microsoft.com/office/powerpoint/2010/main" val="16639770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578090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a:xfrm>
            <a:off x="5255180" y="9412732"/>
            <a:ext cx="692953" cy="500142"/>
          </a:xfrm>
          <a:prstGeom prst="rect">
            <a:avLst/>
          </a:prstGeom>
        </p:spPr>
        <p:txBody>
          <a:bodyPr/>
          <a:lstStyle/>
          <a:p>
            <a:fld id="{B37E420F-8DC5-4183-89F9-42805A72DA7D}" type="slidenum">
              <a:rPr lang="en-US" smtClean="0"/>
              <a:pPr/>
              <a:t>26</a:t>
            </a:fld>
            <a:endParaRPr lang="en-US"/>
          </a:p>
        </p:txBody>
      </p:sp>
    </p:spTree>
    <p:extLst>
      <p:ext uri="{BB962C8B-B14F-4D97-AF65-F5344CB8AC3E}">
        <p14:creationId xmlns:p14="http://schemas.microsoft.com/office/powerpoint/2010/main" val="16639770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488115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954695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a:xfrm>
            <a:off x="5255180" y="9412732"/>
            <a:ext cx="692953" cy="500142"/>
          </a:xfrm>
          <a:prstGeom prst="rect">
            <a:avLst/>
          </a:prstGeom>
        </p:spPr>
        <p:txBody>
          <a:bodyPr/>
          <a:lstStyle/>
          <a:p>
            <a:fld id="{B37E420F-8DC5-4183-89F9-42805A72DA7D}" type="slidenum">
              <a:rPr lang="en-US" smtClean="0"/>
              <a:pPr/>
              <a:t>32</a:t>
            </a:fld>
            <a:endParaRPr lang="en-US"/>
          </a:p>
        </p:txBody>
      </p:sp>
    </p:spTree>
    <p:extLst>
      <p:ext uri="{BB962C8B-B14F-4D97-AF65-F5344CB8AC3E}">
        <p14:creationId xmlns:p14="http://schemas.microsoft.com/office/powerpoint/2010/main" val="39900540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MT: Cover Page">
    <p:spTree>
      <p:nvGrpSpPr>
        <p:cNvPr id="1" name=""/>
        <p:cNvGrpSpPr/>
        <p:nvPr/>
      </p:nvGrpSpPr>
      <p:grpSpPr>
        <a:xfrm>
          <a:off x="0" y="0"/>
          <a:ext cx="0" cy="0"/>
          <a:chOff x="0" y="0"/>
          <a:chExt cx="0" cy="0"/>
        </a:xfrm>
      </p:grpSpPr>
      <p:sp>
        <p:nvSpPr>
          <p:cNvPr id="11" name="Bildplatzhalter 10"/>
          <p:cNvSpPr>
            <a:spLocks noGrp="1"/>
          </p:cNvSpPr>
          <p:nvPr>
            <p:ph type="pic" sz="quarter" idx="10" hasCustomPrompt="1"/>
          </p:nvPr>
        </p:nvSpPr>
        <p:spPr>
          <a:xfrm>
            <a:off x="2411760" y="0"/>
            <a:ext cx="6732240" cy="2636838"/>
          </a:xfrm>
          <a:solidFill>
            <a:schemeClr val="tx2"/>
          </a:solidFill>
          <a:effectLst>
            <a:outerShdw blurRad="50800" dist="38100" dir="2700000" algn="tl" rotWithShape="0">
              <a:prstClr val="black">
                <a:alpha val="40000"/>
              </a:prstClr>
            </a:outerShdw>
          </a:effectLst>
        </p:spPr>
        <p:txBody>
          <a:bodyPr tIns="576000"/>
          <a:lstStyle>
            <a:lvl1pPr marL="0" indent="0" algn="ctr">
              <a:buNone/>
              <a:defRPr>
                <a:solidFill>
                  <a:schemeClr val="tx1"/>
                </a:solidFill>
              </a:defRPr>
            </a:lvl1pPr>
          </a:lstStyle>
          <a:p>
            <a:r>
              <a:rPr lang="en-US" dirty="0" smtClean="0"/>
              <a:t>Click </a:t>
            </a:r>
            <a:r>
              <a:rPr lang="en-US" dirty="0" err="1" smtClean="0"/>
              <a:t>to</a:t>
            </a:r>
            <a:r>
              <a:rPr lang="en-US" dirty="0" smtClean="0"/>
              <a:t> </a:t>
            </a:r>
            <a:r>
              <a:rPr lang="en-US" dirty="0" err="1" smtClean="0"/>
              <a:t>add</a:t>
            </a:r>
            <a:r>
              <a:rPr lang="en-US" dirty="0" smtClean="0"/>
              <a:t> </a:t>
            </a:r>
            <a:r>
              <a:rPr lang="en-US" dirty="0" err="1" smtClean="0"/>
              <a:t>picture</a:t>
            </a:r>
            <a:r>
              <a:rPr lang="en-US" dirty="0" smtClean="0"/>
              <a:t>…</a:t>
            </a:r>
            <a:endParaRPr lang="en-US" dirty="0"/>
          </a:p>
        </p:txBody>
      </p:sp>
      <p:sp>
        <p:nvSpPr>
          <p:cNvPr id="6" name="Rectangle 37"/>
          <p:cNvSpPr>
            <a:spLocks noChangeArrowheads="1"/>
          </p:cNvSpPr>
          <p:nvPr userDrawn="1"/>
        </p:nvSpPr>
        <p:spPr bwMode="gray">
          <a:xfrm>
            <a:off x="-1" y="0"/>
            <a:ext cx="2411761" cy="6166022"/>
          </a:xfrm>
          <a:prstGeom prst="rect">
            <a:avLst/>
          </a:prstGeom>
          <a:gradFill rotWithShape="0">
            <a:gsLst>
              <a:gs pos="0">
                <a:schemeClr val="tx1"/>
              </a:gs>
              <a:gs pos="98000">
                <a:schemeClr val="bg1"/>
              </a:gs>
              <a:gs pos="58000">
                <a:schemeClr val="bg2"/>
              </a:gs>
            </a:gsLst>
            <a:lin ang="5400000" scaled="1"/>
          </a:gradFill>
          <a:ln>
            <a:noFill/>
          </a:ln>
          <a:effectLst/>
          <a:extLst/>
        </p:spPr>
        <p:txBody>
          <a:bodyPr wrap="none" lIns="0" tIns="0" rIns="72000" bIns="0" anchor="ctr"/>
          <a:lstStyle/>
          <a:p>
            <a:pPr algn="ctr"/>
            <a:endParaRPr lang="en-US">
              <a:solidFill>
                <a:srgbClr val="6BD2FF"/>
              </a:solidFill>
            </a:endParaRPr>
          </a:p>
        </p:txBody>
      </p:sp>
      <p:sp>
        <p:nvSpPr>
          <p:cNvPr id="2" name="Titel"/>
          <p:cNvSpPr>
            <a:spLocks noGrp="1"/>
          </p:cNvSpPr>
          <p:nvPr>
            <p:ph type="ctrTitle" hasCustomPrompt="1"/>
          </p:nvPr>
        </p:nvSpPr>
        <p:spPr>
          <a:xfrm>
            <a:off x="2699792" y="2852936"/>
            <a:ext cx="6200120" cy="597686"/>
          </a:xfrm>
        </p:spPr>
        <p:txBody>
          <a:bodyPr anchor="b"/>
          <a:lstStyle>
            <a:lvl1pPr algn="l">
              <a:lnSpc>
                <a:spcPts val="3000"/>
              </a:lnSpc>
              <a:defRPr sz="3200" b="1">
                <a:solidFill>
                  <a:schemeClr val="tx1"/>
                </a:solidFill>
              </a:defRPr>
            </a:lvl1pPr>
          </a:lstStyle>
          <a:p>
            <a:r>
              <a:rPr lang="en-US" dirty="0" smtClean="0"/>
              <a:t>Click to add title…</a:t>
            </a:r>
            <a:endParaRPr lang="en-US" dirty="0"/>
          </a:p>
        </p:txBody>
      </p:sp>
      <p:sp>
        <p:nvSpPr>
          <p:cNvPr id="3" name="Untertitel"/>
          <p:cNvSpPr>
            <a:spLocks noGrp="1"/>
          </p:cNvSpPr>
          <p:nvPr>
            <p:ph type="subTitle" idx="1" hasCustomPrompt="1"/>
          </p:nvPr>
        </p:nvSpPr>
        <p:spPr>
          <a:xfrm>
            <a:off x="395289" y="1988840"/>
            <a:ext cx="1966312" cy="692581"/>
          </a:xfrm>
        </p:spPr>
        <p:txBody>
          <a:bodyPr rIns="72000" anchor="b"/>
          <a:lstStyle>
            <a:lvl1pPr marL="0" indent="0" algn="l">
              <a:spcBef>
                <a:spcPts val="0"/>
              </a:spcBef>
              <a:spcAft>
                <a:spcPts val="0"/>
              </a:spcAft>
              <a:buNone/>
              <a:defRPr sz="1400" baseline="0">
                <a:solidFill>
                  <a:schemeClr val="bg1"/>
                </a:solidFill>
              </a:defRPr>
            </a:lvl1pPr>
          </a:lstStyle>
          <a:p>
            <a:pPr lvl="0"/>
            <a:r>
              <a:rPr lang="en-US" dirty="0" smtClean="0"/>
              <a:t>Click to add place,</a:t>
            </a:r>
            <a:br>
              <a:rPr lang="en-US" dirty="0" smtClean="0"/>
            </a:br>
            <a:r>
              <a:rPr lang="en-US" dirty="0" smtClean="0"/>
              <a:t>date/author</a:t>
            </a:r>
          </a:p>
        </p:txBody>
      </p:sp>
      <p:sp>
        <p:nvSpPr>
          <p:cNvPr id="5" name="Textplatzhalter 4"/>
          <p:cNvSpPr>
            <a:spLocks noGrp="1"/>
          </p:cNvSpPr>
          <p:nvPr>
            <p:ph type="body" sz="quarter" idx="12" hasCustomPrompt="1"/>
          </p:nvPr>
        </p:nvSpPr>
        <p:spPr>
          <a:xfrm>
            <a:off x="2699792" y="3400223"/>
            <a:ext cx="6200121" cy="964882"/>
          </a:xfrm>
        </p:spPr>
        <p:txBody>
          <a:bodyPr/>
          <a:lstStyle>
            <a:lvl1pPr marL="0" indent="0">
              <a:buNone/>
              <a:defRPr sz="2400"/>
            </a:lvl1pPr>
            <a:lvl2pPr marL="0" indent="0">
              <a:buNone/>
              <a:defRPr sz="2400"/>
            </a:lvl2pPr>
            <a:lvl3pPr marL="0" indent="0">
              <a:buNone/>
              <a:defRPr sz="2400"/>
            </a:lvl3pPr>
            <a:lvl4pPr marL="0" indent="0">
              <a:buNone/>
              <a:defRPr sz="2400"/>
            </a:lvl4pPr>
            <a:lvl5pPr marL="0" indent="0">
              <a:buFont typeface="Arial" panose="020B0604020202020204" pitchFamily="34" charset="0"/>
              <a:buNone/>
              <a:defRPr sz="2400"/>
            </a:lvl5pPr>
          </a:lstStyle>
          <a:p>
            <a:pPr lvl="0"/>
            <a:r>
              <a:rPr lang="en-US" dirty="0" smtClean="0"/>
              <a:t>Click to add subtitle (optional)…</a:t>
            </a: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01321" y="5189156"/>
            <a:ext cx="2719479" cy="1668844"/>
          </a:xfrm>
          <a:prstGeom prst="rect">
            <a:avLst/>
          </a:prstGeom>
        </p:spPr>
      </p:pic>
    </p:spTree>
    <p:extLst>
      <p:ext uri="{BB962C8B-B14F-4D97-AF65-F5344CB8AC3E}">
        <p14:creationId xmlns:p14="http://schemas.microsoft.com/office/powerpoint/2010/main" val="183720808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MT: Cover Page 4 Images">
    <p:spTree>
      <p:nvGrpSpPr>
        <p:cNvPr id="1" name=""/>
        <p:cNvGrpSpPr/>
        <p:nvPr/>
      </p:nvGrpSpPr>
      <p:grpSpPr>
        <a:xfrm>
          <a:off x="0" y="0"/>
          <a:ext cx="0" cy="0"/>
          <a:chOff x="0" y="0"/>
          <a:chExt cx="0" cy="0"/>
        </a:xfrm>
      </p:grpSpPr>
      <p:sp>
        <p:nvSpPr>
          <p:cNvPr id="4" name="Rectangle 3"/>
          <p:cNvSpPr/>
          <p:nvPr userDrawn="1"/>
        </p:nvSpPr>
        <p:spPr>
          <a:xfrm>
            <a:off x="2434856" y="0"/>
            <a:ext cx="6709144" cy="263519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600" dirty="0" err="1" smtClean="0">
              <a:solidFill>
                <a:schemeClr val="bg1"/>
              </a:solidFill>
            </a:endParaRPr>
          </a:p>
        </p:txBody>
      </p:sp>
      <p:sp>
        <p:nvSpPr>
          <p:cNvPr id="6" name="Rectangle 37"/>
          <p:cNvSpPr>
            <a:spLocks noChangeArrowheads="1"/>
          </p:cNvSpPr>
          <p:nvPr userDrawn="1"/>
        </p:nvSpPr>
        <p:spPr bwMode="gray">
          <a:xfrm>
            <a:off x="-1" y="0"/>
            <a:ext cx="2411761" cy="6166022"/>
          </a:xfrm>
          <a:prstGeom prst="rect">
            <a:avLst/>
          </a:prstGeom>
          <a:gradFill rotWithShape="0">
            <a:gsLst>
              <a:gs pos="0">
                <a:schemeClr val="tx1"/>
              </a:gs>
              <a:gs pos="98000">
                <a:schemeClr val="bg1"/>
              </a:gs>
              <a:gs pos="58000">
                <a:schemeClr val="bg2"/>
              </a:gs>
            </a:gsLst>
            <a:lin ang="5400000" scaled="1"/>
          </a:gradFill>
          <a:ln>
            <a:noFill/>
          </a:ln>
          <a:effectLst/>
          <a:extLst/>
        </p:spPr>
        <p:txBody>
          <a:bodyPr wrap="none" lIns="0" tIns="0" rIns="72000" bIns="0" anchor="ctr"/>
          <a:lstStyle/>
          <a:p>
            <a:pPr algn="ctr"/>
            <a:endParaRPr lang="en-US">
              <a:solidFill>
                <a:srgbClr val="6BD2FF"/>
              </a:solidFill>
            </a:endParaRPr>
          </a:p>
        </p:txBody>
      </p:sp>
      <p:sp>
        <p:nvSpPr>
          <p:cNvPr id="2" name="Titel"/>
          <p:cNvSpPr>
            <a:spLocks noGrp="1"/>
          </p:cNvSpPr>
          <p:nvPr>
            <p:ph type="ctrTitle" hasCustomPrompt="1"/>
          </p:nvPr>
        </p:nvSpPr>
        <p:spPr>
          <a:xfrm>
            <a:off x="2699792" y="2852936"/>
            <a:ext cx="6192688" cy="597686"/>
          </a:xfrm>
        </p:spPr>
        <p:txBody>
          <a:bodyPr anchor="b"/>
          <a:lstStyle>
            <a:lvl1pPr algn="l">
              <a:lnSpc>
                <a:spcPts val="3000"/>
              </a:lnSpc>
              <a:defRPr sz="3200" b="1">
                <a:solidFill>
                  <a:schemeClr val="tx1"/>
                </a:solidFill>
              </a:defRPr>
            </a:lvl1pPr>
          </a:lstStyle>
          <a:p>
            <a:r>
              <a:rPr lang="en-US" dirty="0" smtClean="0"/>
              <a:t>Click to add title…</a:t>
            </a:r>
            <a:endParaRPr lang="en-US" dirty="0"/>
          </a:p>
        </p:txBody>
      </p:sp>
      <p:sp>
        <p:nvSpPr>
          <p:cNvPr id="3" name="Untertitel"/>
          <p:cNvSpPr>
            <a:spLocks noGrp="1"/>
          </p:cNvSpPr>
          <p:nvPr>
            <p:ph type="subTitle" idx="1" hasCustomPrompt="1"/>
          </p:nvPr>
        </p:nvSpPr>
        <p:spPr>
          <a:xfrm>
            <a:off x="395289" y="1988840"/>
            <a:ext cx="1966312" cy="692581"/>
          </a:xfrm>
        </p:spPr>
        <p:txBody>
          <a:bodyPr rIns="72000" anchor="b"/>
          <a:lstStyle>
            <a:lvl1pPr marL="0" indent="0" algn="l">
              <a:spcBef>
                <a:spcPts val="0"/>
              </a:spcBef>
              <a:spcAft>
                <a:spcPts val="0"/>
              </a:spcAft>
              <a:buNone/>
              <a:defRPr sz="1400" baseline="0">
                <a:solidFill>
                  <a:schemeClr val="bg1"/>
                </a:solidFill>
              </a:defRPr>
            </a:lvl1pPr>
          </a:lstStyle>
          <a:p>
            <a:pPr lvl="0"/>
            <a:r>
              <a:rPr lang="en-US" dirty="0" smtClean="0"/>
              <a:t>Click to add place,</a:t>
            </a:r>
            <a:br>
              <a:rPr lang="en-US" dirty="0" smtClean="0"/>
            </a:br>
            <a:r>
              <a:rPr lang="en-US" dirty="0" smtClean="0"/>
              <a:t>date/author</a:t>
            </a:r>
          </a:p>
        </p:txBody>
      </p:sp>
      <p:sp>
        <p:nvSpPr>
          <p:cNvPr id="5" name="Textplatzhalter 4"/>
          <p:cNvSpPr>
            <a:spLocks noGrp="1"/>
          </p:cNvSpPr>
          <p:nvPr>
            <p:ph type="body" sz="quarter" idx="12" hasCustomPrompt="1"/>
          </p:nvPr>
        </p:nvSpPr>
        <p:spPr>
          <a:xfrm>
            <a:off x="2699792" y="3400222"/>
            <a:ext cx="6192689" cy="964882"/>
          </a:xfrm>
        </p:spPr>
        <p:txBody>
          <a:bodyPr/>
          <a:lstStyle>
            <a:lvl1pPr marL="0" indent="0">
              <a:buNone/>
              <a:defRPr sz="2400"/>
            </a:lvl1pPr>
            <a:lvl2pPr marL="0" indent="0">
              <a:buNone/>
              <a:defRPr sz="2400"/>
            </a:lvl2pPr>
            <a:lvl3pPr marL="0" indent="0">
              <a:buNone/>
              <a:defRPr sz="2400"/>
            </a:lvl3pPr>
            <a:lvl4pPr marL="0" indent="0">
              <a:buNone/>
              <a:defRPr sz="2400"/>
            </a:lvl4pPr>
            <a:lvl5pPr marL="0" indent="0">
              <a:buFont typeface="Arial" panose="020B0604020202020204" pitchFamily="34" charset="0"/>
              <a:buNone/>
              <a:defRPr sz="2400"/>
            </a:lvl5pPr>
          </a:lstStyle>
          <a:p>
            <a:pPr lvl="0"/>
            <a:r>
              <a:rPr lang="en-US" dirty="0" smtClean="0"/>
              <a:t>Click to add subtitle (optional)…</a:t>
            </a:r>
          </a:p>
        </p:txBody>
      </p:sp>
      <p:sp>
        <p:nvSpPr>
          <p:cNvPr id="10" name="Bildplatzhalter 10"/>
          <p:cNvSpPr>
            <a:spLocks noGrp="1"/>
          </p:cNvSpPr>
          <p:nvPr>
            <p:ph type="pic" sz="quarter" idx="13" hasCustomPrompt="1"/>
          </p:nvPr>
        </p:nvSpPr>
        <p:spPr>
          <a:xfrm>
            <a:off x="2411760" y="0"/>
            <a:ext cx="1641840" cy="2636838"/>
          </a:xfrm>
          <a:solidFill>
            <a:schemeClr val="tx2"/>
          </a:solidFill>
          <a:effectLst/>
        </p:spPr>
        <p:txBody>
          <a:bodyPr tIns="576000"/>
          <a:lstStyle>
            <a:lvl1pPr marL="0" indent="0" algn="ctr">
              <a:buNone/>
              <a:defRPr>
                <a:solidFill>
                  <a:schemeClr val="tx1"/>
                </a:solidFill>
              </a:defRPr>
            </a:lvl1pPr>
          </a:lstStyle>
          <a:p>
            <a:r>
              <a:rPr lang="en-US" dirty="0" smtClean="0"/>
              <a:t>Click </a:t>
            </a:r>
            <a:r>
              <a:rPr lang="en-US" dirty="0" err="1" smtClean="0"/>
              <a:t>to</a:t>
            </a:r>
            <a:r>
              <a:rPr lang="en-US" dirty="0" smtClean="0"/>
              <a:t> </a:t>
            </a:r>
            <a:r>
              <a:rPr lang="en-US" dirty="0" err="1" smtClean="0"/>
              <a:t>add</a:t>
            </a:r>
            <a:r>
              <a:rPr lang="en-US" dirty="0" smtClean="0"/>
              <a:t> </a:t>
            </a:r>
            <a:r>
              <a:rPr lang="en-US" dirty="0" err="1" smtClean="0"/>
              <a:t>picture</a:t>
            </a:r>
            <a:r>
              <a:rPr lang="en-US" dirty="0" smtClean="0"/>
              <a:t>…</a:t>
            </a:r>
            <a:endParaRPr lang="en-US" dirty="0"/>
          </a:p>
        </p:txBody>
      </p:sp>
      <p:sp>
        <p:nvSpPr>
          <p:cNvPr id="14" name="Bildplatzhalter 10"/>
          <p:cNvSpPr>
            <a:spLocks noGrp="1"/>
          </p:cNvSpPr>
          <p:nvPr>
            <p:ph type="pic" sz="quarter" idx="14" hasCustomPrompt="1"/>
          </p:nvPr>
        </p:nvSpPr>
        <p:spPr>
          <a:xfrm>
            <a:off x="4108560" y="0"/>
            <a:ext cx="1641840" cy="2636838"/>
          </a:xfrm>
          <a:solidFill>
            <a:schemeClr val="tx2"/>
          </a:solidFill>
          <a:effectLst/>
        </p:spPr>
        <p:txBody>
          <a:bodyPr tIns="576000"/>
          <a:lstStyle>
            <a:lvl1pPr marL="0" indent="0" algn="ctr">
              <a:buNone/>
              <a:defRPr>
                <a:solidFill>
                  <a:schemeClr val="tx1"/>
                </a:solidFill>
              </a:defRPr>
            </a:lvl1pPr>
          </a:lstStyle>
          <a:p>
            <a:r>
              <a:rPr lang="en-US" dirty="0" smtClean="0"/>
              <a:t>Click </a:t>
            </a:r>
            <a:r>
              <a:rPr lang="en-US" dirty="0" err="1" smtClean="0"/>
              <a:t>to</a:t>
            </a:r>
            <a:r>
              <a:rPr lang="en-US" dirty="0" smtClean="0"/>
              <a:t> </a:t>
            </a:r>
            <a:r>
              <a:rPr lang="en-US" dirty="0" err="1" smtClean="0"/>
              <a:t>add</a:t>
            </a:r>
            <a:r>
              <a:rPr lang="en-US" dirty="0" smtClean="0"/>
              <a:t> </a:t>
            </a:r>
            <a:r>
              <a:rPr lang="en-US" dirty="0" err="1" smtClean="0"/>
              <a:t>picture</a:t>
            </a:r>
            <a:r>
              <a:rPr lang="en-US" dirty="0" smtClean="0"/>
              <a:t>…</a:t>
            </a:r>
            <a:endParaRPr lang="en-US" dirty="0"/>
          </a:p>
        </p:txBody>
      </p:sp>
      <p:sp>
        <p:nvSpPr>
          <p:cNvPr id="15" name="Bildplatzhalter 10"/>
          <p:cNvSpPr>
            <a:spLocks noGrp="1"/>
          </p:cNvSpPr>
          <p:nvPr>
            <p:ph type="pic" sz="quarter" idx="15" hasCustomPrompt="1"/>
          </p:nvPr>
        </p:nvSpPr>
        <p:spPr>
          <a:xfrm>
            <a:off x="5805360" y="0"/>
            <a:ext cx="1641840" cy="2636838"/>
          </a:xfrm>
          <a:solidFill>
            <a:schemeClr val="tx2"/>
          </a:solidFill>
          <a:effectLst/>
        </p:spPr>
        <p:txBody>
          <a:bodyPr tIns="576000"/>
          <a:lstStyle>
            <a:lvl1pPr marL="0" indent="0" algn="ctr">
              <a:buNone/>
              <a:defRPr>
                <a:solidFill>
                  <a:schemeClr val="tx1"/>
                </a:solidFill>
              </a:defRPr>
            </a:lvl1pPr>
          </a:lstStyle>
          <a:p>
            <a:r>
              <a:rPr lang="en-US" dirty="0" smtClean="0"/>
              <a:t>Click </a:t>
            </a:r>
            <a:r>
              <a:rPr lang="en-US" dirty="0" err="1" smtClean="0"/>
              <a:t>to</a:t>
            </a:r>
            <a:r>
              <a:rPr lang="en-US" dirty="0" smtClean="0"/>
              <a:t> </a:t>
            </a:r>
            <a:r>
              <a:rPr lang="en-US" dirty="0" err="1" smtClean="0"/>
              <a:t>add</a:t>
            </a:r>
            <a:r>
              <a:rPr lang="en-US" dirty="0" smtClean="0"/>
              <a:t> </a:t>
            </a:r>
            <a:r>
              <a:rPr lang="en-US" dirty="0" err="1" smtClean="0"/>
              <a:t>picture</a:t>
            </a:r>
            <a:r>
              <a:rPr lang="en-US" dirty="0" smtClean="0"/>
              <a:t>…</a:t>
            </a:r>
            <a:endParaRPr lang="en-US" dirty="0"/>
          </a:p>
        </p:txBody>
      </p:sp>
      <p:sp>
        <p:nvSpPr>
          <p:cNvPr id="16" name="Bildplatzhalter 10"/>
          <p:cNvSpPr>
            <a:spLocks noGrp="1"/>
          </p:cNvSpPr>
          <p:nvPr>
            <p:ph type="pic" sz="quarter" idx="16" hasCustomPrompt="1"/>
          </p:nvPr>
        </p:nvSpPr>
        <p:spPr>
          <a:xfrm>
            <a:off x="7502160" y="0"/>
            <a:ext cx="1641840" cy="2636838"/>
          </a:xfrm>
          <a:solidFill>
            <a:schemeClr val="tx2"/>
          </a:solidFill>
          <a:effectLst/>
        </p:spPr>
        <p:txBody>
          <a:bodyPr tIns="576000"/>
          <a:lstStyle>
            <a:lvl1pPr marL="0" indent="0" algn="ctr">
              <a:buNone/>
              <a:defRPr>
                <a:solidFill>
                  <a:schemeClr val="tx1"/>
                </a:solidFill>
              </a:defRPr>
            </a:lvl1pPr>
          </a:lstStyle>
          <a:p>
            <a:r>
              <a:rPr lang="en-US" dirty="0" smtClean="0"/>
              <a:t>Click </a:t>
            </a:r>
            <a:r>
              <a:rPr lang="en-US" dirty="0" err="1" smtClean="0"/>
              <a:t>to</a:t>
            </a:r>
            <a:r>
              <a:rPr lang="en-US" dirty="0" smtClean="0"/>
              <a:t> </a:t>
            </a:r>
            <a:r>
              <a:rPr lang="en-US" dirty="0" err="1" smtClean="0"/>
              <a:t>add</a:t>
            </a:r>
            <a:r>
              <a:rPr lang="en-US" dirty="0" smtClean="0"/>
              <a:t> </a:t>
            </a:r>
            <a:r>
              <a:rPr lang="en-US" dirty="0" err="1" smtClean="0"/>
              <a:t>picture</a:t>
            </a:r>
            <a:r>
              <a:rPr lang="en-US" dirty="0" smtClean="0"/>
              <a:t>…</a:t>
            </a:r>
            <a:endParaRPr lang="en-US" dirty="0"/>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01321" y="5189156"/>
            <a:ext cx="2719479" cy="1668844"/>
          </a:xfrm>
          <a:prstGeom prst="rect">
            <a:avLst/>
          </a:prstGeom>
        </p:spPr>
      </p:pic>
    </p:spTree>
    <p:extLst>
      <p:ext uri="{BB962C8B-B14F-4D97-AF65-F5344CB8AC3E}">
        <p14:creationId xmlns:p14="http://schemas.microsoft.com/office/powerpoint/2010/main" val="388782195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MT: Cover Page Square Image">
    <p:spTree>
      <p:nvGrpSpPr>
        <p:cNvPr id="1" name=""/>
        <p:cNvGrpSpPr/>
        <p:nvPr/>
      </p:nvGrpSpPr>
      <p:grpSpPr>
        <a:xfrm>
          <a:off x="0" y="0"/>
          <a:ext cx="0" cy="0"/>
          <a:chOff x="0" y="0"/>
          <a:chExt cx="0" cy="0"/>
        </a:xfrm>
      </p:grpSpPr>
      <p:sp>
        <p:nvSpPr>
          <p:cNvPr id="7" name="Rectangle 6"/>
          <p:cNvSpPr/>
          <p:nvPr userDrawn="1"/>
        </p:nvSpPr>
        <p:spPr>
          <a:xfrm>
            <a:off x="2411760" y="0"/>
            <a:ext cx="4277040" cy="2636912"/>
          </a:xfrm>
          <a:prstGeom prst="rect">
            <a:avLst/>
          </a:prstGeom>
          <a:solidFill>
            <a:schemeClr val="accent4">
              <a:lumMod val="20000"/>
              <a:lumOff val="8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600" dirty="0" err="1" smtClean="0">
              <a:solidFill>
                <a:schemeClr val="bg1"/>
              </a:solidFill>
            </a:endParaRPr>
          </a:p>
        </p:txBody>
      </p:sp>
      <p:sp>
        <p:nvSpPr>
          <p:cNvPr id="6" name="Rectangle 37"/>
          <p:cNvSpPr>
            <a:spLocks noChangeArrowheads="1"/>
          </p:cNvSpPr>
          <p:nvPr userDrawn="1"/>
        </p:nvSpPr>
        <p:spPr bwMode="gray">
          <a:xfrm>
            <a:off x="-1" y="0"/>
            <a:ext cx="2411761" cy="6166022"/>
          </a:xfrm>
          <a:prstGeom prst="rect">
            <a:avLst/>
          </a:prstGeom>
          <a:gradFill rotWithShape="0">
            <a:gsLst>
              <a:gs pos="0">
                <a:schemeClr val="tx1"/>
              </a:gs>
              <a:gs pos="98000">
                <a:schemeClr val="bg1"/>
              </a:gs>
              <a:gs pos="58000">
                <a:schemeClr val="bg2"/>
              </a:gs>
            </a:gsLst>
            <a:lin ang="5400000" scaled="1"/>
          </a:gradFill>
          <a:ln>
            <a:noFill/>
          </a:ln>
          <a:effectLst/>
          <a:extLst/>
        </p:spPr>
        <p:txBody>
          <a:bodyPr wrap="none" lIns="0" tIns="0" rIns="72000" bIns="0" anchor="ctr"/>
          <a:lstStyle/>
          <a:p>
            <a:pPr algn="ctr"/>
            <a:endParaRPr lang="en-US">
              <a:solidFill>
                <a:srgbClr val="6BD2FF"/>
              </a:solidFill>
            </a:endParaRPr>
          </a:p>
        </p:txBody>
      </p:sp>
      <p:sp>
        <p:nvSpPr>
          <p:cNvPr id="4" name="Rectangle 3"/>
          <p:cNvSpPr/>
          <p:nvPr userDrawn="1"/>
        </p:nvSpPr>
        <p:spPr>
          <a:xfrm>
            <a:off x="2433600" y="2642400"/>
            <a:ext cx="6710400" cy="4215600"/>
          </a:xfrm>
          <a:prstGeom prst="rect">
            <a:avLst/>
          </a:prstGeom>
          <a:solidFill>
            <a:schemeClr val="tx2"/>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600" dirty="0" err="1" smtClean="0">
              <a:solidFill>
                <a:schemeClr val="bg1"/>
              </a:solidFill>
            </a:endParaRPr>
          </a:p>
        </p:txBody>
      </p:sp>
      <p:sp>
        <p:nvSpPr>
          <p:cNvPr id="11" name="Bildplatzhalter 10"/>
          <p:cNvSpPr>
            <a:spLocks noGrp="1"/>
          </p:cNvSpPr>
          <p:nvPr>
            <p:ph type="pic" sz="quarter" idx="10" hasCustomPrompt="1"/>
          </p:nvPr>
        </p:nvSpPr>
        <p:spPr>
          <a:xfrm>
            <a:off x="6588224" y="0"/>
            <a:ext cx="2555775" cy="2636912"/>
          </a:xfrm>
          <a:solidFill>
            <a:schemeClr val="tx2"/>
          </a:solidFill>
          <a:effectLst>
            <a:outerShdw blurRad="50800" dist="38100" dir="2700000" algn="tl" rotWithShape="0">
              <a:prstClr val="black">
                <a:alpha val="40000"/>
              </a:prstClr>
            </a:outerShdw>
          </a:effectLst>
        </p:spPr>
        <p:txBody>
          <a:bodyPr tIns="576000"/>
          <a:lstStyle>
            <a:lvl1pPr marL="0" indent="0" algn="ctr">
              <a:buNone/>
              <a:defRPr>
                <a:solidFill>
                  <a:schemeClr val="tx1"/>
                </a:solidFill>
              </a:defRPr>
            </a:lvl1pPr>
          </a:lstStyle>
          <a:p>
            <a:r>
              <a:rPr lang="en-US" dirty="0" smtClean="0"/>
              <a:t>Click </a:t>
            </a:r>
            <a:r>
              <a:rPr lang="en-US" dirty="0" err="1" smtClean="0"/>
              <a:t>to</a:t>
            </a:r>
            <a:r>
              <a:rPr lang="en-US" dirty="0" smtClean="0"/>
              <a:t> </a:t>
            </a:r>
            <a:r>
              <a:rPr lang="en-US" dirty="0" err="1" smtClean="0"/>
              <a:t>add</a:t>
            </a:r>
            <a:r>
              <a:rPr lang="en-US" dirty="0" smtClean="0"/>
              <a:t> </a:t>
            </a:r>
            <a:r>
              <a:rPr lang="en-US" dirty="0" err="1" smtClean="0"/>
              <a:t>picture</a:t>
            </a:r>
            <a:r>
              <a:rPr lang="en-US" dirty="0" smtClean="0"/>
              <a:t>…</a:t>
            </a:r>
            <a:endParaRPr lang="en-US" dirty="0"/>
          </a:p>
        </p:txBody>
      </p:sp>
      <p:sp>
        <p:nvSpPr>
          <p:cNvPr id="2" name="Titel"/>
          <p:cNvSpPr>
            <a:spLocks noGrp="1"/>
          </p:cNvSpPr>
          <p:nvPr>
            <p:ph type="ctrTitle" hasCustomPrompt="1"/>
          </p:nvPr>
        </p:nvSpPr>
        <p:spPr>
          <a:xfrm>
            <a:off x="2699792" y="2836800"/>
            <a:ext cx="6192688" cy="613822"/>
          </a:xfrm>
        </p:spPr>
        <p:txBody>
          <a:bodyPr anchor="b"/>
          <a:lstStyle>
            <a:lvl1pPr algn="l">
              <a:lnSpc>
                <a:spcPts val="3000"/>
              </a:lnSpc>
              <a:defRPr sz="3200" b="1">
                <a:solidFill>
                  <a:schemeClr val="tx1"/>
                </a:solidFill>
              </a:defRPr>
            </a:lvl1pPr>
          </a:lstStyle>
          <a:p>
            <a:r>
              <a:rPr lang="en-US" dirty="0" smtClean="0"/>
              <a:t>Click to add title…</a:t>
            </a:r>
            <a:endParaRPr lang="en-US" dirty="0"/>
          </a:p>
        </p:txBody>
      </p:sp>
      <p:sp>
        <p:nvSpPr>
          <p:cNvPr id="3" name="Untertitel"/>
          <p:cNvSpPr>
            <a:spLocks noGrp="1"/>
          </p:cNvSpPr>
          <p:nvPr>
            <p:ph type="subTitle" idx="1" hasCustomPrompt="1"/>
          </p:nvPr>
        </p:nvSpPr>
        <p:spPr>
          <a:xfrm>
            <a:off x="395289" y="1988840"/>
            <a:ext cx="1966312" cy="692581"/>
          </a:xfrm>
        </p:spPr>
        <p:txBody>
          <a:bodyPr rIns="72000" anchor="b"/>
          <a:lstStyle>
            <a:lvl1pPr marL="0" indent="0" algn="l">
              <a:spcBef>
                <a:spcPts val="0"/>
              </a:spcBef>
              <a:spcAft>
                <a:spcPts val="0"/>
              </a:spcAft>
              <a:buNone/>
              <a:defRPr sz="1400" baseline="0">
                <a:solidFill>
                  <a:schemeClr val="bg1"/>
                </a:solidFill>
              </a:defRPr>
            </a:lvl1pPr>
          </a:lstStyle>
          <a:p>
            <a:pPr lvl="0"/>
            <a:r>
              <a:rPr lang="en-US" dirty="0" smtClean="0"/>
              <a:t>Click to add place,</a:t>
            </a:r>
            <a:br>
              <a:rPr lang="en-US" dirty="0" smtClean="0"/>
            </a:br>
            <a:r>
              <a:rPr lang="en-US" dirty="0" smtClean="0"/>
              <a:t>date/author</a:t>
            </a:r>
          </a:p>
        </p:txBody>
      </p:sp>
      <p:sp>
        <p:nvSpPr>
          <p:cNvPr id="5" name="Textplatzhalter 4"/>
          <p:cNvSpPr>
            <a:spLocks noGrp="1"/>
          </p:cNvSpPr>
          <p:nvPr>
            <p:ph type="body" sz="quarter" idx="12" hasCustomPrompt="1"/>
          </p:nvPr>
        </p:nvSpPr>
        <p:spPr>
          <a:xfrm>
            <a:off x="2699792" y="3400223"/>
            <a:ext cx="6192689" cy="964882"/>
          </a:xfrm>
        </p:spPr>
        <p:txBody>
          <a:bodyPr/>
          <a:lstStyle>
            <a:lvl1pPr marL="0" indent="0">
              <a:buNone/>
              <a:defRPr sz="2400"/>
            </a:lvl1pPr>
            <a:lvl2pPr marL="0" indent="0">
              <a:buNone/>
              <a:defRPr sz="2400"/>
            </a:lvl2pPr>
            <a:lvl3pPr marL="0" indent="0">
              <a:buNone/>
              <a:defRPr sz="2400"/>
            </a:lvl3pPr>
            <a:lvl4pPr marL="0" indent="0">
              <a:buNone/>
              <a:defRPr sz="2400"/>
            </a:lvl4pPr>
            <a:lvl5pPr marL="0" indent="0">
              <a:buFont typeface="Arial" panose="020B0604020202020204" pitchFamily="34" charset="0"/>
              <a:buNone/>
              <a:defRPr sz="2400"/>
            </a:lvl5pPr>
          </a:lstStyle>
          <a:p>
            <a:pPr lvl="0"/>
            <a:r>
              <a:rPr lang="en-US" dirty="0" smtClean="0"/>
              <a:t>Click to add subtitle (optional)…</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01321" y="5189156"/>
            <a:ext cx="2719479" cy="1668844"/>
          </a:xfrm>
          <a:prstGeom prst="rect">
            <a:avLst/>
          </a:prstGeom>
        </p:spPr>
      </p:pic>
    </p:spTree>
    <p:extLst>
      <p:ext uri="{BB962C8B-B14F-4D97-AF65-F5344CB8AC3E}">
        <p14:creationId xmlns:p14="http://schemas.microsoft.com/office/powerpoint/2010/main" val="274774667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MT: Chapter Slide">
    <p:spTree>
      <p:nvGrpSpPr>
        <p:cNvPr id="1" name=""/>
        <p:cNvGrpSpPr/>
        <p:nvPr/>
      </p:nvGrpSpPr>
      <p:grpSpPr>
        <a:xfrm>
          <a:off x="0" y="0"/>
          <a:ext cx="0" cy="0"/>
          <a:chOff x="0" y="0"/>
          <a:chExt cx="0" cy="0"/>
        </a:xfrm>
      </p:grpSpPr>
      <p:sp>
        <p:nvSpPr>
          <p:cNvPr id="6" name="Rectangle 37"/>
          <p:cNvSpPr>
            <a:spLocks noChangeArrowheads="1"/>
          </p:cNvSpPr>
          <p:nvPr userDrawn="1"/>
        </p:nvSpPr>
        <p:spPr bwMode="gray">
          <a:xfrm>
            <a:off x="0" y="0"/>
            <a:ext cx="4572000" cy="6237312"/>
          </a:xfrm>
          <a:prstGeom prst="rect">
            <a:avLst/>
          </a:prstGeom>
          <a:gradFill rotWithShape="0">
            <a:gsLst>
              <a:gs pos="0">
                <a:schemeClr val="tx1"/>
              </a:gs>
              <a:gs pos="100000">
                <a:schemeClr val="bg1"/>
              </a:gs>
              <a:gs pos="70000">
                <a:schemeClr val="bg2"/>
              </a:gs>
            </a:gsLst>
            <a:lin ang="5400000" scaled="1"/>
          </a:gradFill>
          <a:ln>
            <a:noFill/>
          </a:ln>
          <a:effectLst/>
          <a:extLst/>
        </p:spPr>
        <p:txBody>
          <a:bodyPr wrap="none" lIns="0" tIns="0" rIns="72000" bIns="0" anchor="ctr"/>
          <a:lstStyle/>
          <a:p>
            <a:pPr algn="ctr"/>
            <a:endParaRPr lang="de-DE">
              <a:solidFill>
                <a:srgbClr val="6BD2FF"/>
              </a:solidFill>
            </a:endParaRPr>
          </a:p>
        </p:txBody>
      </p:sp>
      <p:sp>
        <p:nvSpPr>
          <p:cNvPr id="3" name="Body1"/>
          <p:cNvSpPr>
            <a:spLocks noGrp="1"/>
          </p:cNvSpPr>
          <p:nvPr>
            <p:ph type="body" idx="1" hasCustomPrompt="1"/>
          </p:nvPr>
        </p:nvSpPr>
        <p:spPr>
          <a:xfrm>
            <a:off x="4716016" y="3212976"/>
            <a:ext cx="4032697" cy="3168773"/>
          </a:xfrm>
        </p:spPr>
        <p:txBody>
          <a:bodyPr anchor="t"/>
          <a:lstStyle>
            <a:lvl1pPr marL="216000" indent="-216000">
              <a:buFont typeface="Wingdings" panose="05000000000000000000" pitchFamily="2" charset="2"/>
              <a:buChar char="§"/>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add chapter topic…</a:t>
            </a:r>
          </a:p>
        </p:txBody>
      </p:sp>
      <p:sp>
        <p:nvSpPr>
          <p:cNvPr id="4" name="Titel 3"/>
          <p:cNvSpPr>
            <a:spLocks noGrp="1"/>
          </p:cNvSpPr>
          <p:nvPr>
            <p:ph type="title" hasCustomPrompt="1"/>
          </p:nvPr>
        </p:nvSpPr>
        <p:spPr>
          <a:xfrm>
            <a:off x="395287" y="1484313"/>
            <a:ext cx="4032251" cy="1584637"/>
          </a:xfrm>
        </p:spPr>
        <p:txBody>
          <a:bodyPr/>
          <a:lstStyle>
            <a:lvl1pPr algn="r">
              <a:defRPr baseline="0"/>
            </a:lvl1pPr>
          </a:lstStyle>
          <a:p>
            <a:r>
              <a:rPr lang="en-US" noProof="0" dirty="0" smtClean="0"/>
              <a:t>Click to add chapter name…</a:t>
            </a:r>
            <a:endParaRPr lang="en-US" noProof="0" dirty="0"/>
          </a:p>
        </p:txBody>
      </p:sp>
      <p:cxnSp>
        <p:nvCxnSpPr>
          <p:cNvPr id="10" name="Gerade Verbindung 9"/>
          <p:cNvCxnSpPr/>
          <p:nvPr userDrawn="1"/>
        </p:nvCxnSpPr>
        <p:spPr bwMode="gray">
          <a:xfrm>
            <a:off x="4716000" y="2898000"/>
            <a:ext cx="4032693" cy="8175"/>
          </a:xfrm>
          <a:prstGeom prst="line">
            <a:avLst/>
          </a:prstGeom>
          <a:ln w="127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8" name="Bildplatzhalter 7"/>
          <p:cNvSpPr>
            <a:spLocks noGrp="1"/>
          </p:cNvSpPr>
          <p:nvPr>
            <p:ph type="pic" sz="quarter" idx="11" hasCustomPrompt="1"/>
          </p:nvPr>
        </p:nvSpPr>
        <p:spPr>
          <a:xfrm>
            <a:off x="4572000" y="0"/>
            <a:ext cx="4572000" cy="2924175"/>
          </a:xfrm>
        </p:spPr>
        <p:txBody>
          <a:bodyPr tIns="864000"/>
          <a:lstStyle>
            <a:lvl1pPr marL="0" indent="0" algn="ctr">
              <a:buNone/>
              <a:defRPr/>
            </a:lvl1pPr>
          </a:lstStyle>
          <a:p>
            <a:r>
              <a:rPr lang="en-US" dirty="0" smtClean="0"/>
              <a:t>Click </a:t>
            </a:r>
            <a:r>
              <a:rPr lang="en-US" dirty="0" err="1" smtClean="0"/>
              <a:t>to</a:t>
            </a:r>
            <a:r>
              <a:rPr lang="en-US" dirty="0" smtClean="0"/>
              <a:t> </a:t>
            </a:r>
            <a:r>
              <a:rPr lang="en-US" dirty="0" err="1" smtClean="0"/>
              <a:t>add</a:t>
            </a:r>
            <a:r>
              <a:rPr lang="en-US" dirty="0" smtClean="0"/>
              <a:t> </a:t>
            </a:r>
            <a:r>
              <a:rPr lang="en-US" dirty="0" err="1" smtClean="0"/>
              <a:t>picture</a:t>
            </a:r>
            <a:r>
              <a:rPr lang="en-US" dirty="0" smtClean="0"/>
              <a:t>…</a:t>
            </a:r>
            <a:endParaRPr 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T: Text Only">
    <p:spTree>
      <p:nvGrpSpPr>
        <p:cNvPr id="1" name=""/>
        <p:cNvGrpSpPr/>
        <p:nvPr/>
      </p:nvGrpSpPr>
      <p:grpSpPr>
        <a:xfrm>
          <a:off x="0" y="0"/>
          <a:ext cx="0" cy="0"/>
          <a:chOff x="0" y="0"/>
          <a:chExt cx="0" cy="0"/>
        </a:xfrm>
      </p:grpSpPr>
      <p:sp>
        <p:nvSpPr>
          <p:cNvPr id="2" name="Headline"/>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3" name="Body1"/>
          <p:cNvSpPr>
            <a:spLocks noGrp="1"/>
          </p:cNvSpPr>
          <p:nvPr>
            <p:ph idx="1"/>
          </p:nvPr>
        </p:nvSpPr>
        <p:spPr>
          <a:xfrm>
            <a:off x="395288" y="1016000"/>
            <a:ext cx="8353425" cy="53657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Foliennummernplatzhalter 3"/>
          <p:cNvSpPr>
            <a:spLocks noGrp="1"/>
          </p:cNvSpPr>
          <p:nvPr>
            <p:ph type="sldNum" sz="quarter" idx="100"/>
          </p:nvPr>
        </p:nvSpPr>
        <p:spPr/>
        <p:txBody>
          <a:bodyPr/>
          <a:lstStyle/>
          <a:p>
            <a:fld id="{2B2B68EE-DD1E-4368-AFCE-24A50EC7BF18}" type="slidenum">
              <a:rPr lang="en-US" smtClean="0"/>
              <a:pPr/>
              <a:t>‹#›</a:t>
            </a:fld>
            <a:endParaRPr lang="en-US" dirty="0"/>
          </a:p>
        </p:txBody>
      </p:sp>
      <p:sp>
        <p:nvSpPr>
          <p:cNvPr id="5" name="Footer Placeholder 4"/>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1600141920"/>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T: Standard Slide">
    <p:spTree>
      <p:nvGrpSpPr>
        <p:cNvPr id="1" name=""/>
        <p:cNvGrpSpPr/>
        <p:nvPr/>
      </p:nvGrpSpPr>
      <p:grpSpPr>
        <a:xfrm>
          <a:off x="0" y="0"/>
          <a:ext cx="0" cy="0"/>
          <a:chOff x="0" y="0"/>
          <a:chExt cx="0" cy="0"/>
        </a:xfrm>
      </p:grpSpPr>
      <p:sp>
        <p:nvSpPr>
          <p:cNvPr id="2" name="Headline"/>
          <p:cNvSpPr>
            <a:spLocks noGrp="1"/>
          </p:cNvSpPr>
          <p:nvPr>
            <p:ph type="title" hasCustomPrompt="1"/>
          </p:nvPr>
        </p:nvSpPr>
        <p:spPr>
          <a:xfrm>
            <a:off x="395536" y="188640"/>
            <a:ext cx="6912464" cy="573361"/>
          </a:xfrm>
        </p:spPr>
        <p:txBody>
          <a:bodyPr/>
          <a:lstStyle>
            <a:lvl1pPr>
              <a:defRPr/>
            </a:lvl1pPr>
          </a:lstStyle>
          <a:p>
            <a:r>
              <a:rPr lang="en-US" dirty="0" smtClean="0"/>
              <a:t>Click to add topic</a:t>
            </a:r>
            <a:endParaRPr lang="en-US" dirty="0"/>
          </a:p>
        </p:txBody>
      </p:sp>
      <p:sp>
        <p:nvSpPr>
          <p:cNvPr id="9" name="Subline"/>
          <p:cNvSpPr>
            <a:spLocks noGrp="1"/>
          </p:cNvSpPr>
          <p:nvPr>
            <p:ph type="title" idx="99" hasCustomPrompt="1"/>
          </p:nvPr>
        </p:nvSpPr>
        <p:spPr>
          <a:xfrm>
            <a:off x="395288" y="1016000"/>
            <a:ext cx="8353176" cy="324768"/>
          </a:xfrm>
        </p:spPr>
        <p:txBody>
          <a:bodyPr tIns="0"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3" name="Body1"/>
          <p:cNvSpPr>
            <a:spLocks noGrp="1"/>
          </p:cNvSpPr>
          <p:nvPr>
            <p:ph idx="1"/>
          </p:nvPr>
        </p:nvSpPr>
        <p:spPr>
          <a:xfrm>
            <a:off x="395288" y="1485900"/>
            <a:ext cx="8353426" cy="48958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235" name="Foliennummernplatzhalter 3"/>
          <p:cNvSpPr>
            <a:spLocks noGrp="1"/>
          </p:cNvSpPr>
          <p:nvPr>
            <p:ph type="sldNum" sz="quarter" idx="100"/>
          </p:nvPr>
        </p:nvSpPr>
        <p:spPr>
          <a:xfrm>
            <a:off x="8748000" y="327719"/>
            <a:ext cx="396000" cy="432000"/>
          </a:xfrm>
        </p:spPr>
        <p:txBody>
          <a:bodyPr/>
          <a:lstStyle/>
          <a:p>
            <a:fld id="{2B2B68EE-DD1E-4368-AFCE-24A50EC7BF18}" type="slidenum">
              <a:rPr lang="en-US" smtClean="0"/>
              <a:pPr/>
              <a:t>‹#›</a:t>
            </a:fld>
            <a:endParaRPr lang="en-US" dirty="0"/>
          </a:p>
        </p:txBody>
      </p:sp>
      <p:sp>
        <p:nvSpPr>
          <p:cNvPr id="5" name="Footer Placeholder 4"/>
          <p:cNvSpPr>
            <a:spLocks noGrp="1"/>
          </p:cNvSpPr>
          <p:nvPr>
            <p:ph type="ftr" sz="quarter" idx="101"/>
          </p:nvPr>
        </p:nvSpPr>
        <p:spPr>
          <a:xfrm>
            <a:off x="395536" y="6645600"/>
            <a:ext cx="8352927" cy="151200"/>
          </a:xfrm>
        </p:spPr>
        <p:txBody>
          <a:bodyPr/>
          <a:lstStyle/>
          <a:p>
            <a:r>
              <a:rPr lang="en-US" dirty="0" smtClean="0"/>
              <a:t>For internal use - Confidential</a:t>
            </a:r>
            <a:endParaRPr lang="en-US" dirty="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T: Full Page Chart Or Table">
    <p:spTree>
      <p:nvGrpSpPr>
        <p:cNvPr id="1" name=""/>
        <p:cNvGrpSpPr/>
        <p:nvPr/>
      </p:nvGrpSpPr>
      <p:grpSpPr>
        <a:xfrm>
          <a:off x="0" y="0"/>
          <a:ext cx="0" cy="0"/>
          <a:chOff x="0" y="0"/>
          <a:chExt cx="0" cy="0"/>
        </a:xfrm>
      </p:grpSpPr>
      <p:sp>
        <p:nvSpPr>
          <p:cNvPr id="2" name="Headline"/>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9" name="Subline"/>
          <p:cNvSpPr>
            <a:spLocks noGrp="1"/>
          </p:cNvSpPr>
          <p:nvPr>
            <p:ph type="title" idx="99" hasCustomPrompt="1"/>
          </p:nvPr>
        </p:nvSpPr>
        <p:spPr>
          <a:xfrm>
            <a:off x="395536" y="1015999"/>
            <a:ext cx="8352928" cy="324769"/>
          </a:xfrm>
        </p:spPr>
        <p:txBody>
          <a:bodyPr tIns="0"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3" name="Body1"/>
          <p:cNvSpPr>
            <a:spLocks noGrp="1"/>
          </p:cNvSpPr>
          <p:nvPr>
            <p:ph idx="1" hasCustomPrompt="1"/>
          </p:nvPr>
        </p:nvSpPr>
        <p:spPr>
          <a:xfrm>
            <a:off x="395288" y="1485900"/>
            <a:ext cx="8353425" cy="4463380"/>
          </a:xfrm>
          <a:noFill/>
        </p:spPr>
        <p:txBody>
          <a:bodyPr/>
          <a:lstStyle>
            <a:lvl1pPr marL="0" indent="0">
              <a:buNone/>
              <a:defRPr baseline="0"/>
            </a:lvl1pPr>
          </a:lstStyle>
          <a:p>
            <a:pPr lvl="0"/>
            <a:r>
              <a:rPr lang="en-US" dirty="0" smtClean="0"/>
              <a:t>Click icon to insert chart or table</a:t>
            </a:r>
            <a:endParaRPr lang="en-US" dirty="0"/>
          </a:p>
        </p:txBody>
      </p:sp>
      <p:sp>
        <p:nvSpPr>
          <p:cNvPr id="4" name="Foliennummernplatzhalter 3"/>
          <p:cNvSpPr>
            <a:spLocks noGrp="1"/>
          </p:cNvSpPr>
          <p:nvPr>
            <p:ph type="sldNum" sz="quarter" idx="100"/>
          </p:nvPr>
        </p:nvSpPr>
        <p:spPr/>
        <p:txBody>
          <a:bodyPr/>
          <a:lstStyle/>
          <a:p>
            <a:fld id="{2B2B68EE-DD1E-4368-AFCE-24A50EC7BF18}" type="slidenum">
              <a:rPr lang="en-US" smtClean="0"/>
              <a:pPr/>
              <a:t>‹#›</a:t>
            </a:fld>
            <a:endParaRPr lang="en-US" dirty="0"/>
          </a:p>
        </p:txBody>
      </p:sp>
      <p:sp>
        <p:nvSpPr>
          <p:cNvPr id="6" name="Text Placeholder 5"/>
          <p:cNvSpPr>
            <a:spLocks noGrp="1"/>
          </p:cNvSpPr>
          <p:nvPr>
            <p:ph type="body" sz="quarter" idx="101" hasCustomPrompt="1"/>
          </p:nvPr>
        </p:nvSpPr>
        <p:spPr>
          <a:xfrm>
            <a:off x="395288" y="6093296"/>
            <a:ext cx="8353425" cy="288032"/>
          </a:xfrm>
        </p:spPr>
        <p:txBody>
          <a:bodyPr/>
          <a:lstStyle>
            <a:lvl1pPr marL="0" indent="0">
              <a:buNone/>
              <a:defRPr baseline="0"/>
            </a:lvl1pPr>
          </a:lstStyle>
          <a:p>
            <a:pPr lvl="0"/>
            <a:r>
              <a:rPr lang="en-US" dirty="0" smtClean="0"/>
              <a:t>Add chart/table description</a:t>
            </a:r>
            <a:endParaRPr lang="en-US" dirty="0"/>
          </a:p>
        </p:txBody>
      </p:sp>
      <p:sp>
        <p:nvSpPr>
          <p:cNvPr id="5" name="Footer Placeholder 4"/>
          <p:cNvSpPr>
            <a:spLocks noGrp="1"/>
          </p:cNvSpPr>
          <p:nvPr>
            <p:ph type="ftr" sz="quarter" idx="102"/>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396235746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T: Tagline Only">
    <p:spTree>
      <p:nvGrpSpPr>
        <p:cNvPr id="1" name=""/>
        <p:cNvGrpSpPr/>
        <p:nvPr/>
      </p:nvGrpSpPr>
      <p:grpSpPr>
        <a:xfrm>
          <a:off x="0" y="0"/>
          <a:ext cx="0" cy="0"/>
          <a:chOff x="0" y="0"/>
          <a:chExt cx="0" cy="0"/>
        </a:xfrm>
      </p:grpSpPr>
      <p:sp>
        <p:nvSpPr>
          <p:cNvPr id="2" name="Headline"/>
          <p:cNvSpPr>
            <a:spLocks noGrp="1"/>
          </p:cNvSpPr>
          <p:nvPr>
            <p:ph type="title" hasCustomPrompt="1"/>
          </p:nvPr>
        </p:nvSpPr>
        <p:spPr/>
        <p:txBody>
          <a:bodyPr/>
          <a:lstStyle>
            <a:lvl1pPr>
              <a:defRPr baseline="0"/>
            </a:lvl1pPr>
          </a:lstStyle>
          <a:p>
            <a:r>
              <a:rPr lang="en-US" dirty="0" smtClean="0"/>
              <a:t>Click to add topic</a:t>
            </a:r>
            <a:endParaRPr lang="en-US" dirty="0"/>
          </a:p>
        </p:txBody>
      </p:sp>
      <p:sp>
        <p:nvSpPr>
          <p:cNvPr id="6" name="Subline"/>
          <p:cNvSpPr>
            <a:spLocks noGrp="1"/>
          </p:cNvSpPr>
          <p:nvPr>
            <p:ph type="title" idx="99" hasCustomPrompt="1"/>
          </p:nvPr>
        </p:nvSpPr>
        <p:spPr>
          <a:xfrm>
            <a:off x="395288" y="1015999"/>
            <a:ext cx="8353176"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3" name="Foliennummernplatzhalter 2"/>
          <p:cNvSpPr>
            <a:spLocks noGrp="1"/>
          </p:cNvSpPr>
          <p:nvPr>
            <p:ph type="sldNum" sz="quarter" idx="100"/>
          </p:nvPr>
        </p:nvSpPr>
        <p:spPr/>
        <p:txBody>
          <a:bodyPr/>
          <a:lstStyle/>
          <a:p>
            <a:fld id="{2B2B68EE-DD1E-4368-AFCE-24A50EC7BF18}" type="slidenum">
              <a:rPr lang="en-US" smtClean="0"/>
              <a:pPr/>
              <a:t>‹#›</a:t>
            </a:fld>
            <a:endParaRPr lang="en-US" dirty="0"/>
          </a:p>
        </p:txBody>
      </p:sp>
      <p:sp>
        <p:nvSpPr>
          <p:cNvPr id="4" name="Footer Placeholder 3"/>
          <p:cNvSpPr>
            <a:spLocks noGrp="1"/>
          </p:cNvSpPr>
          <p:nvPr>
            <p:ph type="ftr" sz="quarter" idx="101"/>
          </p:nvPr>
        </p:nvSpPr>
        <p:spPr/>
        <p:txBody>
          <a:bodyPr/>
          <a:lstStyle/>
          <a:p>
            <a:r>
              <a:rPr lang="en-US" smtClean="0"/>
              <a:t>For internal use - Confidential</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T: Empty Slide">
    <p:spTree>
      <p:nvGrpSpPr>
        <p:cNvPr id="1" name=""/>
        <p:cNvGrpSpPr/>
        <p:nvPr/>
      </p:nvGrpSpPr>
      <p:grpSpPr>
        <a:xfrm>
          <a:off x="0" y="0"/>
          <a:ext cx="0" cy="0"/>
          <a:chOff x="0" y="0"/>
          <a:chExt cx="0" cy="0"/>
        </a:xfrm>
      </p:grpSpPr>
      <p:sp>
        <p:nvSpPr>
          <p:cNvPr id="2" name="Headline"/>
          <p:cNvSpPr>
            <a:spLocks noGrp="1"/>
          </p:cNvSpPr>
          <p:nvPr>
            <p:ph type="title" hasCustomPrompt="1"/>
          </p:nvPr>
        </p:nvSpPr>
        <p:spPr/>
        <p:txBody>
          <a:bodyPr/>
          <a:lstStyle>
            <a:lvl1pPr>
              <a:defRPr baseline="0"/>
            </a:lvl1pPr>
          </a:lstStyle>
          <a:p>
            <a:r>
              <a:rPr lang="en-US" dirty="0" smtClean="0"/>
              <a:t>Click to add topic</a:t>
            </a:r>
            <a:endParaRPr lang="en-US" dirty="0"/>
          </a:p>
        </p:txBody>
      </p:sp>
      <p:sp>
        <p:nvSpPr>
          <p:cNvPr id="3" name="Foliennummernplatzhalter 2"/>
          <p:cNvSpPr>
            <a:spLocks noGrp="1"/>
          </p:cNvSpPr>
          <p:nvPr>
            <p:ph type="sldNum" sz="quarter" idx="100"/>
          </p:nvPr>
        </p:nvSpPr>
        <p:spPr/>
        <p:txBody>
          <a:bodyPr/>
          <a:lstStyle/>
          <a:p>
            <a:fld id="{2B2B68EE-DD1E-4368-AFCE-24A50EC7BF18}" type="slidenum">
              <a:rPr lang="en-US" smtClean="0"/>
              <a:pPr/>
              <a:t>‹#›</a:t>
            </a:fld>
            <a:endParaRPr lang="en-US" dirty="0"/>
          </a:p>
        </p:txBody>
      </p:sp>
      <p:sp>
        <p:nvSpPr>
          <p:cNvPr id="4" name="Footer Placeholder 3"/>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3532708283"/>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T: Horizontal Large Table Or Image">
    <p:spTree>
      <p:nvGrpSpPr>
        <p:cNvPr id="1" name=""/>
        <p:cNvGrpSpPr/>
        <p:nvPr/>
      </p:nvGrpSpPr>
      <p:grpSpPr>
        <a:xfrm>
          <a:off x="0" y="0"/>
          <a:ext cx="0" cy="0"/>
          <a:chOff x="0" y="0"/>
          <a:chExt cx="0" cy="0"/>
        </a:xfrm>
      </p:grpSpPr>
      <p:sp>
        <p:nvSpPr>
          <p:cNvPr id="2" name="Headline"/>
          <p:cNvSpPr>
            <a:spLocks noGrp="1"/>
          </p:cNvSpPr>
          <p:nvPr>
            <p:ph type="title" hasCustomPrompt="1"/>
          </p:nvPr>
        </p:nvSpPr>
        <p:spPr>
          <a:xfrm>
            <a:off x="395536" y="188641"/>
            <a:ext cx="6914902" cy="573984"/>
          </a:xfrm>
        </p:spPr>
        <p:txBody>
          <a:bodyPr/>
          <a:lstStyle>
            <a:lvl1pPr>
              <a:defRPr/>
            </a:lvl1pPr>
          </a:lstStyle>
          <a:p>
            <a:r>
              <a:rPr lang="en-US" dirty="0" smtClean="0"/>
              <a:t>Click to add topic</a:t>
            </a:r>
            <a:endParaRPr lang="en-US" dirty="0"/>
          </a:p>
        </p:txBody>
      </p:sp>
      <p:sp>
        <p:nvSpPr>
          <p:cNvPr id="9" name="Subline"/>
          <p:cNvSpPr>
            <a:spLocks noGrp="1"/>
          </p:cNvSpPr>
          <p:nvPr>
            <p:ph type="title" idx="99" hasCustomPrompt="1"/>
          </p:nvPr>
        </p:nvSpPr>
        <p:spPr>
          <a:xfrm>
            <a:off x="395287" y="1015999"/>
            <a:ext cx="8353425"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3" name="Body1"/>
          <p:cNvSpPr>
            <a:spLocks noGrp="1"/>
          </p:cNvSpPr>
          <p:nvPr>
            <p:ph idx="1"/>
          </p:nvPr>
        </p:nvSpPr>
        <p:spPr>
          <a:xfrm>
            <a:off x="395288" y="1484783"/>
            <a:ext cx="8353425" cy="230425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Foliennummernplatzhalter 3"/>
          <p:cNvSpPr>
            <a:spLocks noGrp="1"/>
          </p:cNvSpPr>
          <p:nvPr>
            <p:ph type="sldNum" sz="quarter" idx="100"/>
          </p:nvPr>
        </p:nvSpPr>
        <p:spPr/>
        <p:txBody>
          <a:bodyPr/>
          <a:lstStyle/>
          <a:p>
            <a:fld id="{2B2B68EE-DD1E-4368-AFCE-24A50EC7BF18}" type="slidenum">
              <a:rPr lang="en-US" smtClean="0"/>
              <a:pPr/>
              <a:t>‹#›</a:t>
            </a:fld>
            <a:endParaRPr lang="en-US" dirty="0"/>
          </a:p>
        </p:txBody>
      </p:sp>
      <p:sp>
        <p:nvSpPr>
          <p:cNvPr id="6" name="Content Placeholder 5"/>
          <p:cNvSpPr>
            <a:spLocks noGrp="1"/>
          </p:cNvSpPr>
          <p:nvPr>
            <p:ph sz="quarter" idx="103" hasCustomPrompt="1"/>
          </p:nvPr>
        </p:nvSpPr>
        <p:spPr>
          <a:xfrm>
            <a:off x="395288" y="3932238"/>
            <a:ext cx="8353425" cy="2449512"/>
          </a:xfrm>
        </p:spPr>
        <p:txBody>
          <a:bodyPr/>
          <a:lstStyle>
            <a:lvl1pPr marL="0" indent="0">
              <a:buNone/>
              <a:defRPr baseline="0"/>
            </a:lvl1pPr>
          </a:lstStyle>
          <a:p>
            <a:pPr lvl="0"/>
            <a:r>
              <a:rPr lang="en-US" dirty="0" smtClean="0"/>
              <a:t>Select icon below to add table or image</a:t>
            </a:r>
            <a:endParaRPr lang="en-US" dirty="0"/>
          </a:p>
        </p:txBody>
      </p:sp>
      <p:sp>
        <p:nvSpPr>
          <p:cNvPr id="5" name="Footer Placeholder 4"/>
          <p:cNvSpPr>
            <a:spLocks noGrp="1"/>
          </p:cNvSpPr>
          <p:nvPr>
            <p:ph type="ftr" sz="quarter" idx="104"/>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24409752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T: Two Columns">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7" y="1015999"/>
            <a:ext cx="8353425"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288" y="1485900"/>
            <a:ext cx="4032696" cy="48958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Body2"/>
          <p:cNvSpPr>
            <a:spLocks noGrp="1"/>
          </p:cNvSpPr>
          <p:nvPr>
            <p:ph sz="quarter" idx="2"/>
          </p:nvPr>
        </p:nvSpPr>
        <p:spPr>
          <a:xfrm>
            <a:off x="4716016" y="1485900"/>
            <a:ext cx="4032697" cy="48958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2" name="Foliennummernplatzhalter 1"/>
          <p:cNvSpPr>
            <a:spLocks noGrp="1"/>
          </p:cNvSpPr>
          <p:nvPr>
            <p:ph type="sldNum" sz="quarter" idx="100"/>
          </p:nvPr>
        </p:nvSpPr>
        <p:spPr/>
        <p:txBody>
          <a:bodyPr/>
          <a:lstStyle/>
          <a:p>
            <a:fld id="{2B2B68EE-DD1E-4368-AFCE-24A50EC7BF18}" type="slidenum">
              <a:rPr lang="en-US" smtClean="0"/>
              <a:pPr/>
              <a:t>‹#›</a:t>
            </a:fld>
            <a:endParaRPr lang="en-US" dirty="0"/>
          </a:p>
        </p:txBody>
      </p:sp>
      <p:sp>
        <p:nvSpPr>
          <p:cNvPr id="3" name="Footer Placeholder 2"/>
          <p:cNvSpPr>
            <a:spLocks noGrp="1"/>
          </p:cNvSpPr>
          <p:nvPr>
            <p:ph type="ftr" sz="quarter" idx="101"/>
          </p:nvPr>
        </p:nvSpPr>
        <p:spPr/>
        <p:txBody>
          <a:bodyPr/>
          <a:lstStyle/>
          <a:p>
            <a:r>
              <a:rPr lang="en-US" smtClean="0"/>
              <a:t>For internal use - Confidential</a:t>
            </a:r>
            <a:endParaRPr lang="en-US" dirty="0"/>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T: Text And Right Side Image">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8" y="1016000"/>
            <a:ext cx="8353176" cy="324768"/>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536" y="1485900"/>
            <a:ext cx="4032448" cy="48958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2" name="Foliennummernplatzhalter 1"/>
          <p:cNvSpPr>
            <a:spLocks noGrp="1"/>
          </p:cNvSpPr>
          <p:nvPr>
            <p:ph type="sldNum" sz="quarter" idx="100"/>
          </p:nvPr>
        </p:nvSpPr>
        <p:spPr/>
        <p:txBody>
          <a:bodyPr/>
          <a:lstStyle/>
          <a:p>
            <a:fld id="{2B2B68EE-DD1E-4368-AFCE-24A50EC7BF18}" type="slidenum">
              <a:rPr lang="en-US" smtClean="0"/>
              <a:pPr/>
              <a:t>‹#›</a:t>
            </a:fld>
            <a:endParaRPr lang="en-US" dirty="0"/>
          </a:p>
        </p:txBody>
      </p:sp>
      <p:sp>
        <p:nvSpPr>
          <p:cNvPr id="6" name="Picture Placeholder 5"/>
          <p:cNvSpPr>
            <a:spLocks noGrp="1"/>
          </p:cNvSpPr>
          <p:nvPr>
            <p:ph type="pic" sz="quarter" idx="104" hasCustomPrompt="1"/>
          </p:nvPr>
        </p:nvSpPr>
        <p:spPr>
          <a:xfrm>
            <a:off x="4716015" y="1485900"/>
            <a:ext cx="4032698" cy="4895850"/>
          </a:xfrm>
          <a:noFill/>
        </p:spPr>
        <p:txBody>
          <a:bodyPr/>
          <a:lstStyle>
            <a:lvl1pPr marL="0" indent="0">
              <a:buNone/>
              <a:defRPr/>
            </a:lvl1pPr>
          </a:lstStyle>
          <a:p>
            <a:r>
              <a:rPr lang="en-US" dirty="0" smtClean="0"/>
              <a:t>Click icon to add image</a:t>
            </a:r>
            <a:endParaRPr lang="en-US" dirty="0"/>
          </a:p>
        </p:txBody>
      </p:sp>
      <p:sp>
        <p:nvSpPr>
          <p:cNvPr id="3" name="Footer Placeholder 2"/>
          <p:cNvSpPr>
            <a:spLocks noGrp="1"/>
          </p:cNvSpPr>
          <p:nvPr>
            <p:ph type="ftr" sz="quarter" idx="105"/>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2640661273"/>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T: Text And Two Images">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8" y="1015999"/>
            <a:ext cx="8353426"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288" y="1485900"/>
            <a:ext cx="5472856" cy="4895850"/>
          </a:xfrm>
        </p:spPr>
        <p:txBody>
          <a:bodyPr/>
          <a:lstStyle>
            <a:lvl1pPr>
              <a:defRPr/>
            </a:lvl1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2" name="Foliennummernplatzhalter 1"/>
          <p:cNvSpPr>
            <a:spLocks noGrp="1"/>
          </p:cNvSpPr>
          <p:nvPr>
            <p:ph type="sldNum" sz="quarter" idx="100"/>
          </p:nvPr>
        </p:nvSpPr>
        <p:spPr/>
        <p:txBody>
          <a:bodyPr/>
          <a:lstStyle/>
          <a:p>
            <a:fld id="{2B2B68EE-DD1E-4368-AFCE-24A50EC7BF18}" type="slidenum">
              <a:rPr lang="en-US" smtClean="0"/>
              <a:pPr/>
              <a:t>‹#›</a:t>
            </a:fld>
            <a:endParaRPr lang="en-US" dirty="0"/>
          </a:p>
        </p:txBody>
      </p:sp>
      <p:sp>
        <p:nvSpPr>
          <p:cNvPr id="4" name="Picture Placeholder 3"/>
          <p:cNvSpPr>
            <a:spLocks noGrp="1"/>
          </p:cNvSpPr>
          <p:nvPr>
            <p:ph type="pic" sz="quarter" idx="101" hasCustomPrompt="1"/>
          </p:nvPr>
        </p:nvSpPr>
        <p:spPr>
          <a:xfrm>
            <a:off x="6156176" y="1485900"/>
            <a:ext cx="2592538" cy="2303140"/>
          </a:xfrm>
          <a:noFill/>
        </p:spPr>
        <p:txBody>
          <a:bodyPr/>
          <a:lstStyle>
            <a:lvl1pPr marL="0" indent="0">
              <a:buNone/>
              <a:defRPr/>
            </a:lvl1pPr>
          </a:lstStyle>
          <a:p>
            <a:r>
              <a:rPr lang="en-US" dirty="0" smtClean="0"/>
              <a:t>Click icon to add image</a:t>
            </a:r>
            <a:endParaRPr lang="en-US" dirty="0"/>
          </a:p>
        </p:txBody>
      </p:sp>
      <p:sp>
        <p:nvSpPr>
          <p:cNvPr id="224" name="Picture Placeholder 223"/>
          <p:cNvSpPr>
            <a:spLocks noGrp="1"/>
          </p:cNvSpPr>
          <p:nvPr>
            <p:ph type="pic" sz="quarter" idx="102" hasCustomPrompt="1"/>
          </p:nvPr>
        </p:nvSpPr>
        <p:spPr>
          <a:xfrm>
            <a:off x="6156176" y="4077072"/>
            <a:ext cx="2592537" cy="2304678"/>
          </a:xfrm>
          <a:noFill/>
        </p:spPr>
        <p:txBody>
          <a:bodyPr/>
          <a:lstStyle>
            <a:lvl1pPr marL="0" indent="0">
              <a:buNone/>
              <a:defRPr/>
            </a:lvl1pPr>
          </a:lstStyle>
          <a:p>
            <a:r>
              <a:rPr lang="en-US" dirty="0" smtClean="0"/>
              <a:t>Click icon to add image</a:t>
            </a:r>
            <a:endParaRPr lang="en-US" dirty="0"/>
          </a:p>
        </p:txBody>
      </p:sp>
      <p:sp>
        <p:nvSpPr>
          <p:cNvPr id="3" name="Footer Placeholder 2"/>
          <p:cNvSpPr>
            <a:spLocks noGrp="1"/>
          </p:cNvSpPr>
          <p:nvPr>
            <p:ph type="ftr" sz="quarter" idx="103"/>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2568489470"/>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T: Three Boxes">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8" y="1015999"/>
            <a:ext cx="8353425"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288" y="1485900"/>
            <a:ext cx="4025050" cy="2303140"/>
          </a:xfrm>
        </p:spPr>
        <p:txBody>
          <a:bodyPr/>
          <a:lstStyle>
            <a:lvl1pPr>
              <a:defRPr/>
            </a:lvl1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Body2"/>
          <p:cNvSpPr>
            <a:spLocks noGrp="1"/>
          </p:cNvSpPr>
          <p:nvPr>
            <p:ph sz="quarter" idx="2"/>
          </p:nvPr>
        </p:nvSpPr>
        <p:spPr>
          <a:xfrm>
            <a:off x="4716015" y="1485900"/>
            <a:ext cx="4032698" cy="4895850"/>
          </a:xfrm>
        </p:spPr>
        <p:txBody>
          <a:bodyPr/>
          <a:lstStyle>
            <a:lvl1pPr>
              <a:defRPr/>
            </a:lvl1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2" name="Foliennummernplatzhalter 1"/>
          <p:cNvSpPr>
            <a:spLocks noGrp="1"/>
          </p:cNvSpPr>
          <p:nvPr>
            <p:ph type="sldNum" sz="quarter" idx="100"/>
          </p:nvPr>
        </p:nvSpPr>
        <p:spPr/>
        <p:txBody>
          <a:bodyPr/>
          <a:lstStyle/>
          <a:p>
            <a:fld id="{2B2B68EE-DD1E-4368-AFCE-24A50EC7BF18}" type="slidenum">
              <a:rPr lang="en-US" smtClean="0"/>
              <a:pPr/>
              <a:t>‹#›</a:t>
            </a:fld>
            <a:endParaRPr lang="en-US" dirty="0"/>
          </a:p>
        </p:txBody>
      </p:sp>
      <p:sp>
        <p:nvSpPr>
          <p:cNvPr id="9" name="Body3"/>
          <p:cNvSpPr>
            <a:spLocks noGrp="1"/>
          </p:cNvSpPr>
          <p:nvPr>
            <p:ph sz="quarter" idx="3"/>
          </p:nvPr>
        </p:nvSpPr>
        <p:spPr>
          <a:xfrm>
            <a:off x="395288" y="4077072"/>
            <a:ext cx="4032695" cy="2304678"/>
          </a:xfrm>
        </p:spPr>
        <p:txBody>
          <a:bodyPr/>
          <a:lstStyle>
            <a:lvl1pPr>
              <a:defRPr/>
            </a:lvl1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3" name="Footer Placeholder 2"/>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1565221855"/>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T: Three Columns">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8" y="1015999"/>
            <a:ext cx="8353425"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288" y="1485900"/>
            <a:ext cx="2592536" cy="4895850"/>
          </a:xfrm>
          <a:solidFill>
            <a:schemeClr val="accent4">
              <a:lumMod val="20000"/>
              <a:lumOff val="80000"/>
            </a:schemeClr>
          </a:solidFill>
        </p:spPr>
        <p:txBody>
          <a:bodyPr lIns="72000" tIns="36000" rIns="72000" bIns="3600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Body2"/>
          <p:cNvSpPr>
            <a:spLocks noGrp="1"/>
          </p:cNvSpPr>
          <p:nvPr>
            <p:ph sz="quarter" idx="2"/>
          </p:nvPr>
        </p:nvSpPr>
        <p:spPr>
          <a:xfrm>
            <a:off x="3275856" y="1485900"/>
            <a:ext cx="2592144" cy="4893469"/>
          </a:xfrm>
          <a:solidFill>
            <a:schemeClr val="accent4">
              <a:lumMod val="20000"/>
              <a:lumOff val="80000"/>
            </a:schemeClr>
          </a:solidFill>
        </p:spPr>
        <p:txBody>
          <a:bodyPr lIns="72000" tIns="36000" rIns="72000" bIns="3600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9" name="Body3"/>
          <p:cNvSpPr>
            <a:spLocks noGrp="1"/>
          </p:cNvSpPr>
          <p:nvPr>
            <p:ph sz="quarter" idx="3"/>
          </p:nvPr>
        </p:nvSpPr>
        <p:spPr>
          <a:xfrm>
            <a:off x="6156176" y="1485900"/>
            <a:ext cx="2592538" cy="4895850"/>
          </a:xfrm>
          <a:solidFill>
            <a:schemeClr val="accent4">
              <a:lumMod val="20000"/>
              <a:lumOff val="80000"/>
            </a:schemeClr>
          </a:solidFill>
        </p:spPr>
        <p:txBody>
          <a:bodyPr lIns="72000" tIns="36000" rIns="72000" bIns="3600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1" name="Foliennummernplatzhalter 10"/>
          <p:cNvSpPr>
            <a:spLocks noGrp="1"/>
          </p:cNvSpPr>
          <p:nvPr>
            <p:ph type="sldNum" sz="quarter" idx="104"/>
          </p:nvPr>
        </p:nvSpPr>
        <p:spPr/>
        <p:txBody>
          <a:bodyPr/>
          <a:lstStyle/>
          <a:p>
            <a:fld id="{2B2B68EE-DD1E-4368-AFCE-24A50EC7BF18}" type="slidenum">
              <a:rPr lang="en-US" noProof="1" smtClean="0"/>
              <a:pPr/>
              <a:t>‹#›</a:t>
            </a:fld>
            <a:endParaRPr lang="en-US" noProof="1"/>
          </a:p>
        </p:txBody>
      </p:sp>
      <p:sp>
        <p:nvSpPr>
          <p:cNvPr id="2" name="Footer Placeholder 1"/>
          <p:cNvSpPr>
            <a:spLocks noGrp="1"/>
          </p:cNvSpPr>
          <p:nvPr>
            <p:ph type="ftr" sz="quarter" idx="105"/>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473982846"/>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T: Three Columns With Images">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8" y="1015999"/>
            <a:ext cx="8353426"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288" y="3140968"/>
            <a:ext cx="2587201" cy="324085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Body2"/>
          <p:cNvSpPr>
            <a:spLocks noGrp="1"/>
          </p:cNvSpPr>
          <p:nvPr>
            <p:ph sz="quarter" idx="2"/>
          </p:nvPr>
        </p:nvSpPr>
        <p:spPr>
          <a:xfrm>
            <a:off x="3275855" y="3140968"/>
            <a:ext cx="2592289" cy="324085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9" name="Body3"/>
          <p:cNvSpPr>
            <a:spLocks noGrp="1"/>
          </p:cNvSpPr>
          <p:nvPr>
            <p:ph sz="quarter" idx="3"/>
          </p:nvPr>
        </p:nvSpPr>
        <p:spPr>
          <a:xfrm>
            <a:off x="6156176" y="3140968"/>
            <a:ext cx="2592537" cy="324085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1" name="Foliennummernplatzhalter 10"/>
          <p:cNvSpPr>
            <a:spLocks noGrp="1"/>
          </p:cNvSpPr>
          <p:nvPr>
            <p:ph type="sldNum" sz="quarter" idx="104"/>
          </p:nvPr>
        </p:nvSpPr>
        <p:spPr/>
        <p:txBody>
          <a:bodyPr/>
          <a:lstStyle/>
          <a:p>
            <a:fld id="{2B2B68EE-DD1E-4368-AFCE-24A50EC7BF18}" type="slidenum">
              <a:rPr lang="en-US" noProof="1" smtClean="0"/>
              <a:pPr/>
              <a:t>‹#›</a:t>
            </a:fld>
            <a:endParaRPr lang="en-US" noProof="1"/>
          </a:p>
        </p:txBody>
      </p:sp>
      <p:sp>
        <p:nvSpPr>
          <p:cNvPr id="3" name="Bildplatzhalter 2"/>
          <p:cNvSpPr>
            <a:spLocks noGrp="1"/>
          </p:cNvSpPr>
          <p:nvPr>
            <p:ph type="pic" sz="quarter" idx="106" hasCustomPrompt="1"/>
          </p:nvPr>
        </p:nvSpPr>
        <p:spPr>
          <a:xfrm>
            <a:off x="395288" y="1485900"/>
            <a:ext cx="2592536" cy="1439044"/>
          </a:xfrm>
          <a:noFill/>
        </p:spPr>
        <p:txBody>
          <a:bodyPr tIns="144000"/>
          <a:lstStyle>
            <a:lvl1pPr marL="0" indent="0" algn="ctr">
              <a:buNone/>
              <a:defRPr/>
            </a:lvl1pPr>
          </a:lstStyle>
          <a:p>
            <a:r>
              <a:rPr lang="en-US" dirty="0" smtClean="0"/>
              <a:t>Click icon to add image</a:t>
            </a:r>
            <a:endParaRPr lang="en-US" dirty="0"/>
          </a:p>
        </p:txBody>
      </p:sp>
      <p:sp>
        <p:nvSpPr>
          <p:cNvPr id="14" name="Bildplatzhalter 2"/>
          <p:cNvSpPr>
            <a:spLocks noGrp="1"/>
          </p:cNvSpPr>
          <p:nvPr>
            <p:ph type="pic" sz="quarter" idx="107" hasCustomPrompt="1"/>
          </p:nvPr>
        </p:nvSpPr>
        <p:spPr>
          <a:xfrm>
            <a:off x="3275856" y="1485900"/>
            <a:ext cx="2595206" cy="1439044"/>
          </a:xfrm>
          <a:noFill/>
        </p:spPr>
        <p:txBody>
          <a:bodyPr tIns="144000"/>
          <a:lstStyle>
            <a:lvl1pPr marL="0" indent="0" algn="ctr">
              <a:buNone/>
              <a:defRPr/>
            </a:lvl1pPr>
          </a:lstStyle>
          <a:p>
            <a:r>
              <a:rPr lang="en-US" dirty="0" smtClean="0"/>
              <a:t>Click icon to add image</a:t>
            </a:r>
            <a:endParaRPr lang="en-US" dirty="0"/>
          </a:p>
        </p:txBody>
      </p:sp>
      <p:sp>
        <p:nvSpPr>
          <p:cNvPr id="15" name="Bildplatzhalter 2"/>
          <p:cNvSpPr>
            <a:spLocks noGrp="1"/>
          </p:cNvSpPr>
          <p:nvPr>
            <p:ph type="pic" sz="quarter" idx="108" hasCustomPrompt="1"/>
          </p:nvPr>
        </p:nvSpPr>
        <p:spPr>
          <a:xfrm>
            <a:off x="6155652" y="1485900"/>
            <a:ext cx="2593061" cy="1428694"/>
          </a:xfrm>
          <a:noFill/>
        </p:spPr>
        <p:txBody>
          <a:bodyPr tIns="144000"/>
          <a:lstStyle>
            <a:lvl1pPr marL="0" indent="0" algn="ctr">
              <a:buNone/>
              <a:defRPr/>
            </a:lvl1pPr>
          </a:lstStyle>
          <a:p>
            <a:r>
              <a:rPr lang="en-US" dirty="0" smtClean="0"/>
              <a:t>Click icon to add image</a:t>
            </a:r>
            <a:endParaRPr lang="en-US" dirty="0"/>
          </a:p>
        </p:txBody>
      </p:sp>
      <p:sp>
        <p:nvSpPr>
          <p:cNvPr id="2" name="Footer Placeholder 1"/>
          <p:cNvSpPr>
            <a:spLocks noGrp="1"/>
          </p:cNvSpPr>
          <p:nvPr>
            <p:ph type="ftr" sz="quarter" idx="109"/>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322756312"/>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T: Four Columns">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8" y="1015999"/>
            <a:ext cx="8353425"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288" y="1484784"/>
            <a:ext cx="1872456" cy="4896544"/>
          </a:xfrm>
          <a:solidFill>
            <a:schemeClr val="accent4">
              <a:lumMod val="20000"/>
              <a:lumOff val="80000"/>
            </a:schemeClr>
          </a:solidFill>
        </p:spPr>
        <p:txBody>
          <a:bodyPr lIns="36000" rIns="3600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Body2"/>
          <p:cNvSpPr>
            <a:spLocks noGrp="1"/>
          </p:cNvSpPr>
          <p:nvPr>
            <p:ph sz="quarter" idx="2"/>
          </p:nvPr>
        </p:nvSpPr>
        <p:spPr>
          <a:xfrm>
            <a:off x="2555776" y="1484784"/>
            <a:ext cx="1872208" cy="4896544"/>
          </a:xfrm>
          <a:solidFill>
            <a:schemeClr val="accent4">
              <a:lumMod val="20000"/>
              <a:lumOff val="80000"/>
            </a:schemeClr>
          </a:solidFill>
        </p:spPr>
        <p:txBody>
          <a:bodyPr lIns="36000" rIns="3600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9" name="Body3"/>
          <p:cNvSpPr>
            <a:spLocks noGrp="1"/>
          </p:cNvSpPr>
          <p:nvPr>
            <p:ph sz="quarter" idx="3"/>
          </p:nvPr>
        </p:nvSpPr>
        <p:spPr>
          <a:xfrm>
            <a:off x="4716016" y="1485900"/>
            <a:ext cx="1872208" cy="4895428"/>
          </a:xfrm>
          <a:solidFill>
            <a:schemeClr val="accent4">
              <a:lumMod val="20000"/>
              <a:lumOff val="80000"/>
            </a:schemeClr>
          </a:solidFill>
        </p:spPr>
        <p:txBody>
          <a:bodyPr lIns="36000" rIns="3600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11" name="Foliennummernplatzhalter 10"/>
          <p:cNvSpPr>
            <a:spLocks noGrp="1"/>
          </p:cNvSpPr>
          <p:nvPr>
            <p:ph type="sldNum" sz="quarter" idx="104"/>
          </p:nvPr>
        </p:nvSpPr>
        <p:spPr/>
        <p:txBody>
          <a:bodyPr/>
          <a:lstStyle/>
          <a:p>
            <a:fld id="{2B2B68EE-DD1E-4368-AFCE-24A50EC7BF18}" type="slidenum">
              <a:rPr lang="en-US" noProof="1" smtClean="0"/>
              <a:pPr/>
              <a:t>‹#›</a:t>
            </a:fld>
            <a:endParaRPr lang="en-US" noProof="1"/>
          </a:p>
        </p:txBody>
      </p:sp>
      <p:sp>
        <p:nvSpPr>
          <p:cNvPr id="10" name="Body4"/>
          <p:cNvSpPr>
            <a:spLocks noGrp="1"/>
          </p:cNvSpPr>
          <p:nvPr>
            <p:ph sz="quarter" idx="4"/>
          </p:nvPr>
        </p:nvSpPr>
        <p:spPr>
          <a:xfrm>
            <a:off x="6876255" y="1485900"/>
            <a:ext cx="1872458" cy="4895850"/>
          </a:xfrm>
          <a:solidFill>
            <a:schemeClr val="accent4">
              <a:lumMod val="20000"/>
              <a:lumOff val="80000"/>
            </a:schemeClr>
          </a:solidFill>
        </p:spPr>
        <p:txBody>
          <a:bodyPr lIns="36000" rIns="3600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2" name="Footer Placeholder 1"/>
          <p:cNvSpPr>
            <a:spLocks noGrp="1"/>
          </p:cNvSpPr>
          <p:nvPr>
            <p:ph type="ftr" sz="quarter" idx="105"/>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38317113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T: Four Columns With Images">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8" y="1015999"/>
            <a:ext cx="8353425"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536" y="3140968"/>
            <a:ext cx="1872208" cy="324078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Body2"/>
          <p:cNvSpPr>
            <a:spLocks noGrp="1"/>
          </p:cNvSpPr>
          <p:nvPr>
            <p:ph sz="quarter" idx="2"/>
          </p:nvPr>
        </p:nvSpPr>
        <p:spPr>
          <a:xfrm>
            <a:off x="2555776" y="3140968"/>
            <a:ext cx="1872208" cy="324036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9" name="Body3"/>
          <p:cNvSpPr>
            <a:spLocks noGrp="1"/>
          </p:cNvSpPr>
          <p:nvPr>
            <p:ph sz="quarter" idx="3"/>
          </p:nvPr>
        </p:nvSpPr>
        <p:spPr>
          <a:xfrm>
            <a:off x="4716016" y="3147550"/>
            <a:ext cx="1863614" cy="3234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1" name="Foliennummernplatzhalter 10"/>
          <p:cNvSpPr>
            <a:spLocks noGrp="1"/>
          </p:cNvSpPr>
          <p:nvPr>
            <p:ph type="sldNum" sz="quarter" idx="104"/>
          </p:nvPr>
        </p:nvSpPr>
        <p:spPr/>
        <p:txBody>
          <a:bodyPr/>
          <a:lstStyle/>
          <a:p>
            <a:fld id="{2B2B68EE-DD1E-4368-AFCE-24A50EC7BF18}" type="slidenum">
              <a:rPr lang="en-US" noProof="1" smtClean="0"/>
              <a:pPr/>
              <a:t>‹#›</a:t>
            </a:fld>
            <a:endParaRPr lang="en-US" noProof="1"/>
          </a:p>
        </p:txBody>
      </p:sp>
      <p:sp>
        <p:nvSpPr>
          <p:cNvPr id="10" name="Body4"/>
          <p:cNvSpPr>
            <a:spLocks noGrp="1"/>
          </p:cNvSpPr>
          <p:nvPr>
            <p:ph sz="quarter" idx="4"/>
          </p:nvPr>
        </p:nvSpPr>
        <p:spPr>
          <a:xfrm>
            <a:off x="6876256" y="3140968"/>
            <a:ext cx="1872457" cy="324036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3" name="Bildplatzhalter 2"/>
          <p:cNvSpPr>
            <a:spLocks noGrp="1"/>
          </p:cNvSpPr>
          <p:nvPr>
            <p:ph type="pic" sz="quarter" idx="106" hasCustomPrompt="1"/>
          </p:nvPr>
        </p:nvSpPr>
        <p:spPr>
          <a:xfrm>
            <a:off x="395288" y="1484784"/>
            <a:ext cx="1872456" cy="1440160"/>
          </a:xfrm>
          <a:noFill/>
        </p:spPr>
        <p:txBody>
          <a:bodyPr tIns="144000"/>
          <a:lstStyle>
            <a:lvl1pPr marL="0" indent="0" algn="ctr">
              <a:buNone/>
              <a:defRPr/>
            </a:lvl1pPr>
          </a:lstStyle>
          <a:p>
            <a:r>
              <a:rPr lang="en-US" dirty="0" smtClean="0"/>
              <a:t>Click icon to add image</a:t>
            </a:r>
            <a:endParaRPr lang="en-US" dirty="0"/>
          </a:p>
        </p:txBody>
      </p:sp>
      <p:sp>
        <p:nvSpPr>
          <p:cNvPr id="14" name="Bildplatzhalter 2"/>
          <p:cNvSpPr>
            <a:spLocks noGrp="1"/>
          </p:cNvSpPr>
          <p:nvPr>
            <p:ph type="pic" sz="quarter" idx="107" hasCustomPrompt="1"/>
          </p:nvPr>
        </p:nvSpPr>
        <p:spPr>
          <a:xfrm>
            <a:off x="2555776" y="1484784"/>
            <a:ext cx="1862724" cy="1437010"/>
          </a:xfrm>
          <a:noFill/>
        </p:spPr>
        <p:txBody>
          <a:bodyPr tIns="144000"/>
          <a:lstStyle>
            <a:lvl1pPr marL="0" indent="0" algn="ctr">
              <a:buNone/>
              <a:defRPr/>
            </a:lvl1pPr>
          </a:lstStyle>
          <a:p>
            <a:r>
              <a:rPr lang="en-US" dirty="0" smtClean="0"/>
              <a:t>Click icon to add image</a:t>
            </a:r>
            <a:endParaRPr lang="en-US" dirty="0"/>
          </a:p>
        </p:txBody>
      </p:sp>
      <p:sp>
        <p:nvSpPr>
          <p:cNvPr id="15" name="Bildplatzhalter 2"/>
          <p:cNvSpPr>
            <a:spLocks noGrp="1"/>
          </p:cNvSpPr>
          <p:nvPr>
            <p:ph type="pic" sz="quarter" idx="108" hasCustomPrompt="1"/>
          </p:nvPr>
        </p:nvSpPr>
        <p:spPr>
          <a:xfrm>
            <a:off x="4716016" y="1485900"/>
            <a:ext cx="1872208" cy="1439044"/>
          </a:xfrm>
          <a:noFill/>
        </p:spPr>
        <p:txBody>
          <a:bodyPr tIns="144000"/>
          <a:lstStyle>
            <a:lvl1pPr marL="0" indent="0" algn="ctr">
              <a:buNone/>
              <a:defRPr/>
            </a:lvl1pPr>
          </a:lstStyle>
          <a:p>
            <a:r>
              <a:rPr lang="en-US" dirty="0" smtClean="0"/>
              <a:t>Click icon to add image</a:t>
            </a:r>
            <a:endParaRPr lang="en-US" dirty="0"/>
          </a:p>
        </p:txBody>
      </p:sp>
      <p:sp>
        <p:nvSpPr>
          <p:cNvPr id="16" name="Bildplatzhalter 2"/>
          <p:cNvSpPr>
            <a:spLocks noGrp="1"/>
          </p:cNvSpPr>
          <p:nvPr>
            <p:ph type="pic" sz="quarter" idx="109" hasCustomPrompt="1"/>
          </p:nvPr>
        </p:nvSpPr>
        <p:spPr>
          <a:xfrm>
            <a:off x="6876255" y="1485900"/>
            <a:ext cx="1872458" cy="1439044"/>
          </a:xfrm>
          <a:noFill/>
        </p:spPr>
        <p:txBody>
          <a:bodyPr tIns="144000"/>
          <a:lstStyle>
            <a:lvl1pPr marL="0" indent="0" algn="ctr">
              <a:buNone/>
              <a:defRPr/>
            </a:lvl1pPr>
          </a:lstStyle>
          <a:p>
            <a:r>
              <a:rPr lang="en-US" dirty="0" smtClean="0"/>
              <a:t>Click icon to add image</a:t>
            </a:r>
            <a:endParaRPr lang="en-US" dirty="0"/>
          </a:p>
        </p:txBody>
      </p:sp>
      <p:sp>
        <p:nvSpPr>
          <p:cNvPr id="2" name="Footer Placeholder 1"/>
          <p:cNvSpPr>
            <a:spLocks noGrp="1"/>
          </p:cNvSpPr>
          <p:nvPr>
            <p:ph type="ftr" sz="quarter" idx="110"/>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4249796530"/>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T: SWOT">
    <p:spTree>
      <p:nvGrpSpPr>
        <p:cNvPr id="1" name=""/>
        <p:cNvGrpSpPr/>
        <p:nvPr/>
      </p:nvGrpSpPr>
      <p:grpSpPr>
        <a:xfrm>
          <a:off x="0" y="0"/>
          <a:ext cx="0" cy="0"/>
          <a:chOff x="0" y="0"/>
          <a:chExt cx="0" cy="0"/>
        </a:xfrm>
      </p:grpSpPr>
      <p:sp>
        <p:nvSpPr>
          <p:cNvPr id="2" name="Headline"/>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10" name="Subline"/>
          <p:cNvSpPr>
            <a:spLocks noGrp="1"/>
          </p:cNvSpPr>
          <p:nvPr>
            <p:ph type="title" idx="99" hasCustomPrompt="1"/>
          </p:nvPr>
        </p:nvSpPr>
        <p:spPr>
          <a:xfrm>
            <a:off x="395287" y="1015999"/>
            <a:ext cx="8353425"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8" name="Body1"/>
          <p:cNvSpPr>
            <a:spLocks noGrp="1"/>
          </p:cNvSpPr>
          <p:nvPr>
            <p:ph sz="quarter" idx="2" hasCustomPrompt="1"/>
          </p:nvPr>
        </p:nvSpPr>
        <p:spPr>
          <a:xfrm>
            <a:off x="395536" y="2060576"/>
            <a:ext cx="4032448" cy="1728464"/>
          </a:xfrm>
          <a:solidFill>
            <a:schemeClr val="accent3">
              <a:lumMod val="20000"/>
              <a:lumOff val="80000"/>
            </a:schemeClr>
          </a:solidFill>
        </p:spPr>
        <p:txBody>
          <a:bodyPr lIns="72000" tIns="36000" rIns="72000" bIns="36000"/>
          <a:lstStyle>
            <a:lvl1pPr>
              <a:defRPr sz="1600"/>
            </a:lvl1pPr>
            <a:lvl2pPr>
              <a:defRPr sz="1600" baseline="0"/>
            </a:lvl2pPr>
            <a:lvl3pPr>
              <a:defRPr sz="1600"/>
            </a:lvl3pPr>
            <a:lvl4pPr>
              <a:defRPr sz="1600"/>
            </a:lvl4pPr>
            <a:lvl5pPr>
              <a:defRPr sz="1600"/>
            </a:lvl5pPr>
          </a:lstStyle>
          <a:p>
            <a:pPr lvl="0"/>
            <a:r>
              <a:rPr lang="en-US" dirty="0" smtClean="0"/>
              <a:t>Click to add text…</a:t>
            </a:r>
          </a:p>
          <a:p>
            <a:pPr lvl="1"/>
            <a:r>
              <a:rPr lang="en-US" dirty="0" smtClean="0"/>
              <a:t>Level 2</a:t>
            </a:r>
          </a:p>
          <a:p>
            <a:pPr lvl="2"/>
            <a:r>
              <a:rPr lang="en-US" dirty="0" smtClean="0"/>
              <a:t>Level 3</a:t>
            </a:r>
          </a:p>
          <a:p>
            <a:pPr lvl="3"/>
            <a:r>
              <a:rPr lang="en-US" dirty="0" smtClean="0"/>
              <a:t>Level 4</a:t>
            </a:r>
          </a:p>
          <a:p>
            <a:pPr lvl="4"/>
            <a:r>
              <a:rPr lang="en-US" dirty="0" smtClean="0"/>
              <a:t>Level 5</a:t>
            </a:r>
            <a:endParaRPr lang="en-US" dirty="0"/>
          </a:p>
        </p:txBody>
      </p:sp>
      <p:sp>
        <p:nvSpPr>
          <p:cNvPr id="14" name="Body2"/>
          <p:cNvSpPr>
            <a:spLocks noGrp="1"/>
          </p:cNvSpPr>
          <p:nvPr>
            <p:ph sz="quarter" idx="4" hasCustomPrompt="1"/>
          </p:nvPr>
        </p:nvSpPr>
        <p:spPr>
          <a:xfrm>
            <a:off x="4716017" y="2060848"/>
            <a:ext cx="4032696" cy="1728192"/>
          </a:xfrm>
          <a:solidFill>
            <a:schemeClr val="accent3">
              <a:lumMod val="20000"/>
              <a:lumOff val="80000"/>
            </a:schemeClr>
          </a:solidFill>
        </p:spPr>
        <p:txBody>
          <a:bodyPr lIns="72000" tIns="36000" rIns="72000" bIns="36000"/>
          <a:lstStyle>
            <a:lvl1pPr>
              <a:defRPr sz="1600" baseline="0"/>
            </a:lvl1pPr>
            <a:lvl2pPr>
              <a:defRPr sz="1600" baseline="0"/>
            </a:lvl2pPr>
            <a:lvl3pPr>
              <a:defRPr sz="1600"/>
            </a:lvl3pPr>
            <a:lvl4pPr>
              <a:defRPr sz="1600"/>
            </a:lvl4pPr>
            <a:lvl5pPr>
              <a:defRPr sz="1600"/>
            </a:lvl5pPr>
          </a:lstStyle>
          <a:p>
            <a:pPr lvl="0"/>
            <a:r>
              <a:rPr lang="en-US" dirty="0" smtClean="0"/>
              <a:t>Click to add text</a:t>
            </a:r>
          </a:p>
          <a:p>
            <a:pPr lvl="1"/>
            <a:r>
              <a:rPr lang="en-US" dirty="0" smtClean="0"/>
              <a:t>Level 2</a:t>
            </a:r>
          </a:p>
          <a:p>
            <a:pPr lvl="2"/>
            <a:r>
              <a:rPr lang="en-US" dirty="0" smtClean="0"/>
              <a:t>Level 3</a:t>
            </a:r>
          </a:p>
          <a:p>
            <a:pPr lvl="3"/>
            <a:r>
              <a:rPr lang="en-US" dirty="0" smtClean="0"/>
              <a:t>Level 4</a:t>
            </a:r>
          </a:p>
          <a:p>
            <a:pPr lvl="4"/>
            <a:r>
              <a:rPr lang="en-US" dirty="0" smtClean="0"/>
              <a:t>Level 5</a:t>
            </a:r>
            <a:endParaRPr lang="en-US" dirty="0"/>
          </a:p>
        </p:txBody>
      </p:sp>
      <p:sp>
        <p:nvSpPr>
          <p:cNvPr id="17" name="Body3"/>
          <p:cNvSpPr>
            <a:spLocks noGrp="1"/>
          </p:cNvSpPr>
          <p:nvPr>
            <p:ph sz="quarter" idx="6" hasCustomPrompt="1"/>
          </p:nvPr>
        </p:nvSpPr>
        <p:spPr>
          <a:xfrm>
            <a:off x="395288" y="4653136"/>
            <a:ext cx="4032696" cy="1728614"/>
          </a:xfrm>
          <a:solidFill>
            <a:schemeClr val="accent3">
              <a:lumMod val="20000"/>
              <a:lumOff val="80000"/>
            </a:schemeClr>
          </a:solidFill>
        </p:spPr>
        <p:txBody>
          <a:bodyPr lIns="72000" tIns="36000" rIns="72000" bIns="36000"/>
          <a:lstStyle>
            <a:lvl1pPr>
              <a:defRPr sz="1600"/>
            </a:lvl1pPr>
            <a:lvl2pPr>
              <a:defRPr sz="1600"/>
            </a:lvl2pPr>
            <a:lvl3pPr>
              <a:defRPr sz="1600"/>
            </a:lvl3pPr>
            <a:lvl4pPr>
              <a:defRPr sz="1600"/>
            </a:lvl4pPr>
            <a:lvl5pPr>
              <a:defRPr sz="1600"/>
            </a:lvl5pPr>
          </a:lstStyle>
          <a:p>
            <a:pPr lvl="0"/>
            <a:r>
              <a:rPr lang="en-US" dirty="0" smtClean="0"/>
              <a:t>Click to add text…</a:t>
            </a:r>
          </a:p>
          <a:p>
            <a:pPr lvl="1"/>
            <a:r>
              <a:rPr lang="en-US" dirty="0" smtClean="0"/>
              <a:t>Level 2</a:t>
            </a:r>
          </a:p>
          <a:p>
            <a:pPr lvl="2"/>
            <a:r>
              <a:rPr lang="en-US" dirty="0" smtClean="0"/>
              <a:t>Level 3</a:t>
            </a:r>
          </a:p>
          <a:p>
            <a:pPr lvl="3"/>
            <a:r>
              <a:rPr lang="en-US" dirty="0" smtClean="0"/>
              <a:t>Level 4</a:t>
            </a:r>
          </a:p>
          <a:p>
            <a:pPr lvl="4"/>
            <a:r>
              <a:rPr lang="en-US" dirty="0" smtClean="0"/>
              <a:t>Level 5</a:t>
            </a:r>
            <a:endParaRPr lang="en-US" dirty="0"/>
          </a:p>
        </p:txBody>
      </p:sp>
      <p:sp>
        <p:nvSpPr>
          <p:cNvPr id="18" name="Body4"/>
          <p:cNvSpPr>
            <a:spLocks noGrp="1"/>
          </p:cNvSpPr>
          <p:nvPr>
            <p:ph sz="quarter" idx="8" hasCustomPrompt="1"/>
          </p:nvPr>
        </p:nvSpPr>
        <p:spPr>
          <a:xfrm>
            <a:off x="4716016" y="4653136"/>
            <a:ext cx="4032697" cy="1728614"/>
          </a:xfrm>
          <a:solidFill>
            <a:schemeClr val="accent3">
              <a:lumMod val="20000"/>
              <a:lumOff val="80000"/>
            </a:schemeClr>
          </a:solidFill>
        </p:spPr>
        <p:txBody>
          <a:bodyPr lIns="72000" tIns="36000" rIns="72000" bIns="36000"/>
          <a:lstStyle>
            <a:lvl1pPr>
              <a:defRPr sz="1600"/>
            </a:lvl1pPr>
            <a:lvl2pPr>
              <a:defRPr sz="1600"/>
            </a:lvl2pPr>
            <a:lvl3pPr>
              <a:defRPr sz="1600"/>
            </a:lvl3pPr>
            <a:lvl4pPr>
              <a:defRPr sz="1600"/>
            </a:lvl4pPr>
            <a:lvl5pPr>
              <a:defRPr sz="1600"/>
            </a:lvl5pPr>
          </a:lstStyle>
          <a:p>
            <a:pPr lvl="0"/>
            <a:r>
              <a:rPr lang="en-US" dirty="0" smtClean="0"/>
              <a:t>Click to add text…</a:t>
            </a:r>
          </a:p>
          <a:p>
            <a:pPr lvl="1"/>
            <a:r>
              <a:rPr lang="en-US" dirty="0" smtClean="0"/>
              <a:t>Level 2</a:t>
            </a:r>
          </a:p>
          <a:p>
            <a:pPr lvl="2"/>
            <a:r>
              <a:rPr lang="en-US" dirty="0" smtClean="0"/>
              <a:t>Level 3</a:t>
            </a:r>
          </a:p>
          <a:p>
            <a:pPr lvl="3"/>
            <a:r>
              <a:rPr lang="en-US" dirty="0" smtClean="0"/>
              <a:t>Level 4</a:t>
            </a:r>
          </a:p>
          <a:p>
            <a:pPr lvl="4"/>
            <a:r>
              <a:rPr lang="en-US" dirty="0" smtClean="0"/>
              <a:t>Level 5</a:t>
            </a:r>
            <a:endParaRPr lang="en-US" dirty="0"/>
          </a:p>
        </p:txBody>
      </p:sp>
      <p:sp>
        <p:nvSpPr>
          <p:cNvPr id="5" name="TitelBalken2"/>
          <p:cNvSpPr>
            <a:spLocks noGrp="1"/>
          </p:cNvSpPr>
          <p:nvPr>
            <p:ph type="body" sz="quarter" idx="3"/>
          </p:nvPr>
        </p:nvSpPr>
        <p:spPr>
          <a:xfrm>
            <a:off x="4716015" y="1485900"/>
            <a:ext cx="4032697" cy="572294"/>
          </a:xfrm>
          <a:solidFill>
            <a:schemeClr val="bg2"/>
          </a:solidFill>
        </p:spPr>
        <p:txBody>
          <a:bodyPr lIns="72000" tIns="36000" rIns="72000" bIns="36000" anchor="t"/>
          <a:lstStyle>
            <a:lvl1pPr marL="0" indent="0">
              <a:buNone/>
              <a:defRPr sz="1600" b="0">
                <a:solidFill>
                  <a:schemeClr val="bg1"/>
                </a:solidFill>
              </a:defRPr>
            </a:lvl1pPr>
            <a:lvl2pPr marL="0" indent="0">
              <a:spcAft>
                <a:spcPts val="0"/>
              </a:spcAft>
              <a:buFont typeface="+mj-lt"/>
              <a:buNone/>
              <a:defRPr>
                <a:solidFill>
                  <a:schemeClr val="bg1"/>
                </a:solidFill>
              </a:defRPr>
            </a:lvl2pPr>
            <a:lvl3pPr marL="0" indent="0">
              <a:spcAft>
                <a:spcPts val="0"/>
              </a:spcAft>
              <a:buFont typeface="+mj-lt"/>
              <a:buNone/>
              <a:defRPr>
                <a:solidFill>
                  <a:schemeClr val="bg1"/>
                </a:solidFill>
              </a:defRPr>
            </a:lvl3pPr>
            <a:lvl4pPr marL="0" indent="0">
              <a:spcAft>
                <a:spcPts val="0"/>
              </a:spcAft>
              <a:buFont typeface="+mj-lt"/>
              <a:buNone/>
              <a:defRPr>
                <a:solidFill>
                  <a:schemeClr val="bg1"/>
                </a:solidFill>
              </a:defRPr>
            </a:lvl4pPr>
            <a:lvl5pPr marL="0" indent="0">
              <a:spcAft>
                <a:spcPts val="0"/>
              </a:spcAft>
              <a:buFont typeface="+mj-lt"/>
              <a:buNone/>
              <a:defRPr>
                <a:solidFill>
                  <a:schemeClr val="bg1"/>
                </a:solidFill>
              </a:defRPr>
            </a:lvl5pPr>
          </a:lstStyle>
          <a:p>
            <a:pPr lvl="0"/>
            <a:r>
              <a:rPr lang="zh-CN" altLang="en-US" smtClean="0"/>
              <a:t>单击此处编辑母版文本样式</a:t>
            </a:r>
          </a:p>
        </p:txBody>
      </p:sp>
      <p:sp>
        <p:nvSpPr>
          <p:cNvPr id="15" name="TitelBalken3"/>
          <p:cNvSpPr>
            <a:spLocks noGrp="1"/>
          </p:cNvSpPr>
          <p:nvPr>
            <p:ph type="body" idx="5"/>
          </p:nvPr>
        </p:nvSpPr>
        <p:spPr>
          <a:xfrm>
            <a:off x="395288" y="4077072"/>
            <a:ext cx="4032696" cy="576064"/>
          </a:xfrm>
          <a:solidFill>
            <a:schemeClr val="tx1"/>
          </a:solidFill>
        </p:spPr>
        <p:txBody>
          <a:bodyPr lIns="72000" tIns="36000" rIns="72000" bIns="36000" anchor="t"/>
          <a:lstStyle>
            <a:lvl1pPr marL="0" indent="0">
              <a:buNone/>
              <a:defRPr sz="1600" b="0" baseline="0">
                <a:solidFill>
                  <a:schemeClr val="bg1"/>
                </a:solidFill>
              </a:defRPr>
            </a:lvl1pPr>
            <a:lvl2pPr marL="0" indent="0">
              <a:spcAft>
                <a:spcPts val="0"/>
              </a:spcAft>
              <a:buFont typeface="+mj-lt"/>
              <a:buNone/>
              <a:defRPr>
                <a:solidFill>
                  <a:schemeClr val="bg1"/>
                </a:solidFill>
              </a:defRPr>
            </a:lvl2pPr>
            <a:lvl3pPr marL="0" indent="0">
              <a:spcAft>
                <a:spcPts val="0"/>
              </a:spcAft>
              <a:buFont typeface="+mj-lt"/>
              <a:buNone/>
              <a:defRPr>
                <a:solidFill>
                  <a:schemeClr val="bg1"/>
                </a:solidFill>
              </a:defRPr>
            </a:lvl3pPr>
            <a:lvl4pPr marL="0" indent="0">
              <a:spcAft>
                <a:spcPts val="0"/>
              </a:spcAft>
              <a:buFont typeface="+mj-lt"/>
              <a:buNone/>
              <a:defRPr>
                <a:solidFill>
                  <a:schemeClr val="bg1"/>
                </a:solidFill>
              </a:defRPr>
            </a:lvl4pPr>
            <a:lvl5pPr marL="0" indent="0">
              <a:spcAft>
                <a:spcPts val="0"/>
              </a:spcAft>
              <a:buFont typeface="+mj-lt"/>
              <a:buNone/>
              <a:defRPr>
                <a:solidFill>
                  <a:schemeClr val="bg1"/>
                </a:solidFill>
              </a:defRPr>
            </a:lvl5pPr>
          </a:lstStyle>
          <a:p>
            <a:pPr lvl="0"/>
            <a:r>
              <a:rPr lang="zh-CN" altLang="en-US" smtClean="0"/>
              <a:t>单击此处编辑母版文本样式</a:t>
            </a:r>
          </a:p>
        </p:txBody>
      </p:sp>
      <p:sp>
        <p:nvSpPr>
          <p:cNvPr id="16" name="TitelBalken4"/>
          <p:cNvSpPr>
            <a:spLocks noGrp="1"/>
          </p:cNvSpPr>
          <p:nvPr>
            <p:ph type="body" sz="quarter" idx="7"/>
          </p:nvPr>
        </p:nvSpPr>
        <p:spPr>
          <a:xfrm>
            <a:off x="4716016" y="4077072"/>
            <a:ext cx="4032698" cy="576064"/>
          </a:xfrm>
          <a:solidFill>
            <a:schemeClr val="accent6"/>
          </a:solidFill>
        </p:spPr>
        <p:txBody>
          <a:bodyPr lIns="72000" tIns="36000" rIns="72000" bIns="36000" anchor="t"/>
          <a:lstStyle>
            <a:lvl1pPr marL="0" indent="0">
              <a:buNone/>
              <a:defRPr sz="1600" b="0" baseline="0">
                <a:solidFill>
                  <a:schemeClr val="bg1"/>
                </a:solidFill>
              </a:defRPr>
            </a:lvl1pPr>
            <a:lvl2pPr marL="0" indent="0">
              <a:spcAft>
                <a:spcPts val="0"/>
              </a:spcAft>
              <a:buFont typeface="+mj-lt"/>
              <a:buNone/>
              <a:defRPr>
                <a:solidFill>
                  <a:schemeClr val="bg1"/>
                </a:solidFill>
              </a:defRPr>
            </a:lvl2pPr>
            <a:lvl3pPr marL="0" indent="0">
              <a:spcAft>
                <a:spcPts val="0"/>
              </a:spcAft>
              <a:buFont typeface="+mj-lt"/>
              <a:buNone/>
              <a:defRPr>
                <a:solidFill>
                  <a:schemeClr val="bg1"/>
                </a:solidFill>
              </a:defRPr>
            </a:lvl3pPr>
            <a:lvl4pPr marL="0" indent="0">
              <a:spcAft>
                <a:spcPts val="0"/>
              </a:spcAft>
              <a:buFont typeface="+mj-lt"/>
              <a:buNone/>
              <a:defRPr>
                <a:solidFill>
                  <a:schemeClr val="bg1"/>
                </a:solidFill>
              </a:defRPr>
            </a:lvl4pPr>
            <a:lvl5pPr marL="0" indent="0">
              <a:spcAft>
                <a:spcPts val="0"/>
              </a:spcAft>
              <a:buFont typeface="+mj-lt"/>
              <a:buNone/>
              <a:defRPr>
                <a:solidFill>
                  <a:schemeClr val="bg1"/>
                </a:solidFill>
              </a:defRPr>
            </a:lvl5pPr>
          </a:lstStyle>
          <a:p>
            <a:pPr lvl="0"/>
            <a:r>
              <a:rPr lang="zh-CN" altLang="en-US" smtClean="0"/>
              <a:t>单击此处编辑母版文本样式</a:t>
            </a:r>
          </a:p>
        </p:txBody>
      </p:sp>
      <p:sp>
        <p:nvSpPr>
          <p:cNvPr id="3" name="TitelBalken1"/>
          <p:cNvSpPr>
            <a:spLocks noGrp="1"/>
          </p:cNvSpPr>
          <p:nvPr>
            <p:ph type="body" idx="1"/>
          </p:nvPr>
        </p:nvSpPr>
        <p:spPr>
          <a:xfrm>
            <a:off x="395288" y="1484784"/>
            <a:ext cx="4032696" cy="573410"/>
          </a:xfrm>
          <a:solidFill>
            <a:schemeClr val="accent1"/>
          </a:solidFill>
        </p:spPr>
        <p:txBody>
          <a:bodyPr lIns="72000" tIns="36000" rIns="72000" bIns="36000" anchor="t"/>
          <a:lstStyle>
            <a:lvl1pPr marL="0" indent="0">
              <a:buNone/>
              <a:defRPr sz="1600" b="0" baseline="0">
                <a:solidFill>
                  <a:schemeClr val="bg1"/>
                </a:solidFill>
              </a:defRPr>
            </a:lvl1pPr>
            <a:lvl2pPr marL="0" indent="0">
              <a:spcAft>
                <a:spcPts val="0"/>
              </a:spcAft>
              <a:buFont typeface="+mj-lt"/>
              <a:buNone/>
              <a:defRPr b="0">
                <a:solidFill>
                  <a:schemeClr val="bg1"/>
                </a:solidFill>
              </a:defRPr>
            </a:lvl2pPr>
            <a:lvl3pPr marL="0" indent="0">
              <a:spcAft>
                <a:spcPts val="0"/>
              </a:spcAft>
              <a:buFont typeface="+mj-lt"/>
              <a:buNone/>
              <a:defRPr b="0">
                <a:solidFill>
                  <a:schemeClr val="bg1"/>
                </a:solidFill>
              </a:defRPr>
            </a:lvl3pPr>
            <a:lvl4pPr marL="0" indent="0">
              <a:spcAft>
                <a:spcPts val="0"/>
              </a:spcAft>
              <a:buFont typeface="+mj-lt"/>
              <a:buNone/>
              <a:defRPr b="0">
                <a:solidFill>
                  <a:schemeClr val="bg1"/>
                </a:solidFill>
              </a:defRPr>
            </a:lvl4pPr>
            <a:lvl5pPr marL="0" indent="0">
              <a:spcAft>
                <a:spcPts val="0"/>
              </a:spcAft>
              <a:buFont typeface="+mj-lt"/>
              <a:buNone/>
              <a:defRPr b="0">
                <a:solidFill>
                  <a:schemeClr val="bg1"/>
                </a:solidFill>
              </a:defRPr>
            </a:lvl5pPr>
          </a:lstStyle>
          <a:p>
            <a:pPr lvl="0"/>
            <a:r>
              <a:rPr lang="zh-CN" altLang="en-US" smtClean="0"/>
              <a:t>单击此处编辑母版文本样式</a:t>
            </a:r>
          </a:p>
        </p:txBody>
      </p:sp>
      <p:sp>
        <p:nvSpPr>
          <p:cNvPr id="23" name="Foliennummernplatzhalter 22"/>
          <p:cNvSpPr>
            <a:spLocks noGrp="1"/>
          </p:cNvSpPr>
          <p:nvPr>
            <p:ph type="sldNum" sz="quarter" idx="102"/>
          </p:nvPr>
        </p:nvSpPr>
        <p:spPr/>
        <p:txBody>
          <a:bodyPr/>
          <a:lstStyle/>
          <a:p>
            <a:fld id="{2B2B68EE-DD1E-4368-AFCE-24A50EC7BF18}" type="slidenum">
              <a:rPr lang="en-US" noProof="1" smtClean="0"/>
              <a:pPr/>
              <a:t>‹#›</a:t>
            </a:fld>
            <a:endParaRPr lang="en-US" noProof="1"/>
          </a:p>
        </p:txBody>
      </p:sp>
      <p:sp>
        <p:nvSpPr>
          <p:cNvPr id="4" name="Footer Placeholder 3"/>
          <p:cNvSpPr>
            <a:spLocks noGrp="1"/>
          </p:cNvSpPr>
          <p:nvPr>
            <p:ph type="ftr" sz="quarter" idx="103"/>
          </p:nvPr>
        </p:nvSpPr>
        <p:spPr/>
        <p:txBody>
          <a:bodyPr/>
          <a:lstStyle/>
          <a:p>
            <a:r>
              <a:rPr lang="en-US" smtClean="0"/>
              <a:t>For internal use - Confidential</a:t>
            </a:r>
            <a:endParaRPr lang="en-US" dirty="0"/>
          </a:p>
        </p:txBody>
      </p:sp>
    </p:spTree>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MT: Do not use">
    <p:spTree>
      <p:nvGrpSpPr>
        <p:cNvPr id="1" name=""/>
        <p:cNvGrpSpPr/>
        <p:nvPr/>
      </p:nvGrpSpPr>
      <p:grpSpPr>
        <a:xfrm>
          <a:off x="0" y="0"/>
          <a:ext cx="0" cy="0"/>
          <a:chOff x="0" y="0"/>
          <a:chExt cx="0" cy="0"/>
        </a:xfrm>
      </p:grpSpPr>
      <p:sp>
        <p:nvSpPr>
          <p:cNvPr id="7" name="Rechteck 6"/>
          <p:cNvSpPr/>
          <p:nvPr userDrawn="1"/>
        </p:nvSpPr>
        <p:spPr>
          <a:xfrm>
            <a:off x="395288" y="404581"/>
            <a:ext cx="8353425" cy="5977170"/>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7200" noProof="0" dirty="0" smtClean="0">
                <a:solidFill>
                  <a:schemeClr val="accent4"/>
                </a:solidFill>
              </a:rPr>
              <a:t>End master</a:t>
            </a:r>
            <a:endParaRPr lang="en-US" sz="7200" noProof="0" dirty="0" smtClean="0">
              <a:solidFill>
                <a:schemeClr val="tx1"/>
              </a:solidFill>
            </a:endParaRPr>
          </a:p>
          <a:p>
            <a:pPr algn="ctr"/>
            <a:r>
              <a:rPr lang="en-US" sz="7200" noProof="0" dirty="0" smtClean="0">
                <a:solidFill>
                  <a:schemeClr val="tx1"/>
                </a:solidFill>
              </a:rPr>
              <a:t>Delete all layouts</a:t>
            </a:r>
            <a:r>
              <a:rPr lang="en-US" sz="7200" baseline="0" noProof="0" dirty="0" smtClean="0">
                <a:solidFill>
                  <a:schemeClr val="tx1"/>
                </a:solidFill>
              </a:rPr>
              <a:t> after this layout!</a:t>
            </a:r>
            <a:endParaRPr lang="en-US" sz="7200" noProof="0" dirty="0" smtClean="0">
              <a:solidFill>
                <a:schemeClr val="tx1"/>
              </a:solidFill>
            </a:endParaRPr>
          </a:p>
        </p:txBody>
      </p:sp>
    </p:spTree>
    <p:extLst>
      <p:ext uri="{BB962C8B-B14F-4D97-AF65-F5344CB8AC3E}">
        <p14:creationId xmlns:p14="http://schemas.microsoft.com/office/powerpoint/2010/main" val="254379803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52"/>
          <p:cNvSpPr>
            <a:spLocks noChangeArrowheads="1"/>
          </p:cNvSpPr>
          <p:nvPr/>
        </p:nvSpPr>
        <p:spPr bwMode="gray">
          <a:xfrm>
            <a:off x="0" y="0"/>
            <a:ext cx="9144000" cy="764915"/>
          </a:xfrm>
          <a:prstGeom prst="rect">
            <a:avLst/>
          </a:prstGeom>
          <a:gradFill rotWithShape="1">
            <a:gsLst>
              <a:gs pos="0">
                <a:schemeClr val="tx1"/>
              </a:gs>
              <a:gs pos="100000">
                <a:schemeClr val="bg2"/>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gn="ctr"/>
            <a:endParaRPr lang="en-US"/>
          </a:p>
        </p:txBody>
      </p:sp>
      <p:pic>
        <p:nvPicPr>
          <p:cNvPr id="10" name="Picture 2"/>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gray">
          <a:xfrm>
            <a:off x="7465880" y="486214"/>
            <a:ext cx="1211262" cy="13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elplatzhalter 1"/>
          <p:cNvSpPr>
            <a:spLocks noGrp="1"/>
          </p:cNvSpPr>
          <p:nvPr>
            <p:ph type="title"/>
          </p:nvPr>
        </p:nvSpPr>
        <p:spPr>
          <a:xfrm>
            <a:off x="395536" y="188641"/>
            <a:ext cx="6912768" cy="573984"/>
          </a:xfrm>
          <a:prstGeom prst="rect">
            <a:avLst/>
          </a:prstGeom>
        </p:spPr>
        <p:txBody>
          <a:bodyPr vert="horz" lIns="0" tIns="0" rIns="0" bIns="72000" rtlCol="0" anchor="b" anchorCtr="0">
            <a:noAutofit/>
          </a:bodyPr>
          <a:lstStyle/>
          <a:p>
            <a:r>
              <a:rPr lang="en-US" dirty="0" smtClean="0"/>
              <a:t>Click to add topic</a:t>
            </a:r>
            <a:endParaRPr lang="en-US" dirty="0"/>
          </a:p>
        </p:txBody>
      </p:sp>
      <p:sp>
        <p:nvSpPr>
          <p:cNvPr id="3" name="Textplatzhalter 2"/>
          <p:cNvSpPr>
            <a:spLocks noGrp="1"/>
          </p:cNvSpPr>
          <p:nvPr>
            <p:ph type="body" idx="1"/>
          </p:nvPr>
        </p:nvSpPr>
        <p:spPr>
          <a:xfrm>
            <a:off x="395288" y="1485900"/>
            <a:ext cx="8353424" cy="4895850"/>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Level 2</a:t>
            </a:r>
          </a:p>
          <a:p>
            <a:pPr lvl="2"/>
            <a:r>
              <a:rPr lang="en-US" dirty="0" smtClean="0"/>
              <a:t>Level 3</a:t>
            </a:r>
          </a:p>
          <a:p>
            <a:pPr lvl="3"/>
            <a:r>
              <a:rPr lang="en-US" dirty="0" smtClean="0"/>
              <a:t>Level 4</a:t>
            </a:r>
          </a:p>
          <a:p>
            <a:pPr lvl="4"/>
            <a:r>
              <a:rPr lang="en-US" dirty="0" smtClean="0"/>
              <a:t>Level 5</a:t>
            </a:r>
          </a:p>
          <a:p>
            <a:pPr lvl="5"/>
            <a:r>
              <a:rPr lang="en-US" dirty="0" smtClean="0"/>
              <a:t>Level 6</a:t>
            </a:r>
          </a:p>
          <a:p>
            <a:pPr lvl="6"/>
            <a:r>
              <a:rPr lang="en-US" dirty="0" smtClean="0"/>
              <a:t>Level 7</a:t>
            </a:r>
          </a:p>
          <a:p>
            <a:pPr lvl="7"/>
            <a:r>
              <a:rPr lang="en-US" dirty="0" smtClean="0"/>
              <a:t>Level 8</a:t>
            </a:r>
          </a:p>
          <a:p>
            <a:pPr lvl="8"/>
            <a:r>
              <a:rPr lang="en-US" dirty="0" smtClean="0"/>
              <a:t>Level 9</a:t>
            </a:r>
            <a:endParaRPr lang="en-US" dirty="0"/>
          </a:p>
        </p:txBody>
      </p:sp>
      <p:cxnSp>
        <p:nvCxnSpPr>
          <p:cNvPr id="8" name="Gerade Verbindung 7"/>
          <p:cNvCxnSpPr/>
          <p:nvPr/>
        </p:nvCxnSpPr>
        <p:spPr bwMode="gray">
          <a:xfrm flipV="1">
            <a:off x="8748580" y="466862"/>
            <a:ext cx="0" cy="2889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Foliennummernplatzhalter 3"/>
          <p:cNvSpPr>
            <a:spLocks noGrp="1"/>
          </p:cNvSpPr>
          <p:nvPr>
            <p:ph type="sldNum" sz="quarter" idx="4"/>
          </p:nvPr>
        </p:nvSpPr>
        <p:spPr>
          <a:xfrm>
            <a:off x="8748000" y="327719"/>
            <a:ext cx="396000" cy="432000"/>
          </a:xfrm>
          <a:prstGeom prst="rect">
            <a:avLst/>
          </a:prstGeom>
        </p:spPr>
        <p:txBody>
          <a:bodyPr vert="horz" lIns="72000" tIns="0" rIns="0" bIns="100800" rtlCol="0" anchor="b" anchorCtr="0"/>
          <a:lstStyle>
            <a:lvl1pPr algn="l">
              <a:defRPr sz="1420">
                <a:solidFill>
                  <a:schemeClr val="bg1"/>
                </a:solidFill>
              </a:defRPr>
            </a:lvl1pPr>
          </a:lstStyle>
          <a:p>
            <a:fld id="{2B2B68EE-DD1E-4368-AFCE-24A50EC7BF18}" type="slidenum">
              <a:rPr lang="en-US" noProof="1" smtClean="0"/>
              <a:pPr/>
              <a:t>‹#›</a:t>
            </a:fld>
            <a:endParaRPr lang="en-US" noProof="1"/>
          </a:p>
        </p:txBody>
      </p:sp>
      <p:sp>
        <p:nvSpPr>
          <p:cNvPr id="6" name="Footer Placeholder 5"/>
          <p:cNvSpPr>
            <a:spLocks noGrp="1"/>
          </p:cNvSpPr>
          <p:nvPr>
            <p:ph type="ftr" sz="quarter" idx="3"/>
          </p:nvPr>
        </p:nvSpPr>
        <p:spPr>
          <a:xfrm>
            <a:off x="395287" y="6645600"/>
            <a:ext cx="8353425" cy="151200"/>
          </a:xfrm>
          <a:prstGeom prst="rect">
            <a:avLst/>
          </a:prstGeom>
        </p:spPr>
        <p:txBody>
          <a:bodyPr vert="horz" lIns="0" tIns="45720" rIns="0" bIns="45720" rtlCol="0" anchor="ctr"/>
          <a:lstStyle>
            <a:lvl1pPr algn="r">
              <a:defRPr sz="800">
                <a:solidFill>
                  <a:schemeClr val="tx1">
                    <a:tint val="75000"/>
                  </a:schemeClr>
                </a:solidFill>
              </a:defRPr>
            </a:lvl1pPr>
          </a:lstStyle>
          <a:p>
            <a:r>
              <a:rPr lang="en-US" dirty="0" smtClean="0"/>
              <a:t>For internal use - Confidential</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81" r:id="rId2"/>
    <p:sldLayoutId id="2147483682" r:id="rId3"/>
    <p:sldLayoutId id="2147483663" r:id="rId4"/>
    <p:sldLayoutId id="2147483679" r:id="rId5"/>
    <p:sldLayoutId id="2147483662" r:id="rId6"/>
    <p:sldLayoutId id="2147483684" r:id="rId7"/>
    <p:sldLayoutId id="2147483666" r:id="rId8"/>
    <p:sldLayoutId id="2147483680" r:id="rId9"/>
    <p:sldLayoutId id="2147483673" r:id="rId10"/>
    <p:sldLayoutId id="2147483664" r:id="rId11"/>
    <p:sldLayoutId id="2147483675" r:id="rId12"/>
    <p:sldLayoutId id="2147483677" r:id="rId13"/>
    <p:sldLayoutId id="2147483678" r:id="rId14"/>
    <p:sldLayoutId id="2147483669" r:id="rId15"/>
    <p:sldLayoutId id="2147483683" r:id="rId16"/>
    <p:sldLayoutId id="2147483672" r:id="rId17"/>
    <p:sldLayoutId id="2147483674" r:id="rId18"/>
    <p:sldLayoutId id="2147483665" r:id="rId19"/>
    <p:sldLayoutId id="2147483676" r:id="rId20"/>
  </p:sldLayoutIdLst>
  <p:timing>
    <p:tnLst>
      <p:par>
        <p:cTn id="1" dur="indefinite" restart="never" nodeType="tmRoot"/>
      </p:par>
    </p:tnLst>
  </p:timing>
  <p:hf hdr="0" dt="0"/>
  <p:txStyles>
    <p:titleStyle>
      <a:lvl1pPr algn="l" defTabSz="914400" rtl="0" eaLnBrk="1" latinLnBrk="0" hangingPunct="1">
        <a:lnSpc>
          <a:spcPts val="2600"/>
        </a:lnSpc>
        <a:spcBef>
          <a:spcPct val="0"/>
        </a:spcBef>
        <a:buNone/>
        <a:defRPr sz="2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79388" indent="-179388" algn="l" defTabSz="914400" rtl="0" eaLnBrk="1" latinLnBrk="0" hangingPunct="1">
        <a:spcBef>
          <a:spcPts val="400"/>
        </a:spcBef>
        <a:spcAft>
          <a:spcPts val="600"/>
        </a:spcAft>
        <a:buClr>
          <a:schemeClr val="accent1"/>
        </a:buClr>
        <a:buFont typeface="Wingdings" pitchFamily="2" charset="2"/>
        <a:buChar char="§"/>
        <a:defRPr sz="1600" kern="1200" baseline="0">
          <a:solidFill>
            <a:schemeClr val="tx1"/>
          </a:solidFill>
          <a:latin typeface="+mn-lt"/>
          <a:ea typeface="+mn-ea"/>
          <a:cs typeface="+mn-cs"/>
        </a:defRPr>
      </a:lvl1pPr>
      <a:lvl2pPr marL="358775" indent="-179388"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2pPr>
      <a:lvl3pPr marL="541338" indent="-184150" algn="l" defTabSz="914400" rtl="0" eaLnBrk="1" latinLnBrk="0" hangingPunct="1">
        <a:spcBef>
          <a:spcPts val="0"/>
        </a:spcBef>
        <a:spcAft>
          <a:spcPts val="400"/>
        </a:spcAft>
        <a:buClr>
          <a:schemeClr val="accent1"/>
        </a:buClr>
        <a:buFont typeface="Arial" pitchFamily="34" charset="0"/>
        <a:buChar char="-"/>
        <a:tabLst/>
        <a:defRPr sz="1600" kern="1200">
          <a:solidFill>
            <a:schemeClr val="tx1"/>
          </a:solidFill>
          <a:latin typeface="+mn-lt"/>
          <a:ea typeface="+mn-ea"/>
          <a:cs typeface="+mn-cs"/>
        </a:defRPr>
      </a:lvl3pPr>
      <a:lvl4pPr marL="715963"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4pPr>
      <a:lvl5pPr marL="715963" indent="182563" algn="l" defTabSz="914400" rtl="0" eaLnBrk="1" latinLnBrk="0" hangingPunct="1">
        <a:spcBef>
          <a:spcPts val="0"/>
        </a:spcBef>
        <a:spcAft>
          <a:spcPts val="400"/>
        </a:spcAft>
        <a:buClr>
          <a:schemeClr val="accent1"/>
        </a:buClr>
        <a:buFont typeface="Arial" panose="020B0604020202020204" pitchFamily="34" charset="0"/>
        <a:buChar char="-"/>
        <a:tabLst/>
        <a:defRPr sz="1600" kern="1200">
          <a:solidFill>
            <a:schemeClr val="tx1"/>
          </a:solidFill>
          <a:latin typeface="+mn-lt"/>
          <a:ea typeface="+mn-ea"/>
          <a:cs typeface="+mn-cs"/>
        </a:defRPr>
      </a:lvl5pPr>
      <a:lvl6pPr marL="1073150"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6pPr>
      <a:lvl7pPr marL="1255713"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7pPr>
      <a:lvl8pPr marL="1431925" indent="-17621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8pPr>
      <a:lvl9pPr marL="1614488"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600" kern="1200">
          <a:solidFill>
            <a:schemeClr val="tx1"/>
          </a:solidFill>
          <a:latin typeface="+mn-lt"/>
          <a:ea typeface="+mn-ea"/>
          <a:cs typeface="+mn-cs"/>
        </a:defRPr>
      </a:lvl1pPr>
      <a:lvl2pPr marL="457200" algn="l" defTabSz="914400" rtl="0" eaLnBrk="1" latinLnBrk="0" hangingPunct="1">
        <a:defRPr sz="1600" kern="1200">
          <a:solidFill>
            <a:schemeClr val="tx1"/>
          </a:solidFill>
          <a:latin typeface="+mn-lt"/>
          <a:ea typeface="+mn-ea"/>
          <a:cs typeface="+mn-cs"/>
        </a:defRPr>
      </a:lvl2pPr>
      <a:lvl3pPr marL="914400" algn="l" defTabSz="914400" rtl="0" eaLnBrk="1" latinLnBrk="0" hangingPunct="1">
        <a:defRPr sz="1600" kern="1200">
          <a:solidFill>
            <a:schemeClr val="tx1"/>
          </a:solidFill>
          <a:latin typeface="+mn-lt"/>
          <a:ea typeface="+mn-ea"/>
          <a:cs typeface="+mn-cs"/>
        </a:defRPr>
      </a:lvl3pPr>
      <a:lvl4pPr marL="1371600" algn="l" defTabSz="914400" rtl="0" eaLnBrk="1" latinLnBrk="0" hangingPunct="1">
        <a:defRPr sz="1600" kern="1200">
          <a:solidFill>
            <a:schemeClr val="tx1"/>
          </a:solidFill>
          <a:latin typeface="+mn-lt"/>
          <a:ea typeface="+mn-ea"/>
          <a:cs typeface="+mn-cs"/>
        </a:defRPr>
      </a:lvl4pPr>
      <a:lvl5pPr marL="1828800" algn="l" defTabSz="914400" rtl="0" eaLnBrk="1" latinLnBrk="0" hangingPunct="1">
        <a:defRPr sz="1600" kern="1200">
          <a:solidFill>
            <a:schemeClr val="tx1"/>
          </a:solidFill>
          <a:latin typeface="+mn-lt"/>
          <a:ea typeface="+mn-ea"/>
          <a:cs typeface="+mn-cs"/>
        </a:defRPr>
      </a:lvl5pPr>
      <a:lvl6pPr marL="2286000" algn="l" defTabSz="914400" rtl="0" eaLnBrk="1" latinLnBrk="0" hangingPunct="1">
        <a:defRPr sz="16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600" kern="1200">
          <a:solidFill>
            <a:schemeClr val="tx1"/>
          </a:solidFill>
          <a:latin typeface="+mn-lt"/>
          <a:ea typeface="+mn-ea"/>
          <a:cs typeface="+mn-cs"/>
        </a:defRPr>
      </a:lvl8pPr>
      <a:lvl9pPr marL="3657600" algn="l" defTabSz="914400"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hyperlink" Target="http://www.welmec.org/latest/guides/72/" TargetMode="External"/><Relationship Id="rId2" Type="http://schemas.openxmlformats.org/officeDocument/2006/relationships/hyperlink" Target="https://www.oiml.org/en/files/pdf_d/d031-e08.pdf" TargetMode="Externa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99792" y="3521688"/>
            <a:ext cx="6200120" cy="597686"/>
          </a:xfrm>
        </p:spPr>
        <p:txBody>
          <a:bodyPr/>
          <a:lstStyle/>
          <a:p>
            <a:r>
              <a:rPr lang="zh-CN" altLang="en-US" sz="2800" dirty="0">
                <a:ea typeface="黑体" panose="02010609060101010101" pitchFamily="49" charset="-122"/>
              </a:rPr>
              <a:t>数字式</a:t>
            </a:r>
            <a:r>
              <a:rPr lang="zh-CN" altLang="en-US" sz="3600" dirty="0">
                <a:effectLst>
                  <a:outerShdw blurRad="38100" dist="38100" dir="2700000" algn="tl">
                    <a:srgbClr val="000000">
                      <a:alpha val="43137"/>
                    </a:srgbClr>
                  </a:outerShdw>
                </a:effectLst>
                <a:ea typeface="黑体" panose="02010609060101010101" pitchFamily="49" charset="-122"/>
              </a:rPr>
              <a:t>非自动</a:t>
            </a:r>
            <a:r>
              <a:rPr lang="zh-CN" altLang="en-US" sz="2800" dirty="0">
                <a:ea typeface="黑体" panose="02010609060101010101" pitchFamily="49" charset="-122"/>
              </a:rPr>
              <a:t>电子</a:t>
            </a:r>
            <a:r>
              <a:rPr lang="zh-CN" altLang="en-US" sz="3600" dirty="0">
                <a:effectLst>
                  <a:outerShdw blurRad="38100" dist="38100" dir="2700000" algn="tl">
                    <a:srgbClr val="000000">
                      <a:alpha val="43137"/>
                    </a:srgbClr>
                  </a:outerShdw>
                </a:effectLst>
                <a:ea typeface="黑体" panose="02010609060101010101" pitchFamily="49" charset="-122"/>
              </a:rPr>
              <a:t>衡器</a:t>
            </a:r>
            <a:endParaRPr lang="en-US" sz="3600" dirty="0">
              <a:effectLst>
                <a:outerShdw blurRad="38100" dist="38100" dir="2700000" algn="tl">
                  <a:srgbClr val="000000">
                    <a:alpha val="43137"/>
                  </a:srgbClr>
                </a:outerShdw>
              </a:effectLst>
              <a:ea typeface="黑体" panose="02010609060101010101" pitchFamily="49" charset="-122"/>
            </a:endParaRPr>
          </a:p>
        </p:txBody>
      </p:sp>
      <p:sp>
        <p:nvSpPr>
          <p:cNvPr id="3" name="Subtitle 2"/>
          <p:cNvSpPr>
            <a:spLocks noGrp="1"/>
          </p:cNvSpPr>
          <p:nvPr>
            <p:ph type="subTitle" idx="1"/>
          </p:nvPr>
        </p:nvSpPr>
        <p:spPr>
          <a:xfrm>
            <a:off x="395289" y="1988841"/>
            <a:ext cx="1966312" cy="647998"/>
          </a:xfrm>
        </p:spPr>
        <p:txBody>
          <a:bodyPr/>
          <a:lstStyle/>
          <a:p>
            <a:r>
              <a:rPr lang="en-US" dirty="0" smtClean="0">
                <a:latin typeface="+mj-lt"/>
                <a:ea typeface="黑体" panose="02010609060101010101" pitchFamily="49" charset="-122"/>
              </a:rPr>
              <a:t>MTCT/MTCZ</a:t>
            </a:r>
          </a:p>
          <a:p>
            <a:r>
              <a:rPr lang="en-US" dirty="0" smtClean="0">
                <a:latin typeface="+mj-lt"/>
                <a:ea typeface="黑体" panose="02010609060101010101" pitchFamily="49" charset="-122"/>
              </a:rPr>
              <a:t>2017/</a:t>
            </a:r>
            <a:r>
              <a:rPr lang="en-US" altLang="zh-CN" dirty="0" smtClean="0">
                <a:latin typeface="+mj-lt"/>
                <a:ea typeface="黑体" panose="02010609060101010101" pitchFamily="49" charset="-122"/>
              </a:rPr>
              <a:t>5</a:t>
            </a:r>
            <a:r>
              <a:rPr lang="en-US" dirty="0" smtClean="0">
                <a:latin typeface="+mj-lt"/>
                <a:ea typeface="黑体" panose="02010609060101010101" pitchFamily="49" charset="-122"/>
              </a:rPr>
              <a:t>/</a:t>
            </a:r>
            <a:r>
              <a:rPr lang="zh-CN" altLang="en-US" dirty="0" smtClean="0">
                <a:latin typeface="+mj-lt"/>
                <a:ea typeface="黑体" panose="02010609060101010101" pitchFamily="49" charset="-122"/>
              </a:rPr>
              <a:t>王亚东</a:t>
            </a:r>
            <a:endParaRPr lang="en-US" dirty="0">
              <a:latin typeface="+mj-lt"/>
              <a:ea typeface="黑体" panose="02010609060101010101" pitchFamily="49" charset="-122"/>
            </a:endParaRPr>
          </a:p>
        </p:txBody>
      </p:sp>
      <p:sp>
        <p:nvSpPr>
          <p:cNvPr id="7" name="Text Placeholder 6"/>
          <p:cNvSpPr>
            <a:spLocks noGrp="1"/>
          </p:cNvSpPr>
          <p:nvPr>
            <p:ph type="body" sz="quarter" idx="12"/>
          </p:nvPr>
        </p:nvSpPr>
        <p:spPr>
          <a:xfrm>
            <a:off x="2699792" y="4191807"/>
            <a:ext cx="6200121" cy="964882"/>
          </a:xfrm>
        </p:spPr>
        <p:txBody>
          <a:bodyPr/>
          <a:lstStyle/>
          <a:p>
            <a:r>
              <a:rPr lang="en-US" altLang="zh-CN" dirty="0" smtClean="0">
                <a:latin typeface="+mj-lt"/>
                <a:ea typeface="黑体" panose="02010609060101010101" pitchFamily="49" charset="-122"/>
              </a:rPr>
              <a:t>Part 3: </a:t>
            </a:r>
            <a:r>
              <a:rPr lang="zh-CN" altLang="en-US" dirty="0" smtClean="0">
                <a:latin typeface="+mj-lt"/>
                <a:ea typeface="黑体" panose="02010609060101010101" pitchFamily="49" charset="-122"/>
              </a:rPr>
              <a:t>软件及保护</a:t>
            </a:r>
            <a:endParaRPr lang="en-US" dirty="0">
              <a:latin typeface="+mj-lt"/>
              <a:ea typeface="黑体" panose="02010609060101010101" pitchFamily="49" charset="-122"/>
            </a:endParaRPr>
          </a:p>
        </p:txBody>
      </p:sp>
      <p:sp>
        <p:nvSpPr>
          <p:cNvPr id="4" name="图片占位符 3"/>
          <p:cNvSpPr>
            <a:spLocks noGrp="1"/>
          </p:cNvSpPr>
          <p:nvPr>
            <p:ph type="pic" sz="quarter" idx="10"/>
          </p:nvPr>
        </p:nvSpPr>
        <p:spPr/>
      </p:sp>
      <p:pic>
        <p:nvPicPr>
          <p:cNvPr id="8" name="Picture 3" descr="C:\Users\wang-53\Downloads\MT图片和剪贴画库\Ind\VTS231_Truck_Scale_1_Original_9668.jpg"/>
          <p:cNvPicPr>
            <a:picLocks noChangeAspect="1" noChangeArrowheads="1"/>
          </p:cNvPicPr>
          <p:nvPr/>
        </p:nvPicPr>
        <p:blipFill rotWithShape="1">
          <a:blip r:embed="rId3">
            <a:extLst>
              <a:ext uri="{28A0092B-C50C-407E-A947-70E740481C1C}">
                <a14:useLocalDpi xmlns:a14="http://schemas.microsoft.com/office/drawing/2010/main" val="0"/>
              </a:ext>
            </a:extLst>
          </a:blip>
          <a:srcRect b="35174"/>
          <a:stretch/>
        </p:blipFill>
        <p:spPr bwMode="auto">
          <a:xfrm>
            <a:off x="2411760" y="16468"/>
            <a:ext cx="6732240" cy="32732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25720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7" name="Gruppieren 16"/>
          <p:cNvGrpSpPr/>
          <p:nvPr/>
        </p:nvGrpSpPr>
        <p:grpSpPr>
          <a:xfrm>
            <a:off x="395288" y="1513196"/>
            <a:ext cx="10081400" cy="491500"/>
            <a:chOff x="539175" y="3154768"/>
            <a:chExt cx="10081400" cy="531132"/>
          </a:xfrm>
        </p:grpSpPr>
        <p:sp>
          <p:nvSpPr>
            <p:cNvPr id="4" name="Gleichschenkliges Dreieck 3"/>
            <p:cNvSpPr/>
            <p:nvPr/>
          </p:nvSpPr>
          <p:spPr>
            <a:xfrm rot="16200000">
              <a:off x="9371418" y="3273380"/>
              <a:ext cx="311087" cy="21602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a typeface="黑体" panose="02010609060101010101" pitchFamily="49" charset="-122"/>
              </a:endParaRPr>
            </a:p>
          </p:txBody>
        </p:sp>
        <p:sp>
          <p:nvSpPr>
            <p:cNvPr id="20" name="Rechteck 19"/>
            <p:cNvSpPr/>
            <p:nvPr/>
          </p:nvSpPr>
          <p:spPr>
            <a:xfrm>
              <a:off x="539175" y="3154768"/>
              <a:ext cx="8396287" cy="531132"/>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dirty="0">
                <a:latin typeface="+mj-lt"/>
                <a:ea typeface="黑体" panose="02010609060101010101" pitchFamily="49" charset="-122"/>
              </a:endParaRPr>
            </a:p>
          </p:txBody>
        </p:sp>
        <p:sp>
          <p:nvSpPr>
            <p:cNvPr id="16" name="Rechteck 15"/>
            <p:cNvSpPr/>
            <p:nvPr/>
          </p:nvSpPr>
          <p:spPr>
            <a:xfrm>
              <a:off x="9684445" y="3176891"/>
              <a:ext cx="936130" cy="4320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r>
                <a:rPr lang="en-US" sz="800" dirty="0" smtClean="0">
                  <a:solidFill>
                    <a:schemeClr val="tx1"/>
                  </a:solidFill>
                  <a:latin typeface="+mj-lt"/>
                  <a:ea typeface="黑体" panose="02010609060101010101" pitchFamily="49" charset="-122"/>
                </a:rPr>
                <a:t>To shift Highlight</a:t>
              </a:r>
            </a:p>
            <a:p>
              <a:r>
                <a:rPr lang="en-US" sz="800" dirty="0">
                  <a:solidFill>
                    <a:schemeClr val="tx1"/>
                  </a:solidFill>
                  <a:latin typeface="+mj-lt"/>
                  <a:ea typeface="黑体" panose="02010609060101010101" pitchFamily="49" charset="-122"/>
                </a:rPr>
                <a:t>C</a:t>
              </a:r>
              <a:r>
                <a:rPr lang="en-US" sz="800" dirty="0" smtClean="0">
                  <a:solidFill>
                    <a:schemeClr val="tx1"/>
                  </a:solidFill>
                  <a:latin typeface="+mj-lt"/>
                  <a:ea typeface="黑体" panose="02010609060101010101" pitchFamily="49" charset="-122"/>
                </a:rPr>
                <a:t>lick the arrow, press shift key and move top or bottom</a:t>
              </a:r>
            </a:p>
          </p:txBody>
        </p:sp>
      </p:grpSp>
      <p:sp>
        <p:nvSpPr>
          <p:cNvPr id="2" name="Titel 1"/>
          <p:cNvSpPr>
            <a:spLocks noGrp="1"/>
          </p:cNvSpPr>
          <p:nvPr>
            <p:ph type="title"/>
          </p:nvPr>
        </p:nvSpPr>
        <p:spPr/>
        <p:txBody>
          <a:bodyPr/>
          <a:lstStyle/>
          <a:p>
            <a:r>
              <a:rPr lang="en-US" dirty="0" smtClean="0">
                <a:ea typeface="黑体" panose="02010609060101010101" pitchFamily="49" charset="-122"/>
              </a:rPr>
              <a:t>Agenda</a:t>
            </a:r>
            <a:endParaRPr lang="en-US" dirty="0">
              <a:ea typeface="黑体" panose="02010609060101010101" pitchFamily="49" charset="-122"/>
            </a:endParaRPr>
          </a:p>
        </p:txBody>
      </p:sp>
      <p:sp>
        <p:nvSpPr>
          <p:cNvPr id="14" name="Slide Number Placeholder 13"/>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2</a:t>
            </a:fld>
            <a:endParaRPr lang="en-US" dirty="0">
              <a:latin typeface="+mj-lt"/>
              <a:ea typeface="黑体" panose="02010609060101010101" pitchFamily="49" charset="-122"/>
            </a:endParaRPr>
          </a:p>
        </p:txBody>
      </p:sp>
      <p:sp>
        <p:nvSpPr>
          <p:cNvPr id="13" name="Footer Placeholder 12"/>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graphicFrame>
        <p:nvGraphicFramePr>
          <p:cNvPr id="8" name="Inhaltsplatzhalter 7"/>
          <p:cNvGraphicFramePr>
            <a:graphicFrameLocks noGrp="1"/>
          </p:cNvGraphicFramePr>
          <p:nvPr>
            <p:ph idx="4294967295"/>
            <p:extLst>
              <p:ext uri="{D42A27DB-BD31-4B8C-83A1-F6EECF244321}">
                <p14:modId xmlns:p14="http://schemas.microsoft.com/office/powerpoint/2010/main" val="2817015040"/>
              </p:ext>
            </p:extLst>
          </p:nvPr>
        </p:nvGraphicFramePr>
        <p:xfrm>
          <a:off x="357187" y="1477762"/>
          <a:ext cx="8429625" cy="3024000"/>
        </p:xfrm>
        <a:graphic>
          <a:graphicData uri="http://schemas.openxmlformats.org/drawingml/2006/table">
            <a:tbl>
              <a:tblPr firstRow="1" firstCol="1" bandRow="1">
                <a:solidFill>
                  <a:srgbClr val="FFFFFF">
                    <a:alpha val="20000"/>
                  </a:srgbClr>
                </a:solidFill>
              </a:tblPr>
              <a:tblGrid>
                <a:gridCol w="508896"/>
                <a:gridCol w="7920729"/>
              </a:tblGrid>
              <a:tr h="504000">
                <a:tc>
                  <a:txBody>
                    <a:bodyPr/>
                    <a:lstStyle/>
                    <a:p>
                      <a:pPr algn="ctr"/>
                      <a:r>
                        <a:rPr lang="en-US" b="1" noProof="0" dirty="0" smtClean="0">
                          <a:solidFill>
                            <a:schemeClr val="bg1"/>
                          </a:solidFill>
                        </a:rPr>
                        <a:t>1</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前言</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2</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概述</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altLang="zh-CN" b="1" noProof="0" dirty="0" smtClean="0">
                          <a:solidFill>
                            <a:schemeClr val="bg1"/>
                          </a:solidFill>
                        </a:rPr>
                        <a:t>3</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软件保护</a:t>
                      </a:r>
                      <a:endParaRPr lang="en-US" sz="1600" b="1" kern="1200" noProof="0" dirty="0" smtClean="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noProof="0" dirty="0" smtClean="0">
                          <a:solidFill>
                            <a:schemeClr val="bg1"/>
                          </a:solidFill>
                        </a:rPr>
                        <a:t>4</a:t>
                      </a:r>
                      <a:endParaRPr lang="en-US" b="1" noProof="0" dirty="0" smtClean="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软件接口及软件分割</a:t>
                      </a:r>
                      <a:endParaRPr lang="en-US" b="1" noProof="0" dirty="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noProof="0" dirty="0" smtClean="0">
                          <a:solidFill>
                            <a:schemeClr val="bg1"/>
                          </a:solidFill>
                        </a:rPr>
                        <a:t>5</a:t>
                      </a:r>
                      <a:endParaRPr lang="en-US" b="1" noProof="0" dirty="0" smtClean="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t>数据传输和保存</a:t>
                      </a:r>
                      <a:endParaRPr lang="en-US" altLang="zh-CN" b="1" noProof="0" dirty="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noProof="0" dirty="0" smtClean="0">
                          <a:solidFill>
                            <a:schemeClr val="bg1"/>
                          </a:solidFill>
                        </a:rPr>
                        <a:t>6</a:t>
                      </a:r>
                      <a:endParaRPr lang="en-US" b="1" noProof="0" dirty="0" smtClean="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t>软件下载</a:t>
                      </a:r>
                      <a:endParaRPr lang="en-US" b="1" noProof="0" dirty="0" smtClean="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bl>
          </a:graphicData>
        </a:graphic>
      </p:graphicFrame>
    </p:spTree>
    <p:extLst>
      <p:ext uri="{BB962C8B-B14F-4D97-AF65-F5344CB8AC3E}">
        <p14:creationId xmlns:p14="http://schemas.microsoft.com/office/powerpoint/2010/main" val="2532228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概述</a:t>
            </a:r>
            <a:endParaRPr lang="zh-CN" altLang="en-US" dirty="0">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ea typeface="黑体" panose="02010609060101010101" pitchFamily="49" charset="-122"/>
              </a:rPr>
              <a:t>前言  </a:t>
            </a:r>
            <a:r>
              <a:rPr lang="en-US" altLang="zh-CN" dirty="0" smtClean="0">
                <a:ea typeface="黑体" panose="02010609060101010101" pitchFamily="49" charset="-122"/>
              </a:rPr>
              <a:t>foreword</a:t>
            </a:r>
            <a:endParaRPr lang="zh-CN" altLang="en-US" dirty="0">
              <a:ea typeface="黑体" panose="02010609060101010101" pitchFamily="49" charset="-122"/>
            </a:endParaRPr>
          </a:p>
        </p:txBody>
      </p:sp>
      <p:sp>
        <p:nvSpPr>
          <p:cNvPr id="4" name="内容占位符 3"/>
          <p:cNvSpPr>
            <a:spLocks noGrp="1"/>
          </p:cNvSpPr>
          <p:nvPr>
            <p:ph idx="1"/>
          </p:nvPr>
        </p:nvSpPr>
        <p:spPr/>
        <p:txBody>
          <a:bodyPr/>
          <a:lstStyle/>
          <a:p>
            <a:pPr marL="179387" lvl="1" indent="457200">
              <a:spcAft>
                <a:spcPts val="1200"/>
              </a:spcAft>
              <a:buNone/>
            </a:pPr>
            <a:r>
              <a:rPr lang="zh-CN" altLang="en-US" dirty="0" smtClean="0">
                <a:latin typeface="+mj-lt"/>
                <a:ea typeface="黑体" panose="02010609060101010101" pitchFamily="49" charset="-122"/>
              </a:rPr>
              <a:t>法制计量包括计量性能要求和计量技术以及计量管理。系列介绍旨在帮助人们在执行标准要求时如何正确理解和确认符合标准所提出的要求。</a:t>
            </a:r>
            <a:endParaRPr lang="en-US" altLang="zh-CN" dirty="0" smtClean="0">
              <a:latin typeface="+mj-lt"/>
              <a:ea typeface="黑体" panose="02010609060101010101" pitchFamily="49" charset="-122"/>
            </a:endParaRPr>
          </a:p>
          <a:p>
            <a:pPr marL="179387" lvl="1" indent="457200">
              <a:spcAft>
                <a:spcPts val="1200"/>
              </a:spcAft>
              <a:buNone/>
            </a:pPr>
            <a:r>
              <a:rPr lang="zh-CN" altLang="en-US" b="1" dirty="0" smtClean="0">
                <a:latin typeface="+mj-lt"/>
                <a:ea typeface="黑体" panose="02010609060101010101" pitchFamily="49" charset="-122"/>
              </a:rPr>
              <a:t>第一部分</a:t>
            </a:r>
            <a:r>
              <a:rPr lang="zh-CN" altLang="en-US" dirty="0" smtClean="0">
                <a:latin typeface="+mj-lt"/>
                <a:ea typeface="黑体" panose="02010609060101010101" pitchFamily="49" charset="-122"/>
              </a:rPr>
              <a:t>：对</a:t>
            </a:r>
            <a:r>
              <a:rPr lang="zh-CN" altLang="en-US" dirty="0">
                <a:latin typeface="+mj-lt"/>
                <a:ea typeface="黑体" panose="02010609060101010101" pitchFamily="49" charset="-122"/>
              </a:rPr>
              <a:t>非自动衡器的计量性能以及与计量相关的一些内容进行归纳、描述和解释。因此，包括了计量性能要求、影响量或影响因子对性能影响的要求、在有电磁干扰时计量性能要求进行描述，以及整机、传感器、仪表之间技术参数的兼容性和核查</a:t>
            </a:r>
            <a:r>
              <a:rPr lang="zh-CN" altLang="en-US" dirty="0" smtClean="0">
                <a:latin typeface="+mj-lt"/>
                <a:ea typeface="黑体" panose="02010609060101010101" pitchFamily="49" charset="-122"/>
              </a:rPr>
              <a:t>。不描述采用何种设计技术满足这些</a:t>
            </a:r>
            <a:r>
              <a:rPr lang="zh-CN" altLang="en-US" smtClean="0">
                <a:latin typeface="+mj-lt"/>
                <a:ea typeface="黑体" panose="02010609060101010101" pitchFamily="49" charset="-122"/>
              </a:rPr>
              <a:t>要求。</a:t>
            </a:r>
            <a:endParaRPr lang="zh-CN" altLang="en-US" dirty="0">
              <a:latin typeface="+mj-lt"/>
              <a:ea typeface="黑体" panose="02010609060101010101" pitchFamily="49" charset="-122"/>
            </a:endParaRPr>
          </a:p>
          <a:p>
            <a:pPr marL="179387" lvl="1" indent="457200">
              <a:spcAft>
                <a:spcPts val="1200"/>
              </a:spcAft>
              <a:buNone/>
            </a:pPr>
            <a:r>
              <a:rPr lang="zh-CN" altLang="en-US" b="1" dirty="0" smtClean="0">
                <a:latin typeface="+mj-lt"/>
                <a:ea typeface="黑体" panose="02010609060101010101" pitchFamily="49" charset="-122"/>
              </a:rPr>
              <a:t>第二部分</a:t>
            </a:r>
            <a:r>
              <a:rPr lang="zh-CN" altLang="en-US" dirty="0" smtClean="0">
                <a:latin typeface="+mj-lt"/>
                <a:ea typeface="黑体" panose="02010609060101010101" pitchFamily="49" charset="-122"/>
              </a:rPr>
              <a:t>：对非自动衡器计量技术要求以及应用要求和功能需要符合的基本规定，计量性能的保护，防止有意无意的欺诈性使用要求加以表述。</a:t>
            </a:r>
            <a:endParaRPr lang="en-US" altLang="zh-CN" dirty="0" smtClean="0">
              <a:latin typeface="+mj-lt"/>
              <a:ea typeface="黑体" panose="02010609060101010101" pitchFamily="49" charset="-122"/>
            </a:endParaRPr>
          </a:p>
          <a:p>
            <a:pPr marL="179387" lvl="1" indent="457200">
              <a:spcAft>
                <a:spcPts val="1200"/>
              </a:spcAft>
              <a:buNone/>
            </a:pPr>
            <a:r>
              <a:rPr lang="zh-CN" altLang="en-US" b="1" dirty="0" smtClean="0">
                <a:latin typeface="+mj-lt"/>
                <a:ea typeface="黑体" panose="02010609060101010101" pitchFamily="49" charset="-122"/>
              </a:rPr>
              <a:t>第三部分</a:t>
            </a:r>
            <a:r>
              <a:rPr lang="zh-CN" altLang="en-US" dirty="0" smtClean="0">
                <a:latin typeface="+mj-lt"/>
                <a:ea typeface="黑体" panose="02010609060101010101" pitchFamily="49" charset="-122"/>
              </a:rPr>
              <a:t>：由软件控制计量器具中的软件如何满足防止有意无意修改而存在欺诈性使用要求给出描述和解释。</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不同国家和地区在计量要求、计量技术和计量管理上的要求会有一些差异，但基本性能要求和管理思想是一致。本文档以被广泛认同的国际建议为主要参考文献对相关内容进行描述。</a:t>
            </a:r>
            <a:endParaRPr lang="en-US" altLang="zh-CN" dirty="0" smtClean="0">
              <a:latin typeface="+mj-lt"/>
              <a:ea typeface="黑体" panose="02010609060101010101" pitchFamily="49" charset="-122"/>
            </a:endParaRPr>
          </a:p>
          <a:p>
            <a:pPr marL="179387" lvl="1" indent="457200">
              <a:spcAft>
                <a:spcPts val="1200"/>
              </a:spcAft>
              <a:buNone/>
            </a:pPr>
            <a:endParaRPr lang="en-US" altLang="zh-CN" dirty="0" smtClean="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3</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187995259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uppieren 16"/>
          <p:cNvGrpSpPr/>
          <p:nvPr/>
        </p:nvGrpSpPr>
        <p:grpSpPr>
          <a:xfrm>
            <a:off x="395288" y="1949932"/>
            <a:ext cx="10081400" cy="491500"/>
            <a:chOff x="539175" y="3154768"/>
            <a:chExt cx="10081400" cy="531132"/>
          </a:xfrm>
        </p:grpSpPr>
        <p:sp>
          <p:nvSpPr>
            <p:cNvPr id="4" name="Gleichschenkliges Dreieck 3"/>
            <p:cNvSpPr/>
            <p:nvPr/>
          </p:nvSpPr>
          <p:spPr>
            <a:xfrm rot="16200000">
              <a:off x="9371418" y="3273380"/>
              <a:ext cx="311087" cy="21602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hteck 19"/>
            <p:cNvSpPr/>
            <p:nvPr/>
          </p:nvSpPr>
          <p:spPr>
            <a:xfrm>
              <a:off x="539175" y="3154768"/>
              <a:ext cx="8396287" cy="531132"/>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dirty="0"/>
            </a:p>
          </p:txBody>
        </p:sp>
        <p:sp>
          <p:nvSpPr>
            <p:cNvPr id="16" name="Rechteck 15"/>
            <p:cNvSpPr/>
            <p:nvPr/>
          </p:nvSpPr>
          <p:spPr>
            <a:xfrm>
              <a:off x="9684445" y="3176891"/>
              <a:ext cx="936130" cy="4320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r>
                <a:rPr lang="en-US" sz="800" dirty="0" smtClean="0">
                  <a:solidFill>
                    <a:schemeClr val="tx1"/>
                  </a:solidFill>
                </a:rPr>
                <a:t>To shift Highlight</a:t>
              </a:r>
            </a:p>
            <a:p>
              <a:r>
                <a:rPr lang="en-US" sz="800" dirty="0">
                  <a:solidFill>
                    <a:schemeClr val="tx1"/>
                  </a:solidFill>
                </a:rPr>
                <a:t>C</a:t>
              </a:r>
              <a:r>
                <a:rPr lang="en-US" sz="800" dirty="0" smtClean="0">
                  <a:solidFill>
                    <a:schemeClr val="tx1"/>
                  </a:solidFill>
                </a:rPr>
                <a:t>lick the arrow, press shift key and move top or bottom</a:t>
              </a:r>
            </a:p>
          </p:txBody>
        </p:sp>
      </p:grpSp>
      <p:sp>
        <p:nvSpPr>
          <p:cNvPr id="2" name="Titel 1"/>
          <p:cNvSpPr>
            <a:spLocks noGrp="1"/>
          </p:cNvSpPr>
          <p:nvPr>
            <p:ph type="title"/>
          </p:nvPr>
        </p:nvSpPr>
        <p:spPr/>
        <p:txBody>
          <a:bodyPr/>
          <a:lstStyle/>
          <a:p>
            <a:r>
              <a:rPr lang="en-US" dirty="0" smtClean="0"/>
              <a:t>Agenda</a:t>
            </a:r>
            <a:endParaRPr lang="en-US" dirty="0"/>
          </a:p>
        </p:txBody>
      </p:sp>
      <p:sp>
        <p:nvSpPr>
          <p:cNvPr id="14" name="Slide Number Placeholder 13"/>
          <p:cNvSpPr>
            <a:spLocks noGrp="1"/>
          </p:cNvSpPr>
          <p:nvPr>
            <p:ph type="sldNum" sz="quarter" idx="100"/>
          </p:nvPr>
        </p:nvSpPr>
        <p:spPr/>
        <p:txBody>
          <a:bodyPr/>
          <a:lstStyle/>
          <a:p>
            <a:fld id="{2B2B68EE-DD1E-4368-AFCE-24A50EC7BF18}" type="slidenum">
              <a:rPr lang="en-US" smtClean="0"/>
              <a:pPr/>
              <a:t>4</a:t>
            </a:fld>
            <a:endParaRPr lang="en-US" dirty="0"/>
          </a:p>
        </p:txBody>
      </p:sp>
      <p:sp>
        <p:nvSpPr>
          <p:cNvPr id="13" name="Footer Placeholder 12"/>
          <p:cNvSpPr>
            <a:spLocks noGrp="1"/>
          </p:cNvSpPr>
          <p:nvPr>
            <p:ph type="ftr" sz="quarter" idx="101"/>
          </p:nvPr>
        </p:nvSpPr>
        <p:spPr/>
        <p:txBody>
          <a:bodyPr/>
          <a:lstStyle/>
          <a:p>
            <a:r>
              <a:rPr lang="en-US" smtClean="0"/>
              <a:t>For internal use - Confidential</a:t>
            </a:r>
            <a:endParaRPr lang="en-US" dirty="0"/>
          </a:p>
        </p:txBody>
      </p:sp>
      <p:graphicFrame>
        <p:nvGraphicFramePr>
          <p:cNvPr id="8" name="Inhaltsplatzhalter 7"/>
          <p:cNvGraphicFramePr>
            <a:graphicFrameLocks noGrp="1"/>
          </p:cNvGraphicFramePr>
          <p:nvPr>
            <p:ph idx="4294967295"/>
            <p:extLst>
              <p:ext uri="{D42A27DB-BD31-4B8C-83A1-F6EECF244321}">
                <p14:modId xmlns:p14="http://schemas.microsoft.com/office/powerpoint/2010/main" val="331593354"/>
              </p:ext>
            </p:extLst>
          </p:nvPr>
        </p:nvGraphicFramePr>
        <p:xfrm>
          <a:off x="357187" y="1477762"/>
          <a:ext cx="8429625" cy="3024000"/>
        </p:xfrm>
        <a:graphic>
          <a:graphicData uri="http://schemas.openxmlformats.org/drawingml/2006/table">
            <a:tbl>
              <a:tblPr firstRow="1" firstCol="1" bandRow="1">
                <a:solidFill>
                  <a:srgbClr val="FFFFFF">
                    <a:alpha val="20000"/>
                  </a:srgbClr>
                </a:solidFill>
              </a:tblPr>
              <a:tblGrid>
                <a:gridCol w="508896"/>
                <a:gridCol w="7920729"/>
              </a:tblGrid>
              <a:tr h="504000">
                <a:tc>
                  <a:txBody>
                    <a:bodyPr/>
                    <a:lstStyle/>
                    <a:p>
                      <a:pPr algn="ctr"/>
                      <a:r>
                        <a:rPr lang="en-US" b="1" noProof="0" dirty="0" smtClean="0">
                          <a:solidFill>
                            <a:schemeClr val="bg1"/>
                          </a:solidFill>
                        </a:rPr>
                        <a:t>1</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前言</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2</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概述</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altLang="zh-CN" b="1" noProof="0" dirty="0" smtClean="0">
                          <a:solidFill>
                            <a:schemeClr val="bg1"/>
                          </a:solidFill>
                        </a:rPr>
                        <a:t>3</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软件保护</a:t>
                      </a:r>
                      <a:endParaRPr lang="en-US" sz="1600" b="1" kern="1200" noProof="0" dirty="0" smtClean="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noProof="0" dirty="0" smtClean="0">
                          <a:solidFill>
                            <a:schemeClr val="bg1"/>
                          </a:solidFill>
                        </a:rPr>
                        <a:t>4</a:t>
                      </a:r>
                      <a:endParaRPr lang="en-US" b="1" noProof="0" dirty="0" smtClean="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软件接口及软件分割</a:t>
                      </a:r>
                      <a:endParaRPr lang="en-US" b="1" noProof="0" dirty="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noProof="0" dirty="0" smtClean="0">
                          <a:solidFill>
                            <a:schemeClr val="bg1"/>
                          </a:solidFill>
                        </a:rPr>
                        <a:t>5</a:t>
                      </a:r>
                      <a:endParaRPr lang="en-US" b="1" noProof="0" dirty="0" smtClean="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t>数据传输和保存</a:t>
                      </a:r>
                      <a:endParaRPr lang="en-US" altLang="zh-CN" b="1" noProof="0" dirty="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noProof="0" dirty="0" smtClean="0">
                          <a:solidFill>
                            <a:schemeClr val="bg1"/>
                          </a:solidFill>
                        </a:rPr>
                        <a:t>6</a:t>
                      </a:r>
                      <a:endParaRPr lang="en-US" b="1" noProof="0" dirty="0" smtClean="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t>软件下载</a:t>
                      </a:r>
                      <a:endParaRPr lang="en-US" b="1" noProof="0" dirty="0" smtClean="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bl>
          </a:graphicData>
        </a:graphic>
      </p:graphicFrame>
    </p:spTree>
    <p:extLst>
      <p:ext uri="{BB962C8B-B14F-4D97-AF65-F5344CB8AC3E}">
        <p14:creationId xmlns:p14="http://schemas.microsoft.com/office/powerpoint/2010/main" val="36269840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概述</a:t>
            </a:r>
            <a:endParaRPr lang="zh-CN" altLang="en-US" dirty="0">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ea typeface="黑体" panose="02010609060101010101" pitchFamily="49" charset="-122"/>
              </a:rPr>
              <a:t>术语</a:t>
            </a:r>
            <a:endParaRPr lang="zh-CN" altLang="en-US" dirty="0">
              <a:ea typeface="黑体" panose="02010609060101010101" pitchFamily="49" charset="-122"/>
            </a:endParaRPr>
          </a:p>
        </p:txBody>
      </p:sp>
      <p:graphicFrame>
        <p:nvGraphicFramePr>
          <p:cNvPr id="7" name="内容占位符 6"/>
          <p:cNvGraphicFramePr>
            <a:graphicFrameLocks noGrp="1"/>
          </p:cNvGraphicFramePr>
          <p:nvPr>
            <p:ph idx="1"/>
            <p:extLst>
              <p:ext uri="{D42A27DB-BD31-4B8C-83A1-F6EECF244321}">
                <p14:modId xmlns:p14="http://schemas.microsoft.com/office/powerpoint/2010/main" val="1042537988"/>
              </p:ext>
            </p:extLst>
          </p:nvPr>
        </p:nvGraphicFramePr>
        <p:xfrm>
          <a:off x="709192" y="1417660"/>
          <a:ext cx="8353426" cy="4895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5</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3015816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术语</a:t>
            </a:r>
            <a:endParaRPr lang="zh-CN" altLang="en-US" dirty="0">
              <a:latin typeface="黑体" panose="02010609060101010101" pitchFamily="49" charset="-122"/>
              <a:ea typeface="黑体" panose="02010609060101010101" pitchFamily="49" charset="-122"/>
            </a:endParaRPr>
          </a:p>
        </p:txBody>
      </p:sp>
      <p:graphicFrame>
        <p:nvGraphicFramePr>
          <p:cNvPr id="7" name="内容占位符 6"/>
          <p:cNvGraphicFramePr>
            <a:graphicFrameLocks noGrp="1"/>
          </p:cNvGraphicFramePr>
          <p:nvPr>
            <p:ph idx="1"/>
            <p:extLst>
              <p:ext uri="{D42A27DB-BD31-4B8C-83A1-F6EECF244321}">
                <p14:modId xmlns:p14="http://schemas.microsoft.com/office/powerpoint/2010/main" val="38166387"/>
              </p:ext>
            </p:extLst>
          </p:nvPr>
        </p:nvGraphicFramePr>
        <p:xfrm>
          <a:off x="395288" y="1485900"/>
          <a:ext cx="8353426" cy="4895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6</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015816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术语</a:t>
            </a:r>
            <a:endParaRPr lang="zh-CN" altLang="en-US" dirty="0"/>
          </a:p>
        </p:txBody>
      </p:sp>
      <p:graphicFrame>
        <p:nvGraphicFramePr>
          <p:cNvPr id="7" name="内容占位符 6"/>
          <p:cNvGraphicFramePr>
            <a:graphicFrameLocks noGrp="1"/>
          </p:cNvGraphicFramePr>
          <p:nvPr>
            <p:ph idx="1"/>
            <p:extLst>
              <p:ext uri="{D42A27DB-BD31-4B8C-83A1-F6EECF244321}">
                <p14:modId xmlns:p14="http://schemas.microsoft.com/office/powerpoint/2010/main" val="610397195"/>
              </p:ext>
            </p:extLst>
          </p:nvPr>
        </p:nvGraphicFramePr>
        <p:xfrm>
          <a:off x="395288" y="1267532"/>
          <a:ext cx="8353426" cy="4895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灯片编号占位符 4"/>
          <p:cNvSpPr>
            <a:spLocks noGrp="1"/>
          </p:cNvSpPr>
          <p:nvPr>
            <p:ph type="sldNum" sz="quarter" idx="100"/>
          </p:nvPr>
        </p:nvSpPr>
        <p:spPr/>
        <p:txBody>
          <a:bodyPr/>
          <a:lstStyle/>
          <a:p>
            <a:fld id="{2B2B68EE-DD1E-4368-AFCE-24A50EC7BF18}" type="slidenum">
              <a:rPr lang="en-US" smtClean="0"/>
              <a:pPr/>
              <a:t>7</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42313709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概述</a:t>
            </a:r>
            <a:endParaRPr lang="zh-CN" altLang="en-US" dirty="0"/>
          </a:p>
        </p:txBody>
      </p:sp>
      <p:sp>
        <p:nvSpPr>
          <p:cNvPr id="3" name="标题 2"/>
          <p:cNvSpPr>
            <a:spLocks noGrp="1"/>
          </p:cNvSpPr>
          <p:nvPr>
            <p:ph type="title" idx="99"/>
          </p:nvPr>
        </p:nvSpPr>
        <p:spPr/>
        <p:txBody>
          <a:bodyPr/>
          <a:lstStyle/>
          <a:p>
            <a:r>
              <a:rPr lang="zh-CN" altLang="en-US" dirty="0" smtClean="0"/>
              <a:t>术语</a:t>
            </a:r>
            <a:endParaRPr lang="zh-CN" altLang="en-US" dirty="0"/>
          </a:p>
        </p:txBody>
      </p:sp>
      <p:graphicFrame>
        <p:nvGraphicFramePr>
          <p:cNvPr id="7" name="内容占位符 6"/>
          <p:cNvGraphicFramePr>
            <a:graphicFrameLocks noGrp="1"/>
          </p:cNvGraphicFramePr>
          <p:nvPr>
            <p:ph idx="1"/>
            <p:extLst>
              <p:ext uri="{D42A27DB-BD31-4B8C-83A1-F6EECF244321}">
                <p14:modId xmlns:p14="http://schemas.microsoft.com/office/powerpoint/2010/main" val="2468844101"/>
              </p:ext>
            </p:extLst>
          </p:nvPr>
        </p:nvGraphicFramePr>
        <p:xfrm>
          <a:off x="395288" y="1485900"/>
          <a:ext cx="8353426" cy="4895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灯片编号占位符 4"/>
          <p:cNvSpPr>
            <a:spLocks noGrp="1"/>
          </p:cNvSpPr>
          <p:nvPr>
            <p:ph type="sldNum" sz="quarter" idx="100"/>
          </p:nvPr>
        </p:nvSpPr>
        <p:spPr/>
        <p:txBody>
          <a:bodyPr/>
          <a:lstStyle/>
          <a:p>
            <a:fld id="{2B2B68EE-DD1E-4368-AFCE-24A50EC7BF18}" type="slidenum">
              <a:rPr lang="en-US" smtClean="0"/>
              <a:pPr/>
              <a:t>8</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34231078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概述</a:t>
            </a:r>
            <a:endParaRPr lang="zh-CN" altLang="en-US" dirty="0">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ea typeface="黑体" panose="02010609060101010101" pitchFamily="49" charset="-122"/>
              </a:rPr>
              <a:t>术语 </a:t>
            </a:r>
            <a:r>
              <a:rPr lang="en-US" altLang="zh-CN" dirty="0" smtClean="0">
                <a:ea typeface="黑体" panose="02010609060101010101" pitchFamily="49" charset="-122"/>
              </a:rPr>
              <a:t>– </a:t>
            </a:r>
            <a:r>
              <a:rPr lang="zh-CN" altLang="en-US" sz="1400" dirty="0" smtClean="0">
                <a:ea typeface="黑体" panose="02010609060101010101" pitchFamily="49" charset="-122"/>
              </a:rPr>
              <a:t>基于</a:t>
            </a:r>
            <a:r>
              <a:rPr lang="en-US" altLang="zh-CN" sz="1400" dirty="0" smtClean="0">
                <a:ea typeface="黑体" panose="02010609060101010101" pitchFamily="49" charset="-122"/>
              </a:rPr>
              <a:t>IT</a:t>
            </a:r>
            <a:r>
              <a:rPr lang="zh-CN" altLang="en-US" sz="1400" dirty="0" smtClean="0">
                <a:ea typeface="黑体" panose="02010609060101010101" pitchFamily="49" charset="-122"/>
              </a:rPr>
              <a:t>技术</a:t>
            </a:r>
            <a:endParaRPr lang="zh-CN" altLang="en-US" sz="1400" dirty="0">
              <a:ea typeface="黑体" panose="02010609060101010101" pitchFamily="49" charset="-122"/>
            </a:endParaRPr>
          </a:p>
        </p:txBody>
      </p:sp>
      <p:graphicFrame>
        <p:nvGraphicFramePr>
          <p:cNvPr id="7" name="内容占位符 6"/>
          <p:cNvGraphicFramePr>
            <a:graphicFrameLocks noGrp="1"/>
          </p:cNvGraphicFramePr>
          <p:nvPr>
            <p:ph idx="1"/>
            <p:extLst>
              <p:ext uri="{D42A27DB-BD31-4B8C-83A1-F6EECF244321}">
                <p14:modId xmlns:p14="http://schemas.microsoft.com/office/powerpoint/2010/main" val="196530616"/>
              </p:ext>
            </p:extLst>
          </p:nvPr>
        </p:nvGraphicFramePr>
        <p:xfrm>
          <a:off x="395288" y="1444956"/>
          <a:ext cx="8353426" cy="4895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9</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35988745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uppieren 16"/>
          <p:cNvGrpSpPr/>
          <p:nvPr/>
        </p:nvGrpSpPr>
        <p:grpSpPr>
          <a:xfrm>
            <a:off x="395288" y="2523148"/>
            <a:ext cx="10081400" cy="491500"/>
            <a:chOff x="539175" y="3154768"/>
            <a:chExt cx="10081400" cy="531132"/>
          </a:xfrm>
        </p:grpSpPr>
        <p:sp>
          <p:nvSpPr>
            <p:cNvPr id="4" name="Gleichschenkliges Dreieck 3"/>
            <p:cNvSpPr/>
            <p:nvPr/>
          </p:nvSpPr>
          <p:spPr>
            <a:xfrm rot="16200000">
              <a:off x="9371418" y="3273380"/>
              <a:ext cx="311087" cy="21602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hteck 19"/>
            <p:cNvSpPr/>
            <p:nvPr/>
          </p:nvSpPr>
          <p:spPr>
            <a:xfrm>
              <a:off x="539175" y="3154768"/>
              <a:ext cx="8396287" cy="531132"/>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dirty="0"/>
            </a:p>
          </p:txBody>
        </p:sp>
        <p:sp>
          <p:nvSpPr>
            <p:cNvPr id="16" name="Rechteck 15"/>
            <p:cNvSpPr/>
            <p:nvPr/>
          </p:nvSpPr>
          <p:spPr>
            <a:xfrm>
              <a:off x="9684445" y="3176891"/>
              <a:ext cx="936130" cy="4320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r>
                <a:rPr lang="en-US" sz="800" dirty="0" smtClean="0">
                  <a:solidFill>
                    <a:schemeClr val="tx1"/>
                  </a:solidFill>
                </a:rPr>
                <a:t>To shift Highlight</a:t>
              </a:r>
            </a:p>
            <a:p>
              <a:r>
                <a:rPr lang="en-US" sz="800" dirty="0">
                  <a:solidFill>
                    <a:schemeClr val="tx1"/>
                  </a:solidFill>
                </a:rPr>
                <a:t>C</a:t>
              </a:r>
              <a:r>
                <a:rPr lang="en-US" sz="800" dirty="0" smtClean="0">
                  <a:solidFill>
                    <a:schemeClr val="tx1"/>
                  </a:solidFill>
                </a:rPr>
                <a:t>lick the arrow, press shift key and move top or bottom</a:t>
              </a:r>
            </a:p>
          </p:txBody>
        </p:sp>
      </p:grpSp>
      <p:sp>
        <p:nvSpPr>
          <p:cNvPr id="2" name="Titel 1"/>
          <p:cNvSpPr>
            <a:spLocks noGrp="1"/>
          </p:cNvSpPr>
          <p:nvPr>
            <p:ph type="title"/>
          </p:nvPr>
        </p:nvSpPr>
        <p:spPr/>
        <p:txBody>
          <a:bodyPr/>
          <a:lstStyle/>
          <a:p>
            <a:r>
              <a:rPr lang="en-US" dirty="0" smtClean="0"/>
              <a:t>Agenda</a:t>
            </a:r>
            <a:endParaRPr lang="en-US" dirty="0"/>
          </a:p>
        </p:txBody>
      </p:sp>
      <p:sp>
        <p:nvSpPr>
          <p:cNvPr id="14" name="Slide Number Placeholder 13"/>
          <p:cNvSpPr>
            <a:spLocks noGrp="1"/>
          </p:cNvSpPr>
          <p:nvPr>
            <p:ph type="sldNum" sz="quarter" idx="100"/>
          </p:nvPr>
        </p:nvSpPr>
        <p:spPr/>
        <p:txBody>
          <a:bodyPr/>
          <a:lstStyle/>
          <a:p>
            <a:fld id="{2B2B68EE-DD1E-4368-AFCE-24A50EC7BF18}" type="slidenum">
              <a:rPr lang="en-US" smtClean="0"/>
              <a:pPr/>
              <a:t>10</a:t>
            </a:fld>
            <a:endParaRPr lang="en-US" dirty="0"/>
          </a:p>
        </p:txBody>
      </p:sp>
      <p:sp>
        <p:nvSpPr>
          <p:cNvPr id="13" name="Footer Placeholder 12"/>
          <p:cNvSpPr>
            <a:spLocks noGrp="1"/>
          </p:cNvSpPr>
          <p:nvPr>
            <p:ph type="ftr" sz="quarter" idx="101"/>
          </p:nvPr>
        </p:nvSpPr>
        <p:spPr/>
        <p:txBody>
          <a:bodyPr/>
          <a:lstStyle/>
          <a:p>
            <a:r>
              <a:rPr lang="en-US" smtClean="0"/>
              <a:t>For internal use - Confidential</a:t>
            </a:r>
            <a:endParaRPr lang="en-US" dirty="0"/>
          </a:p>
        </p:txBody>
      </p:sp>
      <p:graphicFrame>
        <p:nvGraphicFramePr>
          <p:cNvPr id="8" name="Inhaltsplatzhalter 7"/>
          <p:cNvGraphicFramePr>
            <a:graphicFrameLocks noGrp="1"/>
          </p:cNvGraphicFramePr>
          <p:nvPr>
            <p:ph idx="4294967295"/>
            <p:extLst>
              <p:ext uri="{D42A27DB-BD31-4B8C-83A1-F6EECF244321}">
                <p14:modId xmlns:p14="http://schemas.microsoft.com/office/powerpoint/2010/main" val="2029086634"/>
              </p:ext>
            </p:extLst>
          </p:nvPr>
        </p:nvGraphicFramePr>
        <p:xfrm>
          <a:off x="357187" y="1477762"/>
          <a:ext cx="8429625" cy="3024000"/>
        </p:xfrm>
        <a:graphic>
          <a:graphicData uri="http://schemas.openxmlformats.org/drawingml/2006/table">
            <a:tbl>
              <a:tblPr firstRow="1" firstCol="1" bandRow="1">
                <a:solidFill>
                  <a:srgbClr val="FFFFFF">
                    <a:alpha val="20000"/>
                  </a:srgbClr>
                </a:solidFill>
              </a:tblPr>
              <a:tblGrid>
                <a:gridCol w="508896"/>
                <a:gridCol w="7920729"/>
              </a:tblGrid>
              <a:tr h="504000">
                <a:tc>
                  <a:txBody>
                    <a:bodyPr/>
                    <a:lstStyle/>
                    <a:p>
                      <a:pPr algn="ctr"/>
                      <a:r>
                        <a:rPr lang="en-US" b="1" noProof="0" dirty="0" smtClean="0">
                          <a:solidFill>
                            <a:schemeClr val="bg1"/>
                          </a:solidFill>
                        </a:rPr>
                        <a:t>1</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前言</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2</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概述</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altLang="zh-CN" b="1" noProof="0" dirty="0" smtClean="0">
                          <a:solidFill>
                            <a:schemeClr val="bg1"/>
                          </a:solidFill>
                        </a:rPr>
                        <a:t>3</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软件保护</a:t>
                      </a:r>
                      <a:endParaRPr lang="en-US" sz="1600" b="1" kern="1200" noProof="0" dirty="0" smtClean="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noProof="0" dirty="0" smtClean="0">
                          <a:solidFill>
                            <a:schemeClr val="bg1"/>
                          </a:solidFill>
                        </a:rPr>
                        <a:t>4</a:t>
                      </a:r>
                      <a:endParaRPr lang="en-US" b="1" noProof="0" dirty="0" smtClean="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软件接口及软件分割</a:t>
                      </a:r>
                      <a:endParaRPr lang="en-US" b="1" noProof="0" dirty="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noProof="0" dirty="0" smtClean="0">
                          <a:solidFill>
                            <a:schemeClr val="bg1"/>
                          </a:solidFill>
                        </a:rPr>
                        <a:t>5</a:t>
                      </a:r>
                      <a:endParaRPr lang="en-US" b="1" noProof="0" dirty="0" smtClean="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t>数据传输和保存</a:t>
                      </a:r>
                      <a:endParaRPr lang="en-US" altLang="zh-CN" b="1" noProof="0" dirty="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noProof="0" dirty="0" smtClean="0">
                          <a:solidFill>
                            <a:schemeClr val="bg1"/>
                          </a:solidFill>
                        </a:rPr>
                        <a:t>6</a:t>
                      </a:r>
                      <a:endParaRPr lang="en-US" b="1" noProof="0" dirty="0" smtClean="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t>软件下载</a:t>
                      </a:r>
                      <a:endParaRPr lang="en-US" b="1" noProof="0" dirty="0" smtClean="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bl>
          </a:graphicData>
        </a:graphic>
      </p:graphicFrame>
    </p:spTree>
    <p:extLst>
      <p:ext uri="{BB962C8B-B14F-4D97-AF65-F5344CB8AC3E}">
        <p14:creationId xmlns:p14="http://schemas.microsoft.com/office/powerpoint/2010/main" val="13464310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软件保护</a:t>
            </a:r>
            <a:endParaRPr lang="zh-CN" altLang="en-US" dirty="0">
              <a:ea typeface="黑体" panose="02010609060101010101" pitchFamily="49" charset="-122"/>
            </a:endParaRPr>
          </a:p>
        </p:txBody>
      </p:sp>
      <p:sp>
        <p:nvSpPr>
          <p:cNvPr id="4" name="内容占位符 3"/>
          <p:cNvSpPr>
            <a:spLocks noGrp="1"/>
          </p:cNvSpPr>
          <p:nvPr>
            <p:ph idx="1"/>
          </p:nvPr>
        </p:nvSpPr>
        <p:spPr>
          <a:xfrm>
            <a:off x="395287" y="965621"/>
            <a:ext cx="8527995" cy="5403647"/>
          </a:xfrm>
        </p:spPr>
        <p:txBody>
          <a:bodyPr/>
          <a:lstStyle/>
          <a:p>
            <a:pPr marL="179387" lvl="1" indent="457200">
              <a:lnSpc>
                <a:spcPts val="2200"/>
              </a:lnSpc>
              <a:spcAft>
                <a:spcPts val="1200"/>
              </a:spcAft>
              <a:buNone/>
            </a:pPr>
            <a:r>
              <a:rPr lang="zh-CN" altLang="en-US" dirty="0" smtClean="0">
                <a:latin typeface="+mj-lt"/>
                <a:ea typeface="黑体" panose="02010609060101010101" pitchFamily="49" charset="-122"/>
              </a:rPr>
              <a:t>标准对软件的要求或采取的技术方案举例是法制计量管理最低要求（不具有欺诈性使用可能；功能和参数不被有意和无意修改），仅是从系统方案上提出可行的方法或思想。产品设计完全可以采用更有效的保护或算法，只要能证明满足标准的基本要求。</a:t>
            </a:r>
            <a:endParaRPr lang="en-US" altLang="zh-CN" dirty="0" smtClean="0">
              <a:latin typeface="+mj-lt"/>
              <a:ea typeface="黑体" panose="02010609060101010101" pitchFamily="49" charset="-122"/>
            </a:endParaRPr>
          </a:p>
          <a:p>
            <a:pPr marL="179387" lvl="1" indent="457200">
              <a:lnSpc>
                <a:spcPts val="2200"/>
              </a:lnSpc>
              <a:spcAft>
                <a:spcPts val="1200"/>
              </a:spcAft>
              <a:buNone/>
            </a:pPr>
            <a:r>
              <a:rPr lang="zh-CN" altLang="en-US" dirty="0" smtClean="0">
                <a:latin typeface="+mj-lt"/>
                <a:ea typeface="黑体" panose="02010609060101010101" pitchFamily="49" charset="-122"/>
              </a:rPr>
              <a:t>需要采用的保护方法和衡器型式存在的风险等级以及用户需求应相对应，例如一般贸易使用、作为国家统计或基础信息的保护要求是不一样的。</a:t>
            </a:r>
            <a:endParaRPr lang="en-US" altLang="zh-CN" dirty="0" smtClean="0">
              <a:latin typeface="+mj-lt"/>
              <a:ea typeface="黑体" panose="02010609060101010101" pitchFamily="49" charset="-122"/>
            </a:endParaRPr>
          </a:p>
          <a:p>
            <a:pPr marL="179387" lvl="1" indent="457200">
              <a:lnSpc>
                <a:spcPts val="2200"/>
              </a:lnSpc>
              <a:spcAft>
                <a:spcPts val="1200"/>
              </a:spcAft>
              <a:buNone/>
            </a:pPr>
            <a:r>
              <a:rPr lang="zh-CN" altLang="en-US" dirty="0" smtClean="0">
                <a:latin typeface="+mj-lt"/>
                <a:ea typeface="黑体" panose="02010609060101010101" pitchFamily="49" charset="-122"/>
              </a:rPr>
              <a:t>软件</a:t>
            </a:r>
            <a:r>
              <a:rPr lang="zh-CN" altLang="en-US" dirty="0">
                <a:latin typeface="+mj-lt"/>
                <a:ea typeface="黑体" panose="02010609060101010101" pitchFamily="49" charset="-122"/>
              </a:rPr>
              <a:t>控制</a:t>
            </a:r>
            <a:r>
              <a:rPr lang="zh-CN" altLang="en-US" dirty="0" smtClean="0">
                <a:latin typeface="+mj-lt"/>
                <a:ea typeface="黑体" panose="02010609060101010101" pitchFamily="49" charset="-122"/>
              </a:rPr>
              <a:t>衡器型式分</a:t>
            </a:r>
            <a:r>
              <a:rPr lang="en-US" altLang="zh-CN" dirty="0" smtClean="0">
                <a:latin typeface="+mj-lt"/>
                <a:ea typeface="黑体" panose="02010609060101010101" pitchFamily="49" charset="-122"/>
              </a:rPr>
              <a:t>3</a:t>
            </a:r>
            <a:r>
              <a:rPr lang="zh-CN" altLang="en-US" dirty="0" smtClean="0">
                <a:latin typeface="+mj-lt"/>
                <a:ea typeface="黑体" panose="02010609060101010101" pitchFamily="49" charset="-122"/>
              </a:rPr>
              <a:t>类：</a:t>
            </a:r>
            <a:endParaRPr lang="en-US" altLang="zh-CN" dirty="0" smtClean="0">
              <a:latin typeface="+mj-lt"/>
              <a:ea typeface="黑体" panose="02010609060101010101" pitchFamily="49" charset="-122"/>
            </a:endParaRPr>
          </a:p>
          <a:p>
            <a:pPr marL="704850" lvl="2" indent="-342900">
              <a:lnSpc>
                <a:spcPts val="2200"/>
              </a:lnSpc>
              <a:spcAft>
                <a:spcPts val="600"/>
              </a:spcAft>
              <a:buFont typeface="+mj-lt"/>
              <a:buAutoNum type="arabicPeriod"/>
            </a:pPr>
            <a:r>
              <a:rPr lang="zh-CN" altLang="en-US" dirty="0" smtClean="0">
                <a:latin typeface="+mj-lt"/>
                <a:ea typeface="黑体" panose="02010609060101010101" pitchFamily="49" charset="-122"/>
              </a:rPr>
              <a:t>嵌入式；</a:t>
            </a:r>
            <a:endParaRPr lang="en-US" altLang="zh-CN" dirty="0" smtClean="0">
              <a:latin typeface="+mj-lt"/>
              <a:ea typeface="黑体" panose="02010609060101010101" pitchFamily="49" charset="-122"/>
            </a:endParaRPr>
          </a:p>
          <a:p>
            <a:pPr marL="704850" lvl="2" indent="-342900">
              <a:lnSpc>
                <a:spcPts val="2200"/>
              </a:lnSpc>
              <a:spcAft>
                <a:spcPts val="600"/>
              </a:spcAft>
              <a:buFont typeface="+mj-lt"/>
              <a:buAutoNum type="arabicPeriod"/>
            </a:pPr>
            <a:r>
              <a:rPr lang="zh-CN" altLang="en-US" dirty="0" smtClean="0">
                <a:latin typeface="+mj-lt"/>
                <a:ea typeface="黑体" panose="02010609060101010101" pitchFamily="49" charset="-122"/>
              </a:rPr>
              <a:t>专用</a:t>
            </a:r>
            <a:r>
              <a:rPr lang="en-US" altLang="zh-CN" dirty="0">
                <a:latin typeface="+mj-lt"/>
                <a:ea typeface="黑体" panose="02010609060101010101" pitchFamily="49" charset="-122"/>
              </a:rPr>
              <a:t>PC</a:t>
            </a:r>
            <a:r>
              <a:rPr lang="zh-CN" altLang="en-US" dirty="0">
                <a:latin typeface="+mj-lt"/>
                <a:ea typeface="黑体" panose="02010609060101010101" pitchFamily="49" charset="-122"/>
              </a:rPr>
              <a:t>（没有任何与称重及称重</a:t>
            </a:r>
            <a:r>
              <a:rPr lang="zh-CN" altLang="en-US" dirty="0" smtClean="0">
                <a:latin typeface="+mj-lt"/>
                <a:ea typeface="黑体" panose="02010609060101010101" pitchFamily="49" charset="-122"/>
              </a:rPr>
              <a:t>应用无关的其它软件）</a:t>
            </a:r>
            <a:r>
              <a:rPr lang="en-US" altLang="zh-CN" dirty="0" smtClean="0">
                <a:latin typeface="+mj-lt"/>
                <a:ea typeface="黑体" panose="02010609060101010101" pitchFamily="49" charset="-122"/>
              </a:rPr>
              <a:t>P type</a:t>
            </a:r>
            <a:r>
              <a:rPr lang="zh-CN" altLang="en-US" dirty="0" smtClean="0">
                <a:latin typeface="+mj-lt"/>
                <a:ea typeface="黑体" panose="02010609060101010101" pitchFamily="49" charset="-122"/>
              </a:rPr>
              <a:t>；</a:t>
            </a:r>
            <a:endParaRPr lang="en-US" altLang="zh-CN" dirty="0" smtClean="0">
              <a:latin typeface="+mj-lt"/>
              <a:ea typeface="黑体" panose="02010609060101010101" pitchFamily="49" charset="-122"/>
            </a:endParaRPr>
          </a:p>
          <a:p>
            <a:pPr marL="704850" lvl="2" indent="-342900">
              <a:lnSpc>
                <a:spcPts val="2200"/>
              </a:lnSpc>
              <a:spcAft>
                <a:spcPts val="600"/>
              </a:spcAft>
              <a:buFont typeface="+mj-lt"/>
              <a:buAutoNum type="arabicPeriod"/>
            </a:pPr>
            <a:r>
              <a:rPr lang="zh-CN" altLang="en-US" dirty="0" smtClean="0">
                <a:latin typeface="+mj-lt"/>
                <a:ea typeface="黑体" panose="02010609060101010101" pitchFamily="49" charset="-122"/>
              </a:rPr>
              <a:t>通用</a:t>
            </a:r>
            <a:r>
              <a:rPr lang="en-US" altLang="zh-CN" dirty="0">
                <a:latin typeface="+mj-lt"/>
                <a:ea typeface="黑体" panose="02010609060101010101" pitchFamily="49" charset="-122"/>
              </a:rPr>
              <a:t>PC</a:t>
            </a:r>
            <a:r>
              <a:rPr lang="zh-CN" altLang="en-US" dirty="0">
                <a:latin typeface="+mj-lt"/>
                <a:ea typeface="黑体" panose="02010609060101010101" pitchFamily="49" charset="-122"/>
              </a:rPr>
              <a:t>（在通用</a:t>
            </a:r>
            <a:r>
              <a:rPr lang="en-US" altLang="zh-CN" dirty="0">
                <a:latin typeface="+mj-lt"/>
                <a:ea typeface="黑体" panose="02010609060101010101" pitchFamily="49" charset="-122"/>
              </a:rPr>
              <a:t>PC</a:t>
            </a:r>
            <a:r>
              <a:rPr lang="zh-CN" altLang="en-US" dirty="0">
                <a:latin typeface="+mj-lt"/>
                <a:ea typeface="黑体" panose="02010609060101010101" pitchFamily="49" charset="-122"/>
              </a:rPr>
              <a:t>中有称重软件，以及与称重无关的其它应用软件</a:t>
            </a:r>
            <a:r>
              <a:rPr lang="zh-CN" altLang="en-US" dirty="0" smtClean="0">
                <a:latin typeface="+mj-lt"/>
                <a:ea typeface="黑体" panose="02010609060101010101" pitchFamily="49" charset="-122"/>
              </a:rPr>
              <a:t>）</a:t>
            </a:r>
            <a:r>
              <a:rPr lang="en-US" altLang="zh-CN" dirty="0">
                <a:ea typeface="黑体" panose="02010609060101010101" pitchFamily="49" charset="-122"/>
              </a:rPr>
              <a:t>U </a:t>
            </a:r>
            <a:r>
              <a:rPr lang="en-US" altLang="zh-CN" dirty="0" smtClean="0">
                <a:ea typeface="黑体" panose="02010609060101010101" pitchFamily="49" charset="-122"/>
              </a:rPr>
              <a:t>type</a:t>
            </a:r>
            <a:r>
              <a:rPr lang="zh-CN" altLang="en-US" dirty="0" smtClean="0">
                <a:latin typeface="+mj-lt"/>
                <a:ea typeface="黑体" panose="02010609060101010101" pitchFamily="49" charset="-122"/>
              </a:rPr>
              <a:t>。</a:t>
            </a:r>
            <a:endParaRPr lang="en-US" altLang="zh-CN" dirty="0" smtClean="0">
              <a:latin typeface="+mj-lt"/>
              <a:ea typeface="黑体" panose="02010609060101010101" pitchFamily="49" charset="-122"/>
            </a:endParaRPr>
          </a:p>
          <a:p>
            <a:pPr marL="361950" lvl="2" indent="457200">
              <a:lnSpc>
                <a:spcPts val="2200"/>
              </a:lnSpc>
              <a:spcAft>
                <a:spcPts val="600"/>
              </a:spcAft>
              <a:buNone/>
            </a:pPr>
            <a:r>
              <a:rPr lang="zh-CN" altLang="en-US" dirty="0" smtClean="0">
                <a:latin typeface="+mj-lt"/>
                <a:ea typeface="黑体" panose="02010609060101010101" pitchFamily="49" charset="-122"/>
              </a:rPr>
              <a:t>对于不同类型的软件采用不同的保护方法，满足受保护的程度是相同的。软件的种类和环境不同，采用的保护技术也不同，举例的技术方案和要求的使用或组合使用是根据结构型式、软件类型以及衡器软件和硬件环境确定的，技术的使用保证总体上法制相关软件受保护不会被有意无意的修改和破坏，或法制相关软件被修改破坏后不能就不能继续运行并通过软件标识证明已经被修改。</a:t>
            </a:r>
            <a:endParaRPr lang="en-US" altLang="zh-CN" dirty="0">
              <a:latin typeface="+mj-lt"/>
              <a:ea typeface="黑体" panose="02010609060101010101" pitchFamily="49" charset="-122"/>
            </a:endParaRPr>
          </a:p>
          <a:p>
            <a:pPr marL="179387" lvl="1" indent="0">
              <a:lnSpc>
                <a:spcPts val="2200"/>
              </a:lnSpc>
              <a:spcAft>
                <a:spcPts val="1200"/>
              </a:spcAft>
              <a:buNone/>
            </a:pPr>
            <a:endParaRPr lang="en-US" altLang="zh-CN" dirty="0" smtClean="0">
              <a:latin typeface="+mj-lt"/>
              <a:ea typeface="黑体" panose="02010609060101010101" pitchFamily="49" charset="-122"/>
            </a:endParaRPr>
          </a:p>
          <a:p>
            <a:pPr marL="0" indent="0">
              <a:lnSpc>
                <a:spcPts val="2200"/>
              </a:lnSpc>
              <a:spcAft>
                <a:spcPts val="1200"/>
              </a:spcAft>
              <a:buNone/>
            </a:pPr>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11</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38827957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软件保护</a:t>
            </a:r>
            <a:endParaRPr lang="zh-CN" altLang="en-US" dirty="0">
              <a:ea typeface="黑体" panose="02010609060101010101" pitchFamily="49" charset="-122"/>
            </a:endParaRPr>
          </a:p>
        </p:txBody>
      </p:sp>
      <p:sp>
        <p:nvSpPr>
          <p:cNvPr id="4" name="内容占位符 3"/>
          <p:cNvSpPr>
            <a:spLocks noGrp="1"/>
          </p:cNvSpPr>
          <p:nvPr>
            <p:ph idx="1"/>
          </p:nvPr>
        </p:nvSpPr>
        <p:spPr>
          <a:xfrm>
            <a:off x="395287" y="965621"/>
            <a:ext cx="8527995" cy="5403647"/>
          </a:xfrm>
        </p:spPr>
        <p:txBody>
          <a:bodyPr/>
          <a:lstStyle/>
          <a:p>
            <a:pPr marL="179387" lvl="1" indent="0">
              <a:lnSpc>
                <a:spcPts val="2400"/>
              </a:lnSpc>
              <a:spcAft>
                <a:spcPts val="800"/>
              </a:spcAft>
              <a:buNone/>
            </a:pPr>
            <a:r>
              <a:rPr lang="zh-CN" altLang="en-US" sz="1800" b="1" dirty="0" smtClean="0">
                <a:latin typeface="+mj-lt"/>
                <a:ea typeface="黑体" panose="02010609060101010101" pitchFamily="49" charset="-122"/>
              </a:rPr>
              <a:t>软件保护技术：</a:t>
            </a:r>
            <a:endParaRPr lang="en-US" altLang="zh-CN" sz="1800" b="1" dirty="0" smtClean="0">
              <a:latin typeface="+mj-lt"/>
              <a:ea typeface="黑体" panose="02010609060101010101" pitchFamily="49" charset="-122"/>
            </a:endParaRPr>
          </a:p>
          <a:p>
            <a:pPr>
              <a:lnSpc>
                <a:spcPts val="2400"/>
              </a:lnSpc>
              <a:spcAft>
                <a:spcPts val="800"/>
              </a:spcAft>
            </a:pPr>
            <a:r>
              <a:rPr lang="zh-CN" altLang="en-US" b="1" dirty="0" smtClean="0">
                <a:latin typeface="+mj-lt"/>
                <a:ea typeface="黑体" panose="02010609060101010101" pitchFamily="49" charset="-122"/>
              </a:rPr>
              <a:t>软件标识</a:t>
            </a:r>
            <a:r>
              <a:rPr lang="zh-CN" altLang="en-US" dirty="0" smtClean="0">
                <a:latin typeface="+mj-lt"/>
                <a:ea typeface="黑体" panose="02010609060101010101" pitchFamily="49" charset="-122"/>
              </a:rPr>
              <a:t>的应用和要求：</a:t>
            </a:r>
            <a:endParaRPr lang="en-US" altLang="zh-CN" dirty="0" smtClean="0">
              <a:latin typeface="+mj-lt"/>
              <a:ea typeface="黑体" panose="02010609060101010101" pitchFamily="49" charset="-122"/>
            </a:endParaRPr>
          </a:p>
          <a:p>
            <a:pPr marL="179387" lvl="1" indent="457200">
              <a:lnSpc>
                <a:spcPts val="2400"/>
              </a:lnSpc>
              <a:spcAft>
                <a:spcPts val="800"/>
              </a:spcAft>
              <a:buNone/>
            </a:pPr>
            <a:r>
              <a:rPr lang="zh-CN" altLang="en-US" dirty="0" smtClean="0">
                <a:latin typeface="+mj-lt"/>
                <a:ea typeface="黑体" panose="02010609060101010101" pitchFamily="49" charset="-122"/>
              </a:rPr>
              <a:t>无论何种软件型式，软件控制衡器必须提供法制相关软件的标识。通过软件标识控制和识别证明法制功能是否收到保护或已经被破坏。</a:t>
            </a:r>
            <a:endParaRPr lang="en-US" altLang="zh-CN" dirty="0" smtClean="0">
              <a:latin typeface="+mj-lt"/>
              <a:ea typeface="黑体" panose="02010609060101010101" pitchFamily="49" charset="-122"/>
            </a:endParaRPr>
          </a:p>
          <a:p>
            <a:pPr marL="179387" lvl="1" indent="457200">
              <a:lnSpc>
                <a:spcPts val="2400"/>
              </a:lnSpc>
              <a:spcAft>
                <a:spcPts val="800"/>
              </a:spcAft>
              <a:buNone/>
            </a:pPr>
            <a:r>
              <a:rPr lang="zh-CN" altLang="en-US" dirty="0" smtClean="0">
                <a:latin typeface="+mj-lt"/>
                <a:ea typeface="黑体" panose="02010609060101010101" pitchFamily="49" charset="-122"/>
              </a:rPr>
              <a:t>因此衡器</a:t>
            </a:r>
            <a:r>
              <a:rPr lang="zh-CN" altLang="en-US" dirty="0">
                <a:latin typeface="+mj-lt"/>
                <a:ea typeface="黑体" panose="02010609060101010101" pitchFamily="49" charset="-122"/>
              </a:rPr>
              <a:t>和</a:t>
            </a:r>
            <a:r>
              <a:rPr lang="zh-CN" altLang="en-US" dirty="0" smtClean="0">
                <a:latin typeface="+mj-lt"/>
                <a:ea typeface="黑体" panose="02010609060101010101" pitchFamily="49" charset="-122"/>
              </a:rPr>
              <a:t>模块的法定</a:t>
            </a:r>
            <a:r>
              <a:rPr lang="zh-CN" altLang="en-US" dirty="0">
                <a:latin typeface="+mj-lt"/>
                <a:ea typeface="黑体" panose="02010609060101010101" pitchFamily="49" charset="-122"/>
              </a:rPr>
              <a:t>相关</a:t>
            </a:r>
            <a:r>
              <a:rPr lang="zh-CN" altLang="en-US" dirty="0" smtClean="0">
                <a:latin typeface="+mj-lt"/>
                <a:ea typeface="黑体" panose="02010609060101010101" pitchFamily="49" charset="-122"/>
              </a:rPr>
              <a:t>软件标识可以是软件</a:t>
            </a:r>
            <a:r>
              <a:rPr lang="zh-CN" altLang="en-US" dirty="0">
                <a:latin typeface="+mj-lt"/>
                <a:ea typeface="黑体" panose="02010609060101010101" pitchFamily="49" charset="-122"/>
              </a:rPr>
              <a:t>版本号或</a:t>
            </a:r>
            <a:r>
              <a:rPr lang="zh-CN" altLang="en-US" dirty="0" smtClean="0">
                <a:latin typeface="+mj-lt"/>
                <a:ea typeface="黑体" panose="02010609060101010101" pitchFamily="49" charset="-122"/>
              </a:rPr>
              <a:t>其他标识，标识可以由多</a:t>
            </a:r>
            <a:r>
              <a:rPr lang="zh-CN" altLang="en-US" dirty="0">
                <a:latin typeface="+mj-lt"/>
                <a:ea typeface="黑体" panose="02010609060101010101" pitchFamily="49" charset="-122"/>
              </a:rPr>
              <a:t>个部分组成的，至少有一个部分是与法制相关软件关联的。</a:t>
            </a:r>
            <a:endParaRPr lang="en-US" altLang="zh-CN" dirty="0">
              <a:latin typeface="+mj-lt"/>
              <a:ea typeface="黑体" panose="02010609060101010101" pitchFamily="49" charset="-122"/>
            </a:endParaRPr>
          </a:p>
          <a:p>
            <a:pPr marL="179387" lvl="1" indent="457200">
              <a:lnSpc>
                <a:spcPts val="2400"/>
              </a:lnSpc>
              <a:spcAft>
                <a:spcPts val="800"/>
              </a:spcAft>
              <a:buNone/>
            </a:pPr>
            <a:r>
              <a:rPr lang="zh-CN" altLang="en-US" dirty="0" smtClean="0">
                <a:latin typeface="+mj-lt"/>
                <a:ea typeface="黑体" panose="02010609060101010101" pitchFamily="49" charset="-122"/>
              </a:rPr>
              <a:t>软件标识可以在</a:t>
            </a:r>
            <a:r>
              <a:rPr lang="zh-CN" altLang="en-US" dirty="0">
                <a:latin typeface="+mj-lt"/>
                <a:ea typeface="黑体" panose="02010609060101010101" pitchFamily="49" charset="-122"/>
              </a:rPr>
              <a:t>衡器运行期间通过</a:t>
            </a:r>
            <a:r>
              <a:rPr lang="zh-CN" altLang="en-US" dirty="0" smtClean="0">
                <a:latin typeface="+mj-lt"/>
                <a:ea typeface="黑体" panose="02010609060101010101" pitchFamily="49" charset="-122"/>
              </a:rPr>
              <a:t>命令显示 或</a:t>
            </a:r>
            <a:r>
              <a:rPr lang="zh-CN" altLang="en-US" dirty="0">
                <a:latin typeface="+mj-lt"/>
                <a:ea typeface="黑体" panose="02010609060101010101" pitchFamily="49" charset="-122"/>
              </a:rPr>
              <a:t>在开机的初始时期显示。也可以是通过命令将该标识打印。如果衡器或模块不带显示装置，应能在外接显示或打印装置上显示和打印。</a:t>
            </a:r>
            <a:endParaRPr lang="en-US" altLang="zh-CN" dirty="0">
              <a:latin typeface="+mj-lt"/>
              <a:ea typeface="黑体" panose="02010609060101010101" pitchFamily="49" charset="-122"/>
            </a:endParaRPr>
          </a:p>
          <a:p>
            <a:pPr marL="1433513" lvl="1" indent="-1270000">
              <a:lnSpc>
                <a:spcPts val="2400"/>
              </a:lnSpc>
              <a:spcAft>
                <a:spcPts val="800"/>
              </a:spcAft>
              <a:buNone/>
            </a:pPr>
            <a:r>
              <a:rPr lang="zh-CN" altLang="en-US" b="1" dirty="0" smtClean="0">
                <a:latin typeface="+mj-lt"/>
                <a:ea typeface="黑体" panose="02010609060101010101" pitchFamily="49" charset="-122"/>
              </a:rPr>
              <a:t>嵌入式软件：</a:t>
            </a:r>
            <a:r>
              <a:rPr lang="zh-CN" altLang="en-US" dirty="0" smtClean="0">
                <a:latin typeface="+mj-lt"/>
                <a:ea typeface="黑体" panose="02010609060101010101" pitchFamily="49" charset="-122"/>
              </a:rPr>
              <a:t>用户不使用专用开发工具是不可能修改或下载新的软件的，因此软件</a:t>
            </a:r>
            <a:r>
              <a:rPr lang="zh-CN" altLang="en-US" dirty="0">
                <a:latin typeface="+mj-lt"/>
                <a:ea typeface="黑体" panose="02010609060101010101" pitchFamily="49" charset="-122"/>
              </a:rPr>
              <a:t>标识</a:t>
            </a:r>
            <a:r>
              <a:rPr lang="zh-CN" altLang="en-US" dirty="0" smtClean="0">
                <a:latin typeface="+mj-lt"/>
                <a:ea typeface="黑体" panose="02010609060101010101" pitchFamily="49" charset="-122"/>
              </a:rPr>
              <a:t>可以不是由算法生成的，而是版本号，例如：□□□</a:t>
            </a:r>
            <a:r>
              <a:rPr lang="en-US" altLang="zh-CN" dirty="0" smtClean="0">
                <a:latin typeface="+mj-lt"/>
                <a:ea typeface="黑体" panose="02010609060101010101" pitchFamily="49" charset="-122"/>
              </a:rPr>
              <a:t>-XX</a:t>
            </a:r>
          </a:p>
          <a:p>
            <a:pPr marL="179387" lvl="1" indent="457200">
              <a:lnSpc>
                <a:spcPts val="2400"/>
              </a:lnSpc>
              <a:spcAft>
                <a:spcPts val="800"/>
              </a:spcAft>
              <a:buNone/>
            </a:pPr>
            <a:r>
              <a:rPr lang="zh-CN" altLang="en-US" dirty="0">
                <a:latin typeface="+mj-lt"/>
                <a:ea typeface="黑体" panose="02010609060101010101" pitchFamily="49" charset="-122"/>
              </a:rPr>
              <a:t>□□□ </a:t>
            </a:r>
            <a:r>
              <a:rPr lang="zh-CN" altLang="en-US" dirty="0" smtClean="0">
                <a:latin typeface="+mj-lt"/>
                <a:ea typeface="黑体" panose="02010609060101010101" pitchFamily="49" charset="-122"/>
              </a:rPr>
              <a:t>代表法制软件部分，是固定的且与型式批准时所确定的标识相同，代表了所有计量相关和法制相关的软件部分；除非是因</a:t>
            </a:r>
            <a:r>
              <a:rPr lang="en-US" altLang="zh-CN" dirty="0" smtClean="0">
                <a:latin typeface="+mj-lt"/>
                <a:ea typeface="黑体" panose="02010609060101010101" pitchFamily="49" charset="-122"/>
              </a:rPr>
              <a:t>bug</a:t>
            </a:r>
            <a:r>
              <a:rPr lang="zh-CN" altLang="en-US" dirty="0" smtClean="0">
                <a:latin typeface="+mj-lt"/>
                <a:ea typeface="黑体" panose="02010609060101010101" pitchFamily="49" charset="-122"/>
              </a:rPr>
              <a:t>消除可以不改变版本号，其余与计量相关和法制相关的任何修改都应版本更新或新增版本（如果需要）。</a:t>
            </a:r>
            <a:endParaRPr lang="en-US" altLang="zh-CN" dirty="0" smtClean="0">
              <a:latin typeface="+mj-lt"/>
              <a:ea typeface="黑体" panose="02010609060101010101" pitchFamily="49" charset="-122"/>
            </a:endParaRPr>
          </a:p>
          <a:p>
            <a:pPr marL="179387" lvl="1" indent="457200">
              <a:lnSpc>
                <a:spcPts val="2400"/>
              </a:lnSpc>
              <a:spcAft>
                <a:spcPts val="800"/>
              </a:spcAft>
              <a:buNone/>
            </a:pPr>
            <a:r>
              <a:rPr lang="en-US" altLang="zh-CN" dirty="0" smtClean="0">
                <a:latin typeface="+mj-lt"/>
                <a:ea typeface="黑体" panose="02010609060101010101" pitchFamily="49" charset="-122"/>
              </a:rPr>
              <a:t>X </a:t>
            </a:r>
            <a:r>
              <a:rPr lang="en-US" altLang="zh-CN" dirty="0" err="1" smtClean="0">
                <a:latin typeface="+mj-lt"/>
                <a:ea typeface="黑体" panose="02010609060101010101" pitchFamily="49" charset="-122"/>
              </a:rPr>
              <a:t>X</a:t>
            </a:r>
            <a:r>
              <a:rPr lang="en-US" altLang="zh-CN" dirty="0" smtClean="0">
                <a:latin typeface="+mj-lt"/>
                <a:ea typeface="黑体" panose="02010609060101010101" pitchFamily="49" charset="-122"/>
              </a:rPr>
              <a:t> </a:t>
            </a:r>
            <a:r>
              <a:rPr lang="zh-CN" altLang="en-US" dirty="0" smtClean="0">
                <a:latin typeface="+mj-lt"/>
                <a:ea typeface="黑体" panose="02010609060101010101" pitchFamily="49" charset="-122"/>
              </a:rPr>
              <a:t>代表应用软件部分，制造商根据自身版本管理允许有不同的标识表示应用软件修改、应用功能增加等。</a:t>
            </a:r>
            <a:endParaRPr lang="en-US" altLang="zh-CN" dirty="0" smtClean="0">
              <a:latin typeface="+mj-lt"/>
              <a:ea typeface="黑体" panose="02010609060101010101" pitchFamily="49" charset="-122"/>
            </a:endParaRPr>
          </a:p>
          <a:p>
            <a:pPr marL="0" indent="0">
              <a:lnSpc>
                <a:spcPts val="2400"/>
              </a:lnSpc>
              <a:spcBef>
                <a:spcPts val="0"/>
              </a:spcBef>
              <a:spcAft>
                <a:spcPts val="800"/>
              </a:spcAft>
              <a:buNone/>
            </a:pPr>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12</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38674728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软件保护</a:t>
            </a:r>
            <a:endParaRPr lang="zh-CN" altLang="en-US" dirty="0">
              <a:ea typeface="黑体" panose="02010609060101010101" pitchFamily="49" charset="-122"/>
            </a:endParaRPr>
          </a:p>
        </p:txBody>
      </p:sp>
      <p:sp>
        <p:nvSpPr>
          <p:cNvPr id="4" name="内容占位符 3"/>
          <p:cNvSpPr>
            <a:spLocks noGrp="1"/>
          </p:cNvSpPr>
          <p:nvPr>
            <p:ph idx="1"/>
          </p:nvPr>
        </p:nvSpPr>
        <p:spPr>
          <a:xfrm>
            <a:off x="395287" y="965621"/>
            <a:ext cx="8527995" cy="5403647"/>
          </a:xfrm>
        </p:spPr>
        <p:txBody>
          <a:bodyPr/>
          <a:lstStyle/>
          <a:p>
            <a:pPr marL="179387" lvl="1" indent="0">
              <a:lnSpc>
                <a:spcPts val="2400"/>
              </a:lnSpc>
              <a:spcAft>
                <a:spcPts val="1200"/>
              </a:spcAft>
              <a:buNone/>
            </a:pPr>
            <a:r>
              <a:rPr lang="zh-CN" altLang="en-US" b="1" dirty="0" smtClean="0">
                <a:latin typeface="+mj-lt"/>
                <a:ea typeface="黑体" panose="02010609060101010101" pitchFamily="49" charset="-122"/>
              </a:rPr>
              <a:t>软件标识</a:t>
            </a:r>
            <a:r>
              <a:rPr lang="zh-CN" altLang="en-US" dirty="0" smtClean="0">
                <a:latin typeface="+mj-lt"/>
                <a:ea typeface="黑体" panose="02010609060101010101" pitchFamily="49" charset="-122"/>
              </a:rPr>
              <a:t>的应用和要求：</a:t>
            </a:r>
            <a:endParaRPr lang="en-US" altLang="zh-CN" dirty="0" smtClean="0">
              <a:latin typeface="+mj-lt"/>
              <a:ea typeface="黑体" panose="02010609060101010101" pitchFamily="49" charset="-122"/>
            </a:endParaRPr>
          </a:p>
          <a:p>
            <a:pPr marL="1528763" lvl="1" indent="-1352550">
              <a:lnSpc>
                <a:spcPts val="2400"/>
              </a:lnSpc>
              <a:spcAft>
                <a:spcPts val="1200"/>
              </a:spcAft>
              <a:buNone/>
            </a:pPr>
            <a:r>
              <a:rPr lang="zh-CN" altLang="en-US" b="1" dirty="0" smtClean="0">
                <a:latin typeface="+mj-lt"/>
                <a:ea typeface="黑体" panose="02010609060101010101" pitchFamily="49" charset="-122"/>
              </a:rPr>
              <a:t>通用</a:t>
            </a:r>
            <a:r>
              <a:rPr lang="en-US" altLang="zh-CN" b="1" dirty="0" smtClean="0">
                <a:latin typeface="+mj-lt"/>
                <a:ea typeface="黑体" panose="02010609060101010101" pitchFamily="49" charset="-122"/>
              </a:rPr>
              <a:t>PC</a:t>
            </a:r>
            <a:r>
              <a:rPr lang="zh-CN" altLang="en-US" b="1" dirty="0" smtClean="0">
                <a:latin typeface="+mj-lt"/>
                <a:ea typeface="黑体" panose="02010609060101010101" pitchFamily="49" charset="-122"/>
              </a:rPr>
              <a:t>软件</a:t>
            </a:r>
            <a:r>
              <a:rPr lang="zh-CN" altLang="en-US" dirty="0" smtClean="0">
                <a:latin typeface="+mj-lt"/>
                <a:ea typeface="黑体" panose="02010609060101010101" pitchFamily="49" charset="-122"/>
              </a:rPr>
              <a:t>：软件标识可以由</a:t>
            </a:r>
            <a:r>
              <a:rPr lang="en-US" altLang="zh-CN" dirty="0" smtClean="0">
                <a:latin typeface="+mj-lt"/>
                <a:ea typeface="黑体" panose="02010609060101010101" pitchFamily="49" charset="-122"/>
              </a:rPr>
              <a:t>3</a:t>
            </a:r>
            <a:r>
              <a:rPr lang="zh-CN" altLang="en-US" dirty="0">
                <a:latin typeface="+mj-lt"/>
                <a:ea typeface="黑体" panose="02010609060101010101" pitchFamily="49" charset="-122"/>
              </a:rPr>
              <a:t>个部分</a:t>
            </a:r>
            <a:r>
              <a:rPr lang="zh-CN" altLang="en-US" dirty="0" smtClean="0">
                <a:latin typeface="+mj-lt"/>
                <a:ea typeface="黑体" panose="02010609060101010101" pitchFamily="49" charset="-122"/>
              </a:rPr>
              <a:t>组成，</a:t>
            </a:r>
            <a:r>
              <a:rPr lang="zh-CN" altLang="en-US" dirty="0">
                <a:latin typeface="+mj-lt"/>
                <a:ea typeface="黑体" panose="02010609060101010101" pitchFamily="49" charset="-122"/>
              </a:rPr>
              <a:t>一个是型式</a:t>
            </a:r>
            <a:r>
              <a:rPr lang="zh-CN" altLang="en-US" dirty="0" smtClean="0">
                <a:latin typeface="+mj-lt"/>
                <a:ea typeface="黑体" panose="02010609060101010101" pitchFamily="49" charset="-122"/>
              </a:rPr>
              <a:t>批准时确定的，标识的产生至少</a:t>
            </a:r>
            <a:r>
              <a:rPr lang="zh-CN" altLang="en-US" dirty="0">
                <a:latin typeface="+mj-lt"/>
                <a:ea typeface="黑体" panose="02010609060101010101" pitchFamily="49" charset="-122"/>
              </a:rPr>
              <a:t>是</a:t>
            </a:r>
            <a:r>
              <a:rPr lang="en-US" altLang="zh-CN" dirty="0">
                <a:latin typeface="+mj-lt"/>
                <a:ea typeface="黑体" panose="02010609060101010101" pitchFamily="49" charset="-122"/>
              </a:rPr>
              <a:t>16</a:t>
            </a:r>
            <a:r>
              <a:rPr lang="zh-CN" altLang="en-US" dirty="0">
                <a:latin typeface="+mj-lt"/>
                <a:ea typeface="黑体" panose="02010609060101010101" pitchFamily="49" charset="-122"/>
              </a:rPr>
              <a:t>位</a:t>
            </a:r>
            <a:r>
              <a:rPr lang="en-US" altLang="zh-CN" dirty="0">
                <a:latin typeface="+mj-lt"/>
                <a:ea typeface="黑体" panose="02010609060101010101" pitchFamily="49" charset="-122"/>
              </a:rPr>
              <a:t>CRC</a:t>
            </a:r>
            <a:r>
              <a:rPr lang="zh-CN" altLang="en-US" dirty="0">
                <a:latin typeface="+mj-lt"/>
                <a:ea typeface="黑体" panose="02010609060101010101" pitchFamily="49" charset="-122"/>
              </a:rPr>
              <a:t>校验和</a:t>
            </a:r>
            <a:r>
              <a:rPr lang="zh-CN" altLang="en-US" dirty="0" smtClean="0">
                <a:latin typeface="+mj-lt"/>
                <a:ea typeface="黑体" panose="02010609060101010101" pitchFamily="49" charset="-122"/>
              </a:rPr>
              <a:t>。一</a:t>
            </a:r>
            <a:r>
              <a:rPr lang="zh-CN" altLang="en-US" dirty="0">
                <a:latin typeface="+mj-lt"/>
                <a:ea typeface="黑体" panose="02010609060101010101" pitchFamily="49" charset="-122"/>
              </a:rPr>
              <a:t>个是装置特定参数</a:t>
            </a:r>
            <a:r>
              <a:rPr lang="zh-CN" altLang="en-US" dirty="0" smtClean="0">
                <a:latin typeface="+mj-lt"/>
                <a:ea typeface="黑体" panose="02010609060101010101" pitchFamily="49" charset="-122"/>
              </a:rPr>
              <a:t>的</a:t>
            </a:r>
            <a:r>
              <a:rPr lang="en-US" altLang="zh-CN" dirty="0" smtClean="0">
                <a:latin typeface="+mj-lt"/>
                <a:ea typeface="黑体" panose="02010609060101010101" pitchFamily="49" charset="-122"/>
              </a:rPr>
              <a:t>16</a:t>
            </a:r>
            <a:r>
              <a:rPr lang="zh-CN" altLang="en-US" dirty="0" smtClean="0">
                <a:latin typeface="+mj-lt"/>
                <a:ea typeface="黑体" panose="02010609060101010101" pitchFamily="49" charset="-122"/>
              </a:rPr>
              <a:t>位</a:t>
            </a:r>
            <a:r>
              <a:rPr lang="en-US" altLang="zh-CN" dirty="0" smtClean="0">
                <a:latin typeface="+mj-lt"/>
                <a:ea typeface="黑体" panose="02010609060101010101" pitchFamily="49" charset="-122"/>
              </a:rPr>
              <a:t>CRC</a:t>
            </a:r>
            <a:r>
              <a:rPr lang="zh-CN" altLang="en-US" dirty="0" smtClean="0">
                <a:latin typeface="+mj-lt"/>
                <a:ea typeface="黑体" panose="02010609060101010101" pitchFamily="49" charset="-122"/>
              </a:rPr>
              <a:t>校验和</a:t>
            </a:r>
            <a:r>
              <a:rPr lang="en-US" altLang="zh-CN" dirty="0" smtClean="0">
                <a:latin typeface="+mj-lt"/>
                <a:ea typeface="黑体" panose="02010609060101010101" pitchFamily="49" charset="-122"/>
              </a:rPr>
              <a:t>(</a:t>
            </a:r>
            <a:r>
              <a:rPr lang="zh-CN" altLang="en-US" dirty="0" smtClean="0">
                <a:latin typeface="+mj-lt"/>
                <a:ea typeface="黑体" panose="02010609060101010101" pitchFamily="49" charset="-122"/>
              </a:rPr>
              <a:t>如适用</a:t>
            </a:r>
            <a:r>
              <a:rPr lang="en-US" altLang="zh-CN" dirty="0" smtClean="0">
                <a:latin typeface="+mj-lt"/>
                <a:ea typeface="黑体" panose="02010609060101010101" pitchFamily="49" charset="-122"/>
              </a:rPr>
              <a:t>)</a:t>
            </a:r>
            <a:r>
              <a:rPr lang="zh-CN" altLang="en-US" dirty="0" smtClean="0">
                <a:latin typeface="+mj-lt"/>
                <a:ea typeface="黑体" panose="02010609060101010101" pitchFamily="49" charset="-122"/>
              </a:rPr>
              <a:t>，用于校准和配置参数的保护；另</a:t>
            </a:r>
            <a:r>
              <a:rPr lang="zh-CN" altLang="en-US" dirty="0">
                <a:latin typeface="+mj-lt"/>
                <a:ea typeface="黑体" panose="02010609060101010101" pitchFamily="49" charset="-122"/>
              </a:rPr>
              <a:t>一个</a:t>
            </a:r>
            <a:r>
              <a:rPr lang="zh-CN" altLang="en-US" dirty="0" smtClean="0">
                <a:latin typeface="+mj-lt"/>
                <a:ea typeface="黑体" panose="02010609060101010101" pitchFamily="49" charset="-122"/>
              </a:rPr>
              <a:t>是制造商应用软件</a:t>
            </a:r>
            <a:r>
              <a:rPr lang="en-US" altLang="zh-CN" dirty="0" smtClean="0">
                <a:latin typeface="+mj-lt"/>
                <a:ea typeface="黑体" panose="02010609060101010101" pitchFamily="49" charset="-122"/>
              </a:rPr>
              <a:t>(</a:t>
            </a:r>
            <a:r>
              <a:rPr lang="zh-CN" altLang="en-US" dirty="0" smtClean="0">
                <a:latin typeface="+mj-lt"/>
                <a:ea typeface="黑体" panose="02010609060101010101" pitchFamily="49" charset="-122"/>
              </a:rPr>
              <a:t>如适用</a:t>
            </a:r>
            <a:r>
              <a:rPr lang="en-US" altLang="zh-CN" dirty="0" smtClean="0">
                <a:latin typeface="+mj-lt"/>
                <a:ea typeface="黑体" panose="02010609060101010101" pitchFamily="49" charset="-122"/>
              </a:rPr>
              <a:t>)</a:t>
            </a:r>
            <a:r>
              <a:rPr lang="zh-CN" altLang="en-US" dirty="0" smtClean="0">
                <a:latin typeface="+mj-lt"/>
                <a:ea typeface="黑体" panose="02010609060101010101" pitchFamily="49" charset="-122"/>
              </a:rPr>
              <a:t>管理。</a:t>
            </a:r>
            <a:endParaRPr lang="en-US" altLang="zh-CN" dirty="0" smtClean="0">
              <a:latin typeface="+mj-lt"/>
              <a:ea typeface="黑体" panose="02010609060101010101" pitchFamily="49" charset="-122"/>
            </a:endParaRPr>
          </a:p>
          <a:p>
            <a:pPr marL="179388" lvl="1" indent="544513">
              <a:lnSpc>
                <a:spcPts val="2400"/>
              </a:lnSpc>
              <a:spcAft>
                <a:spcPts val="1200"/>
              </a:spcAft>
              <a:buNone/>
            </a:pPr>
            <a:r>
              <a:rPr lang="zh-CN" altLang="en-US" dirty="0">
                <a:ea typeface="黑体" panose="02010609060101010101" pitchFamily="49" charset="-122"/>
              </a:rPr>
              <a:t>通用</a:t>
            </a:r>
            <a:r>
              <a:rPr lang="en-US" altLang="zh-CN" dirty="0">
                <a:ea typeface="黑体" panose="02010609060101010101" pitchFamily="49" charset="-122"/>
              </a:rPr>
              <a:t>PC</a:t>
            </a:r>
            <a:r>
              <a:rPr lang="zh-CN" altLang="en-US" dirty="0">
                <a:ea typeface="黑体" panose="02010609060101010101" pitchFamily="49" charset="-122"/>
              </a:rPr>
              <a:t>法制相关软件的标识是通过算法生成的，它不仅用于计量管理，证明软件和参数是否受到修改，也是软件保护的技术方法。算法和加密层度根据被修改风险和保护要求确定，但最低是</a:t>
            </a:r>
            <a:r>
              <a:rPr lang="en-US" altLang="zh-CN" dirty="0">
                <a:ea typeface="黑体" panose="02010609060101010101" pitchFamily="49" charset="-122"/>
              </a:rPr>
              <a:t>16</a:t>
            </a:r>
            <a:r>
              <a:rPr lang="zh-CN" altLang="en-US" dirty="0">
                <a:ea typeface="黑体" panose="02010609060101010101" pitchFamily="49" charset="-122"/>
              </a:rPr>
              <a:t>位</a:t>
            </a:r>
            <a:r>
              <a:rPr lang="en-US" altLang="zh-CN" dirty="0">
                <a:ea typeface="黑体" panose="02010609060101010101" pitchFamily="49" charset="-122"/>
              </a:rPr>
              <a:t>CRC</a:t>
            </a:r>
            <a:r>
              <a:rPr lang="zh-CN" altLang="en-US" dirty="0">
                <a:ea typeface="黑体" panose="02010609060101010101" pitchFamily="49" charset="-122"/>
              </a:rPr>
              <a:t>校验和</a:t>
            </a:r>
            <a:r>
              <a:rPr lang="zh-CN" altLang="en-US" dirty="0" smtClean="0">
                <a:ea typeface="黑体" panose="02010609060101010101" pitchFamily="49" charset="-122"/>
              </a:rPr>
              <a:t>。</a:t>
            </a:r>
            <a:endParaRPr lang="en-US" altLang="zh-CN" dirty="0" smtClean="0">
              <a:latin typeface="+mj-lt"/>
              <a:ea typeface="黑体" panose="02010609060101010101" pitchFamily="49" charset="-122"/>
            </a:endParaRPr>
          </a:p>
          <a:p>
            <a:pPr marL="1528763" lvl="4" indent="-1350963">
              <a:lnSpc>
                <a:spcPts val="2400"/>
              </a:lnSpc>
              <a:spcBef>
                <a:spcPts val="400"/>
              </a:spcBef>
              <a:spcAft>
                <a:spcPts val="1200"/>
              </a:spcAft>
              <a:buNone/>
            </a:pPr>
            <a:r>
              <a:rPr lang="zh-CN" altLang="en-US" b="1" dirty="0">
                <a:ea typeface="黑体" panose="02010609060101010101" pitchFamily="49" charset="-122"/>
              </a:rPr>
              <a:t>专用</a:t>
            </a:r>
            <a:r>
              <a:rPr lang="en-US" altLang="zh-CN" b="1" dirty="0">
                <a:ea typeface="黑体" panose="02010609060101010101" pitchFamily="49" charset="-122"/>
              </a:rPr>
              <a:t>PC</a:t>
            </a:r>
            <a:r>
              <a:rPr lang="zh-CN" altLang="en-US" b="1" dirty="0">
                <a:ea typeface="黑体" panose="02010609060101010101" pitchFamily="49" charset="-122"/>
              </a:rPr>
              <a:t>软件</a:t>
            </a:r>
            <a:r>
              <a:rPr lang="zh-CN" altLang="en-US" b="1" dirty="0" smtClean="0">
                <a:ea typeface="黑体" panose="02010609060101010101" pitchFamily="49" charset="-122"/>
              </a:rPr>
              <a:t>：</a:t>
            </a:r>
            <a:r>
              <a:rPr lang="zh-CN" altLang="en-US" dirty="0" smtClean="0">
                <a:ea typeface="黑体" panose="02010609060101010101" pitchFamily="49" charset="-122"/>
              </a:rPr>
              <a:t>专用</a:t>
            </a:r>
            <a:r>
              <a:rPr lang="en-US" altLang="zh-CN" dirty="0" smtClean="0">
                <a:ea typeface="黑体" panose="02010609060101010101" pitchFamily="49" charset="-122"/>
              </a:rPr>
              <a:t>PC</a:t>
            </a:r>
            <a:r>
              <a:rPr lang="zh-CN" altLang="en-US" dirty="0" smtClean="0">
                <a:ea typeface="黑体" panose="02010609060101010101" pitchFamily="49" charset="-122"/>
              </a:rPr>
              <a:t>介于嵌入式和通用计算机之间，法制</a:t>
            </a:r>
            <a:r>
              <a:rPr lang="zh-CN" altLang="en-US" dirty="0">
                <a:ea typeface="黑体" panose="02010609060101010101" pitchFamily="49" charset="-122"/>
              </a:rPr>
              <a:t>相关称重软件的硬件和软件环境类似于</a:t>
            </a:r>
            <a:r>
              <a:rPr lang="zh-CN" altLang="en-US" dirty="0" smtClean="0">
                <a:ea typeface="黑体" panose="02010609060101010101" pitchFamily="49" charset="-122"/>
              </a:rPr>
              <a:t>嵌入式是相当固定</a:t>
            </a:r>
            <a:r>
              <a:rPr lang="zh-CN" altLang="en-US" dirty="0">
                <a:ea typeface="黑体" panose="02010609060101010101" pitchFamily="49" charset="-122"/>
              </a:rPr>
              <a:t>的，</a:t>
            </a:r>
            <a:r>
              <a:rPr lang="zh-CN" altLang="en-US" dirty="0" smtClean="0">
                <a:ea typeface="黑体" panose="02010609060101010101" pitchFamily="49" charset="-122"/>
              </a:rPr>
              <a:t>因此</a:t>
            </a:r>
            <a:r>
              <a:rPr lang="zh-CN" altLang="en-US" dirty="0">
                <a:ea typeface="黑体" panose="02010609060101010101" pitchFamily="49" charset="-122"/>
              </a:rPr>
              <a:t>根据软件程序的保护方式</a:t>
            </a:r>
            <a:r>
              <a:rPr lang="zh-CN" altLang="en-US" dirty="0" smtClean="0">
                <a:ea typeface="黑体" panose="02010609060101010101" pitchFamily="49" charset="-122"/>
              </a:rPr>
              <a:t>可以</a:t>
            </a:r>
            <a:r>
              <a:rPr lang="zh-CN" altLang="en-US" dirty="0">
                <a:ea typeface="黑体" panose="02010609060101010101" pitchFamily="49" charset="-122"/>
              </a:rPr>
              <a:t>采用与嵌入式软件相同方法使用</a:t>
            </a:r>
            <a:r>
              <a:rPr lang="zh-CN" altLang="en-US" dirty="0" smtClean="0">
                <a:ea typeface="黑体" panose="02010609060101010101" pitchFamily="49" charset="-122"/>
              </a:rPr>
              <a:t>版本号作为软件标识（用户不能进入操作系统），也</a:t>
            </a:r>
            <a:r>
              <a:rPr lang="zh-CN" altLang="en-US" dirty="0">
                <a:ea typeface="黑体" panose="02010609060101010101" pitchFamily="49" charset="-122"/>
              </a:rPr>
              <a:t>可以通过算法计算获得法制相关软件</a:t>
            </a:r>
            <a:r>
              <a:rPr lang="zh-CN" altLang="en-US" dirty="0" smtClean="0">
                <a:ea typeface="黑体" panose="02010609060101010101" pitchFamily="49" charset="-122"/>
              </a:rPr>
              <a:t>标识。</a:t>
            </a:r>
            <a:endParaRPr lang="en-US" altLang="zh-CN" dirty="0">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13</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40191266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软件保护</a:t>
            </a:r>
            <a:endParaRPr lang="zh-CN" altLang="en-US" dirty="0">
              <a:ea typeface="黑体" panose="02010609060101010101" pitchFamily="49" charset="-122"/>
            </a:endParaRPr>
          </a:p>
        </p:txBody>
      </p:sp>
      <p:sp>
        <p:nvSpPr>
          <p:cNvPr id="4" name="内容占位符 3"/>
          <p:cNvSpPr>
            <a:spLocks noGrp="1"/>
          </p:cNvSpPr>
          <p:nvPr>
            <p:ph idx="1"/>
          </p:nvPr>
        </p:nvSpPr>
        <p:spPr>
          <a:xfrm>
            <a:off x="395288" y="1039581"/>
            <a:ext cx="8352712" cy="5246633"/>
          </a:xfrm>
        </p:spPr>
        <p:txBody>
          <a:bodyPr/>
          <a:lstStyle/>
          <a:p>
            <a:pPr>
              <a:lnSpc>
                <a:spcPts val="2000"/>
              </a:lnSpc>
              <a:spcAft>
                <a:spcPts val="1200"/>
              </a:spcAft>
            </a:pPr>
            <a:r>
              <a:rPr lang="zh-CN" altLang="en-US" b="1" dirty="0" smtClean="0">
                <a:latin typeface="+mj-lt"/>
                <a:ea typeface="黑体" panose="02010609060101010101" pitchFamily="49" charset="-122"/>
              </a:rPr>
              <a:t>物理铅封方法</a:t>
            </a:r>
            <a:r>
              <a:rPr lang="zh-CN" altLang="en-US" dirty="0" smtClean="0">
                <a:latin typeface="+mj-lt"/>
                <a:ea typeface="黑体" panose="02010609060101010101" pitchFamily="49" charset="-122"/>
              </a:rPr>
              <a:t>的应用和要求</a:t>
            </a:r>
            <a:endParaRPr lang="en-US" altLang="zh-CN" dirty="0" smtClean="0">
              <a:latin typeface="+mj-lt"/>
              <a:ea typeface="黑体" panose="02010609060101010101" pitchFamily="49" charset="-122"/>
            </a:endParaRPr>
          </a:p>
          <a:p>
            <a:pPr marL="179387" lvl="1" indent="457200">
              <a:lnSpc>
                <a:spcPts val="2000"/>
              </a:lnSpc>
              <a:spcAft>
                <a:spcPts val="1200"/>
              </a:spcAft>
              <a:buNone/>
            </a:pPr>
            <a:r>
              <a:rPr lang="zh-CN" altLang="en-US" dirty="0" smtClean="0">
                <a:latin typeface="+mj-lt"/>
                <a:ea typeface="黑体" panose="02010609060101010101" pitchFamily="49" charset="-122"/>
              </a:rPr>
              <a:t>物理铅封适用于嵌入式软件和专用</a:t>
            </a:r>
            <a:r>
              <a:rPr lang="en-US" altLang="zh-CN" dirty="0" smtClean="0">
                <a:latin typeface="+mj-lt"/>
                <a:ea typeface="黑体" panose="02010609060101010101" pitchFamily="49" charset="-122"/>
              </a:rPr>
              <a:t>PC</a:t>
            </a:r>
            <a:r>
              <a:rPr lang="zh-CN" altLang="en-US" dirty="0" smtClean="0">
                <a:latin typeface="+mj-lt"/>
                <a:ea typeface="黑体" panose="02010609060101010101" pitchFamily="49" charset="-122"/>
              </a:rPr>
              <a:t>软件控制的衡器，仍是主要的参数保护方法之一。</a:t>
            </a:r>
            <a:endParaRPr lang="en-US" altLang="zh-CN" dirty="0" smtClean="0">
              <a:latin typeface="+mj-lt"/>
              <a:ea typeface="黑体" panose="02010609060101010101" pitchFamily="49" charset="-122"/>
            </a:endParaRPr>
          </a:p>
          <a:p>
            <a:pPr marL="179387" lvl="1" indent="457200">
              <a:lnSpc>
                <a:spcPts val="2000"/>
              </a:lnSpc>
              <a:spcAft>
                <a:spcPts val="1200"/>
              </a:spcAft>
              <a:buNone/>
            </a:pPr>
            <a:r>
              <a:rPr lang="zh-CN" altLang="en-US" dirty="0" smtClean="0">
                <a:latin typeface="+mj-lt"/>
                <a:ea typeface="黑体" panose="02010609060101010101" pitchFamily="49" charset="-122"/>
              </a:rPr>
              <a:t>嵌入式智能衡器，不使用专业工具软件不会被</a:t>
            </a:r>
            <a:r>
              <a:rPr lang="zh-CN" altLang="en-US" dirty="0">
                <a:latin typeface="+mj-lt"/>
                <a:ea typeface="黑体" panose="02010609060101010101" pitchFamily="49" charset="-122"/>
              </a:rPr>
              <a:t>修改和上传</a:t>
            </a:r>
            <a:r>
              <a:rPr lang="zh-CN" altLang="en-US" dirty="0" smtClean="0">
                <a:latin typeface="+mj-lt"/>
                <a:ea typeface="黑体" panose="02010609060101010101" pitchFamily="49" charset="-122"/>
              </a:rPr>
              <a:t>。物理铅封的使用是防止软件存储器的替换和对装置参数的修改。尽管如此</a:t>
            </a:r>
            <a:r>
              <a:rPr lang="zh-CN" altLang="en-US" dirty="0">
                <a:latin typeface="+mj-lt"/>
                <a:ea typeface="黑体" panose="02010609060101010101" pitchFamily="49" charset="-122"/>
              </a:rPr>
              <a:t>，如果称量结果作为日后法制应用在衡器以外存储装置中保存</a:t>
            </a:r>
            <a:r>
              <a:rPr lang="zh-CN" altLang="en-US" dirty="0" smtClean="0">
                <a:latin typeface="+mj-lt"/>
                <a:ea typeface="黑体" panose="02010609060101010101" pitchFamily="49" charset="-122"/>
              </a:rPr>
              <a:t>，应采用不低于</a:t>
            </a:r>
            <a:r>
              <a:rPr lang="en-US" altLang="zh-CN" dirty="0" smtClean="0">
                <a:latin typeface="+mj-lt"/>
                <a:ea typeface="黑体" panose="02010609060101010101" pitchFamily="49" charset="-122"/>
              </a:rPr>
              <a:t>CRC-16</a:t>
            </a:r>
            <a:r>
              <a:rPr lang="zh-CN" altLang="en-US" dirty="0" smtClean="0">
                <a:latin typeface="+mj-lt"/>
                <a:ea typeface="黑体" panose="02010609060101010101" pitchFamily="49" charset="-122"/>
              </a:rPr>
              <a:t>校验和的保护。数据传送到保护层以外就不受铅封保护，对未保护的数据存在被有意和无意修改的可能。</a:t>
            </a:r>
            <a:endParaRPr lang="en-US" altLang="zh-CN" dirty="0">
              <a:latin typeface="+mj-lt"/>
              <a:ea typeface="黑体" panose="02010609060101010101" pitchFamily="49" charset="-122"/>
            </a:endParaRPr>
          </a:p>
          <a:p>
            <a:pPr marL="179387" lvl="1" indent="457200">
              <a:lnSpc>
                <a:spcPts val="2000"/>
              </a:lnSpc>
              <a:spcAft>
                <a:spcPts val="1200"/>
              </a:spcAft>
              <a:buNone/>
            </a:pPr>
            <a:r>
              <a:rPr lang="zh-CN" altLang="en-US" dirty="0" smtClean="0">
                <a:latin typeface="+mj-lt"/>
                <a:ea typeface="黑体" panose="02010609060101010101" pitchFamily="49" charset="-122"/>
              </a:rPr>
              <a:t>专用</a:t>
            </a:r>
            <a:r>
              <a:rPr lang="en-US" altLang="zh-CN" dirty="0" smtClean="0">
                <a:latin typeface="+mj-lt"/>
                <a:ea typeface="黑体" panose="02010609060101010101" pitchFamily="49" charset="-122"/>
              </a:rPr>
              <a:t>PC</a:t>
            </a:r>
            <a:r>
              <a:rPr lang="zh-CN" altLang="en-US" dirty="0" smtClean="0">
                <a:latin typeface="+mj-lt"/>
                <a:ea typeface="黑体" panose="02010609060101010101" pitchFamily="49" charset="-122"/>
              </a:rPr>
              <a:t>的操作系统采用保护技术防止用户进入操作系统。通过对外壳铅封保护衡器的装置特点参数，如果是仅通过对写开关控制保护，防止软件和参数的修改，要求在写开关保护后，不可能通过外围电路的通</a:t>
            </a:r>
            <a:r>
              <a:rPr lang="en-US" altLang="zh-CN" dirty="0" smtClean="0">
                <a:latin typeface="+mj-lt"/>
                <a:ea typeface="黑体" panose="02010609060101010101" pitchFamily="49" charset="-122"/>
              </a:rPr>
              <a:t>/</a:t>
            </a:r>
            <a:r>
              <a:rPr lang="zh-CN" altLang="en-US" dirty="0" smtClean="0">
                <a:latin typeface="+mj-lt"/>
                <a:ea typeface="黑体" panose="02010609060101010101" pitchFamily="49" charset="-122"/>
              </a:rPr>
              <a:t>断（飞线）屏蔽保护开关的作用。</a:t>
            </a:r>
            <a:endParaRPr lang="en-US" altLang="zh-CN" dirty="0" smtClean="0">
              <a:latin typeface="+mj-lt"/>
              <a:ea typeface="黑体" panose="02010609060101010101" pitchFamily="49" charset="-122"/>
            </a:endParaRPr>
          </a:p>
          <a:p>
            <a:pPr marL="179387" lvl="1" indent="457200">
              <a:lnSpc>
                <a:spcPts val="2000"/>
              </a:lnSpc>
              <a:spcAft>
                <a:spcPts val="1200"/>
              </a:spcAft>
              <a:buNone/>
            </a:pPr>
            <a:r>
              <a:rPr lang="zh-CN" altLang="en-US" dirty="0">
                <a:latin typeface="+mj-lt"/>
                <a:ea typeface="黑体" panose="02010609060101010101" pitchFamily="49" charset="-122"/>
              </a:rPr>
              <a:t>衡器由多个独立模块组成</a:t>
            </a:r>
            <a:r>
              <a:rPr lang="zh-CN" altLang="en-US" dirty="0" smtClean="0">
                <a:latin typeface="+mj-lt"/>
                <a:ea typeface="黑体" panose="02010609060101010101" pitchFamily="49" charset="-122"/>
              </a:rPr>
              <a:t>，例如一</a:t>
            </a:r>
            <a:r>
              <a:rPr lang="zh-CN" altLang="en-US" dirty="0">
                <a:latin typeface="+mj-lt"/>
                <a:ea typeface="黑体" panose="02010609060101010101" pitchFamily="49" charset="-122"/>
              </a:rPr>
              <a:t>个是主要计量功能（嵌入系统），具有密封外壳或可以铅封的外壳（例如数传</a:t>
            </a:r>
            <a:r>
              <a:rPr lang="zh-CN" altLang="en-US" dirty="0" smtClean="0">
                <a:latin typeface="+mj-lt"/>
                <a:ea typeface="黑体" panose="02010609060101010101" pitchFamily="49" charset="-122"/>
              </a:rPr>
              <a:t>），一个是进行数字数据处理装置（如校准、置零、除皮等），另</a:t>
            </a:r>
            <a:r>
              <a:rPr lang="zh-CN" altLang="en-US" dirty="0">
                <a:latin typeface="+mj-lt"/>
                <a:ea typeface="黑体" panose="02010609060101010101" pitchFamily="49" charset="-122"/>
              </a:rPr>
              <a:t>一个是具有操作系统的通用计算机，实现对数据进一步</a:t>
            </a:r>
            <a:r>
              <a:rPr lang="zh-CN" altLang="en-US" dirty="0" smtClean="0">
                <a:latin typeface="+mj-lt"/>
                <a:ea typeface="黑体" panose="02010609060101010101" pitchFamily="49" charset="-122"/>
              </a:rPr>
              <a:t>处理（如预置皮重功能、价格计算等）和</a:t>
            </a:r>
            <a:r>
              <a:rPr lang="zh-CN" altLang="en-US" dirty="0">
                <a:latin typeface="+mj-lt"/>
                <a:ea typeface="黑体" panose="02010609060101010101" pitchFamily="49" charset="-122"/>
              </a:rPr>
              <a:t>显示、保存称量结果</a:t>
            </a:r>
            <a:r>
              <a:rPr lang="zh-CN" altLang="en-US" dirty="0" smtClean="0">
                <a:latin typeface="+mj-lt"/>
                <a:ea typeface="黑体" panose="02010609060101010101" pitchFamily="49" charset="-122"/>
              </a:rPr>
              <a:t>。除非对通讯电缆的连接采用铅封保护，否则相互之间的数据传输必须</a:t>
            </a:r>
            <a:r>
              <a:rPr lang="zh-CN" altLang="en-US" dirty="0">
                <a:latin typeface="+mj-lt"/>
                <a:ea typeface="黑体" panose="02010609060101010101" pitchFamily="49" charset="-122"/>
              </a:rPr>
              <a:t>通过加密方式，只有专用程序才能对称重数据进行解析和显示。而其它通用软件和</a:t>
            </a:r>
            <a:r>
              <a:rPr lang="zh-CN" altLang="en-US" dirty="0" smtClean="0">
                <a:latin typeface="+mj-lt"/>
                <a:ea typeface="黑体" panose="02010609060101010101" pitchFamily="49" charset="-122"/>
              </a:rPr>
              <a:t>通信协议无法</a:t>
            </a:r>
            <a:r>
              <a:rPr lang="zh-CN" altLang="en-US" dirty="0">
                <a:latin typeface="+mj-lt"/>
                <a:ea typeface="黑体" panose="02010609060101010101" pitchFamily="49" charset="-122"/>
              </a:rPr>
              <a:t>解析测量值。</a:t>
            </a:r>
            <a:endParaRPr lang="en-US" altLang="zh-CN" dirty="0">
              <a:latin typeface="+mj-lt"/>
              <a:ea typeface="黑体" panose="02010609060101010101" pitchFamily="49" charset="-122"/>
            </a:endParaRPr>
          </a:p>
          <a:p>
            <a:pPr marL="179387" lvl="1" indent="457200">
              <a:lnSpc>
                <a:spcPts val="2000"/>
              </a:lnSpc>
              <a:spcAft>
                <a:spcPts val="1200"/>
              </a:spcAft>
              <a:buNone/>
            </a:pPr>
            <a:endParaRPr lang="en-US" altLang="zh-CN" dirty="0" smtClean="0">
              <a:latin typeface="+mj-lt"/>
              <a:ea typeface="黑体" panose="02010609060101010101" pitchFamily="49" charset="-122"/>
            </a:endParaRPr>
          </a:p>
          <a:p>
            <a:pPr marL="179387" lvl="1" indent="457200">
              <a:lnSpc>
                <a:spcPts val="2000"/>
              </a:lnSpc>
              <a:spcAft>
                <a:spcPts val="1200"/>
              </a:spcAft>
              <a:buNone/>
            </a:pPr>
            <a:endParaRPr lang="en-US" altLang="zh-CN" dirty="0" smtClean="0">
              <a:latin typeface="+mj-lt"/>
              <a:ea typeface="黑体" panose="02010609060101010101" pitchFamily="49" charset="-122"/>
            </a:endParaRPr>
          </a:p>
          <a:p>
            <a:pPr marL="179387" lvl="1" indent="457200">
              <a:lnSpc>
                <a:spcPts val="2000"/>
              </a:lnSpc>
              <a:spcAft>
                <a:spcPts val="1200"/>
              </a:spcAft>
              <a:buNone/>
            </a:pPr>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14</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12789859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软件保护</a:t>
            </a:r>
            <a:endParaRPr lang="zh-CN" altLang="en-US" dirty="0">
              <a:ea typeface="黑体" panose="02010609060101010101" pitchFamily="49" charset="-122"/>
            </a:endParaRPr>
          </a:p>
        </p:txBody>
      </p:sp>
      <p:sp>
        <p:nvSpPr>
          <p:cNvPr id="4" name="内容占位符 3"/>
          <p:cNvSpPr>
            <a:spLocks noGrp="1"/>
          </p:cNvSpPr>
          <p:nvPr>
            <p:ph idx="1"/>
          </p:nvPr>
        </p:nvSpPr>
        <p:spPr>
          <a:xfrm>
            <a:off x="395288" y="1229709"/>
            <a:ext cx="8181153" cy="4887311"/>
          </a:xfrm>
        </p:spPr>
        <p:txBody>
          <a:bodyPr/>
          <a:lstStyle/>
          <a:p>
            <a:pPr>
              <a:lnSpc>
                <a:spcPts val="2200"/>
              </a:lnSpc>
              <a:spcAft>
                <a:spcPts val="1200"/>
              </a:spcAft>
            </a:pPr>
            <a:r>
              <a:rPr lang="zh-CN" altLang="en-US" b="1" dirty="0" smtClean="0">
                <a:latin typeface="+mj-lt"/>
                <a:ea typeface="黑体" panose="02010609060101010101" pitchFamily="49" charset="-122"/>
              </a:rPr>
              <a:t>加密和</a:t>
            </a:r>
            <a:r>
              <a:rPr lang="en-US" altLang="zh-CN" b="1" dirty="0" smtClean="0">
                <a:latin typeface="+mj-lt"/>
                <a:ea typeface="黑体" panose="02010609060101010101" pitchFamily="49" charset="-122"/>
              </a:rPr>
              <a:t>audit trail </a:t>
            </a:r>
            <a:r>
              <a:rPr lang="zh-CN" altLang="en-US" b="1" dirty="0" smtClean="0">
                <a:latin typeface="+mj-lt"/>
                <a:ea typeface="黑体" panose="02010609060101010101" pitchFamily="49" charset="-122"/>
              </a:rPr>
              <a:t>应用和要求</a:t>
            </a:r>
            <a:endParaRPr lang="en-US" altLang="zh-CN" b="1" dirty="0" smtClean="0">
              <a:latin typeface="+mj-lt"/>
              <a:ea typeface="黑体" panose="02010609060101010101" pitchFamily="49" charset="-122"/>
            </a:endParaRPr>
          </a:p>
          <a:p>
            <a:pPr marL="179387" lvl="1" indent="457200">
              <a:lnSpc>
                <a:spcPts val="2200"/>
              </a:lnSpc>
              <a:spcAft>
                <a:spcPts val="1200"/>
              </a:spcAft>
              <a:buNone/>
            </a:pPr>
            <a:r>
              <a:rPr lang="zh-CN" altLang="en-US" dirty="0" smtClean="0">
                <a:latin typeface="+mj-lt"/>
                <a:ea typeface="黑体" panose="02010609060101010101" pitchFamily="49" charset="-122"/>
              </a:rPr>
              <a:t>通用</a:t>
            </a:r>
            <a:r>
              <a:rPr lang="en-US" altLang="zh-CN" dirty="0" smtClean="0">
                <a:latin typeface="+mj-lt"/>
                <a:ea typeface="黑体" panose="02010609060101010101" pitchFamily="49" charset="-122"/>
              </a:rPr>
              <a:t>PC</a:t>
            </a:r>
            <a:r>
              <a:rPr lang="zh-CN" altLang="en-US" dirty="0" smtClean="0">
                <a:latin typeface="+mj-lt"/>
                <a:ea typeface="黑体" panose="02010609060101010101" pitchFamily="49" charset="-122"/>
              </a:rPr>
              <a:t>很难通过封闭的外壳实现对软件的保护，并且通用</a:t>
            </a:r>
            <a:r>
              <a:rPr lang="en-US" altLang="zh-CN" dirty="0" smtClean="0">
                <a:latin typeface="+mj-lt"/>
                <a:ea typeface="黑体" panose="02010609060101010101" pitchFamily="49" charset="-122"/>
              </a:rPr>
              <a:t>PC</a:t>
            </a:r>
            <a:r>
              <a:rPr lang="zh-CN" altLang="en-US" dirty="0" smtClean="0">
                <a:latin typeface="+mj-lt"/>
                <a:ea typeface="黑体" panose="02010609060101010101" pitchFamily="49" charset="-122"/>
              </a:rPr>
              <a:t>允许用户进入操作系统，用于其它控制或数据处理。但作为法制计量器具的非自动衡器用</a:t>
            </a:r>
            <a:r>
              <a:rPr lang="en-US" altLang="zh-CN" dirty="0" smtClean="0">
                <a:latin typeface="+mj-lt"/>
                <a:ea typeface="黑体" panose="02010609060101010101" pitchFamily="49" charset="-122"/>
              </a:rPr>
              <a:t>PC</a:t>
            </a:r>
            <a:r>
              <a:rPr lang="zh-CN" altLang="en-US" dirty="0" smtClean="0">
                <a:latin typeface="+mj-lt"/>
                <a:ea typeface="黑体" panose="02010609060101010101" pitchFamily="49" charset="-122"/>
              </a:rPr>
              <a:t>至少要求的硬件环境是固定的，操作系统是固定的（</a:t>
            </a:r>
            <a:r>
              <a:rPr lang="en-US" altLang="zh-CN" dirty="0" smtClean="0">
                <a:latin typeface="+mj-lt"/>
                <a:ea typeface="黑体" panose="02010609060101010101" pitchFamily="49" charset="-122"/>
              </a:rPr>
              <a:t>R76</a:t>
            </a:r>
            <a:r>
              <a:rPr lang="zh-CN" altLang="en-US" dirty="0" smtClean="0">
                <a:latin typeface="+mj-lt"/>
                <a:ea typeface="黑体" panose="02010609060101010101" pitchFamily="49" charset="-122"/>
              </a:rPr>
              <a:t>要求型式评价时硬件和操作系统信息应提交文件说明），否则使用</a:t>
            </a:r>
            <a:r>
              <a:rPr lang="en-US" altLang="zh-CN" dirty="0" smtClean="0">
                <a:latin typeface="+mj-lt"/>
                <a:ea typeface="黑体" panose="02010609060101010101" pitchFamily="49" charset="-122"/>
              </a:rPr>
              <a:t>PC</a:t>
            </a:r>
            <a:r>
              <a:rPr lang="zh-CN" altLang="en-US" dirty="0" smtClean="0">
                <a:latin typeface="+mj-lt"/>
                <a:ea typeface="黑体" panose="02010609060101010101" pitchFamily="49" charset="-122"/>
              </a:rPr>
              <a:t>衡器的型式是不确定的。</a:t>
            </a:r>
            <a:endParaRPr lang="en-US" altLang="zh-CN" dirty="0" smtClean="0">
              <a:latin typeface="+mj-lt"/>
              <a:ea typeface="黑体" panose="02010609060101010101" pitchFamily="49" charset="-122"/>
            </a:endParaRPr>
          </a:p>
          <a:p>
            <a:pPr marL="179387" lvl="1" indent="457200">
              <a:lnSpc>
                <a:spcPts val="2200"/>
              </a:lnSpc>
              <a:spcAft>
                <a:spcPts val="1200"/>
              </a:spcAft>
              <a:buNone/>
            </a:pPr>
            <a:r>
              <a:rPr lang="zh-CN" altLang="en-US" dirty="0" smtClean="0">
                <a:latin typeface="+mj-lt"/>
                <a:ea typeface="黑体" panose="02010609060101010101" pitchFamily="49" charset="-122"/>
              </a:rPr>
              <a:t>衡器的</a:t>
            </a:r>
            <a:r>
              <a:rPr lang="zh-CN" altLang="en-US" dirty="0">
                <a:latin typeface="+mj-lt"/>
                <a:ea typeface="黑体" panose="02010609060101010101" pitchFamily="49" charset="-122"/>
              </a:rPr>
              <a:t>法制</a:t>
            </a:r>
            <a:r>
              <a:rPr lang="zh-CN" altLang="en-US" dirty="0" smtClean="0">
                <a:latin typeface="+mj-lt"/>
                <a:ea typeface="黑体" panose="02010609060101010101" pitchFamily="49" charset="-122"/>
              </a:rPr>
              <a:t>相关软件和计量特性、测量数据及数据的保存或传输必须受到保护：</a:t>
            </a:r>
            <a:endParaRPr lang="en-US" altLang="zh-CN" dirty="0" smtClean="0">
              <a:latin typeface="+mj-lt"/>
              <a:ea typeface="黑体" panose="02010609060101010101" pitchFamily="49" charset="-122"/>
            </a:endParaRPr>
          </a:p>
          <a:p>
            <a:pPr marL="879475" lvl="3" indent="-342900">
              <a:lnSpc>
                <a:spcPts val="2200"/>
              </a:lnSpc>
              <a:spcAft>
                <a:spcPts val="1200"/>
              </a:spcAft>
              <a:buFont typeface="+mj-lt"/>
              <a:buAutoNum type="alphaLcParenR"/>
            </a:pPr>
            <a:r>
              <a:rPr lang="zh-CN" altLang="en-US" dirty="0" smtClean="0">
                <a:latin typeface="+mj-lt"/>
                <a:ea typeface="黑体" panose="02010609060101010101" pitchFamily="49" charset="-122"/>
              </a:rPr>
              <a:t>防止意外或有意修改，或能提供被修改证据；</a:t>
            </a:r>
            <a:endParaRPr lang="en-US" altLang="zh-CN" dirty="0" smtClean="0">
              <a:latin typeface="+mj-lt"/>
              <a:ea typeface="黑体" panose="02010609060101010101" pitchFamily="49" charset="-122"/>
            </a:endParaRPr>
          </a:p>
          <a:p>
            <a:pPr marL="879475" lvl="3" indent="-342900">
              <a:lnSpc>
                <a:spcPts val="2200"/>
              </a:lnSpc>
              <a:spcAft>
                <a:spcPts val="1200"/>
              </a:spcAft>
              <a:buFont typeface="+mj-lt"/>
              <a:buAutoNum type="alphaLcParenR"/>
            </a:pPr>
            <a:r>
              <a:rPr lang="zh-CN" altLang="en-US" dirty="0" smtClean="0">
                <a:latin typeface="+mj-lt"/>
                <a:ea typeface="黑体" panose="02010609060101010101" pitchFamily="49" charset="-122"/>
              </a:rPr>
              <a:t>不受其它关联软件（应用软件）的影响；</a:t>
            </a:r>
            <a:endParaRPr lang="en-US" altLang="zh-CN" dirty="0" smtClean="0">
              <a:latin typeface="+mj-lt"/>
              <a:ea typeface="黑体" panose="02010609060101010101" pitchFamily="49" charset="-122"/>
            </a:endParaRPr>
          </a:p>
          <a:p>
            <a:pPr marL="879475" lvl="3" indent="-342900">
              <a:lnSpc>
                <a:spcPts val="2200"/>
              </a:lnSpc>
              <a:spcAft>
                <a:spcPts val="1200"/>
              </a:spcAft>
              <a:buFont typeface="+mj-lt"/>
              <a:buAutoNum type="alphaLcParenR"/>
            </a:pPr>
            <a:r>
              <a:rPr lang="zh-CN" altLang="en-US" dirty="0" smtClean="0">
                <a:latin typeface="+mj-lt"/>
                <a:ea typeface="黑体" panose="02010609060101010101" pitchFamily="49" charset="-122"/>
              </a:rPr>
              <a:t>法定相关软件标识必须是通过算法生成的，易于获得和方便检查</a:t>
            </a:r>
            <a:r>
              <a:rPr lang="zh-CN" altLang="en-US" dirty="0">
                <a:latin typeface="+mj-lt"/>
                <a:ea typeface="黑体" panose="02010609060101010101" pitchFamily="49" charset="-122"/>
              </a:rPr>
              <a:t>；</a:t>
            </a:r>
            <a:endParaRPr lang="en-US" altLang="zh-CN" dirty="0" smtClean="0">
              <a:latin typeface="+mj-lt"/>
              <a:ea typeface="黑体" panose="02010609060101010101" pitchFamily="49" charset="-122"/>
            </a:endParaRPr>
          </a:p>
          <a:p>
            <a:pPr marL="879475" lvl="3" indent="-342900">
              <a:lnSpc>
                <a:spcPts val="2200"/>
              </a:lnSpc>
              <a:spcAft>
                <a:spcPts val="1200"/>
              </a:spcAft>
              <a:buFont typeface="+mj-lt"/>
              <a:buAutoNum type="alphaLcParenR"/>
            </a:pPr>
            <a:r>
              <a:rPr lang="zh-CN" altLang="en-US" dirty="0" smtClean="0">
                <a:latin typeface="+mj-lt"/>
                <a:ea typeface="黑体" panose="02010609060101010101" pitchFamily="49" charset="-122"/>
              </a:rPr>
              <a:t>法制相关参数必须通过算法获得并易于获得和检查，如果修改需要记录事件信息</a:t>
            </a:r>
            <a:endParaRPr lang="en-US" altLang="zh-CN" dirty="0" smtClean="0">
              <a:latin typeface="+mj-lt"/>
              <a:ea typeface="黑体" panose="02010609060101010101" pitchFamily="49" charset="-122"/>
            </a:endParaRPr>
          </a:p>
          <a:p>
            <a:pPr marL="179387" lvl="1" indent="457200">
              <a:lnSpc>
                <a:spcPts val="2200"/>
              </a:lnSpc>
              <a:spcAft>
                <a:spcPts val="1200"/>
              </a:spcAft>
              <a:buNone/>
            </a:pPr>
            <a:r>
              <a:rPr lang="en-US" altLang="zh-CN" dirty="0" smtClean="0">
                <a:ea typeface="黑体" panose="02010609060101010101" pitchFamily="49" charset="-122"/>
              </a:rPr>
              <a:t>Audit trail </a:t>
            </a:r>
            <a:r>
              <a:rPr lang="zh-CN" altLang="en-US" dirty="0" smtClean="0">
                <a:ea typeface="黑体" panose="02010609060101010101" pitchFamily="49" charset="-122"/>
              </a:rPr>
              <a:t>也可以用于专用</a:t>
            </a:r>
            <a:r>
              <a:rPr lang="en-US" altLang="zh-CN" dirty="0" smtClean="0">
                <a:ea typeface="黑体" panose="02010609060101010101" pitchFamily="49" charset="-122"/>
              </a:rPr>
              <a:t>PC</a:t>
            </a:r>
            <a:r>
              <a:rPr lang="zh-CN" altLang="en-US" dirty="0" smtClean="0">
                <a:ea typeface="黑体" panose="02010609060101010101" pitchFamily="49" charset="-122"/>
              </a:rPr>
              <a:t>对装置参数的保护。</a:t>
            </a:r>
            <a:endParaRPr lang="en-US" altLang="zh-CN" dirty="0">
              <a:latin typeface="+mj-lt"/>
              <a:ea typeface="黑体" panose="02010609060101010101" pitchFamily="49" charset="-122"/>
            </a:endParaRPr>
          </a:p>
          <a:p>
            <a:pPr marL="879475" lvl="3" indent="-342900">
              <a:lnSpc>
                <a:spcPts val="2200"/>
              </a:lnSpc>
              <a:spcAft>
                <a:spcPts val="1200"/>
              </a:spcAft>
              <a:buFont typeface="+mj-lt"/>
              <a:buAutoNum type="alphaLcParenR"/>
            </a:pPr>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15</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3282834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软件保护</a:t>
            </a:r>
            <a:endParaRPr lang="zh-CN" altLang="en-US" dirty="0">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ea typeface="黑体" panose="02010609060101010101" pitchFamily="49" charset="-122"/>
              </a:rPr>
              <a:t>汇总</a:t>
            </a:r>
            <a:endParaRPr lang="zh-CN" altLang="en-US" dirty="0">
              <a:ea typeface="黑体" panose="02010609060101010101" pitchFamily="49" charset="-122"/>
            </a:endParaRPr>
          </a:p>
        </p:txBody>
      </p:sp>
      <p:sp>
        <p:nvSpPr>
          <p:cNvPr id="4" name="内容占位符 3"/>
          <p:cNvSpPr>
            <a:spLocks noGrp="1"/>
          </p:cNvSpPr>
          <p:nvPr>
            <p:ph idx="1"/>
          </p:nvPr>
        </p:nvSpPr>
        <p:spPr/>
        <p:txBody>
          <a:bodyPr/>
          <a:lstStyle/>
          <a:p>
            <a:pPr marL="179387" lvl="1" indent="457200">
              <a:lnSpc>
                <a:spcPct val="150000"/>
              </a:lnSpc>
              <a:spcAft>
                <a:spcPts val="1200"/>
              </a:spcAft>
              <a:buNone/>
            </a:pPr>
            <a:r>
              <a:rPr lang="zh-CN" altLang="en-US" sz="1800" b="1" dirty="0" smtClean="0">
                <a:latin typeface="+mj-lt"/>
                <a:ea typeface="黑体" panose="02010609060101010101" pitchFamily="49" charset="-122"/>
              </a:rPr>
              <a:t>法制相关软件及参数的保护型式：</a:t>
            </a:r>
            <a:endParaRPr lang="en-US" altLang="zh-CN" sz="1800" b="1" dirty="0" smtClean="0">
              <a:latin typeface="+mj-lt"/>
              <a:ea typeface="黑体" panose="02010609060101010101" pitchFamily="49" charset="-122"/>
            </a:endParaRPr>
          </a:p>
          <a:p>
            <a:pPr marL="879475" lvl="3" indent="-342900">
              <a:lnSpc>
                <a:spcPct val="150000"/>
              </a:lnSpc>
              <a:spcAft>
                <a:spcPts val="1200"/>
              </a:spcAft>
              <a:buFont typeface="+mj-lt"/>
              <a:buAutoNum type="arabicPeriod"/>
            </a:pPr>
            <a:r>
              <a:rPr lang="zh-CN" altLang="en-US" dirty="0" smtClean="0">
                <a:latin typeface="+mj-lt"/>
                <a:ea typeface="黑体" panose="02010609060101010101" pitchFamily="49" charset="-122"/>
              </a:rPr>
              <a:t>带软件的装置整体或部分由外壳保护并加以铅封</a:t>
            </a:r>
            <a:r>
              <a:rPr lang="en-US" altLang="zh-CN" dirty="0" smtClean="0">
                <a:latin typeface="+mj-lt"/>
                <a:ea typeface="黑体" panose="02010609060101010101" pitchFamily="49" charset="-122"/>
              </a:rPr>
              <a:t>——</a:t>
            </a:r>
            <a:r>
              <a:rPr lang="zh-CN" altLang="en-US" dirty="0" smtClean="0">
                <a:latin typeface="+mj-lt"/>
                <a:ea typeface="黑体" panose="02010609060101010101" pitchFamily="49" charset="-122"/>
              </a:rPr>
              <a:t>物理的；</a:t>
            </a:r>
            <a:endParaRPr lang="en-US" altLang="zh-CN" dirty="0" smtClean="0">
              <a:latin typeface="+mj-lt"/>
              <a:ea typeface="黑体" panose="02010609060101010101" pitchFamily="49" charset="-122"/>
            </a:endParaRPr>
          </a:p>
          <a:p>
            <a:pPr marL="879475" lvl="3" indent="-342900">
              <a:lnSpc>
                <a:spcPct val="150000"/>
              </a:lnSpc>
              <a:spcAft>
                <a:spcPts val="1200"/>
              </a:spcAft>
              <a:buFont typeface="+mj-lt"/>
              <a:buAutoNum type="arabicPeriod"/>
            </a:pPr>
            <a:r>
              <a:rPr lang="zh-CN" altLang="en-US" dirty="0" smtClean="0">
                <a:latin typeface="+mj-lt"/>
                <a:ea typeface="黑体" panose="02010609060101010101" pitchFamily="49" charset="-122"/>
              </a:rPr>
              <a:t>采用只读式存储器存放软件，或对写开关进行铅封</a:t>
            </a:r>
            <a:r>
              <a:rPr lang="en-US" altLang="zh-CN" dirty="0" smtClean="0">
                <a:latin typeface="+mj-lt"/>
                <a:ea typeface="黑体" panose="02010609060101010101" pitchFamily="49" charset="-122"/>
              </a:rPr>
              <a:t>——</a:t>
            </a:r>
            <a:r>
              <a:rPr lang="zh-CN" altLang="en-US" dirty="0" smtClean="0">
                <a:latin typeface="+mj-lt"/>
                <a:ea typeface="黑体" panose="02010609060101010101" pitchFamily="49" charset="-122"/>
              </a:rPr>
              <a:t>物理的；</a:t>
            </a:r>
            <a:endParaRPr lang="en-US" altLang="zh-CN" dirty="0" smtClean="0">
              <a:latin typeface="+mj-lt"/>
              <a:ea typeface="黑体" panose="02010609060101010101" pitchFamily="49" charset="-122"/>
            </a:endParaRPr>
          </a:p>
          <a:p>
            <a:pPr marL="879475" lvl="3" indent="-342900">
              <a:lnSpc>
                <a:spcPct val="150000"/>
              </a:lnSpc>
              <a:spcAft>
                <a:spcPts val="1200"/>
              </a:spcAft>
              <a:buFont typeface="+mj-lt"/>
              <a:buAutoNum type="arabicPeriod"/>
            </a:pPr>
            <a:r>
              <a:rPr lang="zh-CN" altLang="en-US" dirty="0" smtClean="0">
                <a:latin typeface="+mj-lt"/>
                <a:ea typeface="黑体" panose="02010609060101010101" pitchFamily="49" charset="-122"/>
              </a:rPr>
              <a:t>采用算法产生软件标识，不符合一致性要求时禁止运行</a:t>
            </a:r>
            <a:r>
              <a:rPr lang="en-US" altLang="zh-CN" dirty="0" smtClean="0">
                <a:latin typeface="+mj-lt"/>
                <a:ea typeface="黑体" panose="02010609060101010101" pitchFamily="49" charset="-122"/>
              </a:rPr>
              <a:t>——</a:t>
            </a:r>
            <a:r>
              <a:rPr lang="zh-CN" altLang="en-US" dirty="0" smtClean="0">
                <a:latin typeface="+mj-lt"/>
                <a:ea typeface="黑体" panose="02010609060101010101" pitchFamily="49" charset="-122"/>
              </a:rPr>
              <a:t>软件的；</a:t>
            </a:r>
            <a:endParaRPr lang="en-US" altLang="zh-CN" dirty="0" smtClean="0">
              <a:latin typeface="+mj-lt"/>
              <a:ea typeface="黑体" panose="02010609060101010101" pitchFamily="49" charset="-122"/>
            </a:endParaRPr>
          </a:p>
          <a:p>
            <a:pPr marL="879475" lvl="3" indent="-342900">
              <a:lnSpc>
                <a:spcPct val="150000"/>
              </a:lnSpc>
              <a:spcAft>
                <a:spcPts val="1200"/>
              </a:spcAft>
              <a:buFont typeface="+mj-lt"/>
              <a:buAutoNum type="arabicPeriod"/>
            </a:pPr>
            <a:r>
              <a:rPr lang="zh-CN" altLang="en-US" dirty="0" smtClean="0">
                <a:latin typeface="+mj-lt"/>
                <a:ea typeface="黑体" panose="02010609060101010101" pitchFamily="49" charset="-122"/>
              </a:rPr>
              <a:t>采用 </a:t>
            </a:r>
            <a:r>
              <a:rPr lang="en-US" altLang="zh-CN" dirty="0" smtClean="0">
                <a:latin typeface="+mj-lt"/>
                <a:ea typeface="黑体" panose="02010609060101010101" pitchFamily="49" charset="-122"/>
              </a:rPr>
              <a:t>audit trail </a:t>
            </a:r>
            <a:r>
              <a:rPr lang="zh-CN" altLang="en-US" dirty="0" smtClean="0">
                <a:latin typeface="+mj-lt"/>
                <a:ea typeface="黑体" panose="02010609060101010101" pitchFamily="49" charset="-122"/>
              </a:rPr>
              <a:t>技术对装置参数进行保护</a:t>
            </a:r>
            <a:r>
              <a:rPr lang="en-US" altLang="zh-CN" dirty="0" smtClean="0">
                <a:latin typeface="+mj-lt"/>
                <a:ea typeface="黑体" panose="02010609060101010101" pitchFamily="49" charset="-122"/>
              </a:rPr>
              <a:t>——</a:t>
            </a:r>
            <a:r>
              <a:rPr lang="zh-CN" altLang="en-US" dirty="0" smtClean="0">
                <a:latin typeface="+mj-lt"/>
                <a:ea typeface="黑体" panose="02010609060101010101" pitchFamily="49" charset="-122"/>
              </a:rPr>
              <a:t>软件的；</a:t>
            </a:r>
            <a:endParaRPr lang="en-US" altLang="zh-CN" dirty="0" smtClean="0">
              <a:latin typeface="+mj-lt"/>
              <a:ea typeface="黑体" panose="02010609060101010101" pitchFamily="49" charset="-122"/>
            </a:endParaRPr>
          </a:p>
          <a:p>
            <a:pPr marL="879475" lvl="3" indent="-342900">
              <a:lnSpc>
                <a:spcPct val="150000"/>
              </a:lnSpc>
              <a:spcAft>
                <a:spcPts val="1200"/>
              </a:spcAft>
              <a:buFont typeface="+mj-lt"/>
              <a:buAutoNum type="arabicPeriod"/>
            </a:pPr>
            <a:r>
              <a:rPr lang="zh-CN" altLang="en-US" dirty="0" smtClean="0">
                <a:latin typeface="+mj-lt"/>
                <a:ea typeface="黑体" panose="02010609060101010101" pitchFamily="49" charset="-122"/>
              </a:rPr>
              <a:t>如果需要采用 授权</a:t>
            </a:r>
            <a:r>
              <a:rPr lang="en-US" altLang="zh-CN" dirty="0" smtClean="0">
                <a:latin typeface="+mj-lt"/>
                <a:ea typeface="黑体" panose="02010609060101010101" pitchFamily="49" charset="-122"/>
              </a:rPr>
              <a:t> </a:t>
            </a:r>
            <a:r>
              <a:rPr lang="zh-CN" altLang="en-US" dirty="0" smtClean="0">
                <a:latin typeface="+mj-lt"/>
                <a:ea typeface="黑体" panose="02010609060101010101" pitchFamily="49" charset="-122"/>
              </a:rPr>
              <a:t>人加 </a:t>
            </a:r>
            <a:r>
              <a:rPr lang="en-US" altLang="zh-CN" dirty="0" smtClean="0">
                <a:latin typeface="+mj-lt"/>
                <a:ea typeface="黑体" panose="02010609060101010101" pitchFamily="49" charset="-122"/>
              </a:rPr>
              <a:t>audit trail </a:t>
            </a:r>
            <a:r>
              <a:rPr lang="zh-CN" altLang="en-US" dirty="0" smtClean="0">
                <a:latin typeface="+mj-lt"/>
                <a:ea typeface="黑体" panose="02010609060101010101" pitchFamily="49" charset="-122"/>
              </a:rPr>
              <a:t>模式</a:t>
            </a:r>
            <a:r>
              <a:rPr lang="en-US" altLang="zh-CN" dirty="0" smtClean="0">
                <a:latin typeface="+mj-lt"/>
                <a:ea typeface="黑体" panose="02010609060101010101" pitchFamily="49" charset="-122"/>
              </a:rPr>
              <a:t>——</a:t>
            </a:r>
            <a:r>
              <a:rPr lang="zh-CN" altLang="en-US" dirty="0" smtClean="0">
                <a:latin typeface="+mj-lt"/>
                <a:ea typeface="黑体" panose="02010609060101010101" pitchFamily="49" charset="-122"/>
              </a:rPr>
              <a:t>软件的。</a:t>
            </a:r>
            <a:endParaRPr lang="en-US" altLang="zh-CN" dirty="0" smtClean="0">
              <a:latin typeface="+mj-lt"/>
              <a:ea typeface="黑体" panose="02010609060101010101" pitchFamily="49" charset="-122"/>
            </a:endParaRPr>
          </a:p>
          <a:p>
            <a:pPr marL="879475" lvl="3" indent="-342900">
              <a:lnSpc>
                <a:spcPct val="150000"/>
              </a:lnSpc>
              <a:spcAft>
                <a:spcPts val="1200"/>
              </a:spcAft>
              <a:buFont typeface="+mj-lt"/>
              <a:buAutoNum type="arabicPeriod"/>
            </a:pPr>
            <a:endParaRPr lang="en-US" altLang="zh-CN" sz="1400" b="1" dirty="0" smtClean="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16</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398483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软件保护</a:t>
            </a:r>
            <a:endParaRPr lang="zh-CN" altLang="en-US" dirty="0">
              <a:ea typeface="黑体" panose="02010609060101010101" pitchFamily="49" charset="-122"/>
            </a:endParaRPr>
          </a:p>
        </p:txBody>
      </p:sp>
      <p:sp>
        <p:nvSpPr>
          <p:cNvPr id="4" name="内容占位符 3"/>
          <p:cNvSpPr>
            <a:spLocks noGrp="1"/>
          </p:cNvSpPr>
          <p:nvPr>
            <p:ph idx="1"/>
          </p:nvPr>
        </p:nvSpPr>
        <p:spPr>
          <a:xfrm>
            <a:off x="395288" y="1009934"/>
            <a:ext cx="8352712" cy="5167096"/>
          </a:xfrm>
        </p:spPr>
        <p:txBody>
          <a:bodyPr/>
          <a:lstStyle/>
          <a:p>
            <a:pPr marL="0" indent="0">
              <a:lnSpc>
                <a:spcPct val="150000"/>
              </a:lnSpc>
              <a:spcAft>
                <a:spcPts val="1200"/>
              </a:spcAft>
              <a:buNone/>
            </a:pPr>
            <a:r>
              <a:rPr lang="zh-CN" altLang="en-US" b="1" dirty="0" smtClean="0">
                <a:ea typeface="黑体" panose="02010609060101010101" pitchFamily="49" charset="-122"/>
              </a:rPr>
              <a:t>典型型式的软件保护</a:t>
            </a:r>
            <a:endParaRPr lang="en-US" altLang="zh-CN" b="1" dirty="0" smtClean="0">
              <a:ea typeface="黑体" panose="02010609060101010101" pitchFamily="49" charset="-122"/>
            </a:endParaRPr>
          </a:p>
          <a:p>
            <a:pPr marL="0" indent="0">
              <a:lnSpc>
                <a:spcPct val="150000"/>
              </a:lnSpc>
              <a:spcAft>
                <a:spcPts val="1200"/>
              </a:spcAft>
              <a:buNone/>
            </a:pPr>
            <a:r>
              <a:rPr lang="zh-CN" altLang="en-US" b="1" dirty="0" smtClean="0">
                <a:ea typeface="黑体" panose="02010609060101010101" pitchFamily="49" charset="-122"/>
              </a:rPr>
              <a:t>通用</a:t>
            </a:r>
            <a:r>
              <a:rPr lang="en-US" altLang="zh-CN" b="1" dirty="0" smtClean="0">
                <a:ea typeface="黑体" panose="02010609060101010101" pitchFamily="49" charset="-122"/>
              </a:rPr>
              <a:t>PC</a:t>
            </a:r>
            <a:r>
              <a:rPr lang="zh-CN" altLang="en-US" b="1" dirty="0" smtClean="0">
                <a:ea typeface="黑体" panose="02010609060101010101" pitchFamily="49" charset="-122"/>
              </a:rPr>
              <a:t>法制相关软件：</a:t>
            </a:r>
            <a:endParaRPr lang="en-US" altLang="zh-CN" b="1" dirty="0" smtClean="0">
              <a:ea typeface="黑体" panose="02010609060101010101" pitchFamily="49" charset="-122"/>
            </a:endParaRPr>
          </a:p>
          <a:p>
            <a:pPr marL="179387" lvl="1" indent="457200">
              <a:lnSpc>
                <a:spcPct val="150000"/>
              </a:lnSpc>
              <a:spcAft>
                <a:spcPts val="1200"/>
              </a:spcAft>
              <a:buNone/>
            </a:pPr>
            <a:r>
              <a:rPr lang="zh-CN" altLang="en-US" dirty="0" smtClean="0">
                <a:latin typeface="+mj-lt"/>
                <a:ea typeface="黑体" panose="02010609060101010101" pitchFamily="49" charset="-122"/>
              </a:rPr>
              <a:t>法制相关软件保护</a:t>
            </a:r>
            <a:r>
              <a:rPr lang="zh-CN" altLang="en-US" dirty="0">
                <a:latin typeface="+mj-lt"/>
                <a:ea typeface="黑体" panose="02010609060101010101" pitchFamily="49" charset="-122"/>
              </a:rPr>
              <a:t>是对除动态数据以外的执行代码（包括型式参数）进行至少</a:t>
            </a:r>
            <a:r>
              <a:rPr lang="en-US" altLang="zh-CN" dirty="0">
                <a:latin typeface="+mj-lt"/>
                <a:ea typeface="黑体" panose="02010609060101010101" pitchFamily="49" charset="-122"/>
              </a:rPr>
              <a:t>16</a:t>
            </a:r>
            <a:r>
              <a:rPr lang="zh-CN" altLang="en-US" dirty="0">
                <a:latin typeface="+mj-lt"/>
                <a:ea typeface="黑体" panose="02010609060101010101" pitchFamily="49" charset="-122"/>
              </a:rPr>
              <a:t>位</a:t>
            </a:r>
            <a:r>
              <a:rPr lang="en-US" altLang="zh-CN" dirty="0">
                <a:latin typeface="+mj-lt"/>
                <a:ea typeface="黑体" panose="02010609060101010101" pitchFamily="49" charset="-122"/>
              </a:rPr>
              <a:t>CRC</a:t>
            </a:r>
            <a:r>
              <a:rPr lang="zh-CN" altLang="en-US" dirty="0">
                <a:latin typeface="+mj-lt"/>
                <a:ea typeface="黑体" panose="02010609060101010101" pitchFamily="49" charset="-122"/>
              </a:rPr>
              <a:t>校验和计算或保护程度不低于该算法的方法，该校验和的计算在程序启动时自动完成，或在运行期间通过手动命令</a:t>
            </a:r>
            <a:r>
              <a:rPr lang="zh-CN" altLang="en-US" dirty="0" smtClean="0">
                <a:latin typeface="+mj-lt"/>
                <a:ea typeface="黑体" panose="02010609060101010101" pitchFamily="49" charset="-122"/>
              </a:rPr>
              <a:t>计算，计算结果作为软件标识使用。</a:t>
            </a:r>
            <a:endParaRPr lang="en-US" altLang="zh-CN" dirty="0">
              <a:latin typeface="+mj-lt"/>
              <a:ea typeface="黑体" panose="02010609060101010101" pitchFamily="49" charset="-122"/>
            </a:endParaRPr>
          </a:p>
          <a:p>
            <a:pPr marL="179387" lvl="1" indent="457200">
              <a:lnSpc>
                <a:spcPct val="150000"/>
              </a:lnSpc>
              <a:spcAft>
                <a:spcPts val="1200"/>
              </a:spcAft>
              <a:buNone/>
            </a:pPr>
            <a:r>
              <a:rPr lang="zh-CN" altLang="en-US" dirty="0" smtClean="0">
                <a:ea typeface="黑体" panose="02010609060101010101" pitchFamily="49" charset="-122"/>
              </a:rPr>
              <a:t>与</a:t>
            </a:r>
            <a:r>
              <a:rPr lang="zh-CN" altLang="en-US" dirty="0">
                <a:ea typeface="黑体" panose="02010609060101010101" pitchFamily="49" charset="-122"/>
              </a:rPr>
              <a:t>其它相关应用软件关联</a:t>
            </a:r>
            <a:r>
              <a:rPr lang="zh-CN" altLang="en-US" dirty="0" smtClean="0">
                <a:ea typeface="黑体" panose="02010609060101010101" pitchFamily="49" charset="-122"/>
              </a:rPr>
              <a:t>，关联</a:t>
            </a:r>
            <a:r>
              <a:rPr lang="zh-CN" altLang="en-US" dirty="0">
                <a:ea typeface="黑体" panose="02010609060101010101" pitchFamily="49" charset="-122"/>
              </a:rPr>
              <a:t>的应用软件会依据需求发生改变或修改，或者说称重结果的应用可能是未知的，由实际应用软件确定</a:t>
            </a:r>
            <a:r>
              <a:rPr lang="zh-CN" altLang="en-US" dirty="0" smtClean="0">
                <a:ea typeface="黑体" panose="02010609060101010101" pitchFamily="49" charset="-122"/>
              </a:rPr>
              <a:t>（也可能是用户开发</a:t>
            </a:r>
            <a:r>
              <a:rPr lang="zh-CN" altLang="en-US" dirty="0">
                <a:ea typeface="黑体" panose="02010609060101010101" pitchFamily="49" charset="-122"/>
              </a:rPr>
              <a:t>的），称重软件的运行是由关联的应用软件触发或启动</a:t>
            </a:r>
            <a:r>
              <a:rPr lang="zh-CN" altLang="en-US" dirty="0" smtClean="0">
                <a:ea typeface="黑体" panose="02010609060101010101" pitchFamily="49" charset="-122"/>
              </a:rPr>
              <a:t>的。</a:t>
            </a:r>
            <a:endParaRPr lang="en-US" altLang="zh-CN" dirty="0" smtClean="0">
              <a:latin typeface="+mj-lt"/>
              <a:ea typeface="黑体" panose="02010609060101010101" pitchFamily="49" charset="-122"/>
            </a:endParaRPr>
          </a:p>
          <a:p>
            <a:pPr marL="179387" lvl="1" indent="457200">
              <a:lnSpc>
                <a:spcPct val="150000"/>
              </a:lnSpc>
              <a:spcAft>
                <a:spcPts val="1200"/>
              </a:spcAft>
              <a:buNone/>
            </a:pPr>
            <a:r>
              <a:rPr lang="zh-CN" altLang="en-US" dirty="0" smtClean="0">
                <a:latin typeface="+mj-lt"/>
                <a:ea typeface="黑体" panose="02010609060101010101" pitchFamily="49" charset="-122"/>
              </a:rPr>
              <a:t>因此，法制受控软件与其它应用软件之间经保护性软件接口通讯。所有输入命令被送入一个程序进行过滤。只接受经型式批准的和文件说明的命令，不接受其它任何命令。过滤程序是法制相关的也应受到保护。否则所有软件都作为法制相关的。</a:t>
            </a:r>
            <a:endParaRPr lang="en-US" altLang="zh-CN" dirty="0" smtClean="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17</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35643767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软件保护</a:t>
            </a:r>
            <a:endParaRPr lang="zh-CN" altLang="en-US" dirty="0">
              <a:ea typeface="黑体" panose="02010609060101010101" pitchFamily="49" charset="-122"/>
            </a:endParaRPr>
          </a:p>
        </p:txBody>
      </p:sp>
      <p:sp>
        <p:nvSpPr>
          <p:cNvPr id="4" name="内容占位符 3"/>
          <p:cNvSpPr>
            <a:spLocks noGrp="1"/>
          </p:cNvSpPr>
          <p:nvPr>
            <p:ph idx="1"/>
          </p:nvPr>
        </p:nvSpPr>
        <p:spPr>
          <a:xfrm>
            <a:off x="395288" y="1267538"/>
            <a:ext cx="8175506" cy="5105102"/>
          </a:xfrm>
        </p:spPr>
        <p:txBody>
          <a:bodyPr/>
          <a:lstStyle/>
          <a:p>
            <a:pPr marL="179387" lvl="1" indent="0">
              <a:spcAft>
                <a:spcPts val="1000"/>
              </a:spcAft>
              <a:buNone/>
            </a:pPr>
            <a:r>
              <a:rPr lang="zh-CN" altLang="en-US" b="1" dirty="0" smtClean="0">
                <a:latin typeface="+mj-lt"/>
                <a:ea typeface="黑体" panose="02010609060101010101" pitchFamily="49" charset="-122"/>
              </a:rPr>
              <a:t>专用</a:t>
            </a:r>
            <a:r>
              <a:rPr lang="en-US" altLang="zh-CN" b="1" dirty="0" smtClean="0">
                <a:latin typeface="+mj-lt"/>
                <a:ea typeface="黑体" panose="02010609060101010101" pitchFamily="49" charset="-122"/>
              </a:rPr>
              <a:t>PC</a:t>
            </a:r>
            <a:r>
              <a:rPr lang="zh-CN" altLang="en-US" b="1" dirty="0" smtClean="0">
                <a:latin typeface="+mj-lt"/>
                <a:ea typeface="黑体" panose="02010609060101010101" pitchFamily="49" charset="-122"/>
              </a:rPr>
              <a:t>法制相关软件</a:t>
            </a:r>
            <a:endParaRPr lang="en-US" altLang="zh-CN" b="1" dirty="0" smtClean="0">
              <a:latin typeface="+mj-lt"/>
              <a:ea typeface="黑体" panose="02010609060101010101" pitchFamily="49" charset="-122"/>
            </a:endParaRPr>
          </a:p>
          <a:p>
            <a:pPr marL="179387" lvl="1" indent="457200">
              <a:spcAft>
                <a:spcPts val="1000"/>
              </a:spcAft>
              <a:buNone/>
            </a:pPr>
            <a:r>
              <a:rPr lang="zh-CN" altLang="en-US" dirty="0" smtClean="0">
                <a:latin typeface="+mj-lt"/>
                <a:ea typeface="黑体" panose="02010609060101010101" pitchFamily="49" charset="-122"/>
              </a:rPr>
              <a:t>提供软件版本号或计算的校验和作为软件标识。</a:t>
            </a:r>
            <a:endParaRPr lang="en-US" altLang="zh-CN" dirty="0" smtClean="0">
              <a:latin typeface="+mj-lt"/>
              <a:ea typeface="黑体" panose="02010609060101010101" pitchFamily="49" charset="-122"/>
            </a:endParaRPr>
          </a:p>
          <a:p>
            <a:pPr marL="179387" lvl="1" indent="457200">
              <a:spcAft>
                <a:spcPts val="1000"/>
              </a:spcAft>
              <a:buNone/>
            </a:pPr>
            <a:r>
              <a:rPr lang="zh-CN" altLang="en-US" dirty="0" smtClean="0">
                <a:latin typeface="+mj-lt"/>
                <a:ea typeface="黑体" panose="02010609060101010101" pitchFamily="49" charset="-122"/>
              </a:rPr>
              <a:t>通常专用</a:t>
            </a:r>
            <a:r>
              <a:rPr lang="en-US" altLang="zh-CN" dirty="0" smtClean="0">
                <a:latin typeface="+mj-lt"/>
                <a:ea typeface="黑体" panose="02010609060101010101" pitchFamily="49" charset="-122"/>
              </a:rPr>
              <a:t>PC (IND 880, RT PC scale )</a:t>
            </a:r>
            <a:r>
              <a:rPr lang="zh-CN" altLang="en-US" dirty="0" smtClean="0">
                <a:latin typeface="+mj-lt"/>
                <a:ea typeface="黑体" panose="02010609060101010101" pitchFamily="49" charset="-122"/>
              </a:rPr>
              <a:t>采用完全封闭的外壳对硬件和软件通过铅封机构加以保护，或采用</a:t>
            </a:r>
            <a:r>
              <a:rPr lang="en-US" altLang="zh-CN" dirty="0" smtClean="0">
                <a:latin typeface="+mj-lt"/>
                <a:ea typeface="黑体" panose="02010609060101010101" pitchFamily="49" charset="-122"/>
              </a:rPr>
              <a:t>closed shell </a:t>
            </a:r>
            <a:r>
              <a:rPr lang="zh-CN" altLang="en-US" dirty="0" smtClean="0">
                <a:latin typeface="+mj-lt"/>
                <a:ea typeface="黑体" panose="02010609060101010101" pitchFamily="49" charset="-122"/>
              </a:rPr>
              <a:t>方法保护，法制相关称重软件的硬件环境和软件环境恒定不变。这类</a:t>
            </a:r>
            <a:r>
              <a:rPr lang="en-US" altLang="zh-CN" dirty="0" smtClean="0">
                <a:latin typeface="+mj-lt"/>
                <a:ea typeface="黑体" panose="02010609060101010101" pitchFamily="49" charset="-122"/>
              </a:rPr>
              <a:t>PC</a:t>
            </a:r>
            <a:r>
              <a:rPr lang="zh-CN" altLang="en-US" dirty="0" smtClean="0">
                <a:latin typeface="+mj-lt"/>
                <a:ea typeface="黑体" panose="02010609060101010101" pitchFamily="49" charset="-122"/>
              </a:rPr>
              <a:t>软件被称为</a:t>
            </a:r>
            <a:r>
              <a:rPr lang="en-US" altLang="zh-CN" dirty="0" smtClean="0">
                <a:latin typeface="+mj-lt"/>
                <a:ea typeface="黑体" panose="02010609060101010101" pitchFamily="49" charset="-122"/>
              </a:rPr>
              <a:t>P</a:t>
            </a:r>
            <a:r>
              <a:rPr lang="zh-CN" altLang="en-US" dirty="0" smtClean="0">
                <a:latin typeface="+mj-lt"/>
                <a:ea typeface="黑体" panose="02010609060101010101" pitchFamily="49" charset="-122"/>
              </a:rPr>
              <a:t>型软件。</a:t>
            </a:r>
            <a:endParaRPr lang="en-US" altLang="zh-CN" dirty="0" smtClean="0">
              <a:latin typeface="+mj-lt"/>
              <a:ea typeface="黑体" panose="02010609060101010101" pitchFamily="49" charset="-122"/>
            </a:endParaRPr>
          </a:p>
          <a:p>
            <a:pPr marL="179387" lvl="1" indent="457200">
              <a:spcAft>
                <a:spcPts val="1000"/>
              </a:spcAft>
              <a:buNone/>
            </a:pPr>
            <a:r>
              <a:rPr lang="zh-CN" altLang="en-US" dirty="0" smtClean="0">
                <a:latin typeface="+mj-lt"/>
                <a:ea typeface="黑体" panose="02010609060101010101" pitchFamily="49" charset="-122"/>
              </a:rPr>
              <a:t>衡器用户不能访问操作系统安装和卸载软件，对于使用者而言与采用嵌入式软件的智能衡器从使用角度而言没有区别。</a:t>
            </a:r>
            <a:r>
              <a:rPr lang="en-US" altLang="zh-CN" dirty="0" smtClean="0">
                <a:latin typeface="+mj-lt"/>
                <a:ea typeface="黑体" panose="02010609060101010101" pitchFamily="49" charset="-122"/>
              </a:rPr>
              <a:t>PC</a:t>
            </a:r>
            <a:r>
              <a:rPr lang="zh-CN" altLang="en-US" dirty="0" smtClean="0">
                <a:latin typeface="+mj-lt"/>
                <a:ea typeface="黑体" panose="02010609060101010101" pitchFamily="49" charset="-122"/>
              </a:rPr>
              <a:t>通电后直接启动衡器称重软件，不会被最小化和同时运行其它与称重无关的软件。</a:t>
            </a:r>
            <a:endParaRPr lang="en-US" altLang="zh-CN" dirty="0" smtClean="0">
              <a:latin typeface="+mj-lt"/>
              <a:ea typeface="黑体" panose="02010609060101010101" pitchFamily="49" charset="-122"/>
            </a:endParaRPr>
          </a:p>
          <a:p>
            <a:pPr marL="179387" lvl="1" indent="457200">
              <a:spcAft>
                <a:spcPts val="1000"/>
              </a:spcAft>
              <a:buNone/>
            </a:pPr>
            <a:r>
              <a:rPr lang="zh-CN" altLang="en-US" dirty="0" smtClean="0">
                <a:latin typeface="+mj-lt"/>
                <a:ea typeface="黑体" panose="02010609060101010101" pitchFamily="49" charset="-122"/>
              </a:rPr>
              <a:t>参数保护可以施加铅封结构的外壳实现的，或通过使用</a:t>
            </a:r>
            <a:r>
              <a:rPr lang="en-US" altLang="zh-CN" dirty="0" smtClean="0">
                <a:latin typeface="+mj-lt"/>
                <a:ea typeface="黑体" panose="02010609060101010101" pitchFamily="49" charset="-122"/>
              </a:rPr>
              <a:t>audit trail</a:t>
            </a:r>
            <a:r>
              <a:rPr lang="zh-CN" altLang="en-US" dirty="0" smtClean="0">
                <a:latin typeface="+mj-lt"/>
                <a:ea typeface="黑体" panose="02010609060101010101" pitchFamily="49" charset="-122"/>
              </a:rPr>
              <a:t>来实现保护。</a:t>
            </a:r>
            <a:endParaRPr lang="en-US" altLang="zh-CN" dirty="0" smtClean="0">
              <a:latin typeface="+mj-lt"/>
              <a:ea typeface="黑体" panose="02010609060101010101" pitchFamily="49" charset="-122"/>
            </a:endParaRPr>
          </a:p>
          <a:p>
            <a:pPr marL="179387" lvl="1" indent="457200">
              <a:spcAft>
                <a:spcPts val="1000"/>
              </a:spcAft>
              <a:buNone/>
            </a:pPr>
            <a:endParaRPr lang="en-US" altLang="zh-CN" dirty="0" smtClean="0">
              <a:latin typeface="+mj-lt"/>
              <a:ea typeface="黑体" panose="02010609060101010101" pitchFamily="49" charset="-122"/>
            </a:endParaRPr>
          </a:p>
          <a:p>
            <a:pPr marL="179387" lvl="1" indent="0">
              <a:spcAft>
                <a:spcPts val="1000"/>
              </a:spcAft>
              <a:buNone/>
            </a:pPr>
            <a:r>
              <a:rPr lang="zh-CN" altLang="en-US" b="1" dirty="0" smtClean="0">
                <a:latin typeface="+mj-lt"/>
                <a:ea typeface="黑体" panose="02010609060101010101" pitchFamily="49" charset="-122"/>
              </a:rPr>
              <a:t>嵌入式软件保护：</a:t>
            </a:r>
            <a:endParaRPr lang="en-US" altLang="zh-CN" b="1" dirty="0" smtClean="0">
              <a:latin typeface="+mj-lt"/>
              <a:ea typeface="黑体" panose="02010609060101010101" pitchFamily="49" charset="-122"/>
            </a:endParaRPr>
          </a:p>
          <a:p>
            <a:pPr marL="179387" lvl="1" indent="457200">
              <a:spcAft>
                <a:spcPts val="1000"/>
              </a:spcAft>
              <a:buNone/>
            </a:pPr>
            <a:r>
              <a:rPr lang="zh-CN" altLang="en-US" dirty="0" smtClean="0">
                <a:latin typeface="+mj-lt"/>
                <a:ea typeface="黑体" panose="02010609060101010101" pitchFamily="49" charset="-122"/>
              </a:rPr>
              <a:t>软件固有特性是基本安全的，参数通过物理铅封保护，也可以使用</a:t>
            </a:r>
            <a:r>
              <a:rPr lang="en-US" altLang="zh-CN" dirty="0" smtClean="0">
                <a:latin typeface="+mj-lt"/>
                <a:ea typeface="黑体" panose="02010609060101010101" pitchFamily="49" charset="-122"/>
              </a:rPr>
              <a:t>audit trail </a:t>
            </a:r>
            <a:r>
              <a:rPr lang="zh-CN" altLang="en-US" dirty="0" smtClean="0">
                <a:latin typeface="+mj-lt"/>
                <a:ea typeface="黑体" panose="02010609060101010101" pitchFamily="49" charset="-122"/>
              </a:rPr>
              <a:t>技术。</a:t>
            </a:r>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18</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402487785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uppieren 16"/>
          <p:cNvGrpSpPr/>
          <p:nvPr/>
        </p:nvGrpSpPr>
        <p:grpSpPr>
          <a:xfrm>
            <a:off x="395288" y="2987180"/>
            <a:ext cx="10081400" cy="491500"/>
            <a:chOff x="539175" y="3154768"/>
            <a:chExt cx="10081400" cy="531132"/>
          </a:xfrm>
        </p:grpSpPr>
        <p:sp>
          <p:nvSpPr>
            <p:cNvPr id="4" name="Gleichschenkliges Dreieck 3"/>
            <p:cNvSpPr/>
            <p:nvPr/>
          </p:nvSpPr>
          <p:spPr>
            <a:xfrm rot="16200000">
              <a:off x="9371418" y="3273380"/>
              <a:ext cx="311087" cy="21602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hteck 19"/>
            <p:cNvSpPr/>
            <p:nvPr/>
          </p:nvSpPr>
          <p:spPr>
            <a:xfrm>
              <a:off x="539175" y="3154768"/>
              <a:ext cx="8396287" cy="531132"/>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dirty="0"/>
            </a:p>
          </p:txBody>
        </p:sp>
        <p:sp>
          <p:nvSpPr>
            <p:cNvPr id="16" name="Rechteck 15"/>
            <p:cNvSpPr/>
            <p:nvPr/>
          </p:nvSpPr>
          <p:spPr>
            <a:xfrm>
              <a:off x="9684445" y="3176891"/>
              <a:ext cx="936130" cy="4320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r>
                <a:rPr lang="en-US" sz="800" dirty="0" smtClean="0">
                  <a:solidFill>
                    <a:schemeClr val="tx1"/>
                  </a:solidFill>
                </a:rPr>
                <a:t>To shift Highlight</a:t>
              </a:r>
            </a:p>
            <a:p>
              <a:r>
                <a:rPr lang="en-US" sz="800" dirty="0">
                  <a:solidFill>
                    <a:schemeClr val="tx1"/>
                  </a:solidFill>
                </a:rPr>
                <a:t>C</a:t>
              </a:r>
              <a:r>
                <a:rPr lang="en-US" sz="800" dirty="0" smtClean="0">
                  <a:solidFill>
                    <a:schemeClr val="tx1"/>
                  </a:solidFill>
                </a:rPr>
                <a:t>lick the arrow, press shift key and move top or bottom</a:t>
              </a:r>
            </a:p>
          </p:txBody>
        </p:sp>
      </p:grpSp>
      <p:sp>
        <p:nvSpPr>
          <p:cNvPr id="2" name="Titel 1"/>
          <p:cNvSpPr>
            <a:spLocks noGrp="1"/>
          </p:cNvSpPr>
          <p:nvPr>
            <p:ph type="title"/>
          </p:nvPr>
        </p:nvSpPr>
        <p:spPr/>
        <p:txBody>
          <a:bodyPr/>
          <a:lstStyle/>
          <a:p>
            <a:r>
              <a:rPr lang="en-US" dirty="0" smtClean="0"/>
              <a:t>Agenda</a:t>
            </a:r>
            <a:endParaRPr lang="en-US" dirty="0"/>
          </a:p>
        </p:txBody>
      </p:sp>
      <p:sp>
        <p:nvSpPr>
          <p:cNvPr id="14" name="Slide Number Placeholder 13"/>
          <p:cNvSpPr>
            <a:spLocks noGrp="1"/>
          </p:cNvSpPr>
          <p:nvPr>
            <p:ph type="sldNum" sz="quarter" idx="100"/>
          </p:nvPr>
        </p:nvSpPr>
        <p:spPr/>
        <p:txBody>
          <a:bodyPr/>
          <a:lstStyle/>
          <a:p>
            <a:fld id="{2B2B68EE-DD1E-4368-AFCE-24A50EC7BF18}" type="slidenum">
              <a:rPr lang="en-US" smtClean="0"/>
              <a:pPr/>
              <a:t>19</a:t>
            </a:fld>
            <a:endParaRPr lang="en-US" dirty="0"/>
          </a:p>
        </p:txBody>
      </p:sp>
      <p:sp>
        <p:nvSpPr>
          <p:cNvPr id="13" name="Footer Placeholder 12"/>
          <p:cNvSpPr>
            <a:spLocks noGrp="1"/>
          </p:cNvSpPr>
          <p:nvPr>
            <p:ph type="ftr" sz="quarter" idx="101"/>
          </p:nvPr>
        </p:nvSpPr>
        <p:spPr/>
        <p:txBody>
          <a:bodyPr/>
          <a:lstStyle/>
          <a:p>
            <a:r>
              <a:rPr lang="en-US" smtClean="0"/>
              <a:t>For internal use - Confidential</a:t>
            </a:r>
            <a:endParaRPr lang="en-US" dirty="0"/>
          </a:p>
        </p:txBody>
      </p:sp>
      <p:graphicFrame>
        <p:nvGraphicFramePr>
          <p:cNvPr id="8" name="Inhaltsplatzhalter 7"/>
          <p:cNvGraphicFramePr>
            <a:graphicFrameLocks noGrp="1"/>
          </p:cNvGraphicFramePr>
          <p:nvPr>
            <p:ph idx="4294967295"/>
            <p:extLst>
              <p:ext uri="{D42A27DB-BD31-4B8C-83A1-F6EECF244321}">
                <p14:modId xmlns:p14="http://schemas.microsoft.com/office/powerpoint/2010/main" val="1055935433"/>
              </p:ext>
            </p:extLst>
          </p:nvPr>
        </p:nvGraphicFramePr>
        <p:xfrm>
          <a:off x="357187" y="1477762"/>
          <a:ext cx="8429625" cy="3024000"/>
        </p:xfrm>
        <a:graphic>
          <a:graphicData uri="http://schemas.openxmlformats.org/drawingml/2006/table">
            <a:tbl>
              <a:tblPr firstRow="1" firstCol="1" bandRow="1">
                <a:solidFill>
                  <a:srgbClr val="FFFFFF">
                    <a:alpha val="20000"/>
                  </a:srgbClr>
                </a:solidFill>
              </a:tblPr>
              <a:tblGrid>
                <a:gridCol w="508896"/>
                <a:gridCol w="7920729"/>
              </a:tblGrid>
              <a:tr h="504000">
                <a:tc>
                  <a:txBody>
                    <a:bodyPr/>
                    <a:lstStyle/>
                    <a:p>
                      <a:pPr algn="ctr"/>
                      <a:r>
                        <a:rPr lang="en-US" b="1" noProof="0" dirty="0" smtClean="0">
                          <a:solidFill>
                            <a:schemeClr val="bg1"/>
                          </a:solidFill>
                        </a:rPr>
                        <a:t>1</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前言</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2</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概述</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altLang="zh-CN" b="1" noProof="0" dirty="0" smtClean="0">
                          <a:solidFill>
                            <a:schemeClr val="bg1"/>
                          </a:solidFill>
                        </a:rPr>
                        <a:t>3</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软件保护</a:t>
                      </a:r>
                      <a:endParaRPr lang="en-US" sz="1600" b="1" kern="1200" noProof="0" dirty="0" smtClean="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noProof="0" dirty="0" smtClean="0">
                          <a:solidFill>
                            <a:schemeClr val="bg1"/>
                          </a:solidFill>
                        </a:rPr>
                        <a:t>4</a:t>
                      </a:r>
                      <a:endParaRPr lang="en-US" b="1" noProof="0" dirty="0" smtClean="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软件接口及软件分割</a:t>
                      </a:r>
                      <a:endParaRPr lang="en-US" b="1" noProof="0" dirty="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noProof="0" dirty="0" smtClean="0">
                          <a:solidFill>
                            <a:schemeClr val="bg1"/>
                          </a:solidFill>
                        </a:rPr>
                        <a:t>5</a:t>
                      </a:r>
                      <a:endParaRPr lang="en-US" b="1" noProof="0" dirty="0" smtClean="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t>数据传输和保存</a:t>
                      </a:r>
                      <a:endParaRPr lang="en-US" altLang="zh-CN" b="1" noProof="0" dirty="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1" noProof="0" dirty="0" smtClean="0">
                          <a:solidFill>
                            <a:schemeClr val="bg1"/>
                          </a:solidFill>
                        </a:rPr>
                        <a:t>6</a:t>
                      </a:r>
                      <a:endParaRPr lang="en-US" b="1" noProof="0" dirty="0" smtClean="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t>软件下载</a:t>
                      </a:r>
                      <a:endParaRPr lang="en-US" b="1" noProof="0" dirty="0" smtClean="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bl>
          </a:graphicData>
        </a:graphic>
      </p:graphicFrame>
    </p:spTree>
    <p:extLst>
      <p:ext uri="{BB962C8B-B14F-4D97-AF65-F5344CB8AC3E}">
        <p14:creationId xmlns:p14="http://schemas.microsoft.com/office/powerpoint/2010/main" val="11050624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a typeface="黑体" panose="02010609060101010101" pitchFamily="49" charset="-122"/>
              </a:rPr>
              <a:t>软件接口及软件分割</a:t>
            </a:r>
          </a:p>
        </p:txBody>
      </p:sp>
      <p:sp>
        <p:nvSpPr>
          <p:cNvPr id="3" name="标题 2"/>
          <p:cNvSpPr>
            <a:spLocks noGrp="1"/>
          </p:cNvSpPr>
          <p:nvPr>
            <p:ph type="title" idx="99"/>
          </p:nvPr>
        </p:nvSpPr>
        <p:spPr/>
        <p:txBody>
          <a:bodyPr/>
          <a:lstStyle/>
          <a:p>
            <a:r>
              <a:rPr lang="zh-CN" altLang="en-US" dirty="0" smtClean="0">
                <a:ea typeface="黑体" panose="02010609060101010101" pitchFamily="49" charset="-122"/>
              </a:rPr>
              <a:t>软件分割</a:t>
            </a:r>
            <a:r>
              <a:rPr lang="en-US" altLang="zh-CN" dirty="0" smtClean="0">
                <a:ea typeface="黑体" panose="02010609060101010101" pitchFamily="49" charset="-122"/>
              </a:rPr>
              <a:t>——</a:t>
            </a:r>
            <a:r>
              <a:rPr lang="zh-CN" altLang="en-US" sz="1400" dirty="0" smtClean="0">
                <a:ea typeface="黑体" panose="02010609060101010101" pitchFamily="49" charset="-122"/>
              </a:rPr>
              <a:t>基于</a:t>
            </a:r>
            <a:r>
              <a:rPr lang="en-US" altLang="zh-CN" sz="1400" dirty="0" smtClean="0">
                <a:ea typeface="黑体" panose="02010609060101010101" pitchFamily="49" charset="-122"/>
              </a:rPr>
              <a:t>IT</a:t>
            </a:r>
            <a:r>
              <a:rPr lang="zh-CN" altLang="en-US" sz="1400" dirty="0" smtClean="0">
                <a:ea typeface="黑体" panose="02010609060101010101" pitchFamily="49" charset="-122"/>
              </a:rPr>
              <a:t>技术附加要求</a:t>
            </a:r>
            <a:endParaRPr lang="zh-CN" altLang="en-US" dirty="0">
              <a:ea typeface="黑体" panose="02010609060101010101" pitchFamily="49" charset="-122"/>
            </a:endParaRPr>
          </a:p>
        </p:txBody>
      </p:sp>
      <p:sp>
        <p:nvSpPr>
          <p:cNvPr id="4" name="内容占位符 3"/>
          <p:cNvSpPr>
            <a:spLocks noGrp="1"/>
          </p:cNvSpPr>
          <p:nvPr>
            <p:ph idx="1"/>
          </p:nvPr>
        </p:nvSpPr>
        <p:spPr/>
        <p:txBody>
          <a:bodyPr/>
          <a:lstStyle/>
          <a:p>
            <a:pPr marL="179387" lvl="1" indent="457200">
              <a:spcAft>
                <a:spcPts val="1200"/>
              </a:spcAft>
              <a:buNone/>
            </a:pPr>
            <a:r>
              <a:rPr lang="zh-CN" altLang="en-US" dirty="0" smtClean="0">
                <a:latin typeface="+mj-lt"/>
                <a:ea typeface="黑体" panose="02010609060101010101" pitchFamily="49" charset="-122"/>
              </a:rPr>
              <a:t>如果软件有法制相关部分和非法制相关部分，对于法制相关部分应符合软件保护的要求。</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非法制相关部分软件与法制相关部分应通过软件接口实施分割，如果没有分割，所有软件被认为是法制相关，应全部加以保护和不允许修改。</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法制相关软件与关联的非法制相关软件之间的分割是通过保护性软件接口实现的。</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软件分割不是必须的，其目的是避免非法制相关应用软件与法制相关软件实施一样的保护而影响客户定制需求的实现。</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法定相关程序有资源优先全。称量程序运行中不可能被其它程序关闭。</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如果存在软件分割，法定相关软件程序应提供软件接口的应用以及限定。</a:t>
            </a:r>
            <a:endParaRPr lang="en-US" altLang="zh-CN" dirty="0" smtClean="0">
              <a:latin typeface="+mj-lt"/>
              <a:ea typeface="黑体" panose="02010609060101010101" pitchFamily="49" charset="-122"/>
            </a:endParaRPr>
          </a:p>
          <a:p>
            <a:pPr marL="179387" lvl="1" indent="457200">
              <a:spcAft>
                <a:spcPts val="1200"/>
              </a:spcAft>
              <a:buNone/>
            </a:pPr>
            <a:r>
              <a:rPr lang="zh-CN" altLang="en-US" b="1" dirty="0" smtClean="0">
                <a:latin typeface="+mj-lt"/>
                <a:ea typeface="黑体" panose="02010609060101010101" pitchFamily="49" charset="-122"/>
              </a:rPr>
              <a:t>软件分割方案是一般保护要求下的技术方案</a:t>
            </a:r>
            <a:r>
              <a:rPr lang="zh-CN" altLang="en-US" dirty="0" smtClean="0">
                <a:latin typeface="+mj-lt"/>
                <a:ea typeface="黑体" panose="02010609060101010101" pitchFamily="49" charset="-122"/>
              </a:rPr>
              <a:t>，如果系统需要应采用附加方法或整个软件保护法制受控，例如与金融相关，与国家战略数据相关等。</a:t>
            </a:r>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20</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210357250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软件接口及软件分割</a:t>
            </a:r>
            <a:endParaRPr lang="zh-CN" altLang="en-US" dirty="0">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ea typeface="黑体" panose="02010609060101010101" pitchFamily="49" charset="-122"/>
              </a:rPr>
              <a:t>软件接口 </a:t>
            </a:r>
            <a:r>
              <a:rPr lang="en-US" altLang="zh-CN" dirty="0" smtClean="0">
                <a:ea typeface="黑体" panose="02010609060101010101" pitchFamily="49" charset="-122"/>
              </a:rPr>
              <a:t>– </a:t>
            </a:r>
            <a:r>
              <a:rPr lang="zh-CN" altLang="en-US" sz="1400" dirty="0" smtClean="0">
                <a:ea typeface="黑体" panose="02010609060101010101" pitchFamily="49" charset="-122"/>
              </a:rPr>
              <a:t>基于 </a:t>
            </a:r>
            <a:r>
              <a:rPr lang="en-US" altLang="zh-CN" sz="1400" dirty="0" smtClean="0">
                <a:ea typeface="黑体" panose="02010609060101010101" pitchFamily="49" charset="-122"/>
              </a:rPr>
              <a:t>IT </a:t>
            </a:r>
            <a:r>
              <a:rPr lang="zh-CN" altLang="en-US" sz="1400" dirty="0" smtClean="0">
                <a:ea typeface="黑体" panose="02010609060101010101" pitchFamily="49" charset="-122"/>
              </a:rPr>
              <a:t>技术的附加要求</a:t>
            </a:r>
            <a:endParaRPr lang="zh-CN" altLang="en-US" sz="1400" dirty="0">
              <a:ea typeface="黑体" panose="02010609060101010101" pitchFamily="49" charset="-122"/>
            </a:endParaRPr>
          </a:p>
        </p:txBody>
      </p:sp>
      <p:sp>
        <p:nvSpPr>
          <p:cNvPr id="4" name="内容占位符 3"/>
          <p:cNvSpPr>
            <a:spLocks noGrp="1"/>
          </p:cNvSpPr>
          <p:nvPr>
            <p:ph idx="1"/>
          </p:nvPr>
        </p:nvSpPr>
        <p:spPr/>
        <p:txBody>
          <a:bodyPr/>
          <a:lstStyle/>
          <a:p>
            <a:pPr indent="457200">
              <a:spcAft>
                <a:spcPts val="1200"/>
              </a:spcAft>
              <a:buNone/>
            </a:pPr>
            <a:r>
              <a:rPr lang="zh-CN" altLang="en-US" dirty="0" smtClean="0">
                <a:latin typeface="+mj-lt"/>
                <a:ea typeface="黑体" panose="02010609060101010101" pitchFamily="49" charset="-122"/>
              </a:rPr>
              <a:t>软件接口属于法制受控软件单元，在感官上应用软件单元与法制受控软件单元之间的通讯都必须通过该软件接口，该接口被定义为受保护的接口，是法制相关软件的一部分。</a:t>
            </a:r>
            <a:endParaRPr lang="en-US" altLang="zh-CN" dirty="0" smtClean="0">
              <a:latin typeface="+mj-lt"/>
              <a:ea typeface="黑体" panose="02010609060101010101" pitchFamily="49" charset="-122"/>
            </a:endParaRPr>
          </a:p>
          <a:p>
            <a:pPr indent="457200">
              <a:spcAft>
                <a:spcPts val="1200"/>
              </a:spcAft>
              <a:buNone/>
            </a:pPr>
            <a:r>
              <a:rPr lang="zh-CN" altLang="en-US" dirty="0" smtClean="0">
                <a:latin typeface="+mj-lt"/>
                <a:ea typeface="黑体" panose="02010609060101010101" pitchFamily="49" charset="-122"/>
              </a:rPr>
              <a:t>接口包括程序代码和专用数据域。</a:t>
            </a:r>
            <a:endParaRPr lang="en-US" altLang="zh-CN" dirty="0" smtClean="0">
              <a:latin typeface="+mj-lt"/>
              <a:ea typeface="黑体" panose="02010609060101010101" pitchFamily="49" charset="-122"/>
            </a:endParaRPr>
          </a:p>
          <a:p>
            <a:pPr indent="457200">
              <a:spcAft>
                <a:spcPts val="1200"/>
              </a:spcAft>
              <a:buNone/>
            </a:pPr>
            <a:r>
              <a:rPr lang="zh-CN" altLang="en-US" dirty="0">
                <a:latin typeface="+mj-lt"/>
                <a:ea typeface="黑体" panose="02010609060101010101" pitchFamily="49" charset="-122"/>
              </a:rPr>
              <a:t>受</a:t>
            </a:r>
            <a:r>
              <a:rPr lang="zh-CN" altLang="en-US" dirty="0" smtClean="0">
                <a:latin typeface="+mj-lt"/>
                <a:ea typeface="黑体" panose="02010609060101010101" pitchFamily="49" charset="-122"/>
              </a:rPr>
              <a:t>保护的含义是：</a:t>
            </a:r>
            <a:endParaRPr lang="en-US" altLang="zh-CN" dirty="0" smtClean="0">
              <a:latin typeface="+mj-lt"/>
              <a:ea typeface="黑体" panose="02010609060101010101" pitchFamily="49" charset="-122"/>
            </a:endParaRPr>
          </a:p>
          <a:p>
            <a:pPr indent="457200">
              <a:spcAft>
                <a:spcPts val="1200"/>
              </a:spcAft>
              <a:buNone/>
            </a:pPr>
            <a:r>
              <a:rPr lang="zh-CN" altLang="en-US" dirty="0" smtClean="0">
                <a:latin typeface="+mj-lt"/>
                <a:ea typeface="黑体" panose="02010609060101010101" pitchFamily="49" charset="-122"/>
              </a:rPr>
              <a:t>规定的参数和数据的交换只能通过该接口，法定相关软件的功能运行的命令只能通过该接口才能被触发或启动。</a:t>
            </a:r>
            <a:endParaRPr lang="en-US" altLang="zh-CN" dirty="0" smtClean="0">
              <a:latin typeface="+mj-lt"/>
              <a:ea typeface="黑体" panose="02010609060101010101" pitchFamily="49" charset="-122"/>
            </a:endParaRPr>
          </a:p>
          <a:p>
            <a:pPr indent="457200">
              <a:spcAft>
                <a:spcPts val="1200"/>
              </a:spcAft>
              <a:buNone/>
            </a:pPr>
            <a:r>
              <a:rPr lang="zh-CN" altLang="en-US" dirty="0" smtClean="0">
                <a:latin typeface="+mj-lt"/>
                <a:ea typeface="黑体" panose="02010609060101010101" pitchFamily="49" charset="-122"/>
              </a:rPr>
              <a:t>且相互的信息交换仅经过该接口，设计上没有其它通道连接。用户不可能绕开该接口进行信息传递。</a:t>
            </a:r>
            <a:endParaRPr lang="en-US" altLang="zh-CN" dirty="0" smtClean="0">
              <a:latin typeface="+mj-lt"/>
              <a:ea typeface="黑体" panose="02010609060101010101" pitchFamily="49" charset="-122"/>
            </a:endParaRPr>
          </a:p>
          <a:p>
            <a:pPr indent="457200">
              <a:spcAft>
                <a:spcPts val="1200"/>
              </a:spcAft>
              <a:buNone/>
            </a:pPr>
            <a:r>
              <a:rPr lang="zh-CN" altLang="en-US" dirty="0" smtClean="0">
                <a:latin typeface="+mj-lt"/>
                <a:ea typeface="黑体" panose="02010609060101010101" pitchFamily="49" charset="-122"/>
              </a:rPr>
              <a:t>因此，设计文档必须对下面内容加以定义和说明：</a:t>
            </a:r>
            <a:endParaRPr lang="en-US" altLang="zh-CN" dirty="0" smtClean="0">
              <a:latin typeface="+mj-lt"/>
              <a:ea typeface="黑体" panose="02010609060101010101" pitchFamily="49" charset="-122"/>
            </a:endParaRPr>
          </a:p>
          <a:p>
            <a:pPr indent="457200">
              <a:spcAft>
                <a:spcPts val="1200"/>
              </a:spcAft>
              <a:buNone/>
            </a:pPr>
            <a:r>
              <a:rPr lang="zh-CN" altLang="en-US" dirty="0" smtClean="0">
                <a:latin typeface="+mj-lt"/>
                <a:ea typeface="黑体" panose="02010609060101010101" pitchFamily="49" charset="-122"/>
              </a:rPr>
              <a:t>法定相关功能程序模块和数据（称重软件功能和数据描述）；</a:t>
            </a:r>
            <a:endParaRPr lang="en-US" altLang="zh-CN" dirty="0" smtClean="0">
              <a:latin typeface="+mj-lt"/>
              <a:ea typeface="黑体" panose="02010609060101010101" pitchFamily="49" charset="-122"/>
            </a:endParaRPr>
          </a:p>
          <a:p>
            <a:pPr indent="457200">
              <a:spcAft>
                <a:spcPts val="1200"/>
              </a:spcAft>
              <a:buNone/>
            </a:pPr>
            <a:r>
              <a:rPr lang="zh-CN" altLang="en-US" dirty="0" smtClean="0">
                <a:latin typeface="+mj-lt"/>
                <a:ea typeface="黑体" panose="02010609060101010101" pitchFamily="49" charset="-122"/>
              </a:rPr>
              <a:t>经保护性软件接口实现的功能（通过外部命令可以让称重单元实现的功能）；</a:t>
            </a:r>
            <a:endParaRPr lang="en-US" altLang="zh-CN" dirty="0" smtClean="0">
              <a:latin typeface="+mj-lt"/>
              <a:ea typeface="黑体" panose="02010609060101010101" pitchFamily="49" charset="-122"/>
            </a:endParaRPr>
          </a:p>
          <a:p>
            <a:pPr indent="457200">
              <a:spcAft>
                <a:spcPts val="1200"/>
              </a:spcAft>
              <a:buNone/>
            </a:pPr>
            <a:r>
              <a:rPr lang="zh-CN" altLang="en-US" dirty="0">
                <a:latin typeface="+mj-lt"/>
                <a:ea typeface="黑体" panose="02010609060101010101" pitchFamily="49" charset="-122"/>
              </a:rPr>
              <a:t>经保护性软件</a:t>
            </a:r>
            <a:r>
              <a:rPr lang="zh-CN" altLang="en-US" dirty="0" smtClean="0">
                <a:latin typeface="+mj-lt"/>
                <a:ea typeface="黑体" panose="02010609060101010101" pitchFamily="49" charset="-122"/>
              </a:rPr>
              <a:t>接口交换的数据；</a:t>
            </a:r>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21</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29368685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uppieren 16"/>
          <p:cNvGrpSpPr/>
          <p:nvPr/>
        </p:nvGrpSpPr>
        <p:grpSpPr>
          <a:xfrm>
            <a:off x="395288" y="3997132"/>
            <a:ext cx="10081400" cy="491500"/>
            <a:chOff x="539175" y="3154768"/>
            <a:chExt cx="10081400" cy="531132"/>
          </a:xfrm>
        </p:grpSpPr>
        <p:sp>
          <p:nvSpPr>
            <p:cNvPr id="4" name="Gleichschenkliges Dreieck 3"/>
            <p:cNvSpPr/>
            <p:nvPr/>
          </p:nvSpPr>
          <p:spPr>
            <a:xfrm rot="16200000">
              <a:off x="9371418" y="3273380"/>
              <a:ext cx="311087" cy="21602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hteck 19"/>
            <p:cNvSpPr/>
            <p:nvPr/>
          </p:nvSpPr>
          <p:spPr>
            <a:xfrm>
              <a:off x="539175" y="3154768"/>
              <a:ext cx="8396287" cy="531132"/>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dirty="0"/>
            </a:p>
          </p:txBody>
        </p:sp>
        <p:sp>
          <p:nvSpPr>
            <p:cNvPr id="16" name="Rechteck 15"/>
            <p:cNvSpPr/>
            <p:nvPr/>
          </p:nvSpPr>
          <p:spPr>
            <a:xfrm>
              <a:off x="9684445" y="3176891"/>
              <a:ext cx="936130" cy="4320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r>
                <a:rPr lang="en-US" sz="800" dirty="0" smtClean="0">
                  <a:solidFill>
                    <a:schemeClr val="tx1"/>
                  </a:solidFill>
                </a:rPr>
                <a:t>To shift Highlight</a:t>
              </a:r>
            </a:p>
            <a:p>
              <a:r>
                <a:rPr lang="en-US" sz="800" dirty="0">
                  <a:solidFill>
                    <a:schemeClr val="tx1"/>
                  </a:solidFill>
                </a:rPr>
                <a:t>C</a:t>
              </a:r>
              <a:r>
                <a:rPr lang="en-US" sz="800" dirty="0" smtClean="0">
                  <a:solidFill>
                    <a:schemeClr val="tx1"/>
                  </a:solidFill>
                </a:rPr>
                <a:t>lick the arrow, press shift key and move top or bottom</a:t>
              </a:r>
            </a:p>
          </p:txBody>
        </p:sp>
      </p:grpSp>
      <p:sp>
        <p:nvSpPr>
          <p:cNvPr id="2" name="Titel 1"/>
          <p:cNvSpPr>
            <a:spLocks noGrp="1"/>
          </p:cNvSpPr>
          <p:nvPr>
            <p:ph type="title"/>
          </p:nvPr>
        </p:nvSpPr>
        <p:spPr/>
        <p:txBody>
          <a:bodyPr/>
          <a:lstStyle/>
          <a:p>
            <a:r>
              <a:rPr lang="en-US" dirty="0" smtClean="0"/>
              <a:t>Agenda</a:t>
            </a:r>
            <a:endParaRPr lang="en-US" dirty="0"/>
          </a:p>
        </p:txBody>
      </p:sp>
      <p:sp>
        <p:nvSpPr>
          <p:cNvPr id="14" name="Slide Number Placeholder 13"/>
          <p:cNvSpPr>
            <a:spLocks noGrp="1"/>
          </p:cNvSpPr>
          <p:nvPr>
            <p:ph type="sldNum" sz="quarter" idx="100"/>
          </p:nvPr>
        </p:nvSpPr>
        <p:spPr/>
        <p:txBody>
          <a:bodyPr/>
          <a:lstStyle/>
          <a:p>
            <a:fld id="{2B2B68EE-DD1E-4368-AFCE-24A50EC7BF18}" type="slidenum">
              <a:rPr lang="en-US" smtClean="0"/>
              <a:pPr/>
              <a:t>22</a:t>
            </a:fld>
            <a:endParaRPr lang="en-US" dirty="0"/>
          </a:p>
        </p:txBody>
      </p:sp>
      <p:sp>
        <p:nvSpPr>
          <p:cNvPr id="13" name="Footer Placeholder 12"/>
          <p:cNvSpPr>
            <a:spLocks noGrp="1"/>
          </p:cNvSpPr>
          <p:nvPr>
            <p:ph type="ftr" sz="quarter" idx="101"/>
          </p:nvPr>
        </p:nvSpPr>
        <p:spPr/>
        <p:txBody>
          <a:bodyPr/>
          <a:lstStyle/>
          <a:p>
            <a:r>
              <a:rPr lang="en-US" smtClean="0"/>
              <a:t>For internal use - Confidential</a:t>
            </a:r>
            <a:endParaRPr lang="en-US" dirty="0"/>
          </a:p>
        </p:txBody>
      </p:sp>
      <p:graphicFrame>
        <p:nvGraphicFramePr>
          <p:cNvPr id="8" name="Inhaltsplatzhalter 7"/>
          <p:cNvGraphicFramePr>
            <a:graphicFrameLocks noGrp="1"/>
          </p:cNvGraphicFramePr>
          <p:nvPr>
            <p:ph idx="4294967295"/>
            <p:extLst>
              <p:ext uri="{D42A27DB-BD31-4B8C-83A1-F6EECF244321}">
                <p14:modId xmlns:p14="http://schemas.microsoft.com/office/powerpoint/2010/main" val="4146490730"/>
              </p:ext>
            </p:extLst>
          </p:nvPr>
        </p:nvGraphicFramePr>
        <p:xfrm>
          <a:off x="357187" y="1477762"/>
          <a:ext cx="8429625" cy="3528000"/>
        </p:xfrm>
        <a:graphic>
          <a:graphicData uri="http://schemas.openxmlformats.org/drawingml/2006/table">
            <a:tbl>
              <a:tblPr firstRow="1" firstCol="1" bandRow="1">
                <a:solidFill>
                  <a:srgbClr val="FFFFFF">
                    <a:alpha val="20000"/>
                  </a:srgbClr>
                </a:solidFill>
              </a:tblPr>
              <a:tblGrid>
                <a:gridCol w="508896"/>
                <a:gridCol w="7920729"/>
              </a:tblGrid>
              <a:tr h="504000">
                <a:tc>
                  <a:txBody>
                    <a:bodyPr/>
                    <a:lstStyle/>
                    <a:p>
                      <a:pPr algn="ctr"/>
                      <a:r>
                        <a:rPr lang="en-US" b="1" noProof="0" dirty="0" smtClean="0">
                          <a:solidFill>
                            <a:schemeClr val="bg1"/>
                          </a:solidFill>
                        </a:rPr>
                        <a:t>1</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前言</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2</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概述</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b="1" noProof="0" dirty="0" smtClean="0">
                          <a:solidFill>
                            <a:schemeClr val="bg1"/>
                          </a:solidFill>
                        </a:rPr>
                        <a:t>3</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通用要求</a:t>
                      </a:r>
                      <a:endParaRPr lang="en-US" sz="1600" b="1" kern="1200" noProof="0" dirty="0" smtClean="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b="1" noProof="0" dirty="0" smtClean="0">
                          <a:solidFill>
                            <a:schemeClr val="bg1"/>
                          </a:solidFill>
                        </a:rPr>
                        <a:t>4</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b="1" kern="1200" noProof="0" dirty="0" smtClean="0">
                          <a:solidFill>
                            <a:schemeClr val="tx1"/>
                          </a:solidFill>
                          <a:latin typeface="+mn-lt"/>
                          <a:ea typeface="+mn-ea"/>
                          <a:cs typeface="+mn-cs"/>
                        </a:rPr>
                        <a:t>PC</a:t>
                      </a:r>
                      <a:r>
                        <a:rPr lang="zh-CN" altLang="en-US" sz="1600" b="1" kern="1200" noProof="0" dirty="0" smtClean="0">
                          <a:solidFill>
                            <a:schemeClr val="tx1"/>
                          </a:solidFill>
                          <a:latin typeface="+mn-lt"/>
                          <a:ea typeface="+mn-ea"/>
                          <a:cs typeface="+mn-cs"/>
                        </a:rPr>
                        <a:t>软件保护</a:t>
                      </a:r>
                      <a:endParaRPr lang="en-US" sz="1600" b="1" kern="1200" noProof="0" dirty="0" smtClean="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5</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软件接口</a:t>
                      </a:r>
                      <a:r>
                        <a:rPr lang="en-US" altLang="zh-CN" sz="1600" b="1" kern="1200" noProof="0" dirty="0" smtClean="0">
                          <a:solidFill>
                            <a:schemeClr val="tx1"/>
                          </a:solidFill>
                          <a:latin typeface="+mn-lt"/>
                          <a:ea typeface="+mn-ea"/>
                          <a:cs typeface="+mn-cs"/>
                        </a:rPr>
                        <a:t>/</a:t>
                      </a:r>
                      <a:r>
                        <a:rPr lang="zh-CN" altLang="en-US" sz="1600" b="1" kern="1200" noProof="0" dirty="0" smtClean="0">
                          <a:solidFill>
                            <a:schemeClr val="tx1"/>
                          </a:solidFill>
                          <a:latin typeface="+mn-lt"/>
                          <a:ea typeface="+mn-ea"/>
                          <a:cs typeface="+mn-cs"/>
                        </a:rPr>
                        <a:t>软件分割</a:t>
                      </a:r>
                      <a:endParaRPr lang="en-US" b="1" noProof="0" dirty="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6</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t>数据传输和保存</a:t>
                      </a:r>
                      <a:endParaRPr lang="en-US" altLang="zh-CN" b="1" noProof="0" dirty="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7</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t>软件下载</a:t>
                      </a:r>
                      <a:endParaRPr lang="en-US" b="1" noProof="0" dirty="0" smtClean="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bl>
          </a:graphicData>
        </a:graphic>
      </p:graphicFrame>
    </p:spTree>
    <p:extLst>
      <p:ext uri="{BB962C8B-B14F-4D97-AF65-F5344CB8AC3E}">
        <p14:creationId xmlns:p14="http://schemas.microsoft.com/office/powerpoint/2010/main" val="145432564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数据</a:t>
            </a:r>
            <a:r>
              <a:rPr lang="zh-CN" altLang="en-US" dirty="0">
                <a:ea typeface="黑体" panose="02010609060101010101" pitchFamily="49" charset="-122"/>
              </a:rPr>
              <a:t>保存</a:t>
            </a:r>
            <a:r>
              <a:rPr lang="zh-CN" altLang="en-US" dirty="0" smtClean="0">
                <a:ea typeface="黑体" panose="02010609060101010101" pitchFamily="49" charset="-122"/>
              </a:rPr>
              <a:t>与传输</a:t>
            </a:r>
            <a:endParaRPr lang="zh-CN" altLang="en-US" dirty="0">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ea typeface="黑体" panose="02010609060101010101" pitchFamily="49" charset="-122"/>
              </a:rPr>
              <a:t>数据长期保存</a:t>
            </a:r>
            <a:r>
              <a:rPr lang="en-US" altLang="zh-CN" b="0" dirty="0" smtClean="0">
                <a:ea typeface="黑体" panose="02010609060101010101" pitchFamily="49" charset="-122"/>
              </a:rPr>
              <a:t>——</a:t>
            </a:r>
            <a:r>
              <a:rPr lang="zh-CN" altLang="en-US" sz="1400" dirty="0" smtClean="0">
                <a:ea typeface="黑体" panose="02010609060101010101" pitchFamily="49" charset="-122"/>
              </a:rPr>
              <a:t>基于</a:t>
            </a:r>
            <a:r>
              <a:rPr lang="en-US" altLang="zh-CN" sz="1400" dirty="0" smtClean="0">
                <a:ea typeface="黑体" panose="02010609060101010101" pitchFamily="49" charset="-122"/>
              </a:rPr>
              <a:t>IT</a:t>
            </a:r>
            <a:r>
              <a:rPr lang="zh-CN" altLang="en-US" sz="1400" dirty="0" smtClean="0">
                <a:ea typeface="黑体" panose="02010609060101010101" pitchFamily="49" charset="-122"/>
              </a:rPr>
              <a:t>技术下的附加要求</a:t>
            </a:r>
            <a:endParaRPr lang="zh-CN" altLang="en-US" dirty="0">
              <a:ea typeface="黑体" panose="02010609060101010101" pitchFamily="49" charset="-122"/>
            </a:endParaRPr>
          </a:p>
        </p:txBody>
      </p:sp>
      <p:sp>
        <p:nvSpPr>
          <p:cNvPr id="4" name="内容占位符 3"/>
          <p:cNvSpPr>
            <a:spLocks noGrp="1"/>
          </p:cNvSpPr>
          <p:nvPr>
            <p:ph idx="1"/>
          </p:nvPr>
        </p:nvSpPr>
        <p:spPr/>
        <p:txBody>
          <a:bodyPr/>
          <a:lstStyle/>
          <a:p>
            <a:pPr marL="179387" lvl="1" indent="457200">
              <a:spcAft>
                <a:spcPts val="1200"/>
              </a:spcAft>
              <a:buNone/>
            </a:pPr>
            <a:r>
              <a:rPr lang="zh-CN" altLang="en-US" dirty="0" smtClean="0">
                <a:latin typeface="+mj-lt"/>
                <a:ea typeface="黑体" panose="02010609060101010101" pitchFamily="49" charset="-122"/>
              </a:rPr>
              <a:t>测量结果作为日后法制应用，需要对该数据进行保存或通过通信口传输到规定的数据存储装置。</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为保证保存数据完整、可靠和安全，应满足下面的要求：</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数据存储装置应有足够的容量，能防止因容量不够而引起的数据丢失。</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保存的数据信息应完整，以便再现测量时的所有信息，包括：</a:t>
            </a:r>
            <a:endParaRPr lang="en-US" altLang="zh-CN" dirty="0" smtClean="0">
              <a:latin typeface="+mj-lt"/>
              <a:ea typeface="黑体" panose="02010609060101010101" pitchFamily="49" charset="-122"/>
            </a:endParaRPr>
          </a:p>
          <a:p>
            <a:pPr marL="1236662" lvl="5" indent="-342900">
              <a:spcAft>
                <a:spcPts val="1200"/>
              </a:spcAft>
              <a:buFont typeface="+mj-lt"/>
              <a:buAutoNum type="alphaLcParenR"/>
            </a:pPr>
            <a:r>
              <a:rPr lang="zh-CN" altLang="en-US" dirty="0" smtClean="0">
                <a:latin typeface="+mj-lt"/>
                <a:ea typeface="黑体" panose="02010609060101010101" pitchFamily="49" charset="-122"/>
              </a:rPr>
              <a:t>毛重值或净重值和皮重值（区别按键除皮和预置皮重）；</a:t>
            </a:r>
            <a:endParaRPr lang="en-US" altLang="zh-CN" dirty="0" smtClean="0">
              <a:latin typeface="+mj-lt"/>
              <a:ea typeface="黑体" panose="02010609060101010101" pitchFamily="49" charset="-122"/>
            </a:endParaRPr>
          </a:p>
          <a:p>
            <a:pPr marL="1236662" lvl="5" indent="-342900">
              <a:spcAft>
                <a:spcPts val="1200"/>
              </a:spcAft>
              <a:buFont typeface="+mj-lt"/>
              <a:buAutoNum type="alphaLcParenR"/>
            </a:pPr>
            <a:r>
              <a:rPr lang="zh-CN" altLang="en-US" dirty="0" smtClean="0">
                <a:latin typeface="+mj-lt"/>
                <a:ea typeface="黑体" panose="02010609060101010101" pitchFamily="49" charset="-122"/>
              </a:rPr>
              <a:t>小数点；</a:t>
            </a:r>
            <a:endParaRPr lang="en-US" altLang="zh-CN" dirty="0" smtClean="0">
              <a:latin typeface="+mj-lt"/>
              <a:ea typeface="黑体" panose="02010609060101010101" pitchFamily="49" charset="-122"/>
            </a:endParaRPr>
          </a:p>
          <a:p>
            <a:pPr marL="1236662" lvl="5" indent="-342900">
              <a:spcAft>
                <a:spcPts val="1200"/>
              </a:spcAft>
              <a:buFont typeface="+mj-lt"/>
              <a:buAutoNum type="alphaLcParenR"/>
            </a:pPr>
            <a:r>
              <a:rPr lang="zh-CN" altLang="en-US" dirty="0" smtClean="0">
                <a:latin typeface="+mj-lt"/>
                <a:ea typeface="黑体" panose="02010609060101010101" pitchFamily="49" charset="-122"/>
              </a:rPr>
              <a:t>测量单位；</a:t>
            </a:r>
            <a:endParaRPr lang="en-US" altLang="zh-CN" dirty="0" smtClean="0">
              <a:latin typeface="+mj-lt"/>
              <a:ea typeface="黑体" panose="02010609060101010101" pitchFamily="49" charset="-122"/>
            </a:endParaRPr>
          </a:p>
          <a:p>
            <a:pPr marL="1236662" lvl="5" indent="-342900">
              <a:spcAft>
                <a:spcPts val="1200"/>
              </a:spcAft>
              <a:buFont typeface="+mj-lt"/>
              <a:buAutoNum type="alphaLcParenR"/>
            </a:pPr>
            <a:r>
              <a:rPr lang="zh-CN" altLang="en-US" dirty="0" smtClean="0">
                <a:latin typeface="+mj-lt"/>
                <a:ea typeface="黑体" panose="02010609060101010101" pitchFamily="49" charset="-122"/>
              </a:rPr>
              <a:t>数据标识（测量日期和时间）；</a:t>
            </a:r>
            <a:endParaRPr lang="en-US" altLang="zh-CN" dirty="0" smtClean="0">
              <a:latin typeface="+mj-lt"/>
              <a:ea typeface="黑体" panose="02010609060101010101" pitchFamily="49" charset="-122"/>
            </a:endParaRPr>
          </a:p>
          <a:p>
            <a:pPr marL="1236662" lvl="5" indent="-342900">
              <a:spcAft>
                <a:spcPts val="1200"/>
              </a:spcAft>
              <a:buFont typeface="+mj-lt"/>
              <a:buAutoNum type="alphaLcParenR"/>
            </a:pPr>
            <a:r>
              <a:rPr lang="zh-CN" altLang="en-US" dirty="0" smtClean="0">
                <a:latin typeface="+mj-lt"/>
                <a:ea typeface="黑体" panose="02010609060101010101" pitchFamily="49" charset="-122"/>
              </a:rPr>
              <a:t>测量装置的标识（如果数据来自多个测量装置）；</a:t>
            </a:r>
            <a:endParaRPr lang="en-US" altLang="zh-CN" dirty="0" smtClean="0">
              <a:latin typeface="+mj-lt"/>
              <a:ea typeface="黑体" panose="02010609060101010101" pitchFamily="49" charset="-122"/>
            </a:endParaRPr>
          </a:p>
          <a:p>
            <a:pPr marL="893762" lvl="5" indent="0">
              <a:spcAft>
                <a:spcPts val="1200"/>
              </a:spcAft>
              <a:buNone/>
            </a:pPr>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23</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206338702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数据保存与传输</a:t>
            </a:r>
            <a:endParaRPr lang="zh-CN" altLang="en-US" dirty="0">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ea typeface="黑体" panose="02010609060101010101" pitchFamily="49" charset="-122"/>
              </a:rPr>
              <a:t>长期存储数据的保护 </a:t>
            </a:r>
            <a:r>
              <a:rPr lang="en-US" altLang="zh-CN" dirty="0" smtClean="0">
                <a:ea typeface="黑体" panose="02010609060101010101" pitchFamily="49" charset="-122"/>
              </a:rPr>
              <a:t>– </a:t>
            </a:r>
            <a:r>
              <a:rPr lang="zh-CN" altLang="en-US" sz="1400" dirty="0" smtClean="0">
                <a:ea typeface="黑体" panose="02010609060101010101" pitchFamily="49" charset="-122"/>
              </a:rPr>
              <a:t>基于 </a:t>
            </a:r>
            <a:r>
              <a:rPr lang="en-US" altLang="zh-CN" sz="1400" dirty="0" smtClean="0">
                <a:ea typeface="黑体" panose="02010609060101010101" pitchFamily="49" charset="-122"/>
              </a:rPr>
              <a:t>IT </a:t>
            </a:r>
            <a:r>
              <a:rPr lang="zh-CN" altLang="en-US" sz="1400" dirty="0" smtClean="0">
                <a:ea typeface="黑体" panose="02010609060101010101" pitchFamily="49" charset="-122"/>
              </a:rPr>
              <a:t>技术的附加要求</a:t>
            </a:r>
            <a:endParaRPr lang="zh-CN" altLang="en-US" sz="1400" dirty="0">
              <a:ea typeface="黑体" panose="02010609060101010101" pitchFamily="49" charset="-122"/>
            </a:endParaRPr>
          </a:p>
        </p:txBody>
      </p:sp>
      <p:sp>
        <p:nvSpPr>
          <p:cNvPr id="4" name="内容占位符 3"/>
          <p:cNvSpPr>
            <a:spLocks noGrp="1"/>
          </p:cNvSpPr>
          <p:nvPr>
            <p:ph idx="1"/>
          </p:nvPr>
        </p:nvSpPr>
        <p:spPr/>
        <p:txBody>
          <a:bodyPr/>
          <a:lstStyle/>
          <a:p>
            <a:pPr marL="179387" lvl="1" indent="457200">
              <a:spcAft>
                <a:spcPts val="1200"/>
              </a:spcAft>
              <a:buNone/>
            </a:pP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需要存储的法定相关数据应被保护，防止有意和无意修改。</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对于内置嵌入式数据存储装置，简单奇偶校验是允许的。</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使用外部</a:t>
            </a:r>
            <a:r>
              <a:rPr lang="en-US" altLang="zh-CN" dirty="0" smtClean="0">
                <a:latin typeface="+mj-lt"/>
                <a:ea typeface="黑体" panose="02010609060101010101" pitchFamily="49" charset="-122"/>
              </a:rPr>
              <a:t>PC</a:t>
            </a:r>
            <a:r>
              <a:rPr lang="zh-CN" altLang="en-US" dirty="0" smtClean="0">
                <a:latin typeface="+mj-lt"/>
                <a:ea typeface="黑体" panose="02010609060101010101" pitchFamily="49" charset="-122"/>
              </a:rPr>
              <a:t>存储，数据至少使用</a:t>
            </a:r>
            <a:r>
              <a:rPr lang="en-US" altLang="zh-CN" dirty="0" smtClean="0">
                <a:latin typeface="+mj-lt"/>
                <a:ea typeface="黑体" panose="02010609060101010101" pitchFamily="49" charset="-122"/>
              </a:rPr>
              <a:t>CRC-16</a:t>
            </a:r>
            <a:r>
              <a:rPr lang="zh-CN" altLang="en-US" dirty="0" smtClean="0">
                <a:latin typeface="+mj-lt"/>
                <a:ea typeface="黑体" panose="02010609060101010101" pitchFamily="49" charset="-122"/>
              </a:rPr>
              <a:t>校验或加密、签名保护。</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数据保存必须是自动的，中间值可以不保存。</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如果数据存储装置是衡器的一部分，或是系统软件方案的一部分，数据保存软件属于法定相关软件应符合软件保护要求。</a:t>
            </a:r>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24</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395697184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a typeface="黑体" panose="02010609060101010101" pitchFamily="49" charset="-122"/>
              </a:rPr>
              <a:t>数据保存与传输</a:t>
            </a:r>
          </a:p>
        </p:txBody>
      </p:sp>
      <p:sp>
        <p:nvSpPr>
          <p:cNvPr id="3" name="标题 2"/>
          <p:cNvSpPr>
            <a:spLocks noGrp="1"/>
          </p:cNvSpPr>
          <p:nvPr>
            <p:ph type="title" idx="99"/>
          </p:nvPr>
        </p:nvSpPr>
        <p:spPr/>
        <p:txBody>
          <a:bodyPr/>
          <a:lstStyle/>
          <a:p>
            <a:r>
              <a:rPr lang="zh-CN" altLang="en-US" dirty="0" smtClean="0">
                <a:ea typeface="黑体" panose="02010609060101010101" pitchFamily="49" charset="-122"/>
              </a:rPr>
              <a:t>数据传输</a:t>
            </a:r>
            <a:r>
              <a:rPr lang="en-US" altLang="zh-CN" b="0" dirty="0" smtClean="0">
                <a:ea typeface="黑体" panose="02010609060101010101" pitchFamily="49" charset="-122"/>
              </a:rPr>
              <a:t>——</a:t>
            </a:r>
            <a:r>
              <a:rPr lang="zh-CN" altLang="en-US" sz="1400" dirty="0" smtClean="0">
                <a:ea typeface="黑体" panose="02010609060101010101" pitchFamily="49" charset="-122"/>
              </a:rPr>
              <a:t>基于 </a:t>
            </a:r>
            <a:r>
              <a:rPr lang="en-US" altLang="zh-CN" sz="1400" dirty="0" smtClean="0">
                <a:ea typeface="黑体" panose="02010609060101010101" pitchFamily="49" charset="-122"/>
              </a:rPr>
              <a:t>IT </a:t>
            </a:r>
            <a:r>
              <a:rPr lang="zh-CN" altLang="en-US" sz="1400" dirty="0" smtClean="0">
                <a:ea typeface="黑体" panose="02010609060101010101" pitchFamily="49" charset="-122"/>
              </a:rPr>
              <a:t>技术的附加要求</a:t>
            </a:r>
            <a:endParaRPr lang="zh-CN" altLang="en-US" sz="1400" dirty="0">
              <a:ea typeface="黑体" panose="02010609060101010101" pitchFamily="49" charset="-122"/>
            </a:endParaRPr>
          </a:p>
        </p:txBody>
      </p:sp>
      <p:sp>
        <p:nvSpPr>
          <p:cNvPr id="4" name="内容占位符 3"/>
          <p:cNvSpPr>
            <a:spLocks noGrp="1"/>
          </p:cNvSpPr>
          <p:nvPr>
            <p:ph idx="1"/>
          </p:nvPr>
        </p:nvSpPr>
        <p:spPr/>
        <p:txBody>
          <a:bodyPr/>
          <a:lstStyle/>
          <a:p>
            <a:pPr marL="179387" lvl="1" indent="457200">
              <a:spcAft>
                <a:spcPts val="1200"/>
              </a:spcAft>
              <a:buNone/>
            </a:pP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采用</a:t>
            </a:r>
            <a:r>
              <a:rPr lang="en-US" altLang="zh-CN" dirty="0" smtClean="0">
                <a:latin typeface="+mj-lt"/>
                <a:ea typeface="黑体" panose="02010609060101010101" pitchFamily="49" charset="-122"/>
              </a:rPr>
              <a:t>PC</a:t>
            </a:r>
            <a:r>
              <a:rPr lang="zh-CN" altLang="en-US" dirty="0" smtClean="0">
                <a:latin typeface="+mj-lt"/>
                <a:ea typeface="黑体" panose="02010609060101010101" pitchFamily="49" charset="-122"/>
              </a:rPr>
              <a:t>作为外置数据存储装置，需要将衡器数据通过端口和网络（或电缆）传输到</a:t>
            </a:r>
            <a:r>
              <a:rPr lang="en-US" altLang="zh-CN" dirty="0" smtClean="0">
                <a:latin typeface="+mj-lt"/>
                <a:ea typeface="黑体" panose="02010609060101010101" pitchFamily="49" charset="-122"/>
              </a:rPr>
              <a:t>PC</a:t>
            </a:r>
            <a:r>
              <a:rPr lang="zh-CN" altLang="en-US" dirty="0" smtClean="0">
                <a:latin typeface="+mj-lt"/>
                <a:ea typeface="黑体" panose="02010609060101010101" pitchFamily="49" charset="-122"/>
              </a:rPr>
              <a:t>，或通过电缆或网络将结果传输到远程显示器。</a:t>
            </a:r>
            <a:endParaRPr lang="en-US" altLang="zh-CN" dirty="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法制应用相关数据传输的网络有时是开放型的，利用开放型网络传输法定相关数据应：</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至少</a:t>
            </a:r>
            <a:r>
              <a:rPr lang="en-US" altLang="zh-CN" dirty="0" smtClean="0">
                <a:latin typeface="+mj-lt"/>
                <a:ea typeface="黑体" panose="02010609060101010101" pitchFamily="49" charset="-122"/>
              </a:rPr>
              <a:t>CRC-16</a:t>
            </a:r>
            <a:r>
              <a:rPr lang="zh-CN" altLang="en-US" dirty="0" smtClean="0">
                <a:latin typeface="+mj-lt"/>
                <a:ea typeface="黑体" panose="02010609060101010101" pitchFamily="49" charset="-122"/>
              </a:rPr>
              <a:t>校验和，如果数据不真实完整应被禁止使用和丢弃。不同的法制应用有不同的保护要求，因此需要采用更安全的加密算法来加以保护。</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测量数据不受传输延时的影响，因此需要有一定缓冲能力。</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如果网络服务中断，不得有测量数据丢失。</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发送装置保持数据直至受到数据被正常接受的证明。</a:t>
            </a:r>
            <a:endParaRPr lang="en-US" altLang="zh-CN" dirty="0" smtClean="0">
              <a:latin typeface="+mj-lt"/>
              <a:ea typeface="黑体" panose="02010609060101010101" pitchFamily="49" charset="-122"/>
            </a:endParaRPr>
          </a:p>
          <a:p>
            <a:pPr marL="179387" lvl="1" indent="457200">
              <a:spcAft>
                <a:spcPts val="1200"/>
              </a:spcAft>
              <a:buNone/>
            </a:pPr>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25</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248481781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uppieren 16"/>
          <p:cNvGrpSpPr/>
          <p:nvPr/>
        </p:nvGrpSpPr>
        <p:grpSpPr>
          <a:xfrm>
            <a:off x="395288" y="4515756"/>
            <a:ext cx="10081400" cy="491500"/>
            <a:chOff x="539175" y="3154768"/>
            <a:chExt cx="10081400" cy="531132"/>
          </a:xfrm>
        </p:grpSpPr>
        <p:sp>
          <p:nvSpPr>
            <p:cNvPr id="4" name="Gleichschenkliges Dreieck 3"/>
            <p:cNvSpPr/>
            <p:nvPr/>
          </p:nvSpPr>
          <p:spPr>
            <a:xfrm rot="16200000">
              <a:off x="9371418" y="3273380"/>
              <a:ext cx="311087" cy="21602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hteck 19"/>
            <p:cNvSpPr/>
            <p:nvPr/>
          </p:nvSpPr>
          <p:spPr>
            <a:xfrm>
              <a:off x="539175" y="3154768"/>
              <a:ext cx="8396287" cy="531132"/>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dirty="0"/>
            </a:p>
          </p:txBody>
        </p:sp>
        <p:sp>
          <p:nvSpPr>
            <p:cNvPr id="16" name="Rechteck 15"/>
            <p:cNvSpPr/>
            <p:nvPr/>
          </p:nvSpPr>
          <p:spPr>
            <a:xfrm>
              <a:off x="9684445" y="3206388"/>
              <a:ext cx="936130" cy="4320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r>
                <a:rPr lang="en-US" sz="800" dirty="0" smtClean="0">
                  <a:solidFill>
                    <a:schemeClr val="tx1"/>
                  </a:solidFill>
                </a:rPr>
                <a:t>To shift Highlight</a:t>
              </a:r>
            </a:p>
            <a:p>
              <a:r>
                <a:rPr lang="en-US" sz="800" dirty="0">
                  <a:solidFill>
                    <a:schemeClr val="tx1"/>
                  </a:solidFill>
                </a:rPr>
                <a:t>C</a:t>
              </a:r>
              <a:r>
                <a:rPr lang="en-US" sz="800" dirty="0" smtClean="0">
                  <a:solidFill>
                    <a:schemeClr val="tx1"/>
                  </a:solidFill>
                </a:rPr>
                <a:t>lick the arrow, press shift key and move top or bottom</a:t>
              </a:r>
            </a:p>
          </p:txBody>
        </p:sp>
      </p:grpSp>
      <p:sp>
        <p:nvSpPr>
          <p:cNvPr id="2" name="Titel 1"/>
          <p:cNvSpPr>
            <a:spLocks noGrp="1"/>
          </p:cNvSpPr>
          <p:nvPr>
            <p:ph type="title"/>
          </p:nvPr>
        </p:nvSpPr>
        <p:spPr/>
        <p:txBody>
          <a:bodyPr/>
          <a:lstStyle/>
          <a:p>
            <a:r>
              <a:rPr lang="en-US" dirty="0" smtClean="0"/>
              <a:t>Agenda</a:t>
            </a:r>
            <a:endParaRPr lang="en-US" dirty="0"/>
          </a:p>
        </p:txBody>
      </p:sp>
      <p:sp>
        <p:nvSpPr>
          <p:cNvPr id="14" name="Slide Number Placeholder 13"/>
          <p:cNvSpPr>
            <a:spLocks noGrp="1"/>
          </p:cNvSpPr>
          <p:nvPr>
            <p:ph type="sldNum" sz="quarter" idx="100"/>
          </p:nvPr>
        </p:nvSpPr>
        <p:spPr/>
        <p:txBody>
          <a:bodyPr/>
          <a:lstStyle/>
          <a:p>
            <a:fld id="{2B2B68EE-DD1E-4368-AFCE-24A50EC7BF18}" type="slidenum">
              <a:rPr lang="en-US" smtClean="0"/>
              <a:pPr/>
              <a:t>26</a:t>
            </a:fld>
            <a:endParaRPr lang="en-US" dirty="0"/>
          </a:p>
        </p:txBody>
      </p:sp>
      <p:sp>
        <p:nvSpPr>
          <p:cNvPr id="13" name="Footer Placeholder 12"/>
          <p:cNvSpPr>
            <a:spLocks noGrp="1"/>
          </p:cNvSpPr>
          <p:nvPr>
            <p:ph type="ftr" sz="quarter" idx="101"/>
          </p:nvPr>
        </p:nvSpPr>
        <p:spPr/>
        <p:txBody>
          <a:bodyPr/>
          <a:lstStyle/>
          <a:p>
            <a:r>
              <a:rPr lang="en-US" smtClean="0"/>
              <a:t>For internal use - Confidential</a:t>
            </a:r>
            <a:endParaRPr lang="en-US" dirty="0"/>
          </a:p>
        </p:txBody>
      </p:sp>
      <p:graphicFrame>
        <p:nvGraphicFramePr>
          <p:cNvPr id="8" name="Inhaltsplatzhalter 7"/>
          <p:cNvGraphicFramePr>
            <a:graphicFrameLocks noGrp="1"/>
          </p:cNvGraphicFramePr>
          <p:nvPr>
            <p:ph idx="4294967295"/>
            <p:extLst>
              <p:ext uri="{D42A27DB-BD31-4B8C-83A1-F6EECF244321}">
                <p14:modId xmlns:p14="http://schemas.microsoft.com/office/powerpoint/2010/main" val="375758126"/>
              </p:ext>
            </p:extLst>
          </p:nvPr>
        </p:nvGraphicFramePr>
        <p:xfrm>
          <a:off x="357187" y="1477762"/>
          <a:ext cx="8429625" cy="3528000"/>
        </p:xfrm>
        <a:graphic>
          <a:graphicData uri="http://schemas.openxmlformats.org/drawingml/2006/table">
            <a:tbl>
              <a:tblPr firstRow="1" firstCol="1" bandRow="1">
                <a:solidFill>
                  <a:srgbClr val="FFFFFF">
                    <a:alpha val="20000"/>
                  </a:srgbClr>
                </a:solidFill>
              </a:tblPr>
              <a:tblGrid>
                <a:gridCol w="508896"/>
                <a:gridCol w="7920729"/>
              </a:tblGrid>
              <a:tr h="504000">
                <a:tc>
                  <a:txBody>
                    <a:bodyPr/>
                    <a:lstStyle/>
                    <a:p>
                      <a:pPr algn="ctr"/>
                      <a:r>
                        <a:rPr lang="en-US" b="1" noProof="0" dirty="0" smtClean="0">
                          <a:solidFill>
                            <a:schemeClr val="bg1"/>
                          </a:solidFill>
                        </a:rPr>
                        <a:t>1</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前言</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2</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概述</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b="1" noProof="0" dirty="0" smtClean="0">
                          <a:solidFill>
                            <a:schemeClr val="bg1"/>
                          </a:solidFill>
                        </a:rPr>
                        <a:t>3</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通用要求</a:t>
                      </a:r>
                      <a:endParaRPr lang="en-US" sz="1600" b="1" kern="1200" noProof="0" dirty="0" smtClean="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b="1" noProof="0" dirty="0" smtClean="0">
                          <a:solidFill>
                            <a:schemeClr val="bg1"/>
                          </a:solidFill>
                        </a:rPr>
                        <a:t>4</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b="1" kern="1200" noProof="0" dirty="0" smtClean="0">
                          <a:solidFill>
                            <a:schemeClr val="tx1"/>
                          </a:solidFill>
                          <a:latin typeface="+mn-lt"/>
                          <a:ea typeface="+mn-ea"/>
                          <a:cs typeface="+mn-cs"/>
                        </a:rPr>
                        <a:t>PC</a:t>
                      </a:r>
                      <a:r>
                        <a:rPr lang="zh-CN" altLang="en-US" sz="1600" b="1" kern="1200" noProof="0" dirty="0" smtClean="0">
                          <a:solidFill>
                            <a:schemeClr val="tx1"/>
                          </a:solidFill>
                          <a:latin typeface="+mn-lt"/>
                          <a:ea typeface="+mn-ea"/>
                          <a:cs typeface="+mn-cs"/>
                        </a:rPr>
                        <a:t>软件保护</a:t>
                      </a:r>
                      <a:endParaRPr lang="en-US" sz="1600" b="1" kern="1200" noProof="0" dirty="0" smtClean="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5</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软件接口</a:t>
                      </a:r>
                      <a:r>
                        <a:rPr lang="en-US" altLang="zh-CN" sz="1600" b="1" kern="1200" noProof="0" dirty="0" smtClean="0">
                          <a:solidFill>
                            <a:schemeClr val="tx1"/>
                          </a:solidFill>
                          <a:latin typeface="+mn-lt"/>
                          <a:ea typeface="+mn-ea"/>
                          <a:cs typeface="+mn-cs"/>
                        </a:rPr>
                        <a:t>/</a:t>
                      </a:r>
                      <a:r>
                        <a:rPr lang="zh-CN" altLang="en-US" sz="1600" b="1" kern="1200" noProof="0" dirty="0" smtClean="0">
                          <a:solidFill>
                            <a:schemeClr val="tx1"/>
                          </a:solidFill>
                          <a:latin typeface="+mn-lt"/>
                          <a:ea typeface="+mn-ea"/>
                          <a:cs typeface="+mn-cs"/>
                        </a:rPr>
                        <a:t>软件分割</a:t>
                      </a:r>
                      <a:endParaRPr lang="en-US" b="1" noProof="0" dirty="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6</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t>数据传输和保存</a:t>
                      </a:r>
                      <a:endParaRPr lang="en-US" altLang="zh-CN" b="1" noProof="0" dirty="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7</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t>软件下载</a:t>
                      </a:r>
                      <a:endParaRPr lang="en-US" b="1" noProof="0" dirty="0" smtClean="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bl>
          </a:graphicData>
        </a:graphic>
      </p:graphicFrame>
    </p:spTree>
    <p:extLst>
      <p:ext uri="{BB962C8B-B14F-4D97-AF65-F5344CB8AC3E}">
        <p14:creationId xmlns:p14="http://schemas.microsoft.com/office/powerpoint/2010/main" val="362065308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软件下载</a:t>
            </a:r>
            <a:endParaRPr lang="zh-CN" altLang="en-US" dirty="0">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ea typeface="黑体" panose="02010609060101010101" pitchFamily="49" charset="-122"/>
              </a:rPr>
              <a:t>基于 </a:t>
            </a:r>
            <a:r>
              <a:rPr lang="en-US" altLang="zh-CN" dirty="0" smtClean="0">
                <a:ea typeface="黑体" panose="02010609060101010101" pitchFamily="49" charset="-122"/>
              </a:rPr>
              <a:t>IT </a:t>
            </a:r>
            <a:r>
              <a:rPr lang="zh-CN" altLang="en-US" dirty="0" smtClean="0">
                <a:ea typeface="黑体" panose="02010609060101010101" pitchFamily="49" charset="-122"/>
              </a:rPr>
              <a:t>技术的附加要求</a:t>
            </a:r>
            <a:endParaRPr lang="zh-CN" altLang="en-US" dirty="0">
              <a:ea typeface="黑体" panose="02010609060101010101" pitchFamily="49" charset="-122"/>
            </a:endParaRPr>
          </a:p>
        </p:txBody>
      </p:sp>
      <p:sp>
        <p:nvSpPr>
          <p:cNvPr id="4" name="内容占位符 3"/>
          <p:cNvSpPr>
            <a:spLocks noGrp="1"/>
          </p:cNvSpPr>
          <p:nvPr>
            <p:ph idx="1"/>
          </p:nvPr>
        </p:nvSpPr>
        <p:spPr/>
        <p:txBody>
          <a:bodyPr/>
          <a:lstStyle/>
          <a:p>
            <a:pPr marL="179387" lvl="1" indent="457200">
              <a:spcAft>
                <a:spcPts val="1200"/>
              </a:spcAft>
              <a:buNone/>
            </a:pPr>
            <a:r>
              <a:rPr lang="zh-CN" altLang="en-US" b="1" dirty="0" smtClean="0">
                <a:latin typeface="+mj-lt"/>
                <a:ea typeface="黑体" panose="02010609060101010101" pitchFamily="49" charset="-122"/>
              </a:rPr>
              <a:t>制造商投入使用前的软件下载：</a:t>
            </a:r>
            <a:endParaRPr lang="en-US" altLang="zh-CN" b="1"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对</a:t>
            </a:r>
            <a:r>
              <a:rPr lang="zh-CN" altLang="en-US" dirty="0">
                <a:latin typeface="+mj-lt"/>
                <a:ea typeface="黑体" panose="02010609060101010101" pitchFamily="49" charset="-122"/>
              </a:rPr>
              <a:t>下载的程序已经进行了符合性评价，由制造商为衡器下载软件。投入使用后软件受到保护，不可能更换或其变化有明显指示。</a:t>
            </a:r>
            <a:endParaRPr lang="en-US" altLang="zh-CN" dirty="0">
              <a:latin typeface="+mj-lt"/>
              <a:ea typeface="黑体" panose="02010609060101010101" pitchFamily="49" charset="-122"/>
            </a:endParaRPr>
          </a:p>
          <a:p>
            <a:pPr marL="179387" lvl="1" indent="457200">
              <a:spcAft>
                <a:spcPts val="1200"/>
              </a:spcAft>
              <a:buNone/>
            </a:pPr>
            <a:r>
              <a:rPr lang="zh-CN" altLang="en-US" dirty="0">
                <a:latin typeface="+mj-lt"/>
                <a:ea typeface="黑体" panose="02010609060101010101" pitchFamily="49" charset="-122"/>
              </a:rPr>
              <a:t>通过传统的物理铅封（硬件保护）方法和软件保护防止软件的更改。</a:t>
            </a:r>
            <a:endParaRPr lang="en-US" altLang="zh-CN" dirty="0">
              <a:latin typeface="+mj-lt"/>
              <a:ea typeface="黑体" panose="02010609060101010101" pitchFamily="49" charset="-122"/>
            </a:endParaRPr>
          </a:p>
          <a:p>
            <a:pPr marL="179387" lvl="1" indent="457200">
              <a:spcAft>
                <a:spcPts val="1200"/>
              </a:spcAft>
              <a:buNone/>
            </a:pPr>
            <a:r>
              <a:rPr lang="zh-CN" altLang="en-US" b="1" dirty="0" smtClean="0">
                <a:latin typeface="+mj-lt"/>
                <a:ea typeface="黑体" panose="02010609060101010101" pitchFamily="49" charset="-122"/>
              </a:rPr>
              <a:t>投放使用后软件更新的下载：</a:t>
            </a:r>
            <a:endParaRPr lang="en-US" altLang="zh-CN" b="1"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只有</a:t>
            </a:r>
            <a:r>
              <a:rPr lang="zh-CN" altLang="en-US" dirty="0">
                <a:latin typeface="+mj-lt"/>
                <a:ea typeface="黑体" panose="02010609060101010101" pitchFamily="49" charset="-122"/>
              </a:rPr>
              <a:t>经型式批准的软件允许加载该型式的衡器，</a:t>
            </a:r>
            <a:r>
              <a:rPr lang="zh-CN" altLang="en-US" dirty="0" smtClean="0">
                <a:latin typeface="+mj-lt"/>
                <a:ea typeface="黑体" panose="02010609060101010101" pitchFamily="49" charset="-122"/>
              </a:rPr>
              <a:t>因此如果需要机构</a:t>
            </a:r>
            <a:r>
              <a:rPr lang="zh-CN" altLang="en-US" dirty="0">
                <a:latin typeface="+mj-lt"/>
                <a:ea typeface="黑体" panose="02010609060101010101" pitchFamily="49" charset="-122"/>
              </a:rPr>
              <a:t>确定是否增加新的软件标识</a:t>
            </a:r>
            <a:r>
              <a:rPr lang="zh-CN" altLang="en-US" dirty="0" smtClean="0">
                <a:latin typeface="+mj-lt"/>
                <a:ea typeface="黑体" panose="02010609060101010101" pitchFamily="49" charset="-122"/>
              </a:rPr>
              <a:t>。</a:t>
            </a:r>
            <a:r>
              <a:rPr lang="zh-CN" altLang="en-US" dirty="0">
                <a:latin typeface="+mj-lt"/>
                <a:ea typeface="黑体" panose="02010609060101010101" pitchFamily="49" charset="-122"/>
              </a:rPr>
              <a:t>同一型式的衡器可以有多个软件版本，只要符合相应的规定。</a:t>
            </a:r>
            <a:endParaRPr lang="en-US" altLang="zh-CN" dirty="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制造商</a:t>
            </a:r>
            <a:r>
              <a:rPr lang="zh-CN" altLang="en-US" dirty="0">
                <a:latin typeface="+mj-lt"/>
                <a:ea typeface="黑体" panose="02010609060101010101" pitchFamily="49" charset="-122"/>
              </a:rPr>
              <a:t>文件证明软件已经保护并批准。</a:t>
            </a:r>
            <a:endParaRPr lang="en-US" altLang="zh-CN" dirty="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对法制管理应用，至今为止仅允许本地访问，即仅限于授权人（授权服务或在现场有检查监视）进行法制相关软件的下载。</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从技术角度而言，符合某些条件也应该允许通过本地或远程访问进行法制相关软件下载和加载。原则是：计量特性保持不变，符合性声明仍然有效（基于管理要求）。</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通过技术方法保证经批准的软件只能在相应型式的衡器上被加载（衡器中不可下载固定部分保证不可能下载本型式许可的软件）。</a:t>
            </a:r>
            <a:endParaRPr lang="en-US" altLang="zh-CN" dirty="0" smtClean="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27</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48180973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软件下载</a:t>
            </a:r>
            <a:endParaRPr lang="zh-CN" altLang="en-US" dirty="0">
              <a:ea typeface="黑体" panose="02010609060101010101" pitchFamily="49" charset="-122"/>
            </a:endParaRPr>
          </a:p>
        </p:txBody>
      </p:sp>
      <p:sp>
        <p:nvSpPr>
          <p:cNvPr id="4" name="内容占位符 3"/>
          <p:cNvSpPr>
            <a:spLocks noGrp="1"/>
          </p:cNvSpPr>
          <p:nvPr>
            <p:ph idx="1"/>
          </p:nvPr>
        </p:nvSpPr>
        <p:spPr>
          <a:xfrm>
            <a:off x="395288" y="1217878"/>
            <a:ext cx="8353426" cy="4895850"/>
          </a:xfrm>
        </p:spPr>
        <p:txBody>
          <a:bodyPr/>
          <a:lstStyle/>
          <a:p>
            <a:pPr marL="179388" lvl="1" indent="457200">
              <a:spcAft>
                <a:spcPts val="1200"/>
              </a:spcAft>
              <a:buNone/>
            </a:pPr>
            <a:r>
              <a:rPr lang="zh-CN" altLang="en-US" dirty="0">
                <a:latin typeface="+mj-lt"/>
                <a:ea typeface="黑体" panose="02010609060101010101" pitchFamily="49" charset="-122"/>
              </a:rPr>
              <a:t>每台独立的衡器有一个固定和受保护的软件，该软件</a:t>
            </a:r>
            <a:r>
              <a:rPr lang="zh-CN" altLang="en-US" dirty="0" smtClean="0">
                <a:latin typeface="+mj-lt"/>
                <a:ea typeface="黑体" panose="02010609060101010101" pitchFamily="49" charset="-122"/>
              </a:rPr>
              <a:t>不可能被更改</a:t>
            </a:r>
            <a:r>
              <a:rPr lang="zh-CN" altLang="en-US" dirty="0">
                <a:latin typeface="+mj-lt"/>
                <a:ea typeface="黑体" panose="02010609060101010101" pitchFamily="49" charset="-122"/>
              </a:rPr>
              <a:t>，也不可能被禁止</a:t>
            </a:r>
            <a:r>
              <a:rPr lang="zh-CN" altLang="en-US" dirty="0" smtClean="0">
                <a:latin typeface="+mj-lt"/>
                <a:ea typeface="黑体" panose="02010609060101010101" pitchFamily="49" charset="-122"/>
              </a:rPr>
              <a:t>运行，在软件中保存了装置特定参数以及检查用信息。这部分由软件制造商提供的文件证明并获得批准。</a:t>
            </a:r>
            <a:endParaRPr lang="en-US" altLang="zh-CN" dirty="0" smtClean="0">
              <a:latin typeface="+mj-lt"/>
              <a:ea typeface="黑体" panose="02010609060101010101" pitchFamily="49" charset="-122"/>
            </a:endParaRPr>
          </a:p>
          <a:p>
            <a:pPr marL="179388" lvl="1" indent="457200">
              <a:spcAft>
                <a:spcPts val="1200"/>
              </a:spcAft>
              <a:buNone/>
            </a:pPr>
            <a:r>
              <a:rPr lang="zh-CN" altLang="en-US" b="1" dirty="0" smtClean="0">
                <a:latin typeface="+mj-lt"/>
                <a:ea typeface="黑体" panose="02010609060101010101" pitchFamily="49" charset="-122"/>
              </a:rPr>
              <a:t>衡器固定的软件有能力对下载软件检测其真实性和完整性</a:t>
            </a:r>
            <a:endParaRPr lang="en-US" altLang="zh-CN" b="1" dirty="0" smtClean="0">
              <a:latin typeface="+mj-lt"/>
              <a:ea typeface="黑体" panose="02010609060101010101" pitchFamily="49" charset="-122"/>
            </a:endParaRPr>
          </a:p>
          <a:p>
            <a:pPr marL="179388" lvl="1" indent="457200">
              <a:spcAft>
                <a:spcPts val="1200"/>
              </a:spcAft>
              <a:buNone/>
            </a:pPr>
            <a:r>
              <a:rPr lang="zh-CN" altLang="en-US" dirty="0">
                <a:latin typeface="+mj-lt"/>
                <a:ea typeface="黑体" panose="02010609060101010101" pitchFamily="49" charset="-122"/>
              </a:rPr>
              <a:t>衡器在固定（不可更换）的软件中必须</a:t>
            </a:r>
            <a:r>
              <a:rPr lang="zh-CN" altLang="en-US" dirty="0" smtClean="0">
                <a:latin typeface="+mj-lt"/>
                <a:ea typeface="黑体" panose="02010609060101010101" pitchFamily="49" charset="-122"/>
              </a:rPr>
              <a:t>有自动检测装置，允许设置通过命令检测下载软件的真实性和完整性。没有通过验证的软件不会被加载，原始软件也不会被替代。</a:t>
            </a:r>
            <a:endParaRPr lang="en-US" altLang="zh-CN" dirty="0" smtClean="0">
              <a:latin typeface="+mj-lt"/>
              <a:ea typeface="黑体" panose="02010609060101010101" pitchFamily="49" charset="-122"/>
            </a:endParaRPr>
          </a:p>
          <a:p>
            <a:pPr marL="179388" lvl="1" indent="457200">
              <a:spcAft>
                <a:spcPts val="1200"/>
              </a:spcAft>
              <a:buNone/>
            </a:pPr>
            <a:r>
              <a:rPr lang="zh-CN" altLang="en-US" b="1" dirty="0" smtClean="0">
                <a:latin typeface="+mj-lt"/>
                <a:ea typeface="黑体" panose="02010609060101010101" pitchFamily="49" charset="-122"/>
              </a:rPr>
              <a:t>衡器有装置以保证对衡器后续软件下载管理的跟踪（可追溯下载</a:t>
            </a:r>
            <a:r>
              <a:rPr lang="en-US" altLang="zh-CN" b="1" dirty="0" smtClean="0">
                <a:latin typeface="+mj-lt"/>
                <a:ea typeface="黑体" panose="02010609060101010101" pitchFamily="49" charset="-122"/>
              </a:rPr>
              <a:t>——</a:t>
            </a:r>
            <a:r>
              <a:rPr lang="zh-CN" altLang="en-US" b="1" dirty="0" smtClean="0">
                <a:latin typeface="+mj-lt"/>
                <a:ea typeface="黑体" panose="02010609060101010101" pitchFamily="49" charset="-122"/>
              </a:rPr>
              <a:t>用户自行下载更新）</a:t>
            </a:r>
            <a:endParaRPr lang="en-US" altLang="zh-CN" b="1" dirty="0" smtClean="0">
              <a:latin typeface="+mj-lt"/>
              <a:ea typeface="黑体" panose="02010609060101010101" pitchFamily="49" charset="-122"/>
            </a:endParaRPr>
          </a:p>
          <a:p>
            <a:pPr marL="179388" lvl="1" indent="457200">
              <a:spcAft>
                <a:spcPts val="1200"/>
              </a:spcAft>
              <a:buNone/>
            </a:pPr>
            <a:r>
              <a:rPr lang="zh-CN" altLang="en-US" dirty="0" smtClean="0">
                <a:latin typeface="+mj-lt"/>
                <a:ea typeface="黑体" panose="02010609060101010101" pitchFamily="49" charset="-122"/>
              </a:rPr>
              <a:t>授权人能实现对法制管理衡器实现监督，追溯法定相关软件的下载。</a:t>
            </a:r>
            <a:endParaRPr lang="en-US" altLang="zh-CN" dirty="0" smtClean="0">
              <a:latin typeface="+mj-lt"/>
              <a:ea typeface="黑体" panose="02010609060101010101" pitchFamily="49" charset="-122"/>
            </a:endParaRPr>
          </a:p>
          <a:p>
            <a:pPr marL="179388" lvl="1" indent="457200">
              <a:spcAft>
                <a:spcPts val="1200"/>
              </a:spcAft>
              <a:buNone/>
            </a:pPr>
            <a:r>
              <a:rPr lang="zh-CN" altLang="en-US" dirty="0" smtClean="0">
                <a:latin typeface="+mj-lt"/>
                <a:ea typeface="黑体" panose="02010609060101010101" pitchFamily="49" charset="-122"/>
              </a:rPr>
              <a:t>使用事件记事簿对软件下载控制，记录所有必须信息，包括软件标识。</a:t>
            </a:r>
            <a:endParaRPr lang="en-US" altLang="zh-CN" dirty="0" smtClean="0">
              <a:latin typeface="+mj-lt"/>
              <a:ea typeface="黑体" panose="02010609060101010101" pitchFamily="49" charset="-122"/>
            </a:endParaRPr>
          </a:p>
          <a:p>
            <a:pPr marL="179388" lvl="1" indent="457200">
              <a:spcAft>
                <a:spcPts val="1200"/>
              </a:spcAft>
              <a:buNone/>
            </a:pPr>
            <a:r>
              <a:rPr lang="zh-CN" altLang="en-US" dirty="0" smtClean="0">
                <a:latin typeface="+mj-lt"/>
                <a:ea typeface="黑体" panose="02010609060101010101" pitchFamily="49" charset="-122"/>
              </a:rPr>
              <a:t>记事簿无法记录新的下载信息，下载被拒绝（除非打开物理铅封清除记录后）。</a:t>
            </a:r>
            <a:endParaRPr lang="en-US" altLang="zh-CN" dirty="0" smtClean="0">
              <a:latin typeface="+mj-lt"/>
              <a:ea typeface="黑体" panose="02010609060101010101" pitchFamily="49" charset="-122"/>
            </a:endParaRPr>
          </a:p>
          <a:p>
            <a:pPr marL="179388" lvl="1" indent="457200">
              <a:spcAft>
                <a:spcPts val="1200"/>
              </a:spcAft>
              <a:buNone/>
            </a:pPr>
            <a:r>
              <a:rPr lang="zh-CN" altLang="en-US" b="1" dirty="0" smtClean="0">
                <a:latin typeface="+mj-lt"/>
                <a:ea typeface="黑体" panose="02010609060101010101" pitchFamily="49" charset="-122"/>
              </a:rPr>
              <a:t>只有用户同意下载才允许软件更新</a:t>
            </a:r>
            <a:endParaRPr lang="en-US" altLang="zh-CN" b="1" dirty="0" smtClean="0">
              <a:latin typeface="+mj-lt"/>
              <a:ea typeface="黑体" panose="02010609060101010101" pitchFamily="49" charset="-122"/>
            </a:endParaRPr>
          </a:p>
          <a:p>
            <a:pPr marL="179388" lvl="1" indent="457200">
              <a:spcAft>
                <a:spcPts val="1200"/>
              </a:spcAft>
              <a:buNone/>
            </a:pPr>
            <a:r>
              <a:rPr lang="zh-CN" altLang="en-US" dirty="0" smtClean="0">
                <a:latin typeface="+mj-lt"/>
                <a:ea typeface="黑体" panose="02010609060101010101" pitchFamily="49" charset="-122"/>
              </a:rPr>
              <a:t>衡器投入使用，用户对衡器负责。</a:t>
            </a:r>
            <a:endParaRPr lang="en-US" altLang="zh-CN" dirty="0" smtClean="0">
              <a:latin typeface="+mj-lt"/>
              <a:ea typeface="黑体" panose="02010609060101010101" pitchFamily="49" charset="-122"/>
            </a:endParaRPr>
          </a:p>
          <a:p>
            <a:pPr marL="179388" lvl="1" indent="457200">
              <a:spcAft>
                <a:spcPts val="1200"/>
              </a:spcAft>
              <a:buNone/>
            </a:pPr>
            <a:r>
              <a:rPr lang="zh-CN" altLang="en-US" dirty="0" smtClean="0">
                <a:latin typeface="+mj-lt"/>
                <a:ea typeface="黑体" panose="02010609060101010101" pitchFamily="49" charset="-122"/>
              </a:rPr>
              <a:t>制造商必须提供下载技术方法说明，并获得批准。</a:t>
            </a:r>
            <a:endParaRPr lang="zh-CN" altLang="en-US" dirty="0">
              <a:latin typeface="+mj-lt"/>
              <a:ea typeface="黑体" panose="02010609060101010101" pitchFamily="49" charset="-122"/>
            </a:endParaRPr>
          </a:p>
          <a:p>
            <a:pPr indent="457200">
              <a:spcBef>
                <a:spcPts val="0"/>
              </a:spcBef>
              <a:spcAft>
                <a:spcPts val="1200"/>
              </a:spcAft>
              <a:buNone/>
            </a:pPr>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28</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247908587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软件下载</a:t>
            </a:r>
            <a:endParaRPr lang="zh-CN" altLang="en-US" dirty="0">
              <a:ea typeface="黑体" panose="02010609060101010101" pitchFamily="49" charset="-122"/>
            </a:endParaRPr>
          </a:p>
        </p:txBody>
      </p:sp>
      <p:sp>
        <p:nvSpPr>
          <p:cNvPr id="4" name="内容占位符 3"/>
          <p:cNvSpPr>
            <a:spLocks noGrp="1"/>
          </p:cNvSpPr>
          <p:nvPr>
            <p:ph idx="1"/>
          </p:nvPr>
        </p:nvSpPr>
        <p:spPr/>
        <p:txBody>
          <a:bodyPr/>
          <a:lstStyle/>
          <a:p>
            <a:pPr marL="179387" lvl="1" indent="457200">
              <a:spcAft>
                <a:spcPts val="600"/>
              </a:spcAft>
              <a:buNone/>
            </a:pPr>
            <a:r>
              <a:rPr lang="zh-CN" altLang="en-US" b="1" dirty="0" smtClean="0">
                <a:latin typeface="+mj-lt"/>
                <a:ea typeface="黑体" panose="02010609060101010101" pitchFamily="49" charset="-122"/>
              </a:rPr>
              <a:t>如果应用软件与法制相关软件没有软件分割，应用软件的下载管理参照法制相关要求执行。</a:t>
            </a:r>
            <a:endParaRPr lang="en-US" altLang="zh-CN" b="1" dirty="0" smtClean="0">
              <a:latin typeface="+mj-lt"/>
              <a:ea typeface="黑体" panose="02010609060101010101" pitchFamily="49" charset="-122"/>
            </a:endParaRPr>
          </a:p>
          <a:p>
            <a:pPr marL="179387" lvl="1" indent="457200">
              <a:spcAft>
                <a:spcPts val="600"/>
              </a:spcAft>
              <a:buNone/>
            </a:pPr>
            <a:r>
              <a:rPr lang="zh-CN" altLang="en-US" dirty="0" smtClean="0">
                <a:latin typeface="+mj-lt"/>
                <a:ea typeface="黑体" panose="02010609060101010101" pitchFamily="49" charset="-122"/>
              </a:rPr>
              <a:t>对设置了软件分割，非法制相关软件的下载不需要按上述要求实施控制。</a:t>
            </a:r>
            <a:endParaRPr lang="en-US" altLang="zh-CN" dirty="0" smtClean="0">
              <a:latin typeface="+mj-lt"/>
              <a:ea typeface="黑体" panose="02010609060101010101" pitchFamily="49" charset="-122"/>
            </a:endParaRPr>
          </a:p>
          <a:p>
            <a:pPr marL="179387" lvl="1" indent="457200">
              <a:spcAft>
                <a:spcPts val="600"/>
              </a:spcAft>
              <a:buNone/>
            </a:pPr>
            <a:r>
              <a:rPr lang="zh-CN" altLang="en-US" b="1" dirty="0" smtClean="0">
                <a:latin typeface="+mj-lt"/>
                <a:ea typeface="黑体" panose="02010609060101010101" pitchFamily="49" charset="-122"/>
              </a:rPr>
              <a:t>传统技术方案举例：</a:t>
            </a:r>
            <a:endParaRPr lang="en-US" altLang="zh-CN" b="1" dirty="0" smtClean="0">
              <a:latin typeface="+mj-lt"/>
              <a:ea typeface="黑体" panose="02010609060101010101" pitchFamily="49" charset="-122"/>
            </a:endParaRPr>
          </a:p>
          <a:p>
            <a:pPr marL="704850" lvl="2" indent="-342900">
              <a:spcAft>
                <a:spcPts val="600"/>
              </a:spcAft>
              <a:buFont typeface="+mj-lt"/>
              <a:buAutoNum type="alphaLcParenR"/>
            </a:pPr>
            <a:r>
              <a:rPr lang="zh-CN" altLang="en-US" dirty="0" smtClean="0">
                <a:latin typeface="+mj-lt"/>
                <a:ea typeface="黑体" panose="02010609060101010101" pitchFamily="49" charset="-122"/>
              </a:rPr>
              <a:t>外壳铅封；</a:t>
            </a:r>
            <a:endParaRPr lang="en-US" altLang="zh-CN" dirty="0" smtClean="0">
              <a:latin typeface="+mj-lt"/>
              <a:ea typeface="黑体" panose="02010609060101010101" pitchFamily="49" charset="-122"/>
            </a:endParaRPr>
          </a:p>
          <a:p>
            <a:pPr marL="704850" lvl="2" indent="-342900">
              <a:spcAft>
                <a:spcPts val="600"/>
              </a:spcAft>
              <a:buFont typeface="+mj-lt"/>
              <a:buAutoNum type="alphaLcParenR"/>
            </a:pPr>
            <a:r>
              <a:rPr lang="zh-CN" altLang="en-US" dirty="0" smtClean="0">
                <a:latin typeface="+mj-lt"/>
                <a:ea typeface="黑体" panose="02010609060101010101" pitchFamily="49" charset="-122"/>
              </a:rPr>
              <a:t>下载接口铅封；</a:t>
            </a:r>
            <a:endParaRPr lang="en-US" altLang="zh-CN" dirty="0" smtClean="0">
              <a:latin typeface="+mj-lt"/>
              <a:ea typeface="黑体" panose="02010609060101010101" pitchFamily="49" charset="-122"/>
            </a:endParaRPr>
          </a:p>
          <a:p>
            <a:pPr marL="704850" lvl="2" indent="-342900">
              <a:spcAft>
                <a:spcPts val="600"/>
              </a:spcAft>
              <a:buFont typeface="+mj-lt"/>
              <a:buAutoNum type="alphaLcParenR"/>
            </a:pPr>
            <a:r>
              <a:rPr lang="zh-CN" altLang="en-US" dirty="0" smtClean="0">
                <a:latin typeface="+mj-lt"/>
                <a:ea typeface="黑体" panose="02010609060101010101" pitchFamily="49" charset="-122"/>
              </a:rPr>
              <a:t>使用物理或逻辑开关的操作保护。</a:t>
            </a:r>
            <a:endParaRPr lang="en-US" altLang="zh-CN" dirty="0" smtClean="0">
              <a:latin typeface="+mj-lt"/>
              <a:ea typeface="黑体" panose="02010609060101010101" pitchFamily="49" charset="-122"/>
            </a:endParaRPr>
          </a:p>
          <a:p>
            <a:pPr marL="179387" lvl="1" indent="457200">
              <a:spcAft>
                <a:spcPts val="600"/>
              </a:spcAft>
              <a:buNone/>
            </a:pPr>
            <a:r>
              <a:rPr lang="zh-CN" altLang="en-US" b="1" dirty="0" smtClean="0">
                <a:latin typeface="+mj-lt"/>
                <a:ea typeface="黑体" panose="02010609060101010101" pitchFamily="49" charset="-122"/>
              </a:rPr>
              <a:t>利用软件分割：</a:t>
            </a:r>
            <a:endParaRPr lang="en-US" altLang="zh-CN" b="1" dirty="0" smtClean="0">
              <a:latin typeface="+mj-lt"/>
              <a:ea typeface="黑体" panose="02010609060101010101" pitchFamily="49" charset="-122"/>
            </a:endParaRPr>
          </a:p>
          <a:p>
            <a:pPr marL="179387" lvl="1" indent="457200">
              <a:spcAft>
                <a:spcPts val="600"/>
              </a:spcAft>
              <a:buNone/>
            </a:pPr>
            <a:r>
              <a:rPr lang="zh-CN" altLang="en-US" dirty="0" smtClean="0">
                <a:latin typeface="+mj-lt"/>
                <a:ea typeface="黑体" panose="02010609060101010101" pitchFamily="49" charset="-122"/>
              </a:rPr>
              <a:t>可下载更新软件与固定软件部分通过保护性软件接口分开。</a:t>
            </a:r>
            <a:endParaRPr lang="en-US" altLang="zh-CN" dirty="0" smtClean="0">
              <a:latin typeface="+mj-lt"/>
              <a:ea typeface="黑体" panose="02010609060101010101" pitchFamily="49" charset="-122"/>
            </a:endParaRPr>
          </a:p>
          <a:p>
            <a:pPr marL="179387" lvl="1" indent="457200">
              <a:spcAft>
                <a:spcPts val="600"/>
              </a:spcAft>
              <a:buNone/>
            </a:pPr>
            <a:r>
              <a:rPr lang="zh-CN" altLang="en-US" dirty="0" smtClean="0">
                <a:latin typeface="+mj-lt"/>
                <a:ea typeface="黑体" panose="02010609060101010101" pitchFamily="49" charset="-122"/>
              </a:rPr>
              <a:t>软件的固定部分包括装置特定参数、软件下载的控制和检查程序部分，能实施下载管理、识别下载软件的真实性和完整性，实施下载跟踪对事件记录以及软件标识的记录和显示。</a:t>
            </a:r>
            <a:endParaRPr lang="en-US" altLang="zh-CN" dirty="0" smtClean="0">
              <a:latin typeface="+mj-lt"/>
              <a:ea typeface="黑体" panose="02010609060101010101" pitchFamily="49" charset="-122"/>
            </a:endParaRPr>
          </a:p>
          <a:p>
            <a:pPr marL="179387" lvl="1" indent="457200">
              <a:spcAft>
                <a:spcPts val="600"/>
              </a:spcAft>
              <a:buNone/>
            </a:pPr>
            <a:r>
              <a:rPr lang="zh-CN" altLang="en-US" dirty="0" smtClean="0">
                <a:latin typeface="+mj-lt"/>
                <a:ea typeface="黑体" panose="02010609060101010101" pitchFamily="49" charset="-122"/>
              </a:rPr>
              <a:t>软件的固定部分不受可下载软件的影响，保存在受保护的硬件内，对固定软件的修改必须破坏铅封。</a:t>
            </a:r>
            <a:endParaRPr lang="en-US" altLang="zh-CN" dirty="0" smtClean="0">
              <a:latin typeface="+mj-lt"/>
              <a:ea typeface="黑体" panose="02010609060101010101" pitchFamily="49" charset="-122"/>
            </a:endParaRPr>
          </a:p>
          <a:p>
            <a:pPr marL="179387" lvl="1" indent="457200">
              <a:spcAft>
                <a:spcPts val="600"/>
              </a:spcAft>
              <a:buNone/>
            </a:pPr>
            <a:r>
              <a:rPr lang="zh-CN" altLang="en-US" dirty="0" smtClean="0">
                <a:latin typeface="+mj-lt"/>
                <a:ea typeface="黑体" panose="02010609060101010101" pitchFamily="49" charset="-122"/>
              </a:rPr>
              <a:t>内部接口的数据命令是被型式定义的，不允许有定义以外的。</a:t>
            </a:r>
            <a:endParaRPr lang="en-US" altLang="zh-CN" dirty="0" smtClean="0">
              <a:latin typeface="+mj-lt"/>
              <a:ea typeface="黑体" panose="02010609060101010101" pitchFamily="49" charset="-122"/>
            </a:endParaRPr>
          </a:p>
          <a:p>
            <a:pPr marL="179387" lvl="1" indent="457200">
              <a:spcAft>
                <a:spcPts val="600"/>
              </a:spcAft>
              <a:buNone/>
            </a:pPr>
            <a:r>
              <a:rPr lang="zh-CN" altLang="en-US" dirty="0" smtClean="0">
                <a:latin typeface="+mj-lt"/>
                <a:ea typeface="黑体" panose="02010609060101010101" pitchFamily="49" charset="-122"/>
              </a:rPr>
              <a:t>外部接口在需要时由用户激活。</a:t>
            </a:r>
            <a:endParaRPr lang="en-US" altLang="zh-CN" dirty="0" smtClean="0">
              <a:latin typeface="+mj-lt"/>
              <a:ea typeface="黑体" panose="02010609060101010101" pitchFamily="49" charset="-122"/>
            </a:endParaRPr>
          </a:p>
          <a:p>
            <a:pPr marL="179387" lvl="1" indent="457200">
              <a:spcAft>
                <a:spcPts val="600"/>
              </a:spcAft>
              <a:buNone/>
            </a:pPr>
            <a:r>
              <a:rPr lang="zh-CN" altLang="en-US" dirty="0" smtClean="0">
                <a:latin typeface="+mj-lt"/>
                <a:ea typeface="黑体" panose="02010609060101010101" pitchFamily="49" charset="-122"/>
              </a:rPr>
              <a:t>外部接口经互联网连接到下载资源</a:t>
            </a:r>
            <a:r>
              <a:rPr lang="en-US" altLang="zh-CN" dirty="0" smtClean="0">
                <a:latin typeface="+mj-lt"/>
                <a:ea typeface="黑体" panose="02010609060101010101" pitchFamily="49" charset="-122"/>
              </a:rPr>
              <a:t>URL</a:t>
            </a:r>
            <a:r>
              <a:rPr lang="zh-CN" altLang="en-US" dirty="0" smtClean="0">
                <a:latin typeface="+mj-lt"/>
                <a:ea typeface="黑体" panose="02010609060101010101" pitchFamily="49" charset="-122"/>
              </a:rPr>
              <a:t>。下载管理由软件固定部分实施初始化。</a:t>
            </a:r>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29</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
        <p:nvSpPr>
          <p:cNvPr id="7" name="标题 6"/>
          <p:cNvSpPr>
            <a:spLocks noGrp="1"/>
          </p:cNvSpPr>
          <p:nvPr>
            <p:ph type="title" idx="99"/>
          </p:nvPr>
        </p:nvSpPr>
        <p:spPr/>
        <p:txBody>
          <a:bodyPr/>
          <a:lstStyle/>
          <a:p>
            <a:endParaRPr lang="zh-CN" altLang="en-US"/>
          </a:p>
        </p:txBody>
      </p:sp>
    </p:spTree>
    <p:extLst>
      <p:ext uri="{BB962C8B-B14F-4D97-AF65-F5344CB8AC3E}">
        <p14:creationId xmlns:p14="http://schemas.microsoft.com/office/powerpoint/2010/main" val="51762802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软件下载</a:t>
            </a:r>
            <a:endParaRPr lang="zh-CN" altLang="en-US" dirty="0">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ea typeface="黑体" panose="02010609060101010101" pitchFamily="49" charset="-122"/>
              </a:rPr>
              <a:t>举例示意图</a:t>
            </a:r>
            <a:endParaRPr lang="zh-CN" altLang="en-US" dirty="0">
              <a:ea typeface="黑体" panose="02010609060101010101" pitchFamily="49" charset="-122"/>
            </a:endParaRPr>
          </a:p>
        </p:txBody>
      </p:sp>
      <p:sp>
        <p:nvSpPr>
          <p:cNvPr id="4" name="内容占位符 3"/>
          <p:cNvSpPr>
            <a:spLocks noGrp="1"/>
          </p:cNvSpPr>
          <p:nvPr>
            <p:ph idx="1"/>
          </p:nvPr>
        </p:nvSpPr>
        <p:spPr/>
        <p:txBody>
          <a:bodyPr/>
          <a:lstStyle/>
          <a:p>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30</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pic>
        <p:nvPicPr>
          <p:cNvPr id="7" name="图片 6"/>
          <p:cNvPicPr/>
          <p:nvPr/>
        </p:nvPicPr>
        <p:blipFill>
          <a:blip r:embed="rId3">
            <a:extLst>
              <a:ext uri="{28A0092B-C50C-407E-A947-70E740481C1C}">
                <a14:useLocalDpi xmlns:a14="http://schemas.microsoft.com/office/drawing/2010/main" val="0"/>
              </a:ext>
            </a:extLst>
          </a:blip>
          <a:srcRect/>
          <a:stretch>
            <a:fillRect/>
          </a:stretch>
        </p:blipFill>
        <p:spPr bwMode="auto">
          <a:xfrm>
            <a:off x="627797" y="1425288"/>
            <a:ext cx="8100000" cy="5124775"/>
          </a:xfrm>
          <a:prstGeom prst="rect">
            <a:avLst/>
          </a:prstGeom>
          <a:noFill/>
          <a:ln>
            <a:noFill/>
          </a:ln>
        </p:spPr>
      </p:pic>
    </p:spTree>
    <p:extLst>
      <p:ext uri="{BB962C8B-B14F-4D97-AF65-F5344CB8AC3E}">
        <p14:creationId xmlns:p14="http://schemas.microsoft.com/office/powerpoint/2010/main" val="64995213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ea typeface="黑体" panose="02010609060101010101" pitchFamily="49" charset="-122"/>
            </a:endParaRPr>
          </a:p>
        </p:txBody>
      </p:sp>
      <p:sp>
        <p:nvSpPr>
          <p:cNvPr id="3" name="标题 2"/>
          <p:cNvSpPr>
            <a:spLocks noGrp="1"/>
          </p:cNvSpPr>
          <p:nvPr>
            <p:ph type="title" idx="99"/>
          </p:nvPr>
        </p:nvSpPr>
        <p:spPr/>
        <p:txBody>
          <a:bodyPr/>
          <a:lstStyle/>
          <a:p>
            <a:endParaRPr lang="zh-CN" altLang="en-US">
              <a:ea typeface="黑体" panose="02010609060101010101" pitchFamily="49" charset="-122"/>
            </a:endParaRPr>
          </a:p>
        </p:txBody>
      </p:sp>
      <p:sp>
        <p:nvSpPr>
          <p:cNvPr id="4" name="内容占位符 3"/>
          <p:cNvSpPr>
            <a:spLocks noGrp="1"/>
          </p:cNvSpPr>
          <p:nvPr>
            <p:ph idx="1"/>
          </p:nvPr>
        </p:nvSpPr>
        <p:spPr/>
        <p:txBody>
          <a:bodyPr/>
          <a:lstStyle/>
          <a:p>
            <a:pPr marL="0" indent="0">
              <a:buNone/>
            </a:pPr>
            <a:r>
              <a:rPr lang="zh-CN" altLang="en-US" dirty="0" smtClean="0">
                <a:latin typeface="+mj-lt"/>
                <a:ea typeface="黑体" panose="02010609060101010101" pitchFamily="49" charset="-122"/>
              </a:rPr>
              <a:t>更多的软件要求和描述参见：</a:t>
            </a:r>
            <a:endParaRPr lang="en-US" altLang="zh-CN" dirty="0" smtClean="0">
              <a:latin typeface="+mj-lt"/>
              <a:ea typeface="黑体" panose="02010609060101010101" pitchFamily="49" charset="-122"/>
            </a:endParaRPr>
          </a:p>
          <a:p>
            <a:pPr marL="0" indent="0">
              <a:buNone/>
            </a:pPr>
            <a:endParaRPr lang="en-US" altLang="zh-CN" dirty="0" smtClean="0">
              <a:latin typeface="+mj-lt"/>
              <a:ea typeface="黑体" panose="02010609060101010101" pitchFamily="49" charset="-122"/>
            </a:endParaRPr>
          </a:p>
          <a:p>
            <a:pPr marL="0" indent="0" algn="ctr">
              <a:buNone/>
            </a:pPr>
            <a:r>
              <a:rPr lang="en-US" altLang="zh-CN" b="1" dirty="0" smtClean="0">
                <a:latin typeface="+mj-lt"/>
                <a:ea typeface="黑体" panose="02010609060101010101" pitchFamily="49" charset="-122"/>
                <a:hlinkClick r:id="rId2"/>
              </a:rPr>
              <a:t>OIML D31  </a:t>
            </a:r>
            <a:endParaRPr lang="en-US" altLang="zh-CN" b="1" dirty="0" smtClean="0">
              <a:latin typeface="+mj-lt"/>
              <a:ea typeface="黑体" panose="02010609060101010101" pitchFamily="49" charset="-122"/>
            </a:endParaRPr>
          </a:p>
          <a:p>
            <a:pPr marL="0" indent="0" algn="ctr">
              <a:buNone/>
            </a:pPr>
            <a:r>
              <a:rPr lang="en-US" altLang="zh-CN" b="1" dirty="0" smtClean="0">
                <a:latin typeface="+mj-lt"/>
                <a:ea typeface="黑体" panose="02010609060101010101" pitchFamily="49" charset="-122"/>
              </a:rPr>
              <a:t>General </a:t>
            </a:r>
            <a:r>
              <a:rPr lang="en-US" altLang="zh-CN" b="1" dirty="0">
                <a:latin typeface="+mj-lt"/>
                <a:ea typeface="黑体" panose="02010609060101010101" pitchFamily="49" charset="-122"/>
              </a:rPr>
              <a:t>requirements for software controlled measuring </a:t>
            </a:r>
            <a:r>
              <a:rPr lang="en-US" altLang="zh-CN" b="1" dirty="0" smtClean="0">
                <a:latin typeface="+mj-lt"/>
                <a:ea typeface="黑体" panose="02010609060101010101" pitchFamily="49" charset="-122"/>
              </a:rPr>
              <a:t>instruments</a:t>
            </a:r>
          </a:p>
          <a:p>
            <a:pPr marL="0" indent="0" algn="ctr">
              <a:buNone/>
            </a:pPr>
            <a:r>
              <a:rPr lang="en-US" altLang="zh-CN" b="1" dirty="0" smtClean="0">
                <a:latin typeface="+mj-lt"/>
                <a:ea typeface="黑体" panose="02010609060101010101" pitchFamily="49" charset="-122"/>
              </a:rPr>
              <a:t>WELMEC 2.3</a:t>
            </a:r>
          </a:p>
          <a:p>
            <a:pPr marL="0" indent="0" algn="ctr">
              <a:buNone/>
            </a:pPr>
            <a:r>
              <a:rPr lang="en-US" altLang="zh-CN" b="1" dirty="0" smtClean="0">
                <a:latin typeface="+mj-lt"/>
                <a:ea typeface="黑体" panose="02010609060101010101" pitchFamily="49" charset="-122"/>
              </a:rPr>
              <a:t>Guide for Examination Software</a:t>
            </a:r>
            <a:br>
              <a:rPr lang="en-US" altLang="zh-CN" b="1" dirty="0" smtClean="0">
                <a:latin typeface="+mj-lt"/>
                <a:ea typeface="黑体" panose="02010609060101010101" pitchFamily="49" charset="-122"/>
              </a:rPr>
            </a:br>
            <a:r>
              <a:rPr lang="en-US" altLang="zh-CN" b="1" dirty="0" smtClean="0">
                <a:latin typeface="+mj-lt"/>
                <a:ea typeface="黑体" panose="02010609060101010101" pitchFamily="49" charset="-122"/>
              </a:rPr>
              <a:t>(Non-automatic Weighing Instruments)</a:t>
            </a:r>
          </a:p>
          <a:p>
            <a:pPr marL="0" indent="0" algn="ctr">
              <a:buNone/>
            </a:pPr>
            <a:endParaRPr lang="en-US" altLang="zh-CN" b="1" dirty="0" smtClean="0">
              <a:latin typeface="+mj-lt"/>
              <a:ea typeface="黑体" panose="02010609060101010101" pitchFamily="49" charset="-122"/>
            </a:endParaRPr>
          </a:p>
          <a:p>
            <a:pPr marL="0" indent="0" algn="ctr">
              <a:buNone/>
            </a:pPr>
            <a:r>
              <a:rPr lang="en-US" altLang="zh-CN" b="1" dirty="0" smtClean="0">
                <a:latin typeface="+mj-lt"/>
                <a:ea typeface="黑体" panose="02010609060101010101" pitchFamily="49" charset="-122"/>
                <a:hlinkClick r:id="rId3"/>
              </a:rPr>
              <a:t>WELMEC 7.2  </a:t>
            </a:r>
            <a:endParaRPr lang="en-US" altLang="zh-CN" b="1" dirty="0" smtClean="0">
              <a:latin typeface="+mj-lt"/>
              <a:ea typeface="黑体" panose="02010609060101010101" pitchFamily="49" charset="-122"/>
            </a:endParaRPr>
          </a:p>
          <a:p>
            <a:pPr marL="0" indent="0" algn="ctr">
              <a:buNone/>
            </a:pPr>
            <a:r>
              <a:rPr lang="en-US" altLang="zh-CN" b="1" dirty="0" smtClean="0">
                <a:latin typeface="+mj-lt"/>
                <a:ea typeface="黑体" panose="02010609060101010101" pitchFamily="49" charset="-122"/>
              </a:rPr>
              <a:t>Software </a:t>
            </a:r>
            <a:r>
              <a:rPr lang="en-US" altLang="zh-CN" b="1" dirty="0">
                <a:latin typeface="+mj-lt"/>
                <a:ea typeface="黑体" panose="02010609060101010101" pitchFamily="49" charset="-122"/>
              </a:rPr>
              <a:t>Guide </a:t>
            </a:r>
            <a:r>
              <a:rPr lang="en-US" altLang="zh-CN" b="1" dirty="0" smtClean="0">
                <a:latin typeface="+mj-lt"/>
                <a:ea typeface="黑体" panose="02010609060101010101" pitchFamily="49" charset="-122"/>
              </a:rPr>
              <a:t> </a:t>
            </a:r>
            <a:r>
              <a:rPr lang="en-US" altLang="zh-CN" b="1" dirty="0">
                <a:latin typeface="+mj-lt"/>
                <a:ea typeface="黑体" panose="02010609060101010101" pitchFamily="49" charset="-122"/>
              </a:rPr>
              <a:t>(Measuring Instruments Directive 2004/22/EC) </a:t>
            </a:r>
            <a:endParaRPr lang="zh-CN" altLang="en-US" b="1"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31</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363413650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idx="1"/>
          </p:nvPr>
        </p:nvSpPr>
        <p:spPr/>
        <p:txBody>
          <a:bodyPr/>
          <a:lstStyle/>
          <a:p>
            <a:r>
              <a:rPr lang="de-CH" dirty="0" smtClean="0"/>
              <a:t>Topic 1</a:t>
            </a:r>
            <a:endParaRPr lang="en-US" dirty="0" smtClean="0"/>
          </a:p>
          <a:p>
            <a:r>
              <a:rPr lang="en-US" dirty="0" smtClean="0"/>
              <a:t>Topic 2</a:t>
            </a:r>
          </a:p>
          <a:p>
            <a:r>
              <a:rPr lang="de-CH" dirty="0" smtClean="0"/>
              <a:t>Topic 3</a:t>
            </a:r>
            <a:endParaRPr lang="en-US" dirty="0"/>
          </a:p>
        </p:txBody>
      </p:sp>
      <p:sp>
        <p:nvSpPr>
          <p:cNvPr id="2" name="Titel 1"/>
          <p:cNvSpPr>
            <a:spLocks noGrp="1"/>
          </p:cNvSpPr>
          <p:nvPr>
            <p:ph type="title"/>
          </p:nvPr>
        </p:nvSpPr>
        <p:spPr/>
        <p:txBody>
          <a:bodyPr/>
          <a:lstStyle/>
          <a:p>
            <a:r>
              <a:rPr lang="en-US" dirty="0" smtClean="0"/>
              <a:t>Put Chapter Title here</a:t>
            </a:r>
            <a:endParaRPr lang="en-US" dirty="0"/>
          </a:p>
        </p:txBody>
      </p:sp>
      <p:sp>
        <p:nvSpPr>
          <p:cNvPr id="4" name="Picture Placeholder 3"/>
          <p:cNvSpPr>
            <a:spLocks noGrp="1"/>
          </p:cNvSpPr>
          <p:nvPr>
            <p:ph type="pic" sz="quarter" idx="11"/>
          </p:nvPr>
        </p:nvSpPr>
        <p:spPr/>
      </p:sp>
    </p:spTree>
    <p:extLst>
      <p:ext uri="{BB962C8B-B14F-4D97-AF65-F5344CB8AC3E}">
        <p14:creationId xmlns:p14="http://schemas.microsoft.com/office/powerpoint/2010/main" val="3896727830"/>
      </p:ext>
    </p:extLst>
  </p:cSld>
  <p:clrMapOvr>
    <a:masterClrMapping/>
  </p:clrMapOvr>
  <p:timing>
    <p:tnLst>
      <p:par>
        <p:cTn id="1" dur="indefinite" restart="never" nodeType="tmRoot"/>
      </p:par>
    </p:tnLst>
  </p:timing>
</p:sld>
</file>

<file path=ppt/theme/theme1.xml><?xml version="1.0" encoding="utf-8"?>
<a:theme xmlns:a="http://schemas.openxmlformats.org/drawingml/2006/main" name="blank">
  <a:themeElements>
    <a:clrScheme name="METTLER TOLEDO">
      <a:dk1>
        <a:srgbClr val="004696"/>
      </a:dk1>
      <a:lt1>
        <a:srgbClr val="FFFFFF"/>
      </a:lt1>
      <a:dk2>
        <a:srgbClr val="FFFFFF"/>
      </a:dk2>
      <a:lt2>
        <a:srgbClr val="3399FF"/>
      </a:lt2>
      <a:accent1>
        <a:srgbClr val="56A410"/>
      </a:accent1>
      <a:accent2>
        <a:srgbClr val="004696"/>
      </a:accent2>
      <a:accent3>
        <a:srgbClr val="3399FF"/>
      </a:accent3>
      <a:accent4>
        <a:srgbClr val="97CBFF"/>
      </a:accent4>
      <a:accent5>
        <a:srgbClr val="BEF38E"/>
      </a:accent5>
      <a:accent6>
        <a:srgbClr val="E69400"/>
      </a:accent6>
      <a:hlink>
        <a:srgbClr val="004696"/>
      </a:hlink>
      <a:folHlink>
        <a:srgbClr val="97CBFF"/>
      </a:folHlink>
    </a:clrScheme>
    <a:fontScheme name="Arial-Font">
      <a:majorFont>
        <a:latin typeface="Arial"/>
        <a:ea typeface=""/>
        <a:cs typeface=""/>
      </a:majorFont>
      <a:minorFont>
        <a:latin typeface="Arial"/>
        <a:ea typeface=""/>
        <a:cs typeface=""/>
      </a:minorFont>
    </a:fontScheme>
    <a:fmtScheme name="Mettler-Toledo-Master">
      <a:fillStyleLst>
        <a:solidFill>
          <a:schemeClr val="phClr"/>
        </a:solidFill>
        <a:solidFill>
          <a:schemeClr val="phClr"/>
        </a:solidFill>
        <a:gradFill>
          <a:gsLst>
            <a:gs pos="0">
              <a:schemeClr val="phClr">
                <a:tint val="100000"/>
                <a:shade val="50000"/>
                <a:satMod val="130000"/>
              </a:schemeClr>
            </a:gs>
            <a:gs pos="80000">
              <a:schemeClr val="phClr">
                <a:tint val="100000"/>
                <a:shade val="90000"/>
                <a:alpha val="100000"/>
                <a:satMod val="130000"/>
              </a:schemeClr>
            </a:gs>
            <a:gs pos="100000">
              <a:schemeClr val="phClr">
                <a:tint val="100000"/>
                <a:shade val="100000"/>
                <a:alpha val="100000"/>
                <a:satMod val="130000"/>
              </a:schemeClr>
            </a:gs>
          </a:gsLst>
          <a:lin ang="16200000" scaled="1"/>
        </a:gradFill>
      </a:fillStyleLst>
      <a:lnStyleLst>
        <a:ln w="6350" cap="flat" cmpd="sng" algn="ctr">
          <a:solidFill>
            <a:schemeClr val="phClr">
              <a:satMod val="150000"/>
            </a:schemeClr>
          </a:solidFill>
          <a:prstDash val="solid"/>
        </a:ln>
        <a:ln w="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40005" dist="25400" dir="5400000" algn="bl" rotWithShape="0">
              <a:srgbClr val="000000">
                <a:alpha val="35000"/>
              </a:srgbClr>
            </a:outerShdw>
          </a:effectLst>
        </a:effectStyle>
      </a:effectStyleLst>
      <a:bgFillStyleLst>
        <a:solidFill>
          <a:schemeClr val="phClr"/>
        </a:solidFill>
        <a:solidFill>
          <a:schemeClr val="phClr"/>
        </a:solidFill>
        <a:solidFill>
          <a:schemeClr val="phClr"/>
        </a:solidFill>
      </a:bgFillStyleLst>
    </a:fmtScheme>
  </a:themeElements>
  <a:objectDefaults>
    <a:spDef>
      <a:spPr>
        <a:solidFill>
          <a:schemeClr val="tx1"/>
        </a:solidFill>
        <a:ln>
          <a:noFill/>
        </a:ln>
      </a:spPr>
      <a:bodyPr rtlCol="0" anchor="ctr"/>
      <a:lstStyle>
        <a:defPPr algn="ctr">
          <a:defRPr sz="1600" dirty="0" err="1" smtClean="0">
            <a:solidFill>
              <a:schemeClr val="bg1"/>
            </a:solidFill>
          </a:defRPr>
        </a:defPPr>
      </a:lstStyle>
      <a:style>
        <a:lnRef idx="2">
          <a:schemeClr val="accent4"/>
        </a:lnRef>
        <a:fillRef idx="1">
          <a:schemeClr val="lt1"/>
        </a:fillRef>
        <a:effectRef idx="0">
          <a:schemeClr val="accent4"/>
        </a:effectRef>
        <a:fontRef idx="minor">
          <a:schemeClr val="dk1"/>
        </a:fontRef>
      </a:style>
    </a:spDef>
    <a:txDef>
      <a:spPr>
        <a:noFill/>
      </a:spPr>
      <a:bodyPr wrap="square" lIns="0" tIns="0" rIns="0" bIns="0" rtlCol="0">
        <a:spAutoFit/>
      </a:bodyPr>
      <a:lstStyle>
        <a:defPPr marL="144000" indent="-144000">
          <a:spcBef>
            <a:spcPts val="400"/>
          </a:spcBef>
          <a:spcAft>
            <a:spcPts val="600"/>
          </a:spcAft>
          <a:buClr>
            <a:schemeClr val="accent1"/>
          </a:buClr>
          <a:buFont typeface="Wingdings" panose="05000000000000000000" pitchFamily="2" charset="2"/>
          <a:buChar char="§"/>
          <a:defRPr sz="1600" dirty="0" err="1" smtClean="0"/>
        </a:defPPr>
      </a:lstStyle>
    </a:txDef>
  </a:objectDefaults>
  <a:extraClrSchemeLst/>
  <a:custClrLst>
    <a:custClr name="MT Green">
      <a:srgbClr val="60B612"/>
    </a:custClr>
    <a:custClr name="MT Blue">
      <a:srgbClr val="004696"/>
    </a:custClr>
    <a:custClr name="MT Cyan">
      <a:srgbClr val="3399FF"/>
    </a:custClr>
  </a:custClrLst>
</a:theme>
</file>

<file path=ppt/theme/theme2.xml><?xml version="1.0" encoding="utf-8"?>
<a:theme xmlns:a="http://schemas.openxmlformats.org/drawingml/2006/main" name="Larissa-Design">
  <a:themeElements>
    <a:clrScheme name="Mettler-Toledo-Colors">
      <a:dk1>
        <a:srgbClr val="004696"/>
      </a:dk1>
      <a:lt1>
        <a:srgbClr val="FFFFFF"/>
      </a:lt1>
      <a:dk2>
        <a:srgbClr val="FFFFFF"/>
      </a:dk2>
      <a:lt2>
        <a:srgbClr val="3399FF"/>
      </a:lt2>
      <a:accent1>
        <a:srgbClr val="004696"/>
      </a:accent1>
      <a:accent2>
        <a:srgbClr val="3399FF"/>
      </a:accent2>
      <a:accent3>
        <a:srgbClr val="93CCFF"/>
      </a:accent3>
      <a:accent4>
        <a:srgbClr val="60B612"/>
      </a:accent4>
      <a:accent5>
        <a:srgbClr val="CCF595"/>
      </a:accent5>
      <a:accent6>
        <a:srgbClr val="E69400"/>
      </a:accent6>
      <a:hlink>
        <a:srgbClr val="004696"/>
      </a:hlink>
      <a:folHlink>
        <a:srgbClr val="70B711"/>
      </a:folHlink>
    </a:clrScheme>
    <a:fontScheme name="Arial-Font">
      <a:majorFont>
        <a:latin typeface="Arial"/>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Mettler-Toledo-Colors">
      <a:dk1>
        <a:srgbClr val="004696"/>
      </a:dk1>
      <a:lt1>
        <a:srgbClr val="FFFFFF"/>
      </a:lt1>
      <a:dk2>
        <a:srgbClr val="FFFFFF"/>
      </a:dk2>
      <a:lt2>
        <a:srgbClr val="3399FF"/>
      </a:lt2>
      <a:accent1>
        <a:srgbClr val="004696"/>
      </a:accent1>
      <a:accent2>
        <a:srgbClr val="3399FF"/>
      </a:accent2>
      <a:accent3>
        <a:srgbClr val="93CCFF"/>
      </a:accent3>
      <a:accent4>
        <a:srgbClr val="60B612"/>
      </a:accent4>
      <a:accent5>
        <a:srgbClr val="CCF595"/>
      </a:accent5>
      <a:accent6>
        <a:srgbClr val="E69400"/>
      </a:accent6>
      <a:hlink>
        <a:srgbClr val="004696"/>
      </a:hlink>
      <a:folHlink>
        <a:srgbClr val="70B711"/>
      </a:folHlink>
    </a:clrScheme>
    <a:fontScheme name="Arial-Font">
      <a:majorFont>
        <a:latin typeface="Arial"/>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0</TotalTime>
  <Words>4076</Words>
  <Application>Microsoft Office PowerPoint</Application>
  <PresentationFormat>全屏显示(4:3)</PresentationFormat>
  <Paragraphs>369</Paragraphs>
  <Slides>32</Slides>
  <Notes>20</Notes>
  <HiddenSlides>2</HiddenSlides>
  <MMClips>0</MMClips>
  <ScaleCrop>false</ScaleCrop>
  <HeadingPairs>
    <vt:vector size="4" baseType="variant">
      <vt:variant>
        <vt:lpstr>主题</vt:lpstr>
      </vt:variant>
      <vt:variant>
        <vt:i4>1</vt:i4>
      </vt:variant>
      <vt:variant>
        <vt:lpstr>幻灯片标题</vt:lpstr>
      </vt:variant>
      <vt:variant>
        <vt:i4>32</vt:i4>
      </vt:variant>
    </vt:vector>
  </HeadingPairs>
  <TitlesOfParts>
    <vt:vector size="33" baseType="lpstr">
      <vt:lpstr>blank</vt:lpstr>
      <vt:lpstr>数字式非自动电子衡器</vt:lpstr>
      <vt:lpstr>Agenda</vt:lpstr>
      <vt:lpstr>概述</vt:lpstr>
      <vt:lpstr>Agenda</vt:lpstr>
      <vt:lpstr>概述</vt:lpstr>
      <vt:lpstr>术语</vt:lpstr>
      <vt:lpstr>术语</vt:lpstr>
      <vt:lpstr>概述</vt:lpstr>
      <vt:lpstr>概述</vt:lpstr>
      <vt:lpstr>Agenda</vt:lpstr>
      <vt:lpstr>软件保护</vt:lpstr>
      <vt:lpstr>软件保护</vt:lpstr>
      <vt:lpstr>软件保护</vt:lpstr>
      <vt:lpstr>软件保护</vt:lpstr>
      <vt:lpstr>软件保护</vt:lpstr>
      <vt:lpstr>软件保护</vt:lpstr>
      <vt:lpstr>软件保护</vt:lpstr>
      <vt:lpstr>软件保护</vt:lpstr>
      <vt:lpstr>Agenda</vt:lpstr>
      <vt:lpstr>软件接口及软件分割</vt:lpstr>
      <vt:lpstr>软件接口及软件分割</vt:lpstr>
      <vt:lpstr>Agenda</vt:lpstr>
      <vt:lpstr>数据保存与传输</vt:lpstr>
      <vt:lpstr>数据保存与传输</vt:lpstr>
      <vt:lpstr>数据保存与传输</vt:lpstr>
      <vt:lpstr>Agenda</vt:lpstr>
      <vt:lpstr>软件下载</vt:lpstr>
      <vt:lpstr>软件下载</vt:lpstr>
      <vt:lpstr>软件下载</vt:lpstr>
      <vt:lpstr>软件下载</vt:lpstr>
      <vt:lpstr>PowerPoint 演示文稿</vt:lpstr>
      <vt:lpstr>Put Chapter Title here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2016-08-24T03:29:15Z</dcterms:created>
  <dcterms:modified xsi:type="dcterms:W3CDTF">2017-05-25T09:02:39Z</dcterms:modified>
</cp:coreProperties>
</file>

<file path=userCustomization/customUI.xml><?xml version="1.0" encoding="utf-8"?>
<mso:customUI xmlns:doc="http://schemas.microsoft.com/office/2006/01/customui/currentDocument" xmlns:mso="http://schemas.microsoft.com/office/2006/01/customui">
  <mso:ribbon>
    <mso:qat>
      <mso:documentControls>
        <mso:separator idQ="doc:sep1" visible="true"/>
        <mso:separator idQ="doc:sep2" visible="true"/>
        <mso:control idQ="mso:FileProperties" visible="true"/>
        <mso:control idQ="mso:GridSettings" visible="true"/>
        <mso:control idQ="mso:HeaderFooterInsert" visible="true"/>
        <mso:separator idQ="doc:sep3" visible="true"/>
        <mso:control idQ="mso:SlideNewGallery" visible="true"/>
        <mso:control idQ="mso:SlideLayoutGallery" visible="true"/>
        <mso:separator idQ="doc:sep6" visible="true"/>
        <mso:control idQ="mso:OutlineDemote" visible="true"/>
        <mso:control idQ="mso:OutlinePromote" visible="true"/>
        <mso:separator idQ="doc:sep4" visible="true"/>
        <mso:separator idQ="doc:sep5" visible="true"/>
      </mso:documentControls>
    </mso:qat>
  </mso:ribbon>
</mso:customUI>
</file>